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ctiveX/activeX1.xml" ContentType="application/vnd.ms-office.activeX+xml"/>
  <Override PartName="/ppt/activeX/activeX1.bin" ContentType="application/vnd.ms-office.activeX"/>
  <Override PartName="/ppt/activeX/activeX2.xml" ContentType="application/vnd.ms-office.activeX+xml"/>
  <Override PartName="/ppt/activeX/activeX2.bin" ContentType="application/vnd.ms-office.activeX"/>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2"/>
  </p:notesMasterIdLst>
  <p:handoutMasterIdLst>
    <p:handoutMasterId r:id="rId33"/>
  </p:handoutMasterIdLst>
  <p:sldIdLst>
    <p:sldId id="281" r:id="rId2"/>
    <p:sldId id="323" r:id="rId3"/>
    <p:sldId id="256" r:id="rId4"/>
    <p:sldId id="286" r:id="rId5"/>
    <p:sldId id="288" r:id="rId6"/>
    <p:sldId id="289" r:id="rId7"/>
    <p:sldId id="290" r:id="rId8"/>
    <p:sldId id="291" r:id="rId9"/>
    <p:sldId id="292" r:id="rId10"/>
    <p:sldId id="293" r:id="rId11"/>
    <p:sldId id="294" r:id="rId12"/>
    <p:sldId id="295" r:id="rId13"/>
    <p:sldId id="296" r:id="rId14"/>
    <p:sldId id="297" r:id="rId15"/>
    <p:sldId id="298" r:id="rId16"/>
    <p:sldId id="300" r:id="rId17"/>
    <p:sldId id="304" r:id="rId18"/>
    <p:sldId id="306" r:id="rId19"/>
    <p:sldId id="307" r:id="rId20"/>
    <p:sldId id="310" r:id="rId21"/>
    <p:sldId id="325" r:id="rId22"/>
    <p:sldId id="326" r:id="rId23"/>
    <p:sldId id="327" r:id="rId24"/>
    <p:sldId id="328" r:id="rId25"/>
    <p:sldId id="329" r:id="rId26"/>
    <p:sldId id="330" r:id="rId27"/>
    <p:sldId id="331" r:id="rId28"/>
    <p:sldId id="332" r:id="rId29"/>
    <p:sldId id="333" r:id="rId30"/>
    <p:sldId id="334" r:id="rId31"/>
  </p:sldIdLst>
  <p:sldSz cx="9144000" cy="6858000" type="screen4x3"/>
  <p:notesSz cx="6858000" cy="9144000"/>
  <p:defaultTextStyle>
    <a:defPPr>
      <a:defRPr lang="en-US"/>
    </a:defPPr>
    <a:lvl1pPr algn="l"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1pPr>
    <a:lvl2pPr marL="457200" algn="l"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2pPr>
    <a:lvl3pPr marL="914400" algn="l"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3pPr>
    <a:lvl4pPr marL="1371600" algn="l"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4pPr>
    <a:lvl5pPr marL="1828800" algn="l"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5pPr>
    <a:lvl6pPr marL="2286000" algn="l" defTabSz="914400" rtl="0" eaLnBrk="1" latinLnBrk="0" hangingPunct="1">
      <a:defRPr sz="2800" b="1" kern="1200">
        <a:solidFill>
          <a:schemeClr val="tx1"/>
        </a:solidFill>
        <a:latin typeface="Times New Roman" pitchFamily="18" charset="0"/>
        <a:ea typeface="宋体" charset="-122"/>
        <a:cs typeface="+mn-cs"/>
      </a:defRPr>
    </a:lvl6pPr>
    <a:lvl7pPr marL="2743200" algn="l" defTabSz="914400" rtl="0" eaLnBrk="1" latinLnBrk="0" hangingPunct="1">
      <a:defRPr sz="2800" b="1" kern="1200">
        <a:solidFill>
          <a:schemeClr val="tx1"/>
        </a:solidFill>
        <a:latin typeface="Times New Roman" pitchFamily="18" charset="0"/>
        <a:ea typeface="宋体" charset="-122"/>
        <a:cs typeface="+mn-cs"/>
      </a:defRPr>
    </a:lvl7pPr>
    <a:lvl8pPr marL="3200400" algn="l" defTabSz="914400" rtl="0" eaLnBrk="1" latinLnBrk="0" hangingPunct="1">
      <a:defRPr sz="2800" b="1" kern="1200">
        <a:solidFill>
          <a:schemeClr val="tx1"/>
        </a:solidFill>
        <a:latin typeface="Times New Roman" pitchFamily="18" charset="0"/>
        <a:ea typeface="宋体" charset="-122"/>
        <a:cs typeface="+mn-cs"/>
      </a:defRPr>
    </a:lvl8pPr>
    <a:lvl9pPr marL="3657600" algn="l" defTabSz="914400" rtl="0" eaLnBrk="1" latinLnBrk="0" hangingPunct="1">
      <a:defRPr sz="2800" b="1" kern="1200">
        <a:solidFill>
          <a:schemeClr val="tx1"/>
        </a:solidFill>
        <a:latin typeface="Times New Roman" pitchFamily="18"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FF0000"/>
    <a:srgbClr val="0000FF"/>
    <a:srgbClr val="FF3399"/>
    <a:srgbClr val="FF3300"/>
    <a:srgbClr val="33CCFF"/>
    <a:srgbClr val="CC0000"/>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94614" autoAdjust="0"/>
  </p:normalViewPr>
  <p:slideViewPr>
    <p:cSldViewPr>
      <p:cViewPr varScale="1">
        <p:scale>
          <a:sx n="91" d="100"/>
          <a:sy n="91" d="100"/>
        </p:scale>
        <p:origin x="-150"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392"/>
    </p:cViewPr>
  </p:sorterViewPr>
  <p:notesViewPr>
    <p:cSldViewPr>
      <p:cViewPr varScale="1">
        <p:scale>
          <a:sx n="37" d="100"/>
          <a:sy n="37" d="100"/>
        </p:scale>
        <p:origin x="-1090" y="-58"/>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image" Target="../media/image17.wmf"/><Relationship Id="rId3" Type="http://schemas.openxmlformats.org/officeDocument/2006/relationships/image" Target="../media/image7.wmf"/><Relationship Id="rId7" Type="http://schemas.openxmlformats.org/officeDocument/2006/relationships/image" Target="../media/image11.wmf"/><Relationship Id="rId12" Type="http://schemas.openxmlformats.org/officeDocument/2006/relationships/image" Target="../media/image16.wmf"/><Relationship Id="rId17" Type="http://schemas.openxmlformats.org/officeDocument/2006/relationships/image" Target="../media/image21.wmf"/><Relationship Id="rId2" Type="http://schemas.openxmlformats.org/officeDocument/2006/relationships/image" Target="../media/image6.wmf"/><Relationship Id="rId16" Type="http://schemas.openxmlformats.org/officeDocument/2006/relationships/image" Target="../media/image20.wmf"/><Relationship Id="rId1" Type="http://schemas.openxmlformats.org/officeDocument/2006/relationships/image" Target="../media/image5.wmf"/><Relationship Id="rId6" Type="http://schemas.openxmlformats.org/officeDocument/2006/relationships/image" Target="../media/image10.wmf"/><Relationship Id="rId11" Type="http://schemas.openxmlformats.org/officeDocument/2006/relationships/image" Target="../media/image15.wmf"/><Relationship Id="rId5" Type="http://schemas.openxmlformats.org/officeDocument/2006/relationships/image" Target="../media/image9.wmf"/><Relationship Id="rId15" Type="http://schemas.openxmlformats.org/officeDocument/2006/relationships/image" Target="../media/image19.wmf"/><Relationship Id="rId10" Type="http://schemas.openxmlformats.org/officeDocument/2006/relationships/image" Target="../media/image14.wmf"/><Relationship Id="rId4" Type="http://schemas.openxmlformats.org/officeDocument/2006/relationships/image" Target="../media/image8.wmf"/><Relationship Id="rId9" Type="http://schemas.openxmlformats.org/officeDocument/2006/relationships/image" Target="../media/image13.wmf"/><Relationship Id="rId14"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image" Target="../media/image19.wmf"/><Relationship Id="rId3" Type="http://schemas.openxmlformats.org/officeDocument/2006/relationships/image" Target="../media/image22.wmf"/><Relationship Id="rId7" Type="http://schemas.openxmlformats.org/officeDocument/2006/relationships/image" Target="../media/image10.wmf"/><Relationship Id="rId12" Type="http://schemas.openxmlformats.org/officeDocument/2006/relationships/image" Target="../media/image18.wmf"/><Relationship Id="rId2" Type="http://schemas.openxmlformats.org/officeDocument/2006/relationships/image" Target="../media/image5.wmf"/><Relationship Id="rId16" Type="http://schemas.openxmlformats.org/officeDocument/2006/relationships/image" Target="../media/image25.wmf"/><Relationship Id="rId1" Type="http://schemas.openxmlformats.org/officeDocument/2006/relationships/image" Target="../media/image21.wmf"/><Relationship Id="rId6" Type="http://schemas.openxmlformats.org/officeDocument/2006/relationships/image" Target="../media/image9.wmf"/><Relationship Id="rId11" Type="http://schemas.openxmlformats.org/officeDocument/2006/relationships/image" Target="../media/image17.wmf"/><Relationship Id="rId5" Type="http://schemas.openxmlformats.org/officeDocument/2006/relationships/image" Target="../media/image8.wmf"/><Relationship Id="rId15" Type="http://schemas.openxmlformats.org/officeDocument/2006/relationships/image" Target="../media/image24.wmf"/><Relationship Id="rId10" Type="http://schemas.openxmlformats.org/officeDocument/2006/relationships/image" Target="../media/image16.wmf"/><Relationship Id="rId4" Type="http://schemas.openxmlformats.org/officeDocument/2006/relationships/image" Target="../media/image7.wmf"/><Relationship Id="rId9" Type="http://schemas.openxmlformats.org/officeDocument/2006/relationships/image" Target="../media/image15.wmf"/><Relationship Id="rId14"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image" Target="../media/image15.wmf"/><Relationship Id="rId3" Type="http://schemas.openxmlformats.org/officeDocument/2006/relationships/image" Target="../media/image28.wmf"/><Relationship Id="rId7" Type="http://schemas.openxmlformats.org/officeDocument/2006/relationships/image" Target="../media/image22.wmf"/><Relationship Id="rId12" Type="http://schemas.openxmlformats.org/officeDocument/2006/relationships/image" Target="../media/image13.wmf"/><Relationship Id="rId17" Type="http://schemas.openxmlformats.org/officeDocument/2006/relationships/image" Target="../media/image19.wmf"/><Relationship Id="rId2" Type="http://schemas.openxmlformats.org/officeDocument/2006/relationships/image" Target="../media/image27.wmf"/><Relationship Id="rId16" Type="http://schemas.openxmlformats.org/officeDocument/2006/relationships/image" Target="../media/image18.wmf"/><Relationship Id="rId1" Type="http://schemas.openxmlformats.org/officeDocument/2006/relationships/image" Target="../media/image26.wmf"/><Relationship Id="rId6" Type="http://schemas.openxmlformats.org/officeDocument/2006/relationships/image" Target="../media/image5.wmf"/><Relationship Id="rId11" Type="http://schemas.openxmlformats.org/officeDocument/2006/relationships/image" Target="../media/image10.wmf"/><Relationship Id="rId5" Type="http://schemas.openxmlformats.org/officeDocument/2006/relationships/image" Target="../media/image21.wmf"/><Relationship Id="rId15" Type="http://schemas.openxmlformats.org/officeDocument/2006/relationships/image" Target="../media/image17.wmf"/><Relationship Id="rId10" Type="http://schemas.openxmlformats.org/officeDocument/2006/relationships/image" Target="../media/image9.wmf"/><Relationship Id="rId4" Type="http://schemas.openxmlformats.org/officeDocument/2006/relationships/image" Target="../media/image29.wmf"/><Relationship Id="rId9" Type="http://schemas.openxmlformats.org/officeDocument/2006/relationships/image" Target="../media/image8.wmf"/><Relationship Id="rId14"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5" Type="http://schemas.openxmlformats.org/officeDocument/2006/relationships/image" Target="../media/image34.wmf"/><Relationship Id="rId4"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image" Target="../media/image35.png"/><Relationship Id="rId4" Type="http://schemas.openxmlformats.org/officeDocument/2006/relationships/image" Target="../media/image38.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image" Target="../media/image40.png"/><Relationship Id="rId4" Type="http://schemas.openxmlformats.org/officeDocument/2006/relationships/image" Target="../media/image43.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image" Target="../media/image19.wmf"/><Relationship Id="rId3" Type="http://schemas.openxmlformats.org/officeDocument/2006/relationships/image" Target="../media/image22.wmf"/><Relationship Id="rId7" Type="http://schemas.openxmlformats.org/officeDocument/2006/relationships/image" Target="../media/image10.wmf"/><Relationship Id="rId12" Type="http://schemas.openxmlformats.org/officeDocument/2006/relationships/image" Target="../media/image18.wmf"/><Relationship Id="rId2" Type="http://schemas.openxmlformats.org/officeDocument/2006/relationships/image" Target="../media/image5.wmf"/><Relationship Id="rId1" Type="http://schemas.openxmlformats.org/officeDocument/2006/relationships/image" Target="../media/image21.wmf"/><Relationship Id="rId6" Type="http://schemas.openxmlformats.org/officeDocument/2006/relationships/image" Target="../media/image9.wmf"/><Relationship Id="rId11" Type="http://schemas.openxmlformats.org/officeDocument/2006/relationships/image" Target="../media/image17.wmf"/><Relationship Id="rId5" Type="http://schemas.openxmlformats.org/officeDocument/2006/relationships/image" Target="../media/image8.wmf"/><Relationship Id="rId10" Type="http://schemas.openxmlformats.org/officeDocument/2006/relationships/image" Target="../media/image16.wmf"/><Relationship Id="rId4" Type="http://schemas.openxmlformats.org/officeDocument/2006/relationships/image" Target="../media/image7.wmf"/><Relationship Id="rId9" Type="http://schemas.openxmlformats.org/officeDocument/2006/relationships/image" Target="../media/image1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53.wmf"/><Relationship Id="rId5" Type="http://schemas.openxmlformats.org/officeDocument/2006/relationships/image" Target="../media/image52.wmf"/><Relationship Id="rId4"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5" Type="http://schemas.openxmlformats.org/officeDocument/2006/relationships/image" Target="../media/image58.wmf"/><Relationship Id="rId4" Type="http://schemas.openxmlformats.org/officeDocument/2006/relationships/image" Target="../media/image57.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59.wmf"/><Relationship Id="rId6" Type="http://schemas.openxmlformats.org/officeDocument/2006/relationships/image" Target="../media/image61.wmf"/><Relationship Id="rId5" Type="http://schemas.openxmlformats.org/officeDocument/2006/relationships/image" Target="../media/image18.wmf"/><Relationship Id="rId4" Type="http://schemas.openxmlformats.org/officeDocument/2006/relationships/image" Target="../media/image6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 Id="rId4" Type="http://schemas.openxmlformats.org/officeDocument/2006/relationships/image" Target="../media/image65.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image" Target="../media/image68.wmf"/><Relationship Id="rId7" Type="http://schemas.openxmlformats.org/officeDocument/2006/relationships/image" Target="../media/image72.wmf"/><Relationship Id="rId2" Type="http://schemas.openxmlformats.org/officeDocument/2006/relationships/image" Target="../media/image67.wmf"/><Relationship Id="rId1" Type="http://schemas.openxmlformats.org/officeDocument/2006/relationships/image" Target="../media/image66.wmf"/><Relationship Id="rId6" Type="http://schemas.openxmlformats.org/officeDocument/2006/relationships/image" Target="../media/image71.wmf"/><Relationship Id="rId11" Type="http://schemas.openxmlformats.org/officeDocument/2006/relationships/image" Target="../media/image76.emf"/><Relationship Id="rId5" Type="http://schemas.openxmlformats.org/officeDocument/2006/relationships/image" Target="../media/image70.wmf"/><Relationship Id="rId10" Type="http://schemas.openxmlformats.org/officeDocument/2006/relationships/image" Target="../media/image75.wmf"/><Relationship Id="rId4" Type="http://schemas.openxmlformats.org/officeDocument/2006/relationships/image" Target="../media/image69.wmf"/><Relationship Id="rId9" Type="http://schemas.openxmlformats.org/officeDocument/2006/relationships/image" Target="../media/image74.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image" Target="../media/image79.wmf"/><Relationship Id="rId7" Type="http://schemas.openxmlformats.org/officeDocument/2006/relationships/image" Target="../media/image83.emf"/><Relationship Id="rId2" Type="http://schemas.openxmlformats.org/officeDocument/2006/relationships/image" Target="../media/image78.wmf"/><Relationship Id="rId1" Type="http://schemas.openxmlformats.org/officeDocument/2006/relationships/image" Target="../media/image77.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 Id="rId9" Type="http://schemas.openxmlformats.org/officeDocument/2006/relationships/image" Target="../media/image85.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image" Target="../media/image91.wmf"/><Relationship Id="rId7" Type="http://schemas.openxmlformats.org/officeDocument/2006/relationships/image" Target="../media/image94.wmf"/><Relationship Id="rId2" Type="http://schemas.openxmlformats.org/officeDocument/2006/relationships/image" Target="../media/image90.wmf"/><Relationship Id="rId1" Type="http://schemas.openxmlformats.org/officeDocument/2006/relationships/image" Target="../media/image89.wmf"/><Relationship Id="rId6" Type="http://schemas.openxmlformats.org/officeDocument/2006/relationships/image" Target="../media/image93.wmf"/><Relationship Id="rId5" Type="http://schemas.openxmlformats.org/officeDocument/2006/relationships/image" Target="../media/image60.wmf"/><Relationship Id="rId10" Type="http://schemas.openxmlformats.org/officeDocument/2006/relationships/image" Target="../media/image97.wmf"/><Relationship Id="rId4" Type="http://schemas.openxmlformats.org/officeDocument/2006/relationships/image" Target="../media/image92.wmf"/><Relationship Id="rId9" Type="http://schemas.openxmlformats.org/officeDocument/2006/relationships/image" Target="../media/image96.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92.wmf"/><Relationship Id="rId13" Type="http://schemas.openxmlformats.org/officeDocument/2006/relationships/image" Target="../media/image103.wmf"/><Relationship Id="rId3" Type="http://schemas.openxmlformats.org/officeDocument/2006/relationships/image" Target="../media/image100.wmf"/><Relationship Id="rId7" Type="http://schemas.openxmlformats.org/officeDocument/2006/relationships/image" Target="../media/image91.wmf"/><Relationship Id="rId12" Type="http://schemas.openxmlformats.org/officeDocument/2006/relationships/image" Target="../media/image102.wmf"/><Relationship Id="rId2" Type="http://schemas.openxmlformats.org/officeDocument/2006/relationships/image" Target="../media/image99.wmf"/><Relationship Id="rId1" Type="http://schemas.openxmlformats.org/officeDocument/2006/relationships/image" Target="../media/image98.wmf"/><Relationship Id="rId6" Type="http://schemas.openxmlformats.org/officeDocument/2006/relationships/image" Target="../media/image90.wmf"/><Relationship Id="rId11" Type="http://schemas.openxmlformats.org/officeDocument/2006/relationships/image" Target="../media/image97.wmf"/><Relationship Id="rId5" Type="http://schemas.openxmlformats.org/officeDocument/2006/relationships/image" Target="../media/image89.wmf"/><Relationship Id="rId10" Type="http://schemas.openxmlformats.org/officeDocument/2006/relationships/image" Target="../media/image96.wmf"/><Relationship Id="rId4" Type="http://schemas.openxmlformats.org/officeDocument/2006/relationships/image" Target="../media/image101.wmf"/><Relationship Id="rId9" Type="http://schemas.openxmlformats.org/officeDocument/2006/relationships/image" Target="../media/image60.wmf"/><Relationship Id="rId14" Type="http://schemas.openxmlformats.org/officeDocument/2006/relationships/image" Target="../media/image104.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07.wmf"/><Relationship Id="rId7" Type="http://schemas.openxmlformats.org/officeDocument/2006/relationships/image" Target="../media/image111.emf"/><Relationship Id="rId2" Type="http://schemas.openxmlformats.org/officeDocument/2006/relationships/image" Target="../media/image106.wmf"/><Relationship Id="rId1" Type="http://schemas.openxmlformats.org/officeDocument/2006/relationships/image" Target="../media/image105.wmf"/><Relationship Id="rId6" Type="http://schemas.openxmlformats.org/officeDocument/2006/relationships/image" Target="../media/image110.emf"/><Relationship Id="rId5" Type="http://schemas.openxmlformats.org/officeDocument/2006/relationships/image" Target="../media/image109.wmf"/><Relationship Id="rId4" Type="http://schemas.openxmlformats.org/officeDocument/2006/relationships/image" Target="../media/image108.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image" Target="../media/image90.wmf"/><Relationship Id="rId7" Type="http://schemas.openxmlformats.org/officeDocument/2006/relationships/image" Target="../media/image96.wmf"/><Relationship Id="rId2" Type="http://schemas.openxmlformats.org/officeDocument/2006/relationships/image" Target="../media/image89.wmf"/><Relationship Id="rId1" Type="http://schemas.openxmlformats.org/officeDocument/2006/relationships/image" Target="../media/image112.wmf"/><Relationship Id="rId6" Type="http://schemas.openxmlformats.org/officeDocument/2006/relationships/image" Target="../media/image60.wmf"/><Relationship Id="rId5" Type="http://schemas.openxmlformats.org/officeDocument/2006/relationships/image" Target="../media/image92.wmf"/><Relationship Id="rId4" Type="http://schemas.openxmlformats.org/officeDocument/2006/relationships/image" Target="../media/image91.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9.wmf"/><Relationship Id="rId7" Type="http://schemas.openxmlformats.org/officeDocument/2006/relationships/image" Target="../media/image117.wmf"/><Relationship Id="rId2" Type="http://schemas.openxmlformats.org/officeDocument/2006/relationships/image" Target="../media/image114.wmf"/><Relationship Id="rId1" Type="http://schemas.openxmlformats.org/officeDocument/2006/relationships/image" Target="../media/image113.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90.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19.wmf"/><Relationship Id="rId1" Type="http://schemas.openxmlformats.org/officeDocument/2006/relationships/image" Target="../media/image118.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22.wmf"/><Relationship Id="rId7" Type="http://schemas.openxmlformats.org/officeDocument/2006/relationships/image" Target="../media/image126.emf"/><Relationship Id="rId2" Type="http://schemas.openxmlformats.org/officeDocument/2006/relationships/image" Target="../media/image121.wmf"/><Relationship Id="rId1" Type="http://schemas.openxmlformats.org/officeDocument/2006/relationships/image" Target="../media/image120.wmf"/><Relationship Id="rId6" Type="http://schemas.openxmlformats.org/officeDocument/2006/relationships/image" Target="../media/image125.wmf"/><Relationship Id="rId5" Type="http://schemas.openxmlformats.org/officeDocument/2006/relationships/image" Target="../media/image124.wmf"/><Relationship Id="rId4" Type="http://schemas.openxmlformats.org/officeDocument/2006/relationships/image" Target="../media/image123.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34.wmf"/><Relationship Id="rId3" Type="http://schemas.openxmlformats.org/officeDocument/2006/relationships/image" Target="../media/image129.wmf"/><Relationship Id="rId7" Type="http://schemas.openxmlformats.org/officeDocument/2006/relationships/image" Target="../media/image133.emf"/><Relationship Id="rId2" Type="http://schemas.openxmlformats.org/officeDocument/2006/relationships/image" Target="../media/image128.wmf"/><Relationship Id="rId1" Type="http://schemas.openxmlformats.org/officeDocument/2006/relationships/image" Target="../media/image127.wmf"/><Relationship Id="rId6" Type="http://schemas.openxmlformats.org/officeDocument/2006/relationships/image" Target="../media/image132.wmf"/><Relationship Id="rId5" Type="http://schemas.openxmlformats.org/officeDocument/2006/relationships/image" Target="../media/image131.wmf"/><Relationship Id="rId4" Type="http://schemas.openxmlformats.org/officeDocument/2006/relationships/image" Target="../media/image130.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135.wmf"/><Relationship Id="rId6" Type="http://schemas.openxmlformats.org/officeDocument/2006/relationships/image" Target="../media/image140.wmf"/><Relationship Id="rId5" Type="http://schemas.openxmlformats.org/officeDocument/2006/relationships/image" Target="../media/image139.wmf"/><Relationship Id="rId4" Type="http://schemas.openxmlformats.org/officeDocument/2006/relationships/image" Target="../media/image138.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47.wmf"/><Relationship Id="rId3" Type="http://schemas.openxmlformats.org/officeDocument/2006/relationships/image" Target="../media/image143.wmf"/><Relationship Id="rId7" Type="http://schemas.openxmlformats.org/officeDocument/2006/relationships/image" Target="../media/image137.wmf"/><Relationship Id="rId2" Type="http://schemas.openxmlformats.org/officeDocument/2006/relationships/image" Target="../media/image142.wmf"/><Relationship Id="rId1" Type="http://schemas.openxmlformats.org/officeDocument/2006/relationships/image" Target="../media/image141.wmf"/><Relationship Id="rId6" Type="http://schemas.openxmlformats.org/officeDocument/2006/relationships/image" Target="../media/image146.emf"/><Relationship Id="rId5" Type="http://schemas.openxmlformats.org/officeDocument/2006/relationships/image" Target="../media/image145.wmf"/><Relationship Id="rId10" Type="http://schemas.openxmlformats.org/officeDocument/2006/relationships/image" Target="../media/image149.wmf"/><Relationship Id="rId4" Type="http://schemas.openxmlformats.org/officeDocument/2006/relationships/image" Target="../media/image144.wmf"/><Relationship Id="rId9" Type="http://schemas.openxmlformats.org/officeDocument/2006/relationships/image" Target="../media/image14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lvl1pPr>
          </a:lstStyle>
          <a:p>
            <a:pPr>
              <a:defRPr/>
            </a:pPr>
            <a:endParaRPr lang="zh-CN" altLang="en-US"/>
          </a:p>
        </p:txBody>
      </p:sp>
      <p:sp>
        <p:nvSpPr>
          <p:cNvPr id="512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lvl1pPr>
          </a:lstStyle>
          <a:p>
            <a:pPr>
              <a:defRPr/>
            </a:pPr>
            <a:endParaRPr lang="en-US" altLang="zh-CN"/>
          </a:p>
        </p:txBody>
      </p:sp>
      <p:sp>
        <p:nvSpPr>
          <p:cNvPr id="512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lvl1pPr>
          </a:lstStyle>
          <a:p>
            <a:pPr>
              <a:defRPr/>
            </a:pPr>
            <a:endParaRPr lang="en-US" altLang="zh-CN"/>
          </a:p>
        </p:txBody>
      </p:sp>
      <p:sp>
        <p:nvSpPr>
          <p:cNvPr id="512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lvl1pPr>
          </a:lstStyle>
          <a:p>
            <a:pPr>
              <a:defRPr/>
            </a:pPr>
            <a:fld id="{F7165561-5142-44A4-9493-5ECF5F356578}" type="slidenum">
              <a:rPr lang="zh-CN" altLang="en-US"/>
              <a:pPr>
                <a:defRPr/>
              </a:pPr>
              <a:t>‹#›</a:t>
            </a:fld>
            <a:endParaRPr lang="en-US" altLang="zh-CN"/>
          </a:p>
        </p:txBody>
      </p:sp>
    </p:spTree>
    <p:extLst>
      <p:ext uri="{BB962C8B-B14F-4D97-AF65-F5344CB8AC3E}">
        <p14:creationId xmlns:p14="http://schemas.microsoft.com/office/powerpoint/2010/main" val="6622374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lvl1pPr>
          </a:lstStyle>
          <a:p>
            <a:pPr>
              <a:defRPr/>
            </a:pPr>
            <a:endParaRPr lang="zh-CN" alt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lvl1pPr>
          </a:lstStyle>
          <a:p>
            <a:pPr>
              <a:defRPr/>
            </a:pPr>
            <a:endParaRPr lang="en-US" altLang="zh-CN"/>
          </a:p>
        </p:txBody>
      </p:sp>
      <p:sp>
        <p:nvSpPr>
          <p:cNvPr id="39940" name="Rectangle 4"/>
          <p:cNvSpPr>
            <a:spLocks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lvl1pPr>
          </a:lstStyle>
          <a:p>
            <a:pPr>
              <a:defRPr/>
            </a:pPr>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lvl1pPr>
          </a:lstStyle>
          <a:p>
            <a:pPr>
              <a:defRPr/>
            </a:pPr>
            <a:fld id="{CBCD1924-532D-40A2-A51E-EBCEDAB6D77D}" type="slidenum">
              <a:rPr lang="zh-CN" altLang="en-US"/>
              <a:pPr>
                <a:defRPr/>
              </a:pPr>
              <a:t>‹#›</a:t>
            </a:fld>
            <a:endParaRPr lang="en-US" altLang="zh-CN"/>
          </a:p>
        </p:txBody>
      </p:sp>
    </p:spTree>
    <p:extLst>
      <p:ext uri="{BB962C8B-B14F-4D97-AF65-F5344CB8AC3E}">
        <p14:creationId xmlns:p14="http://schemas.microsoft.com/office/powerpoint/2010/main" val="28370451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gray">
          <a:xfrm>
            <a:off x="690563" y="3340100"/>
            <a:ext cx="7653337" cy="485775"/>
          </a:xfrm>
          <a:custGeom>
            <a:avLst/>
            <a:gdLst>
              <a:gd name="T0" fmla="*/ 560286192 w 4128"/>
              <a:gd name="T1" fmla="*/ 205697824 h 479"/>
              <a:gd name="T2" fmla="*/ 2147483647 w 4128"/>
              <a:gd name="T3" fmla="*/ 205697824 h 479"/>
              <a:gd name="T4" fmla="*/ 2147483647 w 4128"/>
              <a:gd name="T5" fmla="*/ 441221624 h 479"/>
              <a:gd name="T6" fmla="*/ 0 w 4128"/>
              <a:gd name="T7" fmla="*/ 453563757 h 479"/>
              <a:gd name="T8" fmla="*/ 560286192 w 4128"/>
              <a:gd name="T9" fmla="*/ 205697824 h 4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28" h="479">
                <a:moveTo>
                  <a:pt x="163" y="200"/>
                </a:moveTo>
                <a:cubicBezTo>
                  <a:pt x="163" y="200"/>
                  <a:pt x="2054" y="0"/>
                  <a:pt x="4128" y="200"/>
                </a:cubicBezTo>
                <a:cubicBezTo>
                  <a:pt x="4128" y="200"/>
                  <a:pt x="4128" y="314"/>
                  <a:pt x="4128" y="429"/>
                </a:cubicBezTo>
                <a:cubicBezTo>
                  <a:pt x="2371" y="200"/>
                  <a:pt x="688" y="479"/>
                  <a:pt x="0" y="441"/>
                </a:cubicBezTo>
                <a:lnTo>
                  <a:pt x="163" y="200"/>
                </a:lnTo>
                <a:close/>
              </a:path>
            </a:pathLst>
          </a:custGeom>
          <a:solidFill>
            <a:schemeClr val="hlink">
              <a:alpha val="50195"/>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zh-CN" altLang="en-US"/>
          </a:p>
        </p:txBody>
      </p:sp>
      <p:sp>
        <p:nvSpPr>
          <p:cNvPr id="14339" name="Rectangle 3"/>
          <p:cNvSpPr>
            <a:spLocks noGrp="1" noChangeArrowheads="1"/>
          </p:cNvSpPr>
          <p:nvPr>
            <p:ph type="ctrTitle"/>
          </p:nvPr>
        </p:nvSpPr>
        <p:spPr>
          <a:xfrm>
            <a:off x="685800" y="2286000"/>
            <a:ext cx="7772400" cy="1143000"/>
          </a:xfrm>
        </p:spPr>
        <p:txBody>
          <a:bodyPr/>
          <a:lstStyle>
            <a:lvl1pPr>
              <a:defRPr/>
            </a:lvl1pPr>
          </a:lstStyle>
          <a:p>
            <a:pPr lvl="0"/>
            <a:r>
              <a:rPr lang="zh-CN" altLang="en-US" noProof="0" smtClean="0"/>
              <a:t>单击此处编辑母版标题样式</a:t>
            </a:r>
            <a:endParaRPr lang="zh-CN" altLang="zh-CN" noProof="0" smtClean="0"/>
          </a:p>
        </p:txBody>
      </p:sp>
      <p:sp>
        <p:nvSpPr>
          <p:cNvPr id="14340" name="Rectangle 4"/>
          <p:cNvSpPr>
            <a:spLocks noGrp="1" noChangeArrowheads="1"/>
          </p:cNvSpPr>
          <p:nvPr>
            <p:ph type="subTitle" idx="1"/>
          </p:nvPr>
        </p:nvSpPr>
        <p:spPr>
          <a:xfrm>
            <a:off x="1371600" y="3886200"/>
            <a:ext cx="6400800" cy="1752600"/>
          </a:xfrm>
        </p:spPr>
        <p:txBody>
          <a:bodyPr/>
          <a:lstStyle>
            <a:lvl1pPr marL="0" indent="0" algn="ctr">
              <a:buFont typeface="Monotype Sorts" pitchFamily="2" charset="2"/>
              <a:buNone/>
              <a:defRPr/>
            </a:lvl1pPr>
          </a:lstStyle>
          <a:p>
            <a:pPr lvl="0"/>
            <a:r>
              <a:rPr lang="zh-CN" altLang="en-US" noProof="0" smtClean="0"/>
              <a:t>单击此处编辑母版副标题样式</a:t>
            </a:r>
          </a:p>
        </p:txBody>
      </p:sp>
      <p:sp>
        <p:nvSpPr>
          <p:cNvPr id="5" name="Rectangle 5"/>
          <p:cNvSpPr>
            <a:spLocks noGrp="1" noChangeArrowheads="1"/>
          </p:cNvSpPr>
          <p:nvPr>
            <p:ph type="dt" sz="half" idx="10"/>
          </p:nvPr>
        </p:nvSpPr>
        <p:spPr/>
        <p:txBody>
          <a:bodyPr/>
          <a:lstStyle>
            <a:lvl1pPr>
              <a:defRPr>
                <a:solidFill>
                  <a:srgbClr val="578963"/>
                </a:solidFill>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solidFill>
                  <a:srgbClr val="578963"/>
                </a:solidFill>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pPr>
              <a:defRPr/>
            </a:pPr>
            <a:fld id="{697B06E8-5DE6-4CB5-A0AF-8E1106311E12}" type="slidenum">
              <a:rPr lang="zh-CN" altLang="en-US"/>
              <a:pPr>
                <a:defRPr/>
              </a:pPr>
              <a:t>‹#›</a:t>
            </a:fld>
            <a:endParaRPr lang="en-US" altLang="zh-CN"/>
          </a:p>
        </p:txBody>
      </p:sp>
    </p:spTree>
    <p:extLst>
      <p:ext uri="{BB962C8B-B14F-4D97-AF65-F5344CB8AC3E}">
        <p14:creationId xmlns:p14="http://schemas.microsoft.com/office/powerpoint/2010/main" val="1931457622"/>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5951418-1262-408B-910A-B73EFA8DF123}" type="slidenum">
              <a:rPr lang="zh-CN" altLang="en-US"/>
              <a:pPr>
                <a:defRPr/>
              </a:pPr>
              <a:t>‹#›</a:t>
            </a:fld>
            <a:endParaRPr lang="en-US" altLang="zh-CN"/>
          </a:p>
        </p:txBody>
      </p:sp>
    </p:spTree>
    <p:extLst>
      <p:ext uri="{BB962C8B-B14F-4D97-AF65-F5344CB8AC3E}">
        <p14:creationId xmlns:p14="http://schemas.microsoft.com/office/powerpoint/2010/main" val="3163152722"/>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BAA5C9D-7A28-43AE-ABF8-B4EF89A30EE8}" type="slidenum">
              <a:rPr lang="zh-CN" altLang="en-US"/>
              <a:pPr>
                <a:defRPr/>
              </a:pPr>
              <a:t>‹#›</a:t>
            </a:fld>
            <a:endParaRPr lang="en-US" altLang="zh-CN"/>
          </a:p>
        </p:txBody>
      </p:sp>
    </p:spTree>
    <p:extLst>
      <p:ext uri="{BB962C8B-B14F-4D97-AF65-F5344CB8AC3E}">
        <p14:creationId xmlns:p14="http://schemas.microsoft.com/office/powerpoint/2010/main" val="1106719943"/>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C47FA86-CCF9-4AE7-AD8E-12A861C9968A}" type="slidenum">
              <a:rPr lang="zh-CN" altLang="en-US"/>
              <a:pPr>
                <a:defRPr/>
              </a:pPr>
              <a:t>‹#›</a:t>
            </a:fld>
            <a:endParaRPr lang="en-US" altLang="zh-CN"/>
          </a:p>
        </p:txBody>
      </p:sp>
    </p:spTree>
    <p:extLst>
      <p:ext uri="{BB962C8B-B14F-4D97-AF65-F5344CB8AC3E}">
        <p14:creationId xmlns:p14="http://schemas.microsoft.com/office/powerpoint/2010/main" val="1004108628"/>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D4612294-F012-42BA-B462-D74FA670C5CE}" type="slidenum">
              <a:rPr lang="zh-CN" altLang="en-US"/>
              <a:pPr>
                <a:defRPr/>
              </a:pPr>
              <a:t>‹#›</a:t>
            </a:fld>
            <a:endParaRPr lang="en-US" altLang="zh-CN"/>
          </a:p>
        </p:txBody>
      </p:sp>
    </p:spTree>
    <p:extLst>
      <p:ext uri="{BB962C8B-B14F-4D97-AF65-F5344CB8AC3E}">
        <p14:creationId xmlns:p14="http://schemas.microsoft.com/office/powerpoint/2010/main" val="2418191437"/>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468846D9-8756-48B0-A62B-312D71CEA237}" type="slidenum">
              <a:rPr lang="zh-CN" altLang="en-US"/>
              <a:pPr>
                <a:defRPr/>
              </a:pPr>
              <a:t>‹#›</a:t>
            </a:fld>
            <a:endParaRPr lang="en-US" altLang="zh-CN"/>
          </a:p>
        </p:txBody>
      </p:sp>
    </p:spTree>
    <p:extLst>
      <p:ext uri="{BB962C8B-B14F-4D97-AF65-F5344CB8AC3E}">
        <p14:creationId xmlns:p14="http://schemas.microsoft.com/office/powerpoint/2010/main" val="4092247364"/>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E5637C34-A89F-420A-8C7D-01DC5E38AA04}" type="slidenum">
              <a:rPr lang="zh-CN" altLang="en-US"/>
              <a:pPr>
                <a:defRPr/>
              </a:pPr>
              <a:t>‹#›</a:t>
            </a:fld>
            <a:endParaRPr lang="en-US" altLang="zh-CN"/>
          </a:p>
        </p:txBody>
      </p:sp>
    </p:spTree>
    <p:extLst>
      <p:ext uri="{BB962C8B-B14F-4D97-AF65-F5344CB8AC3E}">
        <p14:creationId xmlns:p14="http://schemas.microsoft.com/office/powerpoint/2010/main" val="639690784"/>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9120BD6-E88E-4B36-8EFB-04D242A0BE14}" type="slidenum">
              <a:rPr lang="zh-CN" altLang="en-US"/>
              <a:pPr>
                <a:defRPr/>
              </a:pPr>
              <a:t>‹#›</a:t>
            </a:fld>
            <a:endParaRPr lang="en-US" altLang="zh-CN"/>
          </a:p>
        </p:txBody>
      </p:sp>
    </p:spTree>
    <p:extLst>
      <p:ext uri="{BB962C8B-B14F-4D97-AF65-F5344CB8AC3E}">
        <p14:creationId xmlns:p14="http://schemas.microsoft.com/office/powerpoint/2010/main" val="1595578610"/>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E2C1F1AD-FC91-47FB-A95F-16C560CC4038}" type="slidenum">
              <a:rPr lang="zh-CN" altLang="en-US"/>
              <a:pPr>
                <a:defRPr/>
              </a:pPr>
              <a:t>‹#›</a:t>
            </a:fld>
            <a:endParaRPr lang="en-US" altLang="zh-CN"/>
          </a:p>
        </p:txBody>
      </p:sp>
    </p:spTree>
    <p:extLst>
      <p:ext uri="{BB962C8B-B14F-4D97-AF65-F5344CB8AC3E}">
        <p14:creationId xmlns:p14="http://schemas.microsoft.com/office/powerpoint/2010/main" val="702196095"/>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745D8E5-3D1B-49B1-8A62-BFBDF69C0335}" type="slidenum">
              <a:rPr lang="zh-CN" altLang="en-US"/>
              <a:pPr>
                <a:defRPr/>
              </a:pPr>
              <a:t>‹#›</a:t>
            </a:fld>
            <a:endParaRPr lang="en-US" altLang="zh-CN"/>
          </a:p>
        </p:txBody>
      </p:sp>
    </p:spTree>
    <p:extLst>
      <p:ext uri="{BB962C8B-B14F-4D97-AF65-F5344CB8AC3E}">
        <p14:creationId xmlns:p14="http://schemas.microsoft.com/office/powerpoint/2010/main" val="3464542995"/>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57200"/>
            <a:ext cx="1943100" cy="5638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457200"/>
            <a:ext cx="5676900" cy="5638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C679B7E-80A4-4884-A2CF-5E2591E723C2}" type="slidenum">
              <a:rPr lang="zh-CN" altLang="en-US"/>
              <a:pPr>
                <a:defRPr/>
              </a:pPr>
              <a:t>‹#›</a:t>
            </a:fld>
            <a:endParaRPr lang="en-US" altLang="zh-CN"/>
          </a:p>
        </p:txBody>
      </p:sp>
    </p:spTree>
    <p:extLst>
      <p:ext uri="{BB962C8B-B14F-4D97-AF65-F5344CB8AC3E}">
        <p14:creationId xmlns:p14="http://schemas.microsoft.com/office/powerpoint/2010/main" val="483966120"/>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57200"/>
            <a:ext cx="7772400" cy="5638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67C84526-9354-493C-96D1-A48C3D2C9014}" type="slidenum">
              <a:rPr lang="zh-CN" altLang="en-US"/>
              <a:pPr>
                <a:defRPr/>
              </a:pPr>
              <a:t>‹#›</a:t>
            </a:fld>
            <a:endParaRPr lang="en-US" altLang="zh-CN"/>
          </a:p>
        </p:txBody>
      </p:sp>
    </p:spTree>
    <p:extLst>
      <p:ext uri="{BB962C8B-B14F-4D97-AF65-F5344CB8AC3E}">
        <p14:creationId xmlns:p14="http://schemas.microsoft.com/office/powerpoint/2010/main" val="4232543933"/>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85800"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3075"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3316"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spcBef>
                <a:spcPct val="50000"/>
              </a:spcBef>
              <a:defRPr sz="1400" b="0">
                <a:solidFill>
                  <a:schemeClr val="bg2"/>
                </a:solidFill>
              </a:defRPr>
            </a:lvl1pPr>
          </a:lstStyle>
          <a:p>
            <a:pPr>
              <a:defRPr/>
            </a:pPr>
            <a:endParaRPr lang="en-US" altLang="zh-CN"/>
          </a:p>
        </p:txBody>
      </p:sp>
      <p:sp>
        <p:nvSpPr>
          <p:cNvPr id="13317"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eaLnBrk="1" hangingPunct="1">
              <a:spcBef>
                <a:spcPct val="50000"/>
              </a:spcBef>
              <a:defRPr sz="1400" b="0">
                <a:solidFill>
                  <a:schemeClr val="bg2"/>
                </a:solidFill>
              </a:defRPr>
            </a:lvl1pPr>
          </a:lstStyle>
          <a:p>
            <a:pPr>
              <a:defRPr/>
            </a:pPr>
            <a:endParaRPr lang="en-US" altLang="zh-CN"/>
          </a:p>
        </p:txBody>
      </p:sp>
      <p:sp>
        <p:nvSpPr>
          <p:cNvPr id="13318"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spcBef>
                <a:spcPct val="50000"/>
              </a:spcBef>
              <a:defRPr sz="1400" b="0">
                <a:solidFill>
                  <a:schemeClr val="bg2"/>
                </a:solidFill>
              </a:defRPr>
            </a:lvl1pPr>
          </a:lstStyle>
          <a:p>
            <a:pPr>
              <a:defRPr/>
            </a:pPr>
            <a:fld id="{8720B2A2-C821-4362-A7B5-916AB6844A65}"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91"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Lst>
  <p:transition>
    <p:random/>
  </p:transition>
  <p:hf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l" rtl="0" fontAlgn="base">
        <a:spcBef>
          <a:spcPct val="0"/>
        </a:spcBef>
        <a:spcAft>
          <a:spcPct val="0"/>
        </a:spcAft>
        <a:defRPr kumimoji="1" sz="4400">
          <a:solidFill>
            <a:schemeClr val="tx2"/>
          </a:solidFill>
          <a:latin typeface="Times New Roman" pitchFamily="18" charset="0"/>
          <a:ea typeface="宋体" charset="-122"/>
        </a:defRPr>
      </a:lvl6pPr>
      <a:lvl7pPr marL="914400" algn="l" rtl="0" fontAlgn="base">
        <a:spcBef>
          <a:spcPct val="0"/>
        </a:spcBef>
        <a:spcAft>
          <a:spcPct val="0"/>
        </a:spcAft>
        <a:defRPr kumimoji="1" sz="4400">
          <a:solidFill>
            <a:schemeClr val="tx2"/>
          </a:solidFill>
          <a:latin typeface="Times New Roman" pitchFamily="18" charset="0"/>
          <a:ea typeface="宋体" charset="-122"/>
        </a:defRPr>
      </a:lvl7pPr>
      <a:lvl8pPr marL="1371600" algn="l" rtl="0" fontAlgn="base">
        <a:spcBef>
          <a:spcPct val="0"/>
        </a:spcBef>
        <a:spcAft>
          <a:spcPct val="0"/>
        </a:spcAft>
        <a:defRPr kumimoji="1" sz="4400">
          <a:solidFill>
            <a:schemeClr val="tx2"/>
          </a:solidFill>
          <a:latin typeface="Times New Roman" pitchFamily="18" charset="0"/>
          <a:ea typeface="宋体" charset="-122"/>
        </a:defRPr>
      </a:lvl8pPr>
      <a:lvl9pPr marL="1828800" algn="l" rtl="0" fontAlgn="base">
        <a:spcBef>
          <a:spcPct val="0"/>
        </a:spcBef>
        <a:spcAft>
          <a:spcPct val="0"/>
        </a:spcAft>
        <a:defRPr kumimoji="1" sz="4400">
          <a:solidFill>
            <a:schemeClr val="tx2"/>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lr>
          <a:schemeClr val="bg2"/>
        </a:buClr>
        <a:buFont typeface="Monotype Sorts" pitchFamily="2"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wmf"/><Relationship Id="rId5" Type="http://schemas.openxmlformats.org/officeDocument/2006/relationships/oleObject" Target="../embeddings/oleObject4.bin"/><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10.bin"/><Relationship Id="rId18" Type="http://schemas.openxmlformats.org/officeDocument/2006/relationships/image" Target="../media/image12.wmf"/><Relationship Id="rId26" Type="http://schemas.openxmlformats.org/officeDocument/2006/relationships/image" Target="../media/image16.wmf"/><Relationship Id="rId3" Type="http://schemas.openxmlformats.org/officeDocument/2006/relationships/oleObject" Target="../embeddings/oleObject5.bin"/><Relationship Id="rId21" Type="http://schemas.openxmlformats.org/officeDocument/2006/relationships/oleObject" Target="../embeddings/oleObject14.bin"/><Relationship Id="rId34" Type="http://schemas.openxmlformats.org/officeDocument/2006/relationships/image" Target="../media/image20.wmf"/><Relationship Id="rId7" Type="http://schemas.openxmlformats.org/officeDocument/2006/relationships/oleObject" Target="../embeddings/oleObject7.bin"/><Relationship Id="rId12" Type="http://schemas.openxmlformats.org/officeDocument/2006/relationships/image" Target="../media/image9.wmf"/><Relationship Id="rId17" Type="http://schemas.openxmlformats.org/officeDocument/2006/relationships/oleObject" Target="../embeddings/oleObject12.bin"/><Relationship Id="rId25" Type="http://schemas.openxmlformats.org/officeDocument/2006/relationships/oleObject" Target="../embeddings/oleObject16.bin"/><Relationship Id="rId33" Type="http://schemas.openxmlformats.org/officeDocument/2006/relationships/oleObject" Target="../embeddings/oleObject20.bin"/><Relationship Id="rId2" Type="http://schemas.openxmlformats.org/officeDocument/2006/relationships/slideLayout" Target="../slideLayouts/slideLayout7.xml"/><Relationship Id="rId16" Type="http://schemas.openxmlformats.org/officeDocument/2006/relationships/image" Target="../media/image11.wmf"/><Relationship Id="rId20" Type="http://schemas.openxmlformats.org/officeDocument/2006/relationships/image" Target="../media/image13.wmf"/><Relationship Id="rId29" Type="http://schemas.openxmlformats.org/officeDocument/2006/relationships/oleObject" Target="../embeddings/oleObject18.bin"/><Relationship Id="rId1" Type="http://schemas.openxmlformats.org/officeDocument/2006/relationships/vmlDrawing" Target="../drawings/vmlDrawing3.vml"/><Relationship Id="rId6" Type="http://schemas.openxmlformats.org/officeDocument/2006/relationships/image" Target="../media/image6.wmf"/><Relationship Id="rId11" Type="http://schemas.openxmlformats.org/officeDocument/2006/relationships/oleObject" Target="../embeddings/oleObject9.bin"/><Relationship Id="rId24" Type="http://schemas.openxmlformats.org/officeDocument/2006/relationships/image" Target="../media/image15.wmf"/><Relationship Id="rId32" Type="http://schemas.openxmlformats.org/officeDocument/2006/relationships/image" Target="../media/image19.wmf"/><Relationship Id="rId37" Type="http://schemas.openxmlformats.org/officeDocument/2006/relationships/oleObject" Target="../embeddings/oleObject22.bin"/><Relationship Id="rId5" Type="http://schemas.openxmlformats.org/officeDocument/2006/relationships/oleObject" Target="../embeddings/oleObject6.bin"/><Relationship Id="rId15" Type="http://schemas.openxmlformats.org/officeDocument/2006/relationships/oleObject" Target="../embeddings/oleObject11.bin"/><Relationship Id="rId23" Type="http://schemas.openxmlformats.org/officeDocument/2006/relationships/oleObject" Target="../embeddings/oleObject15.bin"/><Relationship Id="rId28" Type="http://schemas.openxmlformats.org/officeDocument/2006/relationships/image" Target="../media/image17.wmf"/><Relationship Id="rId36" Type="http://schemas.openxmlformats.org/officeDocument/2006/relationships/image" Target="../media/image21.wmf"/><Relationship Id="rId10" Type="http://schemas.openxmlformats.org/officeDocument/2006/relationships/image" Target="../media/image8.wmf"/><Relationship Id="rId19" Type="http://schemas.openxmlformats.org/officeDocument/2006/relationships/oleObject" Target="../embeddings/oleObject13.bin"/><Relationship Id="rId31" Type="http://schemas.openxmlformats.org/officeDocument/2006/relationships/oleObject" Target="../embeddings/oleObject19.bin"/><Relationship Id="rId4" Type="http://schemas.openxmlformats.org/officeDocument/2006/relationships/image" Target="../media/image5.wmf"/><Relationship Id="rId9" Type="http://schemas.openxmlformats.org/officeDocument/2006/relationships/oleObject" Target="../embeddings/oleObject8.bin"/><Relationship Id="rId14" Type="http://schemas.openxmlformats.org/officeDocument/2006/relationships/image" Target="../media/image10.wmf"/><Relationship Id="rId22" Type="http://schemas.openxmlformats.org/officeDocument/2006/relationships/image" Target="../media/image14.wmf"/><Relationship Id="rId27" Type="http://schemas.openxmlformats.org/officeDocument/2006/relationships/oleObject" Target="../embeddings/oleObject17.bin"/><Relationship Id="rId30" Type="http://schemas.openxmlformats.org/officeDocument/2006/relationships/image" Target="../media/image18.wmf"/><Relationship Id="rId35" Type="http://schemas.openxmlformats.org/officeDocument/2006/relationships/oleObject" Target="../embeddings/oleObject21.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8.wmf"/><Relationship Id="rId18" Type="http://schemas.openxmlformats.org/officeDocument/2006/relationships/oleObject" Target="../embeddings/oleObject31.bin"/><Relationship Id="rId26" Type="http://schemas.openxmlformats.org/officeDocument/2006/relationships/oleObject" Target="../embeddings/oleObject35.bin"/><Relationship Id="rId3" Type="http://schemas.openxmlformats.org/officeDocument/2006/relationships/oleObject" Target="../embeddings/oleObject23.bin"/><Relationship Id="rId21" Type="http://schemas.openxmlformats.org/officeDocument/2006/relationships/image" Target="../media/image15.wmf"/><Relationship Id="rId34" Type="http://schemas.openxmlformats.org/officeDocument/2006/relationships/oleObject" Target="../embeddings/oleObject39.bin"/><Relationship Id="rId7" Type="http://schemas.openxmlformats.org/officeDocument/2006/relationships/image" Target="../media/image5.wmf"/><Relationship Id="rId12" Type="http://schemas.openxmlformats.org/officeDocument/2006/relationships/oleObject" Target="../embeddings/oleObject28.bin"/><Relationship Id="rId17" Type="http://schemas.openxmlformats.org/officeDocument/2006/relationships/image" Target="../media/image10.wmf"/><Relationship Id="rId25" Type="http://schemas.openxmlformats.org/officeDocument/2006/relationships/image" Target="../media/image17.wmf"/><Relationship Id="rId33" Type="http://schemas.openxmlformats.org/officeDocument/2006/relationships/image" Target="../media/image24.wmf"/><Relationship Id="rId2" Type="http://schemas.openxmlformats.org/officeDocument/2006/relationships/slideLayout" Target="../slideLayouts/slideLayout2.xml"/><Relationship Id="rId16" Type="http://schemas.openxmlformats.org/officeDocument/2006/relationships/oleObject" Target="../embeddings/oleObject30.bin"/><Relationship Id="rId20" Type="http://schemas.openxmlformats.org/officeDocument/2006/relationships/oleObject" Target="../embeddings/oleObject32.bin"/><Relationship Id="rId29" Type="http://schemas.openxmlformats.org/officeDocument/2006/relationships/image" Target="../media/image19.wmf"/><Relationship Id="rId1" Type="http://schemas.openxmlformats.org/officeDocument/2006/relationships/vmlDrawing" Target="../drawings/vmlDrawing4.vml"/><Relationship Id="rId6" Type="http://schemas.openxmlformats.org/officeDocument/2006/relationships/oleObject" Target="../embeddings/oleObject25.bin"/><Relationship Id="rId11" Type="http://schemas.openxmlformats.org/officeDocument/2006/relationships/image" Target="../media/image7.wmf"/><Relationship Id="rId24" Type="http://schemas.openxmlformats.org/officeDocument/2006/relationships/oleObject" Target="../embeddings/oleObject34.bin"/><Relationship Id="rId32" Type="http://schemas.openxmlformats.org/officeDocument/2006/relationships/oleObject" Target="../embeddings/oleObject38.bin"/><Relationship Id="rId37" Type="http://schemas.openxmlformats.org/officeDocument/2006/relationships/image" Target="../media/image25.wmf"/><Relationship Id="rId5" Type="http://schemas.openxmlformats.org/officeDocument/2006/relationships/oleObject" Target="../embeddings/oleObject24.bin"/><Relationship Id="rId15" Type="http://schemas.openxmlformats.org/officeDocument/2006/relationships/image" Target="../media/image9.wmf"/><Relationship Id="rId23" Type="http://schemas.openxmlformats.org/officeDocument/2006/relationships/image" Target="../media/image16.wmf"/><Relationship Id="rId28" Type="http://schemas.openxmlformats.org/officeDocument/2006/relationships/oleObject" Target="../embeddings/oleObject36.bin"/><Relationship Id="rId36" Type="http://schemas.openxmlformats.org/officeDocument/2006/relationships/oleObject" Target="../embeddings/oleObject41.bin"/><Relationship Id="rId10" Type="http://schemas.openxmlformats.org/officeDocument/2006/relationships/oleObject" Target="../embeddings/oleObject27.bin"/><Relationship Id="rId19" Type="http://schemas.openxmlformats.org/officeDocument/2006/relationships/image" Target="../media/image13.wmf"/><Relationship Id="rId31" Type="http://schemas.openxmlformats.org/officeDocument/2006/relationships/image" Target="../media/image23.wmf"/><Relationship Id="rId4" Type="http://schemas.openxmlformats.org/officeDocument/2006/relationships/image" Target="../media/image21.wmf"/><Relationship Id="rId9" Type="http://schemas.openxmlformats.org/officeDocument/2006/relationships/image" Target="../media/image22.wmf"/><Relationship Id="rId14" Type="http://schemas.openxmlformats.org/officeDocument/2006/relationships/oleObject" Target="../embeddings/oleObject29.bin"/><Relationship Id="rId22" Type="http://schemas.openxmlformats.org/officeDocument/2006/relationships/oleObject" Target="../embeddings/oleObject33.bin"/><Relationship Id="rId27" Type="http://schemas.openxmlformats.org/officeDocument/2006/relationships/image" Target="../media/image18.wmf"/><Relationship Id="rId30" Type="http://schemas.openxmlformats.org/officeDocument/2006/relationships/oleObject" Target="../embeddings/oleObject37.bin"/><Relationship Id="rId35" Type="http://schemas.openxmlformats.org/officeDocument/2006/relationships/oleObject" Target="../embeddings/oleObject40.bin"/></Relationships>
</file>

<file path=ppt/slides/_rels/slide8.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47.bin"/><Relationship Id="rId18" Type="http://schemas.openxmlformats.org/officeDocument/2006/relationships/oleObject" Target="../embeddings/oleObject50.bin"/><Relationship Id="rId26" Type="http://schemas.openxmlformats.org/officeDocument/2006/relationships/oleObject" Target="../embeddings/oleObject54.bin"/><Relationship Id="rId39" Type="http://schemas.openxmlformats.org/officeDocument/2006/relationships/oleObject" Target="../embeddings/oleObject61.bin"/><Relationship Id="rId3" Type="http://schemas.openxmlformats.org/officeDocument/2006/relationships/oleObject" Target="../embeddings/oleObject42.bin"/><Relationship Id="rId21" Type="http://schemas.openxmlformats.org/officeDocument/2006/relationships/image" Target="../media/image8.wmf"/><Relationship Id="rId34" Type="http://schemas.openxmlformats.org/officeDocument/2006/relationships/oleObject" Target="../embeddings/oleObject58.bin"/><Relationship Id="rId7" Type="http://schemas.openxmlformats.org/officeDocument/2006/relationships/oleObject" Target="../embeddings/oleObject44.bin"/><Relationship Id="rId12" Type="http://schemas.openxmlformats.org/officeDocument/2006/relationships/image" Target="../media/image21.wmf"/><Relationship Id="rId17" Type="http://schemas.openxmlformats.org/officeDocument/2006/relationships/image" Target="../media/image22.wmf"/><Relationship Id="rId25" Type="http://schemas.openxmlformats.org/officeDocument/2006/relationships/image" Target="../media/image10.wmf"/><Relationship Id="rId33" Type="http://schemas.openxmlformats.org/officeDocument/2006/relationships/image" Target="../media/image17.wmf"/><Relationship Id="rId38" Type="http://schemas.openxmlformats.org/officeDocument/2006/relationships/oleObject" Target="../embeddings/oleObject60.bin"/><Relationship Id="rId2" Type="http://schemas.openxmlformats.org/officeDocument/2006/relationships/slideLayout" Target="../slideLayouts/slideLayout2.xml"/><Relationship Id="rId16" Type="http://schemas.openxmlformats.org/officeDocument/2006/relationships/oleObject" Target="../embeddings/oleObject49.bin"/><Relationship Id="rId20" Type="http://schemas.openxmlformats.org/officeDocument/2006/relationships/oleObject" Target="../embeddings/oleObject51.bin"/><Relationship Id="rId29" Type="http://schemas.openxmlformats.org/officeDocument/2006/relationships/image" Target="../media/image15.wmf"/><Relationship Id="rId1" Type="http://schemas.openxmlformats.org/officeDocument/2006/relationships/vmlDrawing" Target="../drawings/vmlDrawing5.vml"/><Relationship Id="rId6" Type="http://schemas.openxmlformats.org/officeDocument/2006/relationships/image" Target="../media/image27.wmf"/><Relationship Id="rId11" Type="http://schemas.openxmlformats.org/officeDocument/2006/relationships/oleObject" Target="../embeddings/oleObject46.bin"/><Relationship Id="rId24" Type="http://schemas.openxmlformats.org/officeDocument/2006/relationships/oleObject" Target="../embeddings/oleObject53.bin"/><Relationship Id="rId32" Type="http://schemas.openxmlformats.org/officeDocument/2006/relationships/oleObject" Target="../embeddings/oleObject57.bin"/><Relationship Id="rId37" Type="http://schemas.openxmlformats.org/officeDocument/2006/relationships/image" Target="../media/image19.wmf"/><Relationship Id="rId5" Type="http://schemas.openxmlformats.org/officeDocument/2006/relationships/oleObject" Target="../embeddings/oleObject43.bin"/><Relationship Id="rId15" Type="http://schemas.openxmlformats.org/officeDocument/2006/relationships/image" Target="../media/image5.wmf"/><Relationship Id="rId23" Type="http://schemas.openxmlformats.org/officeDocument/2006/relationships/image" Target="../media/image9.wmf"/><Relationship Id="rId28" Type="http://schemas.openxmlformats.org/officeDocument/2006/relationships/oleObject" Target="../embeddings/oleObject55.bin"/><Relationship Id="rId36" Type="http://schemas.openxmlformats.org/officeDocument/2006/relationships/oleObject" Target="../embeddings/oleObject59.bin"/><Relationship Id="rId10" Type="http://schemas.openxmlformats.org/officeDocument/2006/relationships/image" Target="../media/image29.wmf"/><Relationship Id="rId19" Type="http://schemas.openxmlformats.org/officeDocument/2006/relationships/image" Target="../media/image7.wmf"/><Relationship Id="rId31" Type="http://schemas.openxmlformats.org/officeDocument/2006/relationships/image" Target="../media/image16.wmf"/><Relationship Id="rId4" Type="http://schemas.openxmlformats.org/officeDocument/2006/relationships/image" Target="../media/image26.wmf"/><Relationship Id="rId9" Type="http://schemas.openxmlformats.org/officeDocument/2006/relationships/oleObject" Target="../embeddings/oleObject45.bin"/><Relationship Id="rId14" Type="http://schemas.openxmlformats.org/officeDocument/2006/relationships/oleObject" Target="../embeddings/oleObject48.bin"/><Relationship Id="rId22" Type="http://schemas.openxmlformats.org/officeDocument/2006/relationships/oleObject" Target="../embeddings/oleObject52.bin"/><Relationship Id="rId27" Type="http://schemas.openxmlformats.org/officeDocument/2006/relationships/image" Target="../media/image13.wmf"/><Relationship Id="rId30" Type="http://schemas.openxmlformats.org/officeDocument/2006/relationships/oleObject" Target="../embeddings/oleObject56.bin"/><Relationship Id="rId35" Type="http://schemas.openxmlformats.org/officeDocument/2006/relationships/image" Target="../media/image18.wmf"/></Relationships>
</file>

<file path=ppt/slides/_rels/slide9.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oleObject" Target="../embeddings/oleObject67.bin"/><Relationship Id="rId3" Type="http://schemas.openxmlformats.org/officeDocument/2006/relationships/oleObject" Target="../embeddings/oleObject62.bin"/><Relationship Id="rId7" Type="http://schemas.openxmlformats.org/officeDocument/2006/relationships/oleObject" Target="../embeddings/oleObject64.bin"/><Relationship Id="rId12" Type="http://schemas.openxmlformats.org/officeDocument/2006/relationships/image" Target="../media/image34.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1.wmf"/><Relationship Id="rId11" Type="http://schemas.openxmlformats.org/officeDocument/2006/relationships/oleObject" Target="../embeddings/oleObject66.bin"/><Relationship Id="rId5" Type="http://schemas.openxmlformats.org/officeDocument/2006/relationships/oleObject" Target="../embeddings/oleObject63.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65.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slideLayout" Target="../slideLayouts/slideLayout7.xml"/><Relationship Id="rId7" Type="http://schemas.openxmlformats.org/officeDocument/2006/relationships/image" Target="../media/image37.emf"/><Relationship Id="rId2" Type="http://schemas.openxmlformats.org/officeDocument/2006/relationships/control" Target="../activeX/activeX1.xml"/><Relationship Id="rId1" Type="http://schemas.openxmlformats.org/officeDocument/2006/relationships/vmlDrawing" Target="../drawings/vmlDrawing7.vml"/><Relationship Id="rId6" Type="http://schemas.openxmlformats.org/officeDocument/2006/relationships/oleObject" Target="../embeddings/oleObject69.bin"/><Relationship Id="rId5" Type="http://schemas.openxmlformats.org/officeDocument/2006/relationships/image" Target="../media/image36.emf"/><Relationship Id="rId10" Type="http://schemas.openxmlformats.org/officeDocument/2006/relationships/image" Target="../media/image39.png"/><Relationship Id="rId4" Type="http://schemas.openxmlformats.org/officeDocument/2006/relationships/oleObject" Target="../embeddings/oleObject68.bin"/><Relationship Id="rId9" Type="http://schemas.openxmlformats.org/officeDocument/2006/relationships/image" Target="../media/image38.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73.bin"/><Relationship Id="rId3" Type="http://schemas.openxmlformats.org/officeDocument/2006/relationships/slideLayout" Target="../slideLayouts/slideLayout7.xml"/><Relationship Id="rId7" Type="http://schemas.openxmlformats.org/officeDocument/2006/relationships/image" Target="../media/image42.emf"/><Relationship Id="rId2" Type="http://schemas.openxmlformats.org/officeDocument/2006/relationships/control" Target="../activeX/activeX2.xml"/><Relationship Id="rId1" Type="http://schemas.openxmlformats.org/officeDocument/2006/relationships/vmlDrawing" Target="../drawings/vmlDrawing8.vml"/><Relationship Id="rId6" Type="http://schemas.openxmlformats.org/officeDocument/2006/relationships/oleObject" Target="../embeddings/oleObject72.bin"/><Relationship Id="rId5" Type="http://schemas.openxmlformats.org/officeDocument/2006/relationships/image" Target="../media/image41.emf"/><Relationship Id="rId10" Type="http://schemas.openxmlformats.org/officeDocument/2006/relationships/image" Target="../media/image44.png"/><Relationship Id="rId4" Type="http://schemas.openxmlformats.org/officeDocument/2006/relationships/oleObject" Target="../embeddings/oleObject71.bin"/><Relationship Id="rId9" Type="http://schemas.openxmlformats.org/officeDocument/2006/relationships/image" Target="../media/image43.e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77.bin"/><Relationship Id="rId13" Type="http://schemas.openxmlformats.org/officeDocument/2006/relationships/image" Target="../media/image8.wmf"/><Relationship Id="rId18" Type="http://schemas.openxmlformats.org/officeDocument/2006/relationships/oleObject" Target="../embeddings/oleObject82.bin"/><Relationship Id="rId26" Type="http://schemas.openxmlformats.org/officeDocument/2006/relationships/oleObject" Target="../embeddings/oleObject86.bin"/><Relationship Id="rId3" Type="http://schemas.openxmlformats.org/officeDocument/2006/relationships/oleObject" Target="../embeddings/oleObject74.bin"/><Relationship Id="rId21" Type="http://schemas.openxmlformats.org/officeDocument/2006/relationships/image" Target="../media/image15.wmf"/><Relationship Id="rId7" Type="http://schemas.openxmlformats.org/officeDocument/2006/relationships/image" Target="../media/image5.wmf"/><Relationship Id="rId12" Type="http://schemas.openxmlformats.org/officeDocument/2006/relationships/oleObject" Target="../embeddings/oleObject79.bin"/><Relationship Id="rId17" Type="http://schemas.openxmlformats.org/officeDocument/2006/relationships/image" Target="../media/image10.wmf"/><Relationship Id="rId25" Type="http://schemas.openxmlformats.org/officeDocument/2006/relationships/image" Target="../media/image17.wmf"/><Relationship Id="rId2" Type="http://schemas.openxmlformats.org/officeDocument/2006/relationships/slideLayout" Target="../slideLayouts/slideLayout2.xml"/><Relationship Id="rId16" Type="http://schemas.openxmlformats.org/officeDocument/2006/relationships/oleObject" Target="../embeddings/oleObject81.bin"/><Relationship Id="rId20" Type="http://schemas.openxmlformats.org/officeDocument/2006/relationships/oleObject" Target="../embeddings/oleObject83.bin"/><Relationship Id="rId29" Type="http://schemas.openxmlformats.org/officeDocument/2006/relationships/image" Target="../media/image19.wmf"/><Relationship Id="rId1" Type="http://schemas.openxmlformats.org/officeDocument/2006/relationships/vmlDrawing" Target="../drawings/vmlDrawing9.vml"/><Relationship Id="rId6" Type="http://schemas.openxmlformats.org/officeDocument/2006/relationships/oleObject" Target="../embeddings/oleObject76.bin"/><Relationship Id="rId11" Type="http://schemas.openxmlformats.org/officeDocument/2006/relationships/image" Target="../media/image7.wmf"/><Relationship Id="rId24" Type="http://schemas.openxmlformats.org/officeDocument/2006/relationships/oleObject" Target="../embeddings/oleObject85.bin"/><Relationship Id="rId5" Type="http://schemas.openxmlformats.org/officeDocument/2006/relationships/oleObject" Target="../embeddings/oleObject75.bin"/><Relationship Id="rId15" Type="http://schemas.openxmlformats.org/officeDocument/2006/relationships/image" Target="../media/image9.wmf"/><Relationship Id="rId23" Type="http://schemas.openxmlformats.org/officeDocument/2006/relationships/image" Target="../media/image16.wmf"/><Relationship Id="rId28" Type="http://schemas.openxmlformats.org/officeDocument/2006/relationships/oleObject" Target="../embeddings/oleObject87.bin"/><Relationship Id="rId10" Type="http://schemas.openxmlformats.org/officeDocument/2006/relationships/oleObject" Target="../embeddings/oleObject78.bin"/><Relationship Id="rId19" Type="http://schemas.openxmlformats.org/officeDocument/2006/relationships/image" Target="../media/image13.wmf"/><Relationship Id="rId31" Type="http://schemas.openxmlformats.org/officeDocument/2006/relationships/oleObject" Target="../embeddings/oleObject89.bin"/><Relationship Id="rId4" Type="http://schemas.openxmlformats.org/officeDocument/2006/relationships/image" Target="../media/image21.wmf"/><Relationship Id="rId9" Type="http://schemas.openxmlformats.org/officeDocument/2006/relationships/image" Target="../media/image22.wmf"/><Relationship Id="rId14" Type="http://schemas.openxmlformats.org/officeDocument/2006/relationships/oleObject" Target="../embeddings/oleObject80.bin"/><Relationship Id="rId22" Type="http://schemas.openxmlformats.org/officeDocument/2006/relationships/oleObject" Target="../embeddings/oleObject84.bin"/><Relationship Id="rId27" Type="http://schemas.openxmlformats.org/officeDocument/2006/relationships/image" Target="../media/image18.wmf"/><Relationship Id="rId30" Type="http://schemas.openxmlformats.org/officeDocument/2006/relationships/oleObject" Target="../embeddings/oleObject88.bin"/></Relationships>
</file>

<file path=ppt/slides/_rels/slide13.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oleObject" Target="../embeddings/oleObject90.bin"/><Relationship Id="rId7"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46.wmf"/><Relationship Id="rId5" Type="http://schemas.openxmlformats.org/officeDocument/2006/relationships/oleObject" Target="../embeddings/oleObject91.bin"/><Relationship Id="rId4" Type="http://schemas.openxmlformats.org/officeDocument/2006/relationships/image" Target="../media/image45.wmf"/><Relationship Id="rId9" Type="http://schemas.openxmlformats.org/officeDocument/2006/relationships/oleObject" Target="../embeddings/oleObject93.bin"/></Relationships>
</file>

<file path=ppt/slides/_rels/slide14.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99.bin"/><Relationship Id="rId3" Type="http://schemas.openxmlformats.org/officeDocument/2006/relationships/oleObject" Target="../embeddings/oleObject94.bin"/><Relationship Id="rId7" Type="http://schemas.openxmlformats.org/officeDocument/2006/relationships/oleObject" Target="../embeddings/oleObject96.bin"/><Relationship Id="rId12" Type="http://schemas.openxmlformats.org/officeDocument/2006/relationships/image" Target="../media/image52.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49.wmf"/><Relationship Id="rId11" Type="http://schemas.openxmlformats.org/officeDocument/2006/relationships/oleObject" Target="../embeddings/oleObject98.bin"/><Relationship Id="rId5" Type="http://schemas.openxmlformats.org/officeDocument/2006/relationships/oleObject" Target="../embeddings/oleObject95.bin"/><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oleObject" Target="../embeddings/oleObject97.bin"/><Relationship Id="rId14" Type="http://schemas.openxmlformats.org/officeDocument/2006/relationships/image" Target="../media/image53.wmf"/></Relationships>
</file>

<file path=ppt/slides/_rels/slide15.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100.bin"/><Relationship Id="rId7" Type="http://schemas.openxmlformats.org/officeDocument/2006/relationships/oleObject" Target="../embeddings/oleObject102.bin"/><Relationship Id="rId12" Type="http://schemas.openxmlformats.org/officeDocument/2006/relationships/image" Target="../media/image58.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55.wmf"/><Relationship Id="rId11" Type="http://schemas.openxmlformats.org/officeDocument/2006/relationships/oleObject" Target="../embeddings/oleObject104.bin"/><Relationship Id="rId5" Type="http://schemas.openxmlformats.org/officeDocument/2006/relationships/oleObject" Target="../embeddings/oleObject101.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103.bin"/></Relationships>
</file>

<file path=ppt/slides/_rels/slide16.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110.bin"/><Relationship Id="rId3" Type="http://schemas.openxmlformats.org/officeDocument/2006/relationships/oleObject" Target="../embeddings/oleObject105.bin"/><Relationship Id="rId7" Type="http://schemas.openxmlformats.org/officeDocument/2006/relationships/oleObject" Target="../embeddings/oleObject107.bin"/><Relationship Id="rId12" Type="http://schemas.openxmlformats.org/officeDocument/2006/relationships/image" Target="../media/image18.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8.wmf"/><Relationship Id="rId11" Type="http://schemas.openxmlformats.org/officeDocument/2006/relationships/oleObject" Target="../embeddings/oleObject109.bin"/><Relationship Id="rId5" Type="http://schemas.openxmlformats.org/officeDocument/2006/relationships/oleObject" Target="../embeddings/oleObject106.bin"/><Relationship Id="rId10" Type="http://schemas.openxmlformats.org/officeDocument/2006/relationships/image" Target="../media/image60.wmf"/><Relationship Id="rId4" Type="http://schemas.openxmlformats.org/officeDocument/2006/relationships/image" Target="../media/image59.wmf"/><Relationship Id="rId9" Type="http://schemas.openxmlformats.org/officeDocument/2006/relationships/oleObject" Target="../embeddings/oleObject108.bin"/><Relationship Id="rId14" Type="http://schemas.openxmlformats.org/officeDocument/2006/relationships/image" Target="../media/image61.wmf"/></Relationships>
</file>

<file path=ppt/slides/_rels/slide17.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111.bin"/><Relationship Id="rId7" Type="http://schemas.openxmlformats.org/officeDocument/2006/relationships/oleObject" Target="../embeddings/oleObject113.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63.wmf"/><Relationship Id="rId5" Type="http://schemas.openxmlformats.org/officeDocument/2006/relationships/oleObject" Target="../embeddings/oleObject112.bin"/><Relationship Id="rId10" Type="http://schemas.openxmlformats.org/officeDocument/2006/relationships/image" Target="../media/image65.wmf"/><Relationship Id="rId4" Type="http://schemas.openxmlformats.org/officeDocument/2006/relationships/image" Target="../media/image62.wmf"/><Relationship Id="rId9" Type="http://schemas.openxmlformats.org/officeDocument/2006/relationships/oleObject" Target="../embeddings/oleObject114.bin"/></Relationships>
</file>

<file path=ppt/slides/_rels/slide18.x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oleObject" Target="../embeddings/oleObject120.bin"/><Relationship Id="rId18" Type="http://schemas.openxmlformats.org/officeDocument/2006/relationships/image" Target="../media/image73.wmf"/><Relationship Id="rId3" Type="http://schemas.openxmlformats.org/officeDocument/2006/relationships/oleObject" Target="../embeddings/oleObject115.bin"/><Relationship Id="rId21" Type="http://schemas.openxmlformats.org/officeDocument/2006/relationships/oleObject" Target="../embeddings/oleObject124.bin"/><Relationship Id="rId7" Type="http://schemas.openxmlformats.org/officeDocument/2006/relationships/oleObject" Target="../embeddings/oleObject117.bin"/><Relationship Id="rId12" Type="http://schemas.openxmlformats.org/officeDocument/2006/relationships/image" Target="../media/image70.wmf"/><Relationship Id="rId17" Type="http://schemas.openxmlformats.org/officeDocument/2006/relationships/oleObject" Target="../embeddings/oleObject122.bin"/><Relationship Id="rId2" Type="http://schemas.openxmlformats.org/officeDocument/2006/relationships/slideLayout" Target="../slideLayouts/slideLayout12.xml"/><Relationship Id="rId16" Type="http://schemas.openxmlformats.org/officeDocument/2006/relationships/image" Target="../media/image72.wmf"/><Relationship Id="rId20" Type="http://schemas.openxmlformats.org/officeDocument/2006/relationships/image" Target="../media/image74.wmf"/><Relationship Id="rId1" Type="http://schemas.openxmlformats.org/officeDocument/2006/relationships/vmlDrawing" Target="../drawings/vmlDrawing15.vml"/><Relationship Id="rId6" Type="http://schemas.openxmlformats.org/officeDocument/2006/relationships/image" Target="../media/image67.wmf"/><Relationship Id="rId11" Type="http://schemas.openxmlformats.org/officeDocument/2006/relationships/oleObject" Target="../embeddings/oleObject119.bin"/><Relationship Id="rId24" Type="http://schemas.openxmlformats.org/officeDocument/2006/relationships/image" Target="../media/image76.emf"/><Relationship Id="rId5" Type="http://schemas.openxmlformats.org/officeDocument/2006/relationships/oleObject" Target="../embeddings/oleObject116.bin"/><Relationship Id="rId15" Type="http://schemas.openxmlformats.org/officeDocument/2006/relationships/oleObject" Target="../embeddings/oleObject121.bin"/><Relationship Id="rId23" Type="http://schemas.openxmlformats.org/officeDocument/2006/relationships/oleObject" Target="../embeddings/oleObject125.bin"/><Relationship Id="rId10" Type="http://schemas.openxmlformats.org/officeDocument/2006/relationships/image" Target="../media/image69.wmf"/><Relationship Id="rId19" Type="http://schemas.openxmlformats.org/officeDocument/2006/relationships/oleObject" Target="../embeddings/oleObject123.bin"/><Relationship Id="rId4" Type="http://schemas.openxmlformats.org/officeDocument/2006/relationships/image" Target="../media/image66.wmf"/><Relationship Id="rId9" Type="http://schemas.openxmlformats.org/officeDocument/2006/relationships/oleObject" Target="../embeddings/oleObject118.bin"/><Relationship Id="rId14" Type="http://schemas.openxmlformats.org/officeDocument/2006/relationships/image" Target="../media/image71.wmf"/><Relationship Id="rId22" Type="http://schemas.openxmlformats.org/officeDocument/2006/relationships/image" Target="../media/image75.wmf"/></Relationships>
</file>

<file path=ppt/slides/_rels/slide19.xml.rels><?xml version="1.0" encoding="UTF-8" standalone="yes"?>
<Relationships xmlns="http://schemas.openxmlformats.org/package/2006/relationships"><Relationship Id="rId8" Type="http://schemas.openxmlformats.org/officeDocument/2006/relationships/image" Target="../media/image79.wmf"/><Relationship Id="rId13" Type="http://schemas.openxmlformats.org/officeDocument/2006/relationships/oleObject" Target="../embeddings/oleObject131.bin"/><Relationship Id="rId18" Type="http://schemas.openxmlformats.org/officeDocument/2006/relationships/image" Target="../media/image84.wmf"/><Relationship Id="rId3" Type="http://schemas.openxmlformats.org/officeDocument/2006/relationships/oleObject" Target="../embeddings/oleObject126.bin"/><Relationship Id="rId7" Type="http://schemas.openxmlformats.org/officeDocument/2006/relationships/oleObject" Target="../embeddings/oleObject128.bin"/><Relationship Id="rId12" Type="http://schemas.openxmlformats.org/officeDocument/2006/relationships/image" Target="../media/image81.wmf"/><Relationship Id="rId17" Type="http://schemas.openxmlformats.org/officeDocument/2006/relationships/oleObject" Target="../embeddings/oleObject133.bin"/><Relationship Id="rId2" Type="http://schemas.openxmlformats.org/officeDocument/2006/relationships/slideLayout" Target="../slideLayouts/slideLayout7.xml"/><Relationship Id="rId16" Type="http://schemas.openxmlformats.org/officeDocument/2006/relationships/image" Target="../media/image83.emf"/><Relationship Id="rId20" Type="http://schemas.openxmlformats.org/officeDocument/2006/relationships/image" Target="../media/image85.emf"/><Relationship Id="rId1" Type="http://schemas.openxmlformats.org/officeDocument/2006/relationships/vmlDrawing" Target="../drawings/vmlDrawing16.vml"/><Relationship Id="rId6" Type="http://schemas.openxmlformats.org/officeDocument/2006/relationships/image" Target="../media/image78.wmf"/><Relationship Id="rId11" Type="http://schemas.openxmlformats.org/officeDocument/2006/relationships/oleObject" Target="../embeddings/oleObject130.bin"/><Relationship Id="rId5" Type="http://schemas.openxmlformats.org/officeDocument/2006/relationships/oleObject" Target="../embeddings/oleObject127.bin"/><Relationship Id="rId15" Type="http://schemas.openxmlformats.org/officeDocument/2006/relationships/oleObject" Target="../embeddings/oleObject132.bin"/><Relationship Id="rId10" Type="http://schemas.openxmlformats.org/officeDocument/2006/relationships/image" Target="../media/image80.wmf"/><Relationship Id="rId19" Type="http://schemas.openxmlformats.org/officeDocument/2006/relationships/oleObject" Target="../embeddings/oleObject134.bin"/><Relationship Id="rId4" Type="http://schemas.openxmlformats.org/officeDocument/2006/relationships/image" Target="../media/image77.wmf"/><Relationship Id="rId9" Type="http://schemas.openxmlformats.org/officeDocument/2006/relationships/oleObject" Target="../embeddings/oleObject129.bin"/><Relationship Id="rId14" Type="http://schemas.openxmlformats.org/officeDocument/2006/relationships/image" Target="../media/image82.wmf"/></Relationships>
</file>

<file path=ppt/slides/_rels/slide20.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oleObject" Target="../embeddings/oleObject135.bin"/><Relationship Id="rId7" Type="http://schemas.openxmlformats.org/officeDocument/2006/relationships/oleObject" Target="../embeddings/oleObject137.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87.wmf"/><Relationship Id="rId5" Type="http://schemas.openxmlformats.org/officeDocument/2006/relationships/oleObject" Target="../embeddings/oleObject136.bin"/><Relationship Id="rId4" Type="http://schemas.openxmlformats.org/officeDocument/2006/relationships/image" Target="../media/image86.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41.bin"/><Relationship Id="rId13" Type="http://schemas.openxmlformats.org/officeDocument/2006/relationships/image" Target="../media/image60.wmf"/><Relationship Id="rId18" Type="http://schemas.openxmlformats.org/officeDocument/2006/relationships/oleObject" Target="../embeddings/oleObject146.bin"/><Relationship Id="rId3" Type="http://schemas.openxmlformats.org/officeDocument/2006/relationships/oleObject" Target="../embeddings/oleObject138.bin"/><Relationship Id="rId21" Type="http://schemas.openxmlformats.org/officeDocument/2006/relationships/image" Target="../media/image96.wmf"/><Relationship Id="rId7" Type="http://schemas.openxmlformats.org/officeDocument/2006/relationships/image" Target="../media/image90.wmf"/><Relationship Id="rId12" Type="http://schemas.openxmlformats.org/officeDocument/2006/relationships/oleObject" Target="../embeddings/oleObject143.bin"/><Relationship Id="rId17" Type="http://schemas.openxmlformats.org/officeDocument/2006/relationships/image" Target="../media/image94.wmf"/><Relationship Id="rId2" Type="http://schemas.openxmlformats.org/officeDocument/2006/relationships/slideLayout" Target="../slideLayouts/slideLayout7.xml"/><Relationship Id="rId16" Type="http://schemas.openxmlformats.org/officeDocument/2006/relationships/oleObject" Target="../embeddings/oleObject145.bin"/><Relationship Id="rId20" Type="http://schemas.openxmlformats.org/officeDocument/2006/relationships/oleObject" Target="../embeddings/oleObject147.bin"/><Relationship Id="rId1" Type="http://schemas.openxmlformats.org/officeDocument/2006/relationships/vmlDrawing" Target="../drawings/vmlDrawing18.vml"/><Relationship Id="rId6" Type="http://schemas.openxmlformats.org/officeDocument/2006/relationships/oleObject" Target="../embeddings/oleObject140.bin"/><Relationship Id="rId11" Type="http://schemas.openxmlformats.org/officeDocument/2006/relationships/image" Target="../media/image92.wmf"/><Relationship Id="rId24" Type="http://schemas.openxmlformats.org/officeDocument/2006/relationships/oleObject" Target="../embeddings/oleObject149.bin"/><Relationship Id="rId5" Type="http://schemas.openxmlformats.org/officeDocument/2006/relationships/oleObject" Target="../embeddings/oleObject139.bin"/><Relationship Id="rId15" Type="http://schemas.openxmlformats.org/officeDocument/2006/relationships/image" Target="../media/image93.wmf"/><Relationship Id="rId23" Type="http://schemas.openxmlformats.org/officeDocument/2006/relationships/image" Target="../media/image97.wmf"/><Relationship Id="rId10" Type="http://schemas.openxmlformats.org/officeDocument/2006/relationships/oleObject" Target="../embeddings/oleObject142.bin"/><Relationship Id="rId19" Type="http://schemas.openxmlformats.org/officeDocument/2006/relationships/image" Target="../media/image95.wmf"/><Relationship Id="rId4" Type="http://schemas.openxmlformats.org/officeDocument/2006/relationships/image" Target="../media/image89.wmf"/><Relationship Id="rId9" Type="http://schemas.openxmlformats.org/officeDocument/2006/relationships/image" Target="../media/image91.wmf"/><Relationship Id="rId14" Type="http://schemas.openxmlformats.org/officeDocument/2006/relationships/oleObject" Target="../embeddings/oleObject144.bin"/><Relationship Id="rId22" Type="http://schemas.openxmlformats.org/officeDocument/2006/relationships/oleObject" Target="../embeddings/oleObject148.bin"/></Relationships>
</file>

<file path=ppt/slides/_rels/slide22.xml.rels><?xml version="1.0" encoding="UTF-8" standalone="yes"?>
<Relationships xmlns="http://schemas.openxmlformats.org/package/2006/relationships"><Relationship Id="rId8" Type="http://schemas.openxmlformats.org/officeDocument/2006/relationships/image" Target="../media/image100.wmf"/><Relationship Id="rId13" Type="http://schemas.openxmlformats.org/officeDocument/2006/relationships/oleObject" Target="../embeddings/oleObject155.bin"/><Relationship Id="rId18" Type="http://schemas.openxmlformats.org/officeDocument/2006/relationships/oleObject" Target="../embeddings/oleObject158.bin"/><Relationship Id="rId26" Type="http://schemas.openxmlformats.org/officeDocument/2006/relationships/oleObject" Target="../embeddings/oleObject162.bin"/><Relationship Id="rId3" Type="http://schemas.openxmlformats.org/officeDocument/2006/relationships/oleObject" Target="../embeddings/oleObject150.bin"/><Relationship Id="rId21" Type="http://schemas.openxmlformats.org/officeDocument/2006/relationships/image" Target="../media/image60.wmf"/><Relationship Id="rId7" Type="http://schemas.openxmlformats.org/officeDocument/2006/relationships/oleObject" Target="../embeddings/oleObject152.bin"/><Relationship Id="rId12" Type="http://schemas.openxmlformats.org/officeDocument/2006/relationships/image" Target="../media/image89.wmf"/><Relationship Id="rId17" Type="http://schemas.openxmlformats.org/officeDocument/2006/relationships/image" Target="../media/image91.wmf"/><Relationship Id="rId25" Type="http://schemas.openxmlformats.org/officeDocument/2006/relationships/image" Target="../media/image97.wmf"/><Relationship Id="rId2" Type="http://schemas.openxmlformats.org/officeDocument/2006/relationships/slideLayout" Target="../slideLayouts/slideLayout7.xml"/><Relationship Id="rId16" Type="http://schemas.openxmlformats.org/officeDocument/2006/relationships/oleObject" Target="../embeddings/oleObject157.bin"/><Relationship Id="rId20" Type="http://schemas.openxmlformats.org/officeDocument/2006/relationships/oleObject" Target="../embeddings/oleObject159.bin"/><Relationship Id="rId29" Type="http://schemas.openxmlformats.org/officeDocument/2006/relationships/oleObject" Target="../embeddings/oleObject164.bin"/><Relationship Id="rId1" Type="http://schemas.openxmlformats.org/officeDocument/2006/relationships/vmlDrawing" Target="../drawings/vmlDrawing19.vml"/><Relationship Id="rId6" Type="http://schemas.openxmlformats.org/officeDocument/2006/relationships/image" Target="../media/image99.wmf"/><Relationship Id="rId11" Type="http://schemas.openxmlformats.org/officeDocument/2006/relationships/oleObject" Target="../embeddings/oleObject154.bin"/><Relationship Id="rId24" Type="http://schemas.openxmlformats.org/officeDocument/2006/relationships/oleObject" Target="../embeddings/oleObject161.bin"/><Relationship Id="rId32" Type="http://schemas.openxmlformats.org/officeDocument/2006/relationships/image" Target="../media/image104.emf"/><Relationship Id="rId5" Type="http://schemas.openxmlformats.org/officeDocument/2006/relationships/oleObject" Target="../embeddings/oleObject151.bin"/><Relationship Id="rId15" Type="http://schemas.openxmlformats.org/officeDocument/2006/relationships/image" Target="../media/image90.wmf"/><Relationship Id="rId23" Type="http://schemas.openxmlformats.org/officeDocument/2006/relationships/image" Target="../media/image96.wmf"/><Relationship Id="rId28" Type="http://schemas.openxmlformats.org/officeDocument/2006/relationships/image" Target="../media/image102.wmf"/><Relationship Id="rId10" Type="http://schemas.openxmlformats.org/officeDocument/2006/relationships/image" Target="../media/image101.wmf"/><Relationship Id="rId19" Type="http://schemas.openxmlformats.org/officeDocument/2006/relationships/image" Target="../media/image92.wmf"/><Relationship Id="rId31" Type="http://schemas.openxmlformats.org/officeDocument/2006/relationships/oleObject" Target="../embeddings/oleObject165.bin"/><Relationship Id="rId4" Type="http://schemas.openxmlformats.org/officeDocument/2006/relationships/image" Target="../media/image98.wmf"/><Relationship Id="rId9" Type="http://schemas.openxmlformats.org/officeDocument/2006/relationships/oleObject" Target="../embeddings/oleObject153.bin"/><Relationship Id="rId14" Type="http://schemas.openxmlformats.org/officeDocument/2006/relationships/oleObject" Target="../embeddings/oleObject156.bin"/><Relationship Id="rId22" Type="http://schemas.openxmlformats.org/officeDocument/2006/relationships/oleObject" Target="../embeddings/oleObject160.bin"/><Relationship Id="rId27" Type="http://schemas.openxmlformats.org/officeDocument/2006/relationships/oleObject" Target="../embeddings/oleObject163.bin"/><Relationship Id="rId30" Type="http://schemas.openxmlformats.org/officeDocument/2006/relationships/image" Target="../media/image103.wmf"/></Relationships>
</file>

<file path=ppt/slides/_rels/slide23.xml.rels><?xml version="1.0" encoding="UTF-8" standalone="yes"?>
<Relationships xmlns="http://schemas.openxmlformats.org/package/2006/relationships"><Relationship Id="rId8" Type="http://schemas.openxmlformats.org/officeDocument/2006/relationships/image" Target="../media/image107.wmf"/><Relationship Id="rId13" Type="http://schemas.openxmlformats.org/officeDocument/2006/relationships/oleObject" Target="../embeddings/oleObject171.bin"/><Relationship Id="rId3" Type="http://schemas.openxmlformats.org/officeDocument/2006/relationships/oleObject" Target="../embeddings/oleObject166.bin"/><Relationship Id="rId7" Type="http://schemas.openxmlformats.org/officeDocument/2006/relationships/oleObject" Target="../embeddings/oleObject168.bin"/><Relationship Id="rId12" Type="http://schemas.openxmlformats.org/officeDocument/2006/relationships/image" Target="../media/image109.wmf"/><Relationship Id="rId2" Type="http://schemas.openxmlformats.org/officeDocument/2006/relationships/slideLayout" Target="../slideLayouts/slideLayout7.xml"/><Relationship Id="rId16" Type="http://schemas.openxmlformats.org/officeDocument/2006/relationships/image" Target="../media/image111.emf"/><Relationship Id="rId1" Type="http://schemas.openxmlformats.org/officeDocument/2006/relationships/vmlDrawing" Target="../drawings/vmlDrawing20.vml"/><Relationship Id="rId6" Type="http://schemas.openxmlformats.org/officeDocument/2006/relationships/image" Target="../media/image106.wmf"/><Relationship Id="rId11" Type="http://schemas.openxmlformats.org/officeDocument/2006/relationships/oleObject" Target="../embeddings/oleObject170.bin"/><Relationship Id="rId5" Type="http://schemas.openxmlformats.org/officeDocument/2006/relationships/oleObject" Target="../embeddings/oleObject167.bin"/><Relationship Id="rId15" Type="http://schemas.openxmlformats.org/officeDocument/2006/relationships/oleObject" Target="../embeddings/oleObject172.bin"/><Relationship Id="rId10" Type="http://schemas.openxmlformats.org/officeDocument/2006/relationships/image" Target="../media/image108.wmf"/><Relationship Id="rId4" Type="http://schemas.openxmlformats.org/officeDocument/2006/relationships/image" Target="../media/image105.wmf"/><Relationship Id="rId9" Type="http://schemas.openxmlformats.org/officeDocument/2006/relationships/oleObject" Target="../embeddings/oleObject169.bin"/><Relationship Id="rId14" Type="http://schemas.openxmlformats.org/officeDocument/2006/relationships/image" Target="../media/image110.e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76.bin"/><Relationship Id="rId13" Type="http://schemas.openxmlformats.org/officeDocument/2006/relationships/image" Target="../media/image92.wmf"/><Relationship Id="rId18" Type="http://schemas.openxmlformats.org/officeDocument/2006/relationships/oleObject" Target="../embeddings/oleObject181.bin"/><Relationship Id="rId3" Type="http://schemas.openxmlformats.org/officeDocument/2006/relationships/oleObject" Target="../embeddings/oleObject173.bin"/><Relationship Id="rId7" Type="http://schemas.openxmlformats.org/officeDocument/2006/relationships/oleObject" Target="../embeddings/oleObject175.bin"/><Relationship Id="rId12" Type="http://schemas.openxmlformats.org/officeDocument/2006/relationships/oleObject" Target="../embeddings/oleObject178.bin"/><Relationship Id="rId17" Type="http://schemas.openxmlformats.org/officeDocument/2006/relationships/image" Target="../media/image96.wmf"/><Relationship Id="rId2" Type="http://schemas.openxmlformats.org/officeDocument/2006/relationships/slideLayout" Target="../slideLayouts/slideLayout7.xml"/><Relationship Id="rId16" Type="http://schemas.openxmlformats.org/officeDocument/2006/relationships/oleObject" Target="../embeddings/oleObject180.bin"/><Relationship Id="rId20" Type="http://schemas.openxmlformats.org/officeDocument/2006/relationships/oleObject" Target="../embeddings/oleObject182.bin"/><Relationship Id="rId1" Type="http://schemas.openxmlformats.org/officeDocument/2006/relationships/vmlDrawing" Target="../drawings/vmlDrawing21.vml"/><Relationship Id="rId6" Type="http://schemas.openxmlformats.org/officeDocument/2006/relationships/image" Target="../media/image89.wmf"/><Relationship Id="rId11" Type="http://schemas.openxmlformats.org/officeDocument/2006/relationships/image" Target="../media/image91.wmf"/><Relationship Id="rId5" Type="http://schemas.openxmlformats.org/officeDocument/2006/relationships/oleObject" Target="../embeddings/oleObject174.bin"/><Relationship Id="rId15" Type="http://schemas.openxmlformats.org/officeDocument/2006/relationships/image" Target="../media/image60.wmf"/><Relationship Id="rId10" Type="http://schemas.openxmlformats.org/officeDocument/2006/relationships/oleObject" Target="../embeddings/oleObject177.bin"/><Relationship Id="rId19" Type="http://schemas.openxmlformats.org/officeDocument/2006/relationships/image" Target="../media/image97.wmf"/><Relationship Id="rId4" Type="http://schemas.openxmlformats.org/officeDocument/2006/relationships/image" Target="../media/image112.wmf"/><Relationship Id="rId9" Type="http://schemas.openxmlformats.org/officeDocument/2006/relationships/image" Target="../media/image90.wmf"/><Relationship Id="rId14" Type="http://schemas.openxmlformats.org/officeDocument/2006/relationships/oleObject" Target="../embeddings/oleObject179.bin"/></Relationships>
</file>

<file path=ppt/slides/_rels/slide25.xml.rels><?xml version="1.0" encoding="UTF-8" standalone="yes"?>
<Relationships xmlns="http://schemas.openxmlformats.org/package/2006/relationships"><Relationship Id="rId8" Type="http://schemas.openxmlformats.org/officeDocument/2006/relationships/image" Target="../media/image89.wmf"/><Relationship Id="rId13" Type="http://schemas.openxmlformats.org/officeDocument/2006/relationships/oleObject" Target="../embeddings/oleObject189.bin"/><Relationship Id="rId18" Type="http://schemas.openxmlformats.org/officeDocument/2006/relationships/oleObject" Target="../embeddings/oleObject192.bin"/><Relationship Id="rId3" Type="http://schemas.openxmlformats.org/officeDocument/2006/relationships/oleObject" Target="../embeddings/oleObject183.bin"/><Relationship Id="rId7" Type="http://schemas.openxmlformats.org/officeDocument/2006/relationships/oleObject" Target="../embeddings/oleObject185.bin"/><Relationship Id="rId12" Type="http://schemas.openxmlformats.org/officeDocument/2006/relationships/oleObject" Target="../embeddings/oleObject188.bin"/><Relationship Id="rId17" Type="http://schemas.openxmlformats.org/officeDocument/2006/relationships/image" Target="../media/image116.wmf"/><Relationship Id="rId2" Type="http://schemas.openxmlformats.org/officeDocument/2006/relationships/slideLayout" Target="../slideLayouts/slideLayout7.xml"/><Relationship Id="rId16" Type="http://schemas.openxmlformats.org/officeDocument/2006/relationships/oleObject" Target="../embeddings/oleObject191.bin"/><Relationship Id="rId1" Type="http://schemas.openxmlformats.org/officeDocument/2006/relationships/vmlDrawing" Target="../drawings/vmlDrawing22.vml"/><Relationship Id="rId6" Type="http://schemas.openxmlformats.org/officeDocument/2006/relationships/image" Target="../media/image114.wmf"/><Relationship Id="rId11" Type="http://schemas.openxmlformats.org/officeDocument/2006/relationships/image" Target="../media/image90.wmf"/><Relationship Id="rId5" Type="http://schemas.openxmlformats.org/officeDocument/2006/relationships/oleObject" Target="../embeddings/oleObject184.bin"/><Relationship Id="rId15" Type="http://schemas.openxmlformats.org/officeDocument/2006/relationships/oleObject" Target="../embeddings/oleObject190.bin"/><Relationship Id="rId10" Type="http://schemas.openxmlformats.org/officeDocument/2006/relationships/oleObject" Target="../embeddings/oleObject187.bin"/><Relationship Id="rId19" Type="http://schemas.openxmlformats.org/officeDocument/2006/relationships/image" Target="../media/image117.wmf"/><Relationship Id="rId4" Type="http://schemas.openxmlformats.org/officeDocument/2006/relationships/image" Target="../media/image113.wmf"/><Relationship Id="rId9" Type="http://schemas.openxmlformats.org/officeDocument/2006/relationships/oleObject" Target="../embeddings/oleObject186.bin"/><Relationship Id="rId14" Type="http://schemas.openxmlformats.org/officeDocument/2006/relationships/image" Target="../media/image115.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93.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119.wmf"/><Relationship Id="rId5" Type="http://schemas.openxmlformats.org/officeDocument/2006/relationships/oleObject" Target="../embeddings/oleObject194.bin"/><Relationship Id="rId4" Type="http://schemas.openxmlformats.org/officeDocument/2006/relationships/image" Target="../media/image118.wmf"/></Relationships>
</file>

<file path=ppt/slides/_rels/slide27.xml.rels><?xml version="1.0" encoding="UTF-8" standalone="yes"?>
<Relationships xmlns="http://schemas.openxmlformats.org/package/2006/relationships"><Relationship Id="rId8" Type="http://schemas.openxmlformats.org/officeDocument/2006/relationships/image" Target="../media/image122.wmf"/><Relationship Id="rId13" Type="http://schemas.openxmlformats.org/officeDocument/2006/relationships/oleObject" Target="../embeddings/oleObject200.bin"/><Relationship Id="rId3" Type="http://schemas.openxmlformats.org/officeDocument/2006/relationships/oleObject" Target="../embeddings/oleObject195.bin"/><Relationship Id="rId7" Type="http://schemas.openxmlformats.org/officeDocument/2006/relationships/oleObject" Target="../embeddings/oleObject197.bin"/><Relationship Id="rId12" Type="http://schemas.openxmlformats.org/officeDocument/2006/relationships/image" Target="../media/image124.wmf"/><Relationship Id="rId2" Type="http://schemas.openxmlformats.org/officeDocument/2006/relationships/slideLayout" Target="../slideLayouts/slideLayout7.xml"/><Relationship Id="rId16" Type="http://schemas.openxmlformats.org/officeDocument/2006/relationships/image" Target="../media/image126.emf"/><Relationship Id="rId1" Type="http://schemas.openxmlformats.org/officeDocument/2006/relationships/vmlDrawing" Target="../drawings/vmlDrawing24.vml"/><Relationship Id="rId6" Type="http://schemas.openxmlformats.org/officeDocument/2006/relationships/image" Target="../media/image121.wmf"/><Relationship Id="rId11" Type="http://schemas.openxmlformats.org/officeDocument/2006/relationships/oleObject" Target="../embeddings/oleObject199.bin"/><Relationship Id="rId5" Type="http://schemas.openxmlformats.org/officeDocument/2006/relationships/oleObject" Target="../embeddings/oleObject196.bin"/><Relationship Id="rId15" Type="http://schemas.openxmlformats.org/officeDocument/2006/relationships/oleObject" Target="../embeddings/oleObject201.bin"/><Relationship Id="rId10" Type="http://schemas.openxmlformats.org/officeDocument/2006/relationships/image" Target="../media/image123.wmf"/><Relationship Id="rId4" Type="http://schemas.openxmlformats.org/officeDocument/2006/relationships/image" Target="../media/image120.wmf"/><Relationship Id="rId9" Type="http://schemas.openxmlformats.org/officeDocument/2006/relationships/oleObject" Target="../embeddings/oleObject198.bin"/><Relationship Id="rId14" Type="http://schemas.openxmlformats.org/officeDocument/2006/relationships/image" Target="../media/image125.wmf"/></Relationships>
</file>

<file path=ppt/slides/_rels/slide28.xml.rels><?xml version="1.0" encoding="UTF-8" standalone="yes"?>
<Relationships xmlns="http://schemas.openxmlformats.org/package/2006/relationships"><Relationship Id="rId8" Type="http://schemas.openxmlformats.org/officeDocument/2006/relationships/image" Target="../media/image129.wmf"/><Relationship Id="rId13" Type="http://schemas.openxmlformats.org/officeDocument/2006/relationships/oleObject" Target="../embeddings/oleObject207.bin"/><Relationship Id="rId18" Type="http://schemas.openxmlformats.org/officeDocument/2006/relationships/image" Target="../media/image134.wmf"/><Relationship Id="rId3" Type="http://schemas.openxmlformats.org/officeDocument/2006/relationships/oleObject" Target="../embeddings/oleObject202.bin"/><Relationship Id="rId7" Type="http://schemas.openxmlformats.org/officeDocument/2006/relationships/oleObject" Target="../embeddings/oleObject204.bin"/><Relationship Id="rId12" Type="http://schemas.openxmlformats.org/officeDocument/2006/relationships/image" Target="../media/image131.wmf"/><Relationship Id="rId17" Type="http://schemas.openxmlformats.org/officeDocument/2006/relationships/oleObject" Target="../embeddings/oleObject209.bin"/><Relationship Id="rId2" Type="http://schemas.openxmlformats.org/officeDocument/2006/relationships/slideLayout" Target="../slideLayouts/slideLayout7.xml"/><Relationship Id="rId16" Type="http://schemas.openxmlformats.org/officeDocument/2006/relationships/image" Target="../media/image133.emf"/><Relationship Id="rId1" Type="http://schemas.openxmlformats.org/officeDocument/2006/relationships/vmlDrawing" Target="../drawings/vmlDrawing25.vml"/><Relationship Id="rId6" Type="http://schemas.openxmlformats.org/officeDocument/2006/relationships/image" Target="../media/image128.wmf"/><Relationship Id="rId11" Type="http://schemas.openxmlformats.org/officeDocument/2006/relationships/oleObject" Target="../embeddings/oleObject206.bin"/><Relationship Id="rId5" Type="http://schemas.openxmlformats.org/officeDocument/2006/relationships/oleObject" Target="../embeddings/oleObject203.bin"/><Relationship Id="rId15" Type="http://schemas.openxmlformats.org/officeDocument/2006/relationships/oleObject" Target="../embeddings/oleObject208.bin"/><Relationship Id="rId10" Type="http://schemas.openxmlformats.org/officeDocument/2006/relationships/image" Target="../media/image130.wmf"/><Relationship Id="rId4" Type="http://schemas.openxmlformats.org/officeDocument/2006/relationships/image" Target="../media/image127.wmf"/><Relationship Id="rId9" Type="http://schemas.openxmlformats.org/officeDocument/2006/relationships/oleObject" Target="../embeddings/oleObject205.bin"/><Relationship Id="rId14" Type="http://schemas.openxmlformats.org/officeDocument/2006/relationships/image" Target="../media/image132.wmf"/></Relationships>
</file>

<file path=ppt/slides/_rels/slide29.xml.rels><?xml version="1.0" encoding="UTF-8" standalone="yes"?>
<Relationships xmlns="http://schemas.openxmlformats.org/package/2006/relationships"><Relationship Id="rId8" Type="http://schemas.openxmlformats.org/officeDocument/2006/relationships/image" Target="../media/image137.wmf"/><Relationship Id="rId13" Type="http://schemas.openxmlformats.org/officeDocument/2006/relationships/oleObject" Target="../embeddings/oleObject215.bin"/><Relationship Id="rId3" Type="http://schemas.openxmlformats.org/officeDocument/2006/relationships/oleObject" Target="../embeddings/oleObject210.bin"/><Relationship Id="rId7" Type="http://schemas.openxmlformats.org/officeDocument/2006/relationships/oleObject" Target="../embeddings/oleObject212.bin"/><Relationship Id="rId12" Type="http://schemas.openxmlformats.org/officeDocument/2006/relationships/image" Target="../media/image139.w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36.wmf"/><Relationship Id="rId11" Type="http://schemas.openxmlformats.org/officeDocument/2006/relationships/oleObject" Target="../embeddings/oleObject214.bin"/><Relationship Id="rId5" Type="http://schemas.openxmlformats.org/officeDocument/2006/relationships/oleObject" Target="../embeddings/oleObject211.bin"/><Relationship Id="rId10" Type="http://schemas.openxmlformats.org/officeDocument/2006/relationships/image" Target="../media/image138.wmf"/><Relationship Id="rId4" Type="http://schemas.openxmlformats.org/officeDocument/2006/relationships/image" Target="../media/image135.wmf"/><Relationship Id="rId9" Type="http://schemas.openxmlformats.org/officeDocument/2006/relationships/oleObject" Target="../embeddings/oleObject213.bin"/><Relationship Id="rId14" Type="http://schemas.openxmlformats.org/officeDocument/2006/relationships/image" Target="../media/image140.wmf"/></Relationships>
</file>

<file path=ppt/slides/_rels/slide30.xml.rels><?xml version="1.0" encoding="UTF-8" standalone="yes"?>
<Relationships xmlns="http://schemas.openxmlformats.org/package/2006/relationships"><Relationship Id="rId8" Type="http://schemas.openxmlformats.org/officeDocument/2006/relationships/image" Target="../media/image143.wmf"/><Relationship Id="rId13" Type="http://schemas.openxmlformats.org/officeDocument/2006/relationships/oleObject" Target="../embeddings/oleObject221.bin"/><Relationship Id="rId18" Type="http://schemas.openxmlformats.org/officeDocument/2006/relationships/image" Target="../media/image147.wmf"/><Relationship Id="rId3" Type="http://schemas.openxmlformats.org/officeDocument/2006/relationships/oleObject" Target="../embeddings/oleObject216.bin"/><Relationship Id="rId21" Type="http://schemas.openxmlformats.org/officeDocument/2006/relationships/oleObject" Target="../embeddings/oleObject225.bin"/><Relationship Id="rId7" Type="http://schemas.openxmlformats.org/officeDocument/2006/relationships/oleObject" Target="../embeddings/oleObject218.bin"/><Relationship Id="rId12" Type="http://schemas.openxmlformats.org/officeDocument/2006/relationships/image" Target="../media/image145.wmf"/><Relationship Id="rId17" Type="http://schemas.openxmlformats.org/officeDocument/2006/relationships/oleObject" Target="../embeddings/oleObject223.bin"/><Relationship Id="rId2" Type="http://schemas.openxmlformats.org/officeDocument/2006/relationships/slideLayout" Target="../slideLayouts/slideLayout7.xml"/><Relationship Id="rId16" Type="http://schemas.openxmlformats.org/officeDocument/2006/relationships/image" Target="../media/image137.wmf"/><Relationship Id="rId20" Type="http://schemas.openxmlformats.org/officeDocument/2006/relationships/image" Target="../media/image148.wmf"/><Relationship Id="rId1" Type="http://schemas.openxmlformats.org/officeDocument/2006/relationships/vmlDrawing" Target="../drawings/vmlDrawing27.vml"/><Relationship Id="rId6" Type="http://schemas.openxmlformats.org/officeDocument/2006/relationships/image" Target="../media/image142.wmf"/><Relationship Id="rId11" Type="http://schemas.openxmlformats.org/officeDocument/2006/relationships/oleObject" Target="../embeddings/oleObject220.bin"/><Relationship Id="rId5" Type="http://schemas.openxmlformats.org/officeDocument/2006/relationships/oleObject" Target="../embeddings/oleObject217.bin"/><Relationship Id="rId15" Type="http://schemas.openxmlformats.org/officeDocument/2006/relationships/oleObject" Target="../embeddings/oleObject222.bin"/><Relationship Id="rId10" Type="http://schemas.openxmlformats.org/officeDocument/2006/relationships/image" Target="../media/image144.wmf"/><Relationship Id="rId19" Type="http://schemas.openxmlformats.org/officeDocument/2006/relationships/oleObject" Target="../embeddings/oleObject224.bin"/><Relationship Id="rId4" Type="http://schemas.openxmlformats.org/officeDocument/2006/relationships/image" Target="../media/image141.wmf"/><Relationship Id="rId9" Type="http://schemas.openxmlformats.org/officeDocument/2006/relationships/oleObject" Target="../embeddings/oleObject219.bin"/><Relationship Id="rId14" Type="http://schemas.openxmlformats.org/officeDocument/2006/relationships/image" Target="../media/image146.emf"/><Relationship Id="rId22" Type="http://schemas.openxmlformats.org/officeDocument/2006/relationships/image" Target="../media/image149.wm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ext Box 5"/>
          <p:cNvSpPr txBox="1">
            <a:spLocks noChangeArrowheads="1"/>
          </p:cNvSpPr>
          <p:nvPr/>
        </p:nvSpPr>
        <p:spPr bwMode="auto">
          <a:xfrm>
            <a:off x="523875" y="3024188"/>
            <a:ext cx="8143875"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10000"/>
              </a:lnSpc>
              <a:spcBef>
                <a:spcPct val="50000"/>
              </a:spcBef>
              <a:buClrTx/>
              <a:buFontTx/>
              <a:buNone/>
            </a:pPr>
            <a:r>
              <a:rPr kumimoji="0" lang="zh-CN" altLang="en-US" sz="2800"/>
              <a:t>        </a:t>
            </a:r>
          </a:p>
        </p:txBody>
      </p:sp>
      <p:sp>
        <p:nvSpPr>
          <p:cNvPr id="5123" name="Text Box 9"/>
          <p:cNvSpPr txBox="1">
            <a:spLocks noChangeArrowheads="1"/>
          </p:cNvSpPr>
          <p:nvPr/>
        </p:nvSpPr>
        <p:spPr bwMode="auto">
          <a:xfrm>
            <a:off x="2185988" y="279400"/>
            <a:ext cx="4416425" cy="57943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a:spcBef>
                <a:spcPct val="0"/>
              </a:spcBef>
              <a:buClrTx/>
              <a:buFontTx/>
              <a:buNone/>
            </a:pPr>
            <a:r>
              <a:rPr kumimoji="0" lang="zh-CN" altLang="en-US">
                <a:solidFill>
                  <a:srgbClr val="000000"/>
                </a:solidFill>
              </a:rPr>
              <a:t>第十二章   波动光学</a:t>
            </a:r>
            <a:endParaRPr lang="zh-CN" altLang="en-US">
              <a:solidFill>
                <a:srgbClr val="000000"/>
              </a:solidFill>
            </a:endParaRPr>
          </a:p>
        </p:txBody>
      </p:sp>
      <p:sp>
        <p:nvSpPr>
          <p:cNvPr id="5124" name="Text Box 11"/>
          <p:cNvSpPr txBox="1">
            <a:spLocks noChangeArrowheads="1"/>
          </p:cNvSpPr>
          <p:nvPr/>
        </p:nvSpPr>
        <p:spPr bwMode="auto">
          <a:xfrm>
            <a:off x="469900" y="908050"/>
            <a:ext cx="8377238"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10000"/>
              </a:lnSpc>
              <a:spcBef>
                <a:spcPct val="50000"/>
              </a:spcBef>
              <a:buClrTx/>
              <a:buFontTx/>
              <a:buNone/>
            </a:pPr>
            <a:r>
              <a:rPr kumimoji="0" lang="zh-CN" altLang="en-US" sz="2800"/>
              <a:t>         人类对光学的研究已有两千多年的历史，世界上最早关于光学知识的记载，见于我国的</a:t>
            </a:r>
            <a:r>
              <a:rPr kumimoji="0" lang="en-US" altLang="zh-CN" sz="2800">
                <a:solidFill>
                  <a:srgbClr val="A50021"/>
                </a:solidFill>
              </a:rPr>
              <a:t>《</a:t>
            </a:r>
            <a:r>
              <a:rPr kumimoji="0" lang="zh-CN" altLang="en-US" sz="2800">
                <a:solidFill>
                  <a:srgbClr val="A50021"/>
                </a:solidFill>
              </a:rPr>
              <a:t>墨经</a:t>
            </a:r>
            <a:r>
              <a:rPr kumimoji="0" lang="en-US" altLang="zh-CN" sz="2800">
                <a:solidFill>
                  <a:srgbClr val="A50021"/>
                </a:solidFill>
              </a:rPr>
              <a:t>》</a:t>
            </a:r>
            <a:r>
              <a:rPr kumimoji="0" lang="zh-CN" altLang="en-US" sz="2800"/>
              <a:t>。研究最早的内容是几何光学，它以光的直线传播性质和折射、反射定律为基础。（例如小孔成像）</a:t>
            </a:r>
            <a:r>
              <a:rPr kumimoji="0" lang="en-US" altLang="zh-CN" sz="2800"/>
              <a:t>        </a:t>
            </a:r>
          </a:p>
        </p:txBody>
      </p:sp>
      <p:sp>
        <p:nvSpPr>
          <p:cNvPr id="40972" name="Rectangle 12"/>
          <p:cNvSpPr>
            <a:spLocks noChangeArrowheads="1"/>
          </p:cNvSpPr>
          <p:nvPr/>
        </p:nvSpPr>
        <p:spPr bwMode="auto">
          <a:xfrm>
            <a:off x="469900" y="2927350"/>
            <a:ext cx="8286750" cy="338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10000"/>
              </a:lnSpc>
              <a:spcBef>
                <a:spcPct val="50000"/>
              </a:spcBef>
              <a:buClrTx/>
              <a:buFontTx/>
              <a:buNone/>
            </a:pPr>
            <a:r>
              <a:rPr kumimoji="0" lang="en-US" altLang="zh-CN" sz="2800"/>
              <a:t>         17—18</a:t>
            </a:r>
            <a:r>
              <a:rPr kumimoji="0" lang="zh-CN" altLang="en-US" sz="2800"/>
              <a:t>世纪是光学发展史上的一个重要时期。对于光的本质存在争论，牛顿支持光的</a:t>
            </a:r>
            <a:r>
              <a:rPr kumimoji="0" lang="zh-CN" altLang="en-US" sz="2800">
                <a:solidFill>
                  <a:srgbClr val="A50021"/>
                </a:solidFill>
              </a:rPr>
              <a:t>微粒学说</a:t>
            </a:r>
            <a:r>
              <a:rPr kumimoji="0" lang="zh-CN" altLang="en-US" sz="2800"/>
              <a:t>，它可以说明光的反射和折射规律，并认为</a:t>
            </a:r>
            <a:r>
              <a:rPr kumimoji="0" lang="zh-CN" altLang="en-US" sz="2800">
                <a:solidFill>
                  <a:srgbClr val="A50021"/>
                </a:solidFill>
              </a:rPr>
              <a:t>光在水中的传播速度比空气中的速度大</a:t>
            </a:r>
            <a:r>
              <a:rPr kumimoji="0" lang="zh-CN" altLang="en-US" sz="2800"/>
              <a:t>。惠更斯支持光的</a:t>
            </a:r>
            <a:r>
              <a:rPr kumimoji="0" lang="zh-CN" altLang="en-US" sz="2800">
                <a:solidFill>
                  <a:srgbClr val="A50021"/>
                </a:solidFill>
              </a:rPr>
              <a:t>波动学说</a:t>
            </a:r>
            <a:r>
              <a:rPr kumimoji="0" lang="zh-CN" altLang="en-US" sz="2800"/>
              <a:t>，它也能解释光的反射和折射规律，并能说明双折射现象，但是</a:t>
            </a:r>
            <a:r>
              <a:rPr kumimoji="0" lang="zh-CN" altLang="en-US" sz="2800">
                <a:solidFill>
                  <a:srgbClr val="A50021"/>
                </a:solidFill>
              </a:rPr>
              <a:t>认为光在水中的传播速度比空气中的速度小</a:t>
            </a:r>
            <a:r>
              <a:rPr kumimoji="0" lang="zh-CN" altLang="en-US" sz="2800"/>
              <a:t>。</a:t>
            </a:r>
            <a:endParaRPr kumimoji="0" lang="en-US" altLang="zh-CN" sz="28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72"/>
                                        </p:tgtEl>
                                        <p:attrNameLst>
                                          <p:attrName>style.visibility</p:attrName>
                                        </p:attrNameLst>
                                      </p:cBhvr>
                                      <p:to>
                                        <p:strVal val="visible"/>
                                      </p:to>
                                    </p:set>
                                    <p:animEffect transition="in" filter="wipe(left)">
                                      <p:cBhvr>
                                        <p:cTn id="7" dur="500"/>
                                        <p:tgtEl>
                                          <p:spTgt spid="40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13EEC7E0-2151-4169-92FD-6529AF6304A2}" type="slidenum">
              <a:rPr kumimoji="0" lang="zh-CN" altLang="en-US" sz="1400" smtClean="0">
                <a:solidFill>
                  <a:schemeClr val="bg2"/>
                </a:solidFill>
              </a:rPr>
              <a:pPr>
                <a:spcBef>
                  <a:spcPct val="50000"/>
                </a:spcBef>
                <a:buClrTx/>
                <a:buFontTx/>
                <a:buNone/>
              </a:pPr>
              <a:t>2</a:t>
            </a:fld>
            <a:endParaRPr kumimoji="0" lang="en-US" altLang="zh-CN" sz="1400" smtClean="0">
              <a:solidFill>
                <a:schemeClr val="bg2"/>
              </a:solidFill>
            </a:endParaRPr>
          </a:p>
        </p:txBody>
      </p:sp>
      <p:sp>
        <p:nvSpPr>
          <p:cNvPr id="91140" name="Text Box 4"/>
          <p:cNvSpPr txBox="1">
            <a:spLocks noChangeArrowheads="1"/>
          </p:cNvSpPr>
          <p:nvPr/>
        </p:nvSpPr>
        <p:spPr bwMode="auto">
          <a:xfrm>
            <a:off x="431800" y="4959350"/>
            <a:ext cx="8280400" cy="150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10000"/>
              </a:lnSpc>
              <a:spcBef>
                <a:spcPct val="50000"/>
              </a:spcBef>
              <a:buClrTx/>
              <a:buFontTx/>
              <a:buNone/>
            </a:pPr>
            <a:r>
              <a:rPr kumimoji="0" lang="zh-CN" altLang="en-US" sz="2800"/>
              <a:t>        </a:t>
            </a:r>
            <a:r>
              <a:rPr kumimoji="0" lang="en-US" altLang="zh-CN" sz="2800"/>
              <a:t>19</a:t>
            </a:r>
            <a:r>
              <a:rPr kumimoji="0" lang="zh-CN" altLang="en-US" sz="2800"/>
              <a:t>世纪末人们对黑体辐射做了大量的研究，而波动学说无法给出合理的解释。因此光具有</a:t>
            </a:r>
            <a:r>
              <a:rPr kumimoji="0" lang="zh-CN" altLang="en-US" sz="2800">
                <a:solidFill>
                  <a:srgbClr val="FF0000"/>
                </a:solidFill>
              </a:rPr>
              <a:t>波粒二相性</a:t>
            </a:r>
            <a:r>
              <a:rPr kumimoji="0" lang="zh-CN" altLang="en-US" sz="2800"/>
              <a:t>。</a:t>
            </a:r>
          </a:p>
        </p:txBody>
      </p:sp>
      <p:sp>
        <p:nvSpPr>
          <p:cNvPr id="6148" name="Rectangle 5"/>
          <p:cNvSpPr>
            <a:spLocks noChangeArrowheads="1"/>
          </p:cNvSpPr>
          <p:nvPr/>
        </p:nvSpPr>
        <p:spPr bwMode="auto">
          <a:xfrm>
            <a:off x="431800" y="549275"/>
            <a:ext cx="8370888"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10000"/>
              </a:lnSpc>
              <a:spcBef>
                <a:spcPct val="50000"/>
              </a:spcBef>
              <a:buClrTx/>
              <a:buFontTx/>
              <a:buNone/>
            </a:pPr>
            <a:r>
              <a:rPr kumimoji="0" lang="zh-CN" altLang="en-US" sz="2800"/>
              <a:t>        由于牛顿影响力很大，再加上波动学说在解释光的直线传播时遇到了困难，人们更相信</a:t>
            </a:r>
            <a:r>
              <a:rPr kumimoji="0" lang="zh-CN" altLang="en-US" sz="2800">
                <a:solidFill>
                  <a:srgbClr val="FF0000"/>
                </a:solidFill>
              </a:rPr>
              <a:t>微粒学说。</a:t>
            </a:r>
          </a:p>
        </p:txBody>
      </p:sp>
      <p:sp>
        <p:nvSpPr>
          <p:cNvPr id="91142" name="Rectangle 6"/>
          <p:cNvSpPr>
            <a:spLocks noChangeArrowheads="1"/>
          </p:cNvSpPr>
          <p:nvPr/>
        </p:nvSpPr>
        <p:spPr bwMode="auto">
          <a:xfrm>
            <a:off x="431800" y="1584325"/>
            <a:ext cx="8370888" cy="338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10000"/>
              </a:lnSpc>
              <a:spcBef>
                <a:spcPct val="50000"/>
              </a:spcBef>
              <a:buClrTx/>
              <a:buFontTx/>
              <a:buNone/>
            </a:pPr>
            <a:r>
              <a:rPr kumimoji="0" lang="zh-CN" altLang="en-US" sz="2800"/>
              <a:t>        </a:t>
            </a:r>
            <a:r>
              <a:rPr kumimoji="0" lang="en-US" altLang="zh-CN" sz="2800"/>
              <a:t>1801</a:t>
            </a:r>
            <a:r>
              <a:rPr kumimoji="0" lang="zh-CN" altLang="en-US" sz="2800"/>
              <a:t>年，杨提出了光的干涉原理，后来在实验上也观察到了干涉条纹，菲涅尔等人研究了光的衍射现象并对光的直线传播作出了满意的解释，马吕斯等人还研究了光的偏振现象，确认光是一种横波。1850年傅科从实验中测定了光在水中的传播速度比空气中的速度小，法拉第、麦克斯韦证明了光是电磁波 。光的波动学说取得了决定性的胜利。</a:t>
            </a:r>
            <a:r>
              <a:rPr kumimoji="0" lang="en-US" altLang="zh-CN" sz="2800"/>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142"/>
                                        </p:tgtEl>
                                        <p:attrNameLst>
                                          <p:attrName>style.visibility</p:attrName>
                                        </p:attrNameLst>
                                      </p:cBhvr>
                                      <p:to>
                                        <p:strVal val="visible"/>
                                      </p:to>
                                    </p:set>
                                    <p:animEffect transition="in" filter="wipe(left)">
                                      <p:cBhvr>
                                        <p:cTn id="7" dur="500"/>
                                        <p:tgtEl>
                                          <p:spTgt spid="911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40"/>
                                        </p:tgtEl>
                                        <p:attrNameLst>
                                          <p:attrName>style.visibility</p:attrName>
                                        </p:attrNameLst>
                                      </p:cBhvr>
                                      <p:to>
                                        <p:strVal val="visible"/>
                                      </p:to>
                                    </p:set>
                                    <p:animEffect transition="in" filter="wipe(left)">
                                      <p:cBhvr>
                                        <p:cTn id="12" dur="500"/>
                                        <p:tgtEl>
                                          <p:spTgt spid="91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p:bldP spid="91142"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170" name="组合 1"/>
          <p:cNvGrpSpPr>
            <a:grpSpLocks/>
          </p:cNvGrpSpPr>
          <p:nvPr/>
        </p:nvGrpSpPr>
        <p:grpSpPr bwMode="auto">
          <a:xfrm>
            <a:off x="1466850" y="546100"/>
            <a:ext cx="6308725" cy="5373688"/>
            <a:chOff x="1466655" y="546100"/>
            <a:chExt cx="6308725" cy="5373688"/>
          </a:xfrm>
        </p:grpSpPr>
        <p:grpSp>
          <p:nvGrpSpPr>
            <p:cNvPr id="7171" name="Group 31"/>
            <p:cNvGrpSpPr>
              <a:grpSpLocks/>
            </p:cNvGrpSpPr>
            <p:nvPr/>
          </p:nvGrpSpPr>
          <p:grpSpPr bwMode="auto">
            <a:xfrm>
              <a:off x="1466655" y="546100"/>
              <a:ext cx="6308725" cy="5373688"/>
              <a:chOff x="930" y="344"/>
              <a:chExt cx="3974" cy="3385"/>
            </a:xfrm>
          </p:grpSpPr>
          <p:sp>
            <p:nvSpPr>
              <p:cNvPr id="7173" name="Text Box 16"/>
              <p:cNvSpPr txBox="1">
                <a:spLocks noChangeArrowheads="1"/>
              </p:cNvSpPr>
              <p:nvPr/>
            </p:nvSpPr>
            <p:spPr bwMode="auto">
              <a:xfrm>
                <a:off x="957" y="2217"/>
                <a:ext cx="3947" cy="32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r>
                  <a:rPr lang="en-US" altLang="zh-CN" sz="2800">
                    <a:solidFill>
                      <a:srgbClr val="000000"/>
                    </a:solidFill>
                  </a:rPr>
                  <a:t>§</a:t>
                </a:r>
                <a:r>
                  <a:rPr kumimoji="0" lang="en-US" altLang="zh-CN" sz="2800">
                    <a:solidFill>
                      <a:srgbClr val="000000"/>
                    </a:solidFill>
                  </a:rPr>
                  <a:t>12.2 </a:t>
                </a:r>
                <a:r>
                  <a:rPr kumimoji="0" lang="zh-CN" altLang="en-US" sz="2800">
                    <a:solidFill>
                      <a:srgbClr val="000000"/>
                    </a:solidFill>
                  </a:rPr>
                  <a:t>薄膜干涉</a:t>
                </a:r>
                <a:endParaRPr kumimoji="0" lang="en-US" altLang="zh-CN" sz="2800">
                  <a:solidFill>
                    <a:srgbClr val="000000"/>
                  </a:solidFill>
                </a:endParaRPr>
              </a:p>
            </p:txBody>
          </p:sp>
          <p:sp>
            <p:nvSpPr>
              <p:cNvPr id="7174" name="Text Box 17"/>
              <p:cNvSpPr txBox="1">
                <a:spLocks noChangeArrowheads="1"/>
              </p:cNvSpPr>
              <p:nvPr/>
            </p:nvSpPr>
            <p:spPr bwMode="auto">
              <a:xfrm>
                <a:off x="1364" y="2585"/>
                <a:ext cx="3189" cy="114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solidFill>
                      <a:srgbClr val="000000"/>
                    </a:solidFill>
                  </a:rPr>
                  <a:t>一、光程   </a:t>
                </a:r>
                <a:endParaRPr lang="en-US" altLang="zh-CN" sz="2800">
                  <a:solidFill>
                    <a:srgbClr val="000000"/>
                  </a:solidFill>
                </a:endParaRPr>
              </a:p>
              <a:p>
                <a:pPr eaLnBrk="1" hangingPunct="1">
                  <a:spcBef>
                    <a:spcPct val="0"/>
                  </a:spcBef>
                  <a:buClrTx/>
                  <a:buFontTx/>
                  <a:buNone/>
                </a:pPr>
                <a:r>
                  <a:rPr lang="zh-CN" altLang="en-US" sz="2800">
                    <a:solidFill>
                      <a:srgbClr val="000000"/>
                    </a:solidFill>
                  </a:rPr>
                  <a:t>二、薄膜干涉</a:t>
                </a:r>
                <a:endParaRPr lang="en-US" altLang="zh-CN" sz="2800">
                  <a:solidFill>
                    <a:srgbClr val="000000"/>
                  </a:solidFill>
                </a:endParaRPr>
              </a:p>
              <a:p>
                <a:pPr eaLnBrk="1" hangingPunct="1">
                  <a:spcBef>
                    <a:spcPct val="0"/>
                  </a:spcBef>
                  <a:buClrTx/>
                  <a:buFontTx/>
                  <a:buNone/>
                </a:pPr>
                <a:r>
                  <a:rPr lang="zh-CN" altLang="en-US" sz="2800">
                    <a:solidFill>
                      <a:srgbClr val="000000"/>
                    </a:solidFill>
                  </a:rPr>
                  <a:t>三、劈尖干涉 牛顿环</a:t>
                </a:r>
                <a:endParaRPr lang="en-US" altLang="zh-CN" sz="2800">
                  <a:solidFill>
                    <a:srgbClr val="000000"/>
                  </a:solidFill>
                </a:endParaRPr>
              </a:p>
              <a:p>
                <a:pPr eaLnBrk="1" hangingPunct="1">
                  <a:spcBef>
                    <a:spcPct val="0"/>
                  </a:spcBef>
                  <a:buClrTx/>
                  <a:buFontTx/>
                  <a:buNone/>
                </a:pPr>
                <a:r>
                  <a:rPr lang="zh-CN" altLang="en-US" sz="2800">
                    <a:solidFill>
                      <a:srgbClr val="000000"/>
                    </a:solidFill>
                  </a:rPr>
                  <a:t>四、迈克尔逊干涉仪</a:t>
                </a:r>
                <a:endParaRPr lang="en-US" altLang="zh-CN" sz="2800">
                  <a:solidFill>
                    <a:srgbClr val="000000"/>
                  </a:solidFill>
                </a:endParaRPr>
              </a:p>
            </p:txBody>
          </p:sp>
          <p:sp>
            <p:nvSpPr>
              <p:cNvPr id="7175" name="Text Box 18"/>
              <p:cNvSpPr txBox="1">
                <a:spLocks noChangeArrowheads="1"/>
              </p:cNvSpPr>
              <p:nvPr/>
            </p:nvSpPr>
            <p:spPr bwMode="auto">
              <a:xfrm>
                <a:off x="930" y="890"/>
                <a:ext cx="3230" cy="32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en-US" altLang="zh-CN" sz="2800">
                    <a:solidFill>
                      <a:srgbClr val="000000"/>
                    </a:solidFill>
                  </a:rPr>
                  <a:t>§</a:t>
                </a:r>
                <a:r>
                  <a:rPr kumimoji="0" lang="en-US" altLang="zh-CN" sz="2800">
                    <a:solidFill>
                      <a:srgbClr val="000000"/>
                    </a:solidFill>
                  </a:rPr>
                  <a:t>12.1 </a:t>
                </a:r>
                <a:r>
                  <a:rPr kumimoji="0" lang="zh-CN" altLang="en-US" sz="2800">
                    <a:solidFill>
                      <a:srgbClr val="000000"/>
                    </a:solidFill>
                  </a:rPr>
                  <a:t>杨氏双缝干涉 </a:t>
                </a:r>
                <a:endParaRPr kumimoji="0" lang="en-US" altLang="zh-CN" sz="2800">
                  <a:solidFill>
                    <a:srgbClr val="000000"/>
                  </a:solidFill>
                </a:endParaRPr>
              </a:p>
            </p:txBody>
          </p:sp>
          <p:sp>
            <p:nvSpPr>
              <p:cNvPr id="7176" name="Text Box 19"/>
              <p:cNvSpPr txBox="1">
                <a:spLocks noChangeArrowheads="1"/>
              </p:cNvSpPr>
              <p:nvPr/>
            </p:nvSpPr>
            <p:spPr bwMode="auto">
              <a:xfrm>
                <a:off x="1323" y="344"/>
                <a:ext cx="2782" cy="36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a:spcBef>
                    <a:spcPct val="0"/>
                  </a:spcBef>
                  <a:buClrTx/>
                  <a:buFontTx/>
                  <a:buNone/>
                </a:pPr>
                <a:r>
                  <a:rPr kumimoji="0" lang="zh-CN" altLang="en-US">
                    <a:solidFill>
                      <a:srgbClr val="000000"/>
                    </a:solidFill>
                  </a:rPr>
                  <a:t>第十二章   波动光学</a:t>
                </a:r>
                <a:endParaRPr lang="zh-CN" altLang="en-US">
                  <a:solidFill>
                    <a:srgbClr val="000000"/>
                  </a:solidFill>
                </a:endParaRPr>
              </a:p>
            </p:txBody>
          </p:sp>
          <p:sp>
            <p:nvSpPr>
              <p:cNvPr id="7177" name="Text Box 28"/>
              <p:cNvSpPr txBox="1">
                <a:spLocks noChangeArrowheads="1"/>
              </p:cNvSpPr>
              <p:nvPr/>
            </p:nvSpPr>
            <p:spPr bwMode="auto">
              <a:xfrm>
                <a:off x="1354" y="1281"/>
                <a:ext cx="3189" cy="32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solidFill>
                      <a:srgbClr val="000000"/>
                    </a:solidFill>
                  </a:rPr>
                  <a:t>一、光的干涉</a:t>
                </a:r>
              </a:p>
            </p:txBody>
          </p:sp>
          <p:sp>
            <p:nvSpPr>
              <p:cNvPr id="7178" name="Text Box 29"/>
              <p:cNvSpPr txBox="1">
                <a:spLocks noChangeArrowheads="1"/>
              </p:cNvSpPr>
              <p:nvPr/>
            </p:nvSpPr>
            <p:spPr bwMode="auto">
              <a:xfrm>
                <a:off x="1354" y="1550"/>
                <a:ext cx="3493" cy="32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solidFill>
                      <a:srgbClr val="000000"/>
                    </a:solidFill>
                  </a:rPr>
                  <a:t>二、杨氏双缝干涉</a:t>
                </a:r>
                <a:endParaRPr lang="en-US" altLang="zh-CN" sz="2800">
                  <a:solidFill>
                    <a:srgbClr val="000000"/>
                  </a:solidFill>
                </a:endParaRPr>
              </a:p>
            </p:txBody>
          </p:sp>
        </p:grpSp>
        <p:sp>
          <p:nvSpPr>
            <p:cNvPr id="7172" name="Text Box 28"/>
            <p:cNvSpPr txBox="1">
              <a:spLocks noChangeArrowheads="1"/>
            </p:cNvSpPr>
            <p:nvPr/>
          </p:nvSpPr>
          <p:spPr bwMode="auto">
            <a:xfrm>
              <a:off x="2165350" y="2889250"/>
              <a:ext cx="5062538" cy="51911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solidFill>
                    <a:srgbClr val="000000"/>
                  </a:solidFill>
                </a:rPr>
                <a:t>三、洛埃德镜实验</a:t>
              </a:r>
            </a:p>
          </p:txBody>
        </p:sp>
      </p:grpSp>
    </p:spTree>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FAD9F356-2AFF-49A1-9BC7-CAE5804B9B57}" type="slidenum">
              <a:rPr kumimoji="0" lang="zh-CN" altLang="en-US" sz="1400" smtClean="0">
                <a:solidFill>
                  <a:schemeClr val="bg2"/>
                </a:solidFill>
              </a:rPr>
              <a:pPr>
                <a:spcBef>
                  <a:spcPct val="50000"/>
                </a:spcBef>
                <a:buClrTx/>
                <a:buFontTx/>
                <a:buNone/>
              </a:pPr>
              <a:t>4</a:t>
            </a:fld>
            <a:endParaRPr kumimoji="0" lang="en-US" altLang="zh-CN" sz="1400" smtClean="0">
              <a:solidFill>
                <a:schemeClr val="bg2"/>
              </a:solidFill>
            </a:endParaRPr>
          </a:p>
        </p:txBody>
      </p:sp>
      <p:sp>
        <p:nvSpPr>
          <p:cNvPr id="8195" name="Text Box 5"/>
          <p:cNvSpPr txBox="1">
            <a:spLocks noChangeArrowheads="1"/>
          </p:cNvSpPr>
          <p:nvPr/>
        </p:nvSpPr>
        <p:spPr bwMode="auto">
          <a:xfrm>
            <a:off x="385763" y="773113"/>
            <a:ext cx="43656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0000FF"/>
                </a:solidFill>
              </a:rPr>
              <a:t>一、相干光 </a:t>
            </a:r>
            <a:r>
              <a:rPr kumimoji="0" lang="en-US" altLang="zh-CN" sz="2800">
                <a:solidFill>
                  <a:srgbClr val="0000FF"/>
                </a:solidFill>
              </a:rPr>
              <a:t>(</a:t>
            </a:r>
            <a:r>
              <a:rPr kumimoji="0" lang="zh-CN" altLang="en-US" sz="2800">
                <a:solidFill>
                  <a:srgbClr val="0000FF"/>
                </a:solidFill>
              </a:rPr>
              <a:t>三个条件</a:t>
            </a:r>
            <a:r>
              <a:rPr kumimoji="0" lang="en-US" altLang="zh-CN" sz="2800">
                <a:solidFill>
                  <a:srgbClr val="0000FF"/>
                </a:solidFill>
              </a:rPr>
              <a:t>)</a:t>
            </a:r>
          </a:p>
        </p:txBody>
      </p:sp>
      <p:graphicFrame>
        <p:nvGraphicFramePr>
          <p:cNvPr id="48135" name="Object 7"/>
          <p:cNvGraphicFramePr>
            <a:graphicFrameLocks noChangeAspect="1"/>
          </p:cNvGraphicFramePr>
          <p:nvPr/>
        </p:nvGraphicFramePr>
        <p:xfrm>
          <a:off x="1106488" y="2168525"/>
          <a:ext cx="1906587" cy="547688"/>
        </p:xfrm>
        <a:graphic>
          <a:graphicData uri="http://schemas.openxmlformats.org/presentationml/2006/ole">
            <mc:AlternateContent xmlns:mc="http://schemas.openxmlformats.org/markup-compatibility/2006">
              <mc:Choice xmlns:v="urn:schemas-microsoft-com:vml" Requires="v">
                <p:oleObj spid="_x0000_s8230" name="公式" r:id="rId3" imgW="609336" imgH="177723" progId="Equation.3">
                  <p:embed/>
                </p:oleObj>
              </mc:Choice>
              <mc:Fallback>
                <p:oleObj name="公式" r:id="rId3" imgW="609336" imgH="177723"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6488" y="2168525"/>
                        <a:ext cx="1906587"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8168" name="Group 40"/>
          <p:cNvGrpSpPr>
            <a:grpSpLocks/>
          </p:cNvGrpSpPr>
          <p:nvPr/>
        </p:nvGrpSpPr>
        <p:grpSpPr bwMode="auto">
          <a:xfrm>
            <a:off x="706438" y="536575"/>
            <a:ext cx="7759700" cy="3657600"/>
            <a:chOff x="445" y="338"/>
            <a:chExt cx="4888" cy="2304"/>
          </a:xfrm>
        </p:grpSpPr>
        <p:sp>
          <p:nvSpPr>
            <p:cNvPr id="8215" name="Text Box 6"/>
            <p:cNvSpPr txBox="1">
              <a:spLocks noChangeArrowheads="1"/>
            </p:cNvSpPr>
            <p:nvPr/>
          </p:nvSpPr>
          <p:spPr bwMode="auto">
            <a:xfrm>
              <a:off x="445" y="872"/>
              <a:ext cx="3317"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50000"/>
                </a:spcBef>
                <a:buClrTx/>
                <a:buFontTx/>
                <a:buNone/>
              </a:pPr>
              <a:r>
                <a:rPr kumimoji="0" lang="en-US" altLang="zh-CN" sz="2800">
                  <a:solidFill>
                    <a:srgbClr val="A50021"/>
                  </a:solidFill>
                </a:rPr>
                <a:t>1. </a:t>
              </a:r>
              <a:r>
                <a:rPr kumimoji="0" lang="zh-CN" altLang="en-US" sz="2800">
                  <a:solidFill>
                    <a:srgbClr val="A50021"/>
                  </a:solidFill>
                </a:rPr>
                <a:t>普通光源的发光机制</a:t>
              </a:r>
            </a:p>
          </p:txBody>
        </p:sp>
        <p:grpSp>
          <p:nvGrpSpPr>
            <p:cNvPr id="8216" name="Group 22"/>
            <p:cNvGrpSpPr>
              <a:grpSpLocks/>
            </p:cNvGrpSpPr>
            <p:nvPr/>
          </p:nvGrpSpPr>
          <p:grpSpPr bwMode="auto">
            <a:xfrm>
              <a:off x="3022" y="338"/>
              <a:ext cx="2311" cy="2304"/>
              <a:chOff x="3092" y="289"/>
              <a:chExt cx="2311" cy="2304"/>
            </a:xfrm>
          </p:grpSpPr>
          <p:sp>
            <p:nvSpPr>
              <p:cNvPr id="8217" name="Rectangle 9"/>
              <p:cNvSpPr>
                <a:spLocks noChangeArrowheads="1"/>
              </p:cNvSpPr>
              <p:nvPr/>
            </p:nvSpPr>
            <p:spPr bwMode="auto">
              <a:xfrm>
                <a:off x="3137" y="289"/>
                <a:ext cx="2266" cy="2304"/>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8218" name="Line 10"/>
              <p:cNvSpPr>
                <a:spLocks noChangeShapeType="1"/>
              </p:cNvSpPr>
              <p:nvPr/>
            </p:nvSpPr>
            <p:spPr bwMode="auto">
              <a:xfrm>
                <a:off x="3682" y="577"/>
                <a:ext cx="1317" cy="0"/>
              </a:xfrm>
              <a:prstGeom prst="line">
                <a:avLst/>
              </a:prstGeom>
              <a:noFill/>
              <a:ln w="3810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9" name="Line 11"/>
              <p:cNvSpPr>
                <a:spLocks noChangeShapeType="1"/>
              </p:cNvSpPr>
              <p:nvPr/>
            </p:nvSpPr>
            <p:spPr bwMode="auto">
              <a:xfrm>
                <a:off x="3682" y="673"/>
                <a:ext cx="1317" cy="0"/>
              </a:xfrm>
              <a:prstGeom prst="line">
                <a:avLst/>
              </a:prstGeom>
              <a:noFill/>
              <a:ln w="3810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0" name="Line 12"/>
              <p:cNvSpPr>
                <a:spLocks noChangeShapeType="1"/>
              </p:cNvSpPr>
              <p:nvPr/>
            </p:nvSpPr>
            <p:spPr bwMode="auto">
              <a:xfrm>
                <a:off x="3682" y="913"/>
                <a:ext cx="1317" cy="0"/>
              </a:xfrm>
              <a:prstGeom prst="line">
                <a:avLst/>
              </a:prstGeom>
              <a:noFill/>
              <a:ln w="3810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1" name="Line 13"/>
              <p:cNvSpPr>
                <a:spLocks noChangeShapeType="1"/>
              </p:cNvSpPr>
              <p:nvPr/>
            </p:nvSpPr>
            <p:spPr bwMode="auto">
              <a:xfrm>
                <a:off x="3682" y="1297"/>
                <a:ext cx="1317" cy="0"/>
              </a:xfrm>
              <a:prstGeom prst="line">
                <a:avLst/>
              </a:prstGeom>
              <a:noFill/>
              <a:ln w="3810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2" name="Line 14"/>
              <p:cNvSpPr>
                <a:spLocks noChangeShapeType="1"/>
              </p:cNvSpPr>
              <p:nvPr/>
            </p:nvSpPr>
            <p:spPr bwMode="auto">
              <a:xfrm>
                <a:off x="3682" y="2065"/>
                <a:ext cx="1317" cy="0"/>
              </a:xfrm>
              <a:prstGeom prst="line">
                <a:avLst/>
              </a:prstGeom>
              <a:noFill/>
              <a:ln w="3810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3" name="Line 15"/>
              <p:cNvSpPr>
                <a:spLocks noChangeShapeType="1"/>
              </p:cNvSpPr>
              <p:nvPr/>
            </p:nvSpPr>
            <p:spPr bwMode="auto">
              <a:xfrm>
                <a:off x="3682" y="529"/>
                <a:ext cx="1317" cy="0"/>
              </a:xfrm>
              <a:prstGeom prst="line">
                <a:avLst/>
              </a:prstGeom>
              <a:noFill/>
              <a:ln w="3810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4" name="Text Box 16"/>
              <p:cNvSpPr txBox="1">
                <a:spLocks noChangeArrowheads="1"/>
              </p:cNvSpPr>
              <p:nvPr/>
            </p:nvSpPr>
            <p:spPr bwMode="auto">
              <a:xfrm>
                <a:off x="3137" y="2257"/>
                <a:ext cx="2266" cy="333"/>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defRPr/>
                </a:pPr>
                <a:r>
                  <a:rPr lang="zh-CN" altLang="en-US">
                    <a:solidFill>
                      <a:srgbClr val="000000"/>
                    </a:solidFill>
                  </a:rPr>
                  <a:t>原子能级及发光跃迁</a:t>
                </a:r>
              </a:p>
            </p:txBody>
          </p:sp>
          <p:sp>
            <p:nvSpPr>
              <p:cNvPr id="8225" name="Text Box 17"/>
              <p:cNvSpPr txBox="1">
                <a:spLocks noChangeArrowheads="1"/>
              </p:cNvSpPr>
              <p:nvPr/>
            </p:nvSpPr>
            <p:spPr bwMode="auto">
              <a:xfrm>
                <a:off x="3172" y="1825"/>
                <a:ext cx="107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000000"/>
                    </a:solidFill>
                  </a:rPr>
                  <a:t>基态</a:t>
                </a:r>
              </a:p>
            </p:txBody>
          </p:sp>
          <p:sp>
            <p:nvSpPr>
              <p:cNvPr id="8226" name="Text Box 18"/>
              <p:cNvSpPr txBox="1">
                <a:spLocks noChangeArrowheads="1"/>
              </p:cNvSpPr>
              <p:nvPr/>
            </p:nvSpPr>
            <p:spPr bwMode="auto">
              <a:xfrm>
                <a:off x="3092" y="625"/>
                <a:ext cx="385" cy="1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000000"/>
                    </a:solidFill>
                  </a:rPr>
                  <a:t>激发态</a:t>
                </a:r>
              </a:p>
            </p:txBody>
          </p:sp>
          <p:sp>
            <p:nvSpPr>
              <p:cNvPr id="8227" name="AutoShape 19"/>
              <p:cNvSpPr>
                <a:spLocks/>
              </p:cNvSpPr>
              <p:nvPr/>
            </p:nvSpPr>
            <p:spPr bwMode="auto">
              <a:xfrm>
                <a:off x="3477" y="481"/>
                <a:ext cx="128" cy="864"/>
              </a:xfrm>
              <a:prstGeom prst="leftBrace">
                <a:avLst>
                  <a:gd name="adj1" fmla="val 56250"/>
                  <a:gd name="adj2" fmla="val 50000"/>
                </a:avLst>
              </a:prstGeom>
              <a:noFill/>
              <a:ln w="28575">
                <a:solidFill>
                  <a:srgbClr val="FF0000"/>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8228" name="Line 20"/>
              <p:cNvSpPr>
                <a:spLocks noChangeShapeType="1"/>
              </p:cNvSpPr>
              <p:nvPr/>
            </p:nvSpPr>
            <p:spPr bwMode="auto">
              <a:xfrm>
                <a:off x="3682" y="481"/>
                <a:ext cx="1317" cy="0"/>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29" name="Object 21"/>
              <p:cNvGraphicFramePr>
                <a:graphicFrameLocks noChangeAspect="1"/>
              </p:cNvGraphicFramePr>
              <p:nvPr/>
            </p:nvGraphicFramePr>
            <p:xfrm>
              <a:off x="5005" y="529"/>
              <a:ext cx="288" cy="384"/>
            </p:xfrm>
            <a:graphic>
              <a:graphicData uri="http://schemas.openxmlformats.org/presentationml/2006/ole">
                <mc:AlternateContent xmlns:mc="http://schemas.openxmlformats.org/markup-compatibility/2006">
                  <mc:Choice xmlns:v="urn:schemas-microsoft-com:vml" Requires="v">
                    <p:oleObj spid="_x0000_s8231" name="Equation" r:id="rId5" imgW="279400" imgH="330200" progId="Equation.3">
                      <p:embed/>
                    </p:oleObj>
                  </mc:Choice>
                  <mc:Fallback>
                    <p:oleObj name="Equation" r:id="rId5" imgW="279400" imgH="330200"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5" y="529"/>
                            <a:ext cx="28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48169" name="Group 41"/>
          <p:cNvGrpSpPr>
            <a:grpSpLocks/>
          </p:cNvGrpSpPr>
          <p:nvPr/>
        </p:nvGrpSpPr>
        <p:grpSpPr bwMode="auto">
          <a:xfrm>
            <a:off x="701675" y="2828925"/>
            <a:ext cx="7740650" cy="3209925"/>
            <a:chOff x="442" y="1782"/>
            <a:chExt cx="4876" cy="2022"/>
          </a:xfrm>
        </p:grpSpPr>
        <p:grpSp>
          <p:nvGrpSpPr>
            <p:cNvPr id="8200" name="Group 38"/>
            <p:cNvGrpSpPr>
              <a:grpSpLocks/>
            </p:cNvGrpSpPr>
            <p:nvPr/>
          </p:nvGrpSpPr>
          <p:grpSpPr bwMode="auto">
            <a:xfrm>
              <a:off x="2993" y="2910"/>
              <a:ext cx="2325" cy="894"/>
              <a:chOff x="2398" y="2852"/>
              <a:chExt cx="3103" cy="894"/>
            </a:xfrm>
          </p:grpSpPr>
          <p:sp>
            <p:nvSpPr>
              <p:cNvPr id="8202" name="Line 25"/>
              <p:cNvSpPr>
                <a:spLocks noChangeShapeType="1"/>
              </p:cNvSpPr>
              <p:nvPr/>
            </p:nvSpPr>
            <p:spPr bwMode="auto">
              <a:xfrm>
                <a:off x="2533" y="2891"/>
                <a:ext cx="2797" cy="357"/>
              </a:xfrm>
              <a:prstGeom prst="line">
                <a:avLst/>
              </a:prstGeom>
              <a:noFill/>
              <a:ln w="28575">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3" name="Line 26"/>
              <p:cNvSpPr>
                <a:spLocks noChangeShapeType="1"/>
              </p:cNvSpPr>
              <p:nvPr/>
            </p:nvSpPr>
            <p:spPr bwMode="auto">
              <a:xfrm flipV="1">
                <a:off x="2588" y="3241"/>
                <a:ext cx="2742" cy="44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4" name="Freeform 27"/>
              <p:cNvSpPr>
                <a:spLocks/>
              </p:cNvSpPr>
              <p:nvPr/>
            </p:nvSpPr>
            <p:spPr bwMode="auto">
              <a:xfrm rot="-801501">
                <a:off x="2700" y="3584"/>
                <a:ext cx="448" cy="89"/>
              </a:xfrm>
              <a:custGeom>
                <a:avLst/>
                <a:gdLst>
                  <a:gd name="T0" fmla="*/ 0 w 672"/>
                  <a:gd name="T1" fmla="*/ 70 h 104"/>
                  <a:gd name="T2" fmla="*/ 21 w 672"/>
                  <a:gd name="T3" fmla="*/ 0 h 104"/>
                  <a:gd name="T4" fmla="*/ 43 w 672"/>
                  <a:gd name="T5" fmla="*/ 70 h 104"/>
                  <a:gd name="T6" fmla="*/ 64 w 672"/>
                  <a:gd name="T7" fmla="*/ 0 h 104"/>
                  <a:gd name="T8" fmla="*/ 85 w 672"/>
                  <a:gd name="T9" fmla="*/ 70 h 104"/>
                  <a:gd name="T10" fmla="*/ 107 w 672"/>
                  <a:gd name="T11" fmla="*/ 0 h 104"/>
                  <a:gd name="T12" fmla="*/ 128 w 672"/>
                  <a:gd name="T13" fmla="*/ 70 h 104"/>
                  <a:gd name="T14" fmla="*/ 149 w 672"/>
                  <a:gd name="T15" fmla="*/ 0 h 104"/>
                  <a:gd name="T16" fmla="*/ 171 w 672"/>
                  <a:gd name="T17" fmla="*/ 70 h 104"/>
                  <a:gd name="T18" fmla="*/ 192 w 672"/>
                  <a:gd name="T19" fmla="*/ 0 h 104"/>
                  <a:gd name="T20" fmla="*/ 213 w 672"/>
                  <a:gd name="T21" fmla="*/ 70 h 104"/>
                  <a:gd name="T22" fmla="*/ 235 w 672"/>
                  <a:gd name="T23" fmla="*/ 35 h 104"/>
                  <a:gd name="T24" fmla="*/ 277 w 672"/>
                  <a:gd name="T25" fmla="*/ 35 h 104"/>
                  <a:gd name="T26" fmla="*/ 299 w 672"/>
                  <a:gd name="T27" fmla="*/ 35 h 1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19050" cmpd="sng">
                <a:solidFill>
                  <a:srgbClr val="0000FF"/>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5" name="Freeform 28"/>
              <p:cNvSpPr>
                <a:spLocks/>
              </p:cNvSpPr>
              <p:nvPr/>
            </p:nvSpPr>
            <p:spPr bwMode="auto">
              <a:xfrm rot="-801501">
                <a:off x="3316" y="3477"/>
                <a:ext cx="448" cy="89"/>
              </a:xfrm>
              <a:custGeom>
                <a:avLst/>
                <a:gdLst>
                  <a:gd name="T0" fmla="*/ 0 w 672"/>
                  <a:gd name="T1" fmla="*/ 70 h 104"/>
                  <a:gd name="T2" fmla="*/ 21 w 672"/>
                  <a:gd name="T3" fmla="*/ 0 h 104"/>
                  <a:gd name="T4" fmla="*/ 43 w 672"/>
                  <a:gd name="T5" fmla="*/ 70 h 104"/>
                  <a:gd name="T6" fmla="*/ 64 w 672"/>
                  <a:gd name="T7" fmla="*/ 0 h 104"/>
                  <a:gd name="T8" fmla="*/ 85 w 672"/>
                  <a:gd name="T9" fmla="*/ 70 h 104"/>
                  <a:gd name="T10" fmla="*/ 107 w 672"/>
                  <a:gd name="T11" fmla="*/ 0 h 104"/>
                  <a:gd name="T12" fmla="*/ 128 w 672"/>
                  <a:gd name="T13" fmla="*/ 70 h 104"/>
                  <a:gd name="T14" fmla="*/ 149 w 672"/>
                  <a:gd name="T15" fmla="*/ 0 h 104"/>
                  <a:gd name="T16" fmla="*/ 171 w 672"/>
                  <a:gd name="T17" fmla="*/ 70 h 104"/>
                  <a:gd name="T18" fmla="*/ 192 w 672"/>
                  <a:gd name="T19" fmla="*/ 0 h 104"/>
                  <a:gd name="T20" fmla="*/ 213 w 672"/>
                  <a:gd name="T21" fmla="*/ 70 h 104"/>
                  <a:gd name="T22" fmla="*/ 235 w 672"/>
                  <a:gd name="T23" fmla="*/ 35 h 104"/>
                  <a:gd name="T24" fmla="*/ 277 w 672"/>
                  <a:gd name="T25" fmla="*/ 35 h 104"/>
                  <a:gd name="T26" fmla="*/ 299 w 672"/>
                  <a:gd name="T27" fmla="*/ 35 h 1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19050" cmpd="sng">
                <a:solidFill>
                  <a:srgbClr val="0000FF"/>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6" name="Freeform 29"/>
              <p:cNvSpPr>
                <a:spLocks/>
              </p:cNvSpPr>
              <p:nvPr/>
            </p:nvSpPr>
            <p:spPr bwMode="auto">
              <a:xfrm rot="-801501">
                <a:off x="4491" y="3293"/>
                <a:ext cx="447" cy="89"/>
              </a:xfrm>
              <a:custGeom>
                <a:avLst/>
                <a:gdLst>
                  <a:gd name="T0" fmla="*/ 0 w 672"/>
                  <a:gd name="T1" fmla="*/ 70 h 104"/>
                  <a:gd name="T2" fmla="*/ 21 w 672"/>
                  <a:gd name="T3" fmla="*/ 0 h 104"/>
                  <a:gd name="T4" fmla="*/ 43 w 672"/>
                  <a:gd name="T5" fmla="*/ 70 h 104"/>
                  <a:gd name="T6" fmla="*/ 64 w 672"/>
                  <a:gd name="T7" fmla="*/ 0 h 104"/>
                  <a:gd name="T8" fmla="*/ 85 w 672"/>
                  <a:gd name="T9" fmla="*/ 70 h 104"/>
                  <a:gd name="T10" fmla="*/ 106 w 672"/>
                  <a:gd name="T11" fmla="*/ 0 h 104"/>
                  <a:gd name="T12" fmla="*/ 128 w 672"/>
                  <a:gd name="T13" fmla="*/ 70 h 104"/>
                  <a:gd name="T14" fmla="*/ 149 w 672"/>
                  <a:gd name="T15" fmla="*/ 0 h 104"/>
                  <a:gd name="T16" fmla="*/ 170 w 672"/>
                  <a:gd name="T17" fmla="*/ 70 h 104"/>
                  <a:gd name="T18" fmla="*/ 191 w 672"/>
                  <a:gd name="T19" fmla="*/ 0 h 104"/>
                  <a:gd name="T20" fmla="*/ 212 w 672"/>
                  <a:gd name="T21" fmla="*/ 70 h 104"/>
                  <a:gd name="T22" fmla="*/ 233 w 672"/>
                  <a:gd name="T23" fmla="*/ 35 h 104"/>
                  <a:gd name="T24" fmla="*/ 276 w 672"/>
                  <a:gd name="T25" fmla="*/ 35 h 104"/>
                  <a:gd name="T26" fmla="*/ 297 w 672"/>
                  <a:gd name="T27" fmla="*/ 35 h 1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19050" cmpd="sng">
                <a:solidFill>
                  <a:srgbClr val="0000FF"/>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7" name="Freeform 30"/>
              <p:cNvSpPr>
                <a:spLocks/>
              </p:cNvSpPr>
              <p:nvPr/>
            </p:nvSpPr>
            <p:spPr bwMode="auto">
              <a:xfrm rot="-801501">
                <a:off x="3931" y="3382"/>
                <a:ext cx="448" cy="90"/>
              </a:xfrm>
              <a:custGeom>
                <a:avLst/>
                <a:gdLst>
                  <a:gd name="T0" fmla="*/ 0 w 672"/>
                  <a:gd name="T1" fmla="*/ 72 h 104"/>
                  <a:gd name="T2" fmla="*/ 21 w 672"/>
                  <a:gd name="T3" fmla="*/ 0 h 104"/>
                  <a:gd name="T4" fmla="*/ 43 w 672"/>
                  <a:gd name="T5" fmla="*/ 72 h 104"/>
                  <a:gd name="T6" fmla="*/ 64 w 672"/>
                  <a:gd name="T7" fmla="*/ 0 h 104"/>
                  <a:gd name="T8" fmla="*/ 85 w 672"/>
                  <a:gd name="T9" fmla="*/ 72 h 104"/>
                  <a:gd name="T10" fmla="*/ 107 w 672"/>
                  <a:gd name="T11" fmla="*/ 0 h 104"/>
                  <a:gd name="T12" fmla="*/ 128 w 672"/>
                  <a:gd name="T13" fmla="*/ 72 h 104"/>
                  <a:gd name="T14" fmla="*/ 149 w 672"/>
                  <a:gd name="T15" fmla="*/ 0 h 104"/>
                  <a:gd name="T16" fmla="*/ 171 w 672"/>
                  <a:gd name="T17" fmla="*/ 72 h 104"/>
                  <a:gd name="T18" fmla="*/ 192 w 672"/>
                  <a:gd name="T19" fmla="*/ 0 h 104"/>
                  <a:gd name="T20" fmla="*/ 213 w 672"/>
                  <a:gd name="T21" fmla="*/ 72 h 104"/>
                  <a:gd name="T22" fmla="*/ 235 w 672"/>
                  <a:gd name="T23" fmla="*/ 36 h 104"/>
                  <a:gd name="T24" fmla="*/ 277 w 672"/>
                  <a:gd name="T25" fmla="*/ 36 h 104"/>
                  <a:gd name="T26" fmla="*/ 299 w 672"/>
                  <a:gd name="T27" fmla="*/ 36 h 1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19050" cmpd="sng">
                <a:solidFill>
                  <a:srgbClr val="0000FF"/>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8" name="Freeform 31"/>
              <p:cNvSpPr>
                <a:spLocks/>
              </p:cNvSpPr>
              <p:nvPr/>
            </p:nvSpPr>
            <p:spPr bwMode="auto">
              <a:xfrm rot="599933">
                <a:off x="3372" y="2981"/>
                <a:ext cx="503" cy="89"/>
              </a:xfrm>
              <a:custGeom>
                <a:avLst/>
                <a:gdLst>
                  <a:gd name="T0" fmla="*/ 0 w 672"/>
                  <a:gd name="T1" fmla="*/ 70 h 104"/>
                  <a:gd name="T2" fmla="*/ 27 w 672"/>
                  <a:gd name="T3" fmla="*/ 0 h 104"/>
                  <a:gd name="T4" fmla="*/ 54 w 672"/>
                  <a:gd name="T5" fmla="*/ 70 h 104"/>
                  <a:gd name="T6" fmla="*/ 81 w 672"/>
                  <a:gd name="T7" fmla="*/ 0 h 104"/>
                  <a:gd name="T8" fmla="*/ 108 w 672"/>
                  <a:gd name="T9" fmla="*/ 70 h 104"/>
                  <a:gd name="T10" fmla="*/ 135 w 672"/>
                  <a:gd name="T11" fmla="*/ 0 h 104"/>
                  <a:gd name="T12" fmla="*/ 162 w 672"/>
                  <a:gd name="T13" fmla="*/ 70 h 104"/>
                  <a:gd name="T14" fmla="*/ 189 w 672"/>
                  <a:gd name="T15" fmla="*/ 0 h 104"/>
                  <a:gd name="T16" fmla="*/ 215 w 672"/>
                  <a:gd name="T17" fmla="*/ 70 h 104"/>
                  <a:gd name="T18" fmla="*/ 242 w 672"/>
                  <a:gd name="T19" fmla="*/ 0 h 104"/>
                  <a:gd name="T20" fmla="*/ 269 w 672"/>
                  <a:gd name="T21" fmla="*/ 70 h 104"/>
                  <a:gd name="T22" fmla="*/ 296 w 672"/>
                  <a:gd name="T23" fmla="*/ 35 h 104"/>
                  <a:gd name="T24" fmla="*/ 350 w 672"/>
                  <a:gd name="T25" fmla="*/ 35 h 104"/>
                  <a:gd name="T26" fmla="*/ 377 w 672"/>
                  <a:gd name="T27" fmla="*/ 35 h 1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19050" cmpd="sng">
                <a:solidFill>
                  <a:srgbClr val="FF66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9" name="Freeform 32"/>
              <p:cNvSpPr>
                <a:spLocks/>
              </p:cNvSpPr>
              <p:nvPr/>
            </p:nvSpPr>
            <p:spPr bwMode="auto">
              <a:xfrm rot="599933">
                <a:off x="4099" y="3070"/>
                <a:ext cx="504" cy="89"/>
              </a:xfrm>
              <a:custGeom>
                <a:avLst/>
                <a:gdLst>
                  <a:gd name="T0" fmla="*/ 0 w 672"/>
                  <a:gd name="T1" fmla="*/ 70 h 104"/>
                  <a:gd name="T2" fmla="*/ 27 w 672"/>
                  <a:gd name="T3" fmla="*/ 0 h 104"/>
                  <a:gd name="T4" fmla="*/ 54 w 672"/>
                  <a:gd name="T5" fmla="*/ 70 h 104"/>
                  <a:gd name="T6" fmla="*/ 81 w 672"/>
                  <a:gd name="T7" fmla="*/ 0 h 104"/>
                  <a:gd name="T8" fmla="*/ 108 w 672"/>
                  <a:gd name="T9" fmla="*/ 70 h 104"/>
                  <a:gd name="T10" fmla="*/ 135 w 672"/>
                  <a:gd name="T11" fmla="*/ 0 h 104"/>
                  <a:gd name="T12" fmla="*/ 162 w 672"/>
                  <a:gd name="T13" fmla="*/ 70 h 104"/>
                  <a:gd name="T14" fmla="*/ 189 w 672"/>
                  <a:gd name="T15" fmla="*/ 0 h 104"/>
                  <a:gd name="T16" fmla="*/ 216 w 672"/>
                  <a:gd name="T17" fmla="*/ 70 h 104"/>
                  <a:gd name="T18" fmla="*/ 243 w 672"/>
                  <a:gd name="T19" fmla="*/ 0 h 104"/>
                  <a:gd name="T20" fmla="*/ 270 w 672"/>
                  <a:gd name="T21" fmla="*/ 70 h 104"/>
                  <a:gd name="T22" fmla="*/ 297 w 672"/>
                  <a:gd name="T23" fmla="*/ 35 h 104"/>
                  <a:gd name="T24" fmla="*/ 351 w 672"/>
                  <a:gd name="T25" fmla="*/ 35 h 104"/>
                  <a:gd name="T26" fmla="*/ 378 w 672"/>
                  <a:gd name="T27" fmla="*/ 35 h 1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19050" cmpd="sng">
                <a:solidFill>
                  <a:srgbClr val="FF66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0" name="Freeform 33"/>
              <p:cNvSpPr>
                <a:spLocks/>
              </p:cNvSpPr>
              <p:nvPr/>
            </p:nvSpPr>
            <p:spPr bwMode="auto">
              <a:xfrm rot="585018">
                <a:off x="4826" y="3159"/>
                <a:ext cx="504" cy="89"/>
              </a:xfrm>
              <a:custGeom>
                <a:avLst/>
                <a:gdLst>
                  <a:gd name="T0" fmla="*/ 0 w 672"/>
                  <a:gd name="T1" fmla="*/ 70 h 104"/>
                  <a:gd name="T2" fmla="*/ 27 w 672"/>
                  <a:gd name="T3" fmla="*/ 0 h 104"/>
                  <a:gd name="T4" fmla="*/ 54 w 672"/>
                  <a:gd name="T5" fmla="*/ 70 h 104"/>
                  <a:gd name="T6" fmla="*/ 81 w 672"/>
                  <a:gd name="T7" fmla="*/ 0 h 104"/>
                  <a:gd name="T8" fmla="*/ 108 w 672"/>
                  <a:gd name="T9" fmla="*/ 70 h 104"/>
                  <a:gd name="T10" fmla="*/ 135 w 672"/>
                  <a:gd name="T11" fmla="*/ 0 h 104"/>
                  <a:gd name="T12" fmla="*/ 162 w 672"/>
                  <a:gd name="T13" fmla="*/ 70 h 104"/>
                  <a:gd name="T14" fmla="*/ 189 w 672"/>
                  <a:gd name="T15" fmla="*/ 0 h 104"/>
                  <a:gd name="T16" fmla="*/ 216 w 672"/>
                  <a:gd name="T17" fmla="*/ 70 h 104"/>
                  <a:gd name="T18" fmla="*/ 243 w 672"/>
                  <a:gd name="T19" fmla="*/ 0 h 104"/>
                  <a:gd name="T20" fmla="*/ 270 w 672"/>
                  <a:gd name="T21" fmla="*/ 70 h 104"/>
                  <a:gd name="T22" fmla="*/ 297 w 672"/>
                  <a:gd name="T23" fmla="*/ 35 h 104"/>
                  <a:gd name="T24" fmla="*/ 351 w 672"/>
                  <a:gd name="T25" fmla="*/ 35 h 104"/>
                  <a:gd name="T26" fmla="*/ 378 w 672"/>
                  <a:gd name="T27" fmla="*/ 35 h 1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19050" cmpd="sng">
                <a:solidFill>
                  <a:srgbClr val="FF66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1" name="Freeform 34"/>
              <p:cNvSpPr>
                <a:spLocks/>
              </p:cNvSpPr>
              <p:nvPr/>
            </p:nvSpPr>
            <p:spPr bwMode="auto">
              <a:xfrm rot="599933">
                <a:off x="2700" y="2891"/>
                <a:ext cx="504" cy="90"/>
              </a:xfrm>
              <a:custGeom>
                <a:avLst/>
                <a:gdLst>
                  <a:gd name="T0" fmla="*/ 0 w 672"/>
                  <a:gd name="T1" fmla="*/ 72 h 104"/>
                  <a:gd name="T2" fmla="*/ 27 w 672"/>
                  <a:gd name="T3" fmla="*/ 0 h 104"/>
                  <a:gd name="T4" fmla="*/ 54 w 672"/>
                  <a:gd name="T5" fmla="*/ 72 h 104"/>
                  <a:gd name="T6" fmla="*/ 81 w 672"/>
                  <a:gd name="T7" fmla="*/ 0 h 104"/>
                  <a:gd name="T8" fmla="*/ 108 w 672"/>
                  <a:gd name="T9" fmla="*/ 72 h 104"/>
                  <a:gd name="T10" fmla="*/ 135 w 672"/>
                  <a:gd name="T11" fmla="*/ 0 h 104"/>
                  <a:gd name="T12" fmla="*/ 162 w 672"/>
                  <a:gd name="T13" fmla="*/ 72 h 104"/>
                  <a:gd name="T14" fmla="*/ 189 w 672"/>
                  <a:gd name="T15" fmla="*/ 0 h 104"/>
                  <a:gd name="T16" fmla="*/ 216 w 672"/>
                  <a:gd name="T17" fmla="*/ 72 h 104"/>
                  <a:gd name="T18" fmla="*/ 243 w 672"/>
                  <a:gd name="T19" fmla="*/ 0 h 104"/>
                  <a:gd name="T20" fmla="*/ 270 w 672"/>
                  <a:gd name="T21" fmla="*/ 72 h 104"/>
                  <a:gd name="T22" fmla="*/ 297 w 672"/>
                  <a:gd name="T23" fmla="*/ 36 h 104"/>
                  <a:gd name="T24" fmla="*/ 351 w 672"/>
                  <a:gd name="T25" fmla="*/ 36 h 104"/>
                  <a:gd name="T26" fmla="*/ 378 w 672"/>
                  <a:gd name="T27" fmla="*/ 36 h 1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19050" cmpd="sng">
                <a:solidFill>
                  <a:srgbClr val="FF66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2" name="Text Box 35"/>
              <p:cNvSpPr txBox="1">
                <a:spLocks noChangeArrowheads="1"/>
              </p:cNvSpPr>
              <p:nvPr/>
            </p:nvSpPr>
            <p:spPr bwMode="auto">
              <a:xfrm>
                <a:off x="5163" y="3338"/>
                <a:ext cx="3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en-US" altLang="zh-CN" sz="2800" i="1">
                    <a:solidFill>
                      <a:srgbClr val="000000"/>
                    </a:solidFill>
                  </a:rPr>
                  <a:t>P</a:t>
                </a:r>
              </a:p>
            </p:txBody>
          </p:sp>
          <p:sp>
            <p:nvSpPr>
              <p:cNvPr id="8213" name="Text Box 36"/>
              <p:cNvSpPr txBox="1">
                <a:spLocks noChangeArrowheads="1"/>
              </p:cNvSpPr>
              <p:nvPr/>
            </p:nvSpPr>
            <p:spPr bwMode="auto">
              <a:xfrm>
                <a:off x="2426" y="3419"/>
                <a:ext cx="30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en-US" altLang="zh-CN" sz="2800">
                    <a:solidFill>
                      <a:srgbClr val="000000"/>
                    </a:solidFill>
                  </a:rPr>
                  <a:t>2</a:t>
                </a:r>
              </a:p>
            </p:txBody>
          </p:sp>
          <p:sp>
            <p:nvSpPr>
              <p:cNvPr id="8214" name="Text Box 37"/>
              <p:cNvSpPr txBox="1">
                <a:spLocks noChangeArrowheads="1"/>
              </p:cNvSpPr>
              <p:nvPr/>
            </p:nvSpPr>
            <p:spPr bwMode="auto">
              <a:xfrm>
                <a:off x="2398" y="2852"/>
                <a:ext cx="3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en-US" altLang="zh-CN" sz="2800">
                    <a:solidFill>
                      <a:srgbClr val="1C1C1C"/>
                    </a:solidFill>
                  </a:rPr>
                  <a:t>1</a:t>
                </a:r>
              </a:p>
            </p:txBody>
          </p:sp>
        </p:grpSp>
        <p:sp>
          <p:nvSpPr>
            <p:cNvPr id="8201" name="Text Box 39"/>
            <p:cNvSpPr txBox="1">
              <a:spLocks noChangeArrowheads="1"/>
            </p:cNvSpPr>
            <p:nvPr/>
          </p:nvSpPr>
          <p:spPr bwMode="auto">
            <a:xfrm>
              <a:off x="442" y="1782"/>
              <a:ext cx="2268" cy="19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lnSpc>
                  <a:spcPct val="120000"/>
                </a:lnSpc>
                <a:spcBef>
                  <a:spcPct val="50000"/>
                </a:spcBef>
                <a:buClrTx/>
                <a:buFontTx/>
                <a:buNone/>
              </a:pPr>
              <a:r>
                <a:rPr kumimoji="0" lang="zh-CN" altLang="en-US" sz="2800">
                  <a:solidFill>
                    <a:srgbClr val="000000"/>
                  </a:solidFill>
                </a:rPr>
                <a:t>        </a:t>
              </a:r>
              <a:r>
                <a:rPr kumimoji="0" lang="zh-CN" altLang="en-US" sz="2800">
                  <a:solidFill>
                    <a:srgbClr val="A50021"/>
                  </a:solidFill>
                </a:rPr>
                <a:t>普通光源发光特点：</a:t>
              </a:r>
              <a:r>
                <a:rPr kumimoji="0" lang="zh-CN" altLang="en-US" sz="2800">
                  <a:solidFill>
                    <a:srgbClr val="000000"/>
                  </a:solidFill>
                </a:rPr>
                <a:t>原子发光是断续的，每次发光形成一个短短的波列</a:t>
              </a:r>
              <a:r>
                <a:rPr kumimoji="0" lang="en-US" altLang="zh-CN" sz="2800">
                  <a:solidFill>
                    <a:srgbClr val="000000"/>
                  </a:solidFill>
                  <a:latin typeface="宋体" charset="-122"/>
                </a:rPr>
                <a:t>,</a:t>
              </a:r>
              <a:r>
                <a:rPr kumimoji="0" lang="en-US" altLang="zh-CN" sz="2800">
                  <a:solidFill>
                    <a:srgbClr val="000000"/>
                  </a:solidFill>
                </a:rPr>
                <a:t>  </a:t>
              </a:r>
              <a:r>
                <a:rPr kumimoji="0" lang="zh-CN" altLang="en-US" sz="2800">
                  <a:solidFill>
                    <a:srgbClr val="000000"/>
                  </a:solidFill>
                </a:rPr>
                <a:t>各原子各次发光相互独立，各波列互不相干</a:t>
              </a:r>
              <a:r>
                <a:rPr kumimoji="0" lang="en-US" altLang="zh-CN" sz="2800">
                  <a:solidFill>
                    <a:srgbClr val="000000"/>
                  </a:solidFill>
                </a:rPr>
                <a:t>.</a:t>
              </a:r>
            </a:p>
          </p:txBody>
        </p:sp>
      </p:grpSp>
      <p:sp>
        <p:nvSpPr>
          <p:cNvPr id="8199" name="Text Box 12"/>
          <p:cNvSpPr txBox="1">
            <a:spLocks noChangeArrowheads="1"/>
          </p:cNvSpPr>
          <p:nvPr/>
        </p:nvSpPr>
        <p:spPr bwMode="auto">
          <a:xfrm>
            <a:off x="1601788" y="-80963"/>
            <a:ext cx="5343525" cy="57943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r>
              <a:rPr lang="en-US" altLang="zh-CN">
                <a:solidFill>
                  <a:srgbClr val="000000"/>
                </a:solidFill>
              </a:rPr>
              <a:t>§</a:t>
            </a:r>
            <a:r>
              <a:rPr kumimoji="0" lang="en-US" altLang="zh-CN">
                <a:solidFill>
                  <a:srgbClr val="000000"/>
                </a:solidFill>
              </a:rPr>
              <a:t>12.1  </a:t>
            </a:r>
            <a:r>
              <a:rPr kumimoji="0" lang="zh-CN" altLang="en-US">
                <a:solidFill>
                  <a:srgbClr val="000000"/>
                </a:solidFill>
              </a:rPr>
              <a:t>杨氏双缝干涉</a:t>
            </a:r>
            <a:endParaRPr kumimoji="0" lang="en-US" altLang="zh-CN">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8168"/>
                                        </p:tgtEl>
                                        <p:attrNameLst>
                                          <p:attrName>style.visibility</p:attrName>
                                        </p:attrNameLst>
                                      </p:cBhvr>
                                      <p:to>
                                        <p:strVal val="visible"/>
                                      </p:to>
                                    </p:set>
                                    <p:animEffect transition="in" filter="wipe(left)">
                                      <p:cBhvr>
                                        <p:cTn id="7" dur="500"/>
                                        <p:tgtEl>
                                          <p:spTgt spid="481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8135"/>
                                        </p:tgtEl>
                                        <p:attrNameLst>
                                          <p:attrName>style.visibility</p:attrName>
                                        </p:attrNameLst>
                                      </p:cBhvr>
                                      <p:to>
                                        <p:strVal val="visible"/>
                                      </p:to>
                                    </p:set>
                                    <p:animEffect transition="in" filter="blinds(horizontal)">
                                      <p:cBhvr>
                                        <p:cTn id="12" dur="500"/>
                                        <p:tgtEl>
                                          <p:spTgt spid="481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8169"/>
                                        </p:tgtEl>
                                        <p:attrNameLst>
                                          <p:attrName>style.visibility</p:attrName>
                                        </p:attrNameLst>
                                      </p:cBhvr>
                                      <p:to>
                                        <p:strVal val="visible"/>
                                      </p:to>
                                    </p:set>
                                    <p:animEffect transition="in" filter="wipe(left)">
                                      <p:cBhvr>
                                        <p:cTn id="17" dur="500"/>
                                        <p:tgtEl>
                                          <p:spTgt spid="48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42D9922B-85C8-4F34-8B12-C8C093A49EC5}" type="slidenum">
              <a:rPr kumimoji="0" lang="zh-CN" altLang="en-US" sz="1400" smtClean="0">
                <a:solidFill>
                  <a:schemeClr val="bg2"/>
                </a:solidFill>
              </a:rPr>
              <a:pPr>
                <a:spcBef>
                  <a:spcPct val="50000"/>
                </a:spcBef>
                <a:buClrTx/>
                <a:buFontTx/>
                <a:buNone/>
              </a:pPr>
              <a:t>5</a:t>
            </a:fld>
            <a:endParaRPr kumimoji="0" lang="en-US" altLang="zh-CN" sz="1400" smtClean="0">
              <a:solidFill>
                <a:schemeClr val="bg2"/>
              </a:solidFill>
            </a:endParaRPr>
          </a:p>
        </p:txBody>
      </p:sp>
      <p:sp>
        <p:nvSpPr>
          <p:cNvPr id="9219" name="Text Box 2"/>
          <p:cNvSpPr txBox="1">
            <a:spLocks noChangeArrowheads="1"/>
          </p:cNvSpPr>
          <p:nvPr/>
        </p:nvSpPr>
        <p:spPr bwMode="auto">
          <a:xfrm>
            <a:off x="522288" y="569913"/>
            <a:ext cx="37306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en-US" altLang="zh-CN" sz="2800">
                <a:solidFill>
                  <a:srgbClr val="CC0000"/>
                </a:solidFill>
              </a:rPr>
              <a:t>2. </a:t>
            </a:r>
            <a:r>
              <a:rPr kumimoji="0" lang="zh-CN" altLang="en-US" sz="2800">
                <a:solidFill>
                  <a:srgbClr val="CC0000"/>
                </a:solidFill>
              </a:rPr>
              <a:t>相干光的产生</a:t>
            </a:r>
            <a:endParaRPr kumimoji="0" lang="zh-CN" altLang="zh-CN" sz="2800">
              <a:solidFill>
                <a:srgbClr val="CC0000"/>
              </a:solidFill>
            </a:endParaRPr>
          </a:p>
        </p:txBody>
      </p:sp>
      <p:grpSp>
        <p:nvGrpSpPr>
          <p:cNvPr id="50179" name="Group 3"/>
          <p:cNvGrpSpPr>
            <a:grpSpLocks/>
          </p:cNvGrpSpPr>
          <p:nvPr/>
        </p:nvGrpSpPr>
        <p:grpSpPr bwMode="auto">
          <a:xfrm>
            <a:off x="641350" y="1763713"/>
            <a:ext cx="2971800" cy="4318000"/>
            <a:chOff x="192" y="1104"/>
            <a:chExt cx="2016" cy="2880"/>
          </a:xfrm>
        </p:grpSpPr>
        <p:sp>
          <p:nvSpPr>
            <p:cNvPr id="9265" name="Rectangle 4"/>
            <p:cNvSpPr>
              <a:spLocks noChangeArrowheads="1"/>
            </p:cNvSpPr>
            <p:nvPr/>
          </p:nvSpPr>
          <p:spPr bwMode="auto">
            <a:xfrm>
              <a:off x="192" y="1104"/>
              <a:ext cx="2016" cy="288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50181" name="Text Box 5"/>
            <p:cNvSpPr txBox="1">
              <a:spLocks noChangeArrowheads="1"/>
            </p:cNvSpPr>
            <p:nvPr/>
          </p:nvSpPr>
          <p:spPr bwMode="auto">
            <a:xfrm>
              <a:off x="192" y="1104"/>
              <a:ext cx="2016" cy="353"/>
            </a:xfrm>
            <a:prstGeom prst="rect">
              <a:avLst/>
            </a:prstGeom>
            <a:gradFill rotWithShape="0">
              <a:gsLst>
                <a:gs pos="0">
                  <a:schemeClr val="accent1">
                    <a:alpha val="14000"/>
                  </a:schemeClr>
                </a:gs>
                <a:gs pos="50000">
                  <a:schemeClr val="bg1"/>
                </a:gs>
                <a:gs pos="100000">
                  <a:schemeClr val="accent1">
                    <a:alpha val="14000"/>
                  </a:schemeClr>
                </a:gs>
              </a:gsLst>
              <a:lin ang="5400000" scaled="1"/>
            </a:gra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defRPr/>
              </a:pPr>
              <a:r>
                <a:rPr lang="zh-CN" altLang="en-US">
                  <a:solidFill>
                    <a:srgbClr val="080808"/>
                  </a:solidFill>
                </a:rPr>
                <a:t>振幅分割法</a:t>
              </a:r>
            </a:p>
          </p:txBody>
        </p:sp>
        <p:sp>
          <p:nvSpPr>
            <p:cNvPr id="9267" name="Freeform 6"/>
            <p:cNvSpPr>
              <a:spLocks/>
            </p:cNvSpPr>
            <p:nvPr/>
          </p:nvSpPr>
          <p:spPr bwMode="auto">
            <a:xfrm rot="2379605">
              <a:off x="240" y="2544"/>
              <a:ext cx="880" cy="48"/>
            </a:xfrm>
            <a:custGeom>
              <a:avLst/>
              <a:gdLst>
                <a:gd name="T0" fmla="*/ 0 w 672"/>
                <a:gd name="T1" fmla="*/ 20 h 104"/>
                <a:gd name="T2" fmla="*/ 83 w 672"/>
                <a:gd name="T3" fmla="*/ 0 h 104"/>
                <a:gd name="T4" fmla="*/ 165 w 672"/>
                <a:gd name="T5" fmla="*/ 20 h 104"/>
                <a:gd name="T6" fmla="*/ 248 w 672"/>
                <a:gd name="T7" fmla="*/ 0 h 104"/>
                <a:gd name="T8" fmla="*/ 329 w 672"/>
                <a:gd name="T9" fmla="*/ 20 h 104"/>
                <a:gd name="T10" fmla="*/ 411 w 672"/>
                <a:gd name="T11" fmla="*/ 0 h 104"/>
                <a:gd name="T12" fmla="*/ 494 w 672"/>
                <a:gd name="T13" fmla="*/ 20 h 104"/>
                <a:gd name="T14" fmla="*/ 576 w 672"/>
                <a:gd name="T15" fmla="*/ 0 h 104"/>
                <a:gd name="T16" fmla="*/ 659 w 672"/>
                <a:gd name="T17" fmla="*/ 20 h 104"/>
                <a:gd name="T18" fmla="*/ 741 w 672"/>
                <a:gd name="T19" fmla="*/ 0 h 104"/>
                <a:gd name="T20" fmla="*/ 824 w 672"/>
                <a:gd name="T21" fmla="*/ 20 h 104"/>
                <a:gd name="T22" fmla="*/ 905 w 672"/>
                <a:gd name="T23" fmla="*/ 10 h 104"/>
                <a:gd name="T24" fmla="*/ 1070 w 672"/>
                <a:gd name="T25" fmla="*/ 10 h 104"/>
                <a:gd name="T26" fmla="*/ 1152 w 672"/>
                <a:gd name="T27" fmla="*/ 10 h 1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38100" cmpd="sng">
              <a:solidFill>
                <a:srgbClr val="0000FF"/>
              </a:solidFill>
              <a:round/>
              <a:headEnd type="none" w="med" len="med"/>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268" name="Group 7"/>
            <p:cNvGrpSpPr>
              <a:grpSpLocks/>
            </p:cNvGrpSpPr>
            <p:nvPr/>
          </p:nvGrpSpPr>
          <p:grpSpPr bwMode="auto">
            <a:xfrm>
              <a:off x="960" y="2400"/>
              <a:ext cx="880" cy="432"/>
              <a:chOff x="1200" y="2112"/>
              <a:chExt cx="880" cy="432"/>
            </a:xfrm>
          </p:grpSpPr>
          <p:sp>
            <p:nvSpPr>
              <p:cNvPr id="9274" name="Freeform 8"/>
              <p:cNvSpPr>
                <a:spLocks/>
              </p:cNvSpPr>
              <p:nvPr/>
            </p:nvSpPr>
            <p:spPr bwMode="auto">
              <a:xfrm rot="-2571406">
                <a:off x="1200" y="2112"/>
                <a:ext cx="880" cy="48"/>
              </a:xfrm>
              <a:custGeom>
                <a:avLst/>
                <a:gdLst>
                  <a:gd name="T0" fmla="*/ 0 w 672"/>
                  <a:gd name="T1" fmla="*/ 20 h 104"/>
                  <a:gd name="T2" fmla="*/ 83 w 672"/>
                  <a:gd name="T3" fmla="*/ 0 h 104"/>
                  <a:gd name="T4" fmla="*/ 165 w 672"/>
                  <a:gd name="T5" fmla="*/ 20 h 104"/>
                  <a:gd name="T6" fmla="*/ 248 w 672"/>
                  <a:gd name="T7" fmla="*/ 0 h 104"/>
                  <a:gd name="T8" fmla="*/ 329 w 672"/>
                  <a:gd name="T9" fmla="*/ 20 h 104"/>
                  <a:gd name="T10" fmla="*/ 411 w 672"/>
                  <a:gd name="T11" fmla="*/ 0 h 104"/>
                  <a:gd name="T12" fmla="*/ 494 w 672"/>
                  <a:gd name="T13" fmla="*/ 20 h 104"/>
                  <a:gd name="T14" fmla="*/ 576 w 672"/>
                  <a:gd name="T15" fmla="*/ 0 h 104"/>
                  <a:gd name="T16" fmla="*/ 659 w 672"/>
                  <a:gd name="T17" fmla="*/ 20 h 104"/>
                  <a:gd name="T18" fmla="*/ 741 w 672"/>
                  <a:gd name="T19" fmla="*/ 0 h 104"/>
                  <a:gd name="T20" fmla="*/ 824 w 672"/>
                  <a:gd name="T21" fmla="*/ 20 h 104"/>
                  <a:gd name="T22" fmla="*/ 905 w 672"/>
                  <a:gd name="T23" fmla="*/ 10 h 104"/>
                  <a:gd name="T24" fmla="*/ 1070 w 672"/>
                  <a:gd name="T25" fmla="*/ 10 h 104"/>
                  <a:gd name="T26" fmla="*/ 1152 w 672"/>
                  <a:gd name="T27" fmla="*/ 10 h 1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28575" cmpd="sng">
                <a:solidFill>
                  <a:srgbClr val="CC00FF"/>
                </a:solidFill>
                <a:round/>
                <a:headEnd type="none" w="med" len="med"/>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5" name="Line 9"/>
              <p:cNvSpPr>
                <a:spLocks noChangeShapeType="1"/>
              </p:cNvSpPr>
              <p:nvPr/>
            </p:nvSpPr>
            <p:spPr bwMode="auto">
              <a:xfrm flipV="1">
                <a:off x="1240" y="2448"/>
                <a:ext cx="80" cy="96"/>
              </a:xfrm>
              <a:prstGeom prst="line">
                <a:avLst/>
              </a:prstGeom>
              <a:noFill/>
              <a:ln w="28575">
                <a:solidFill>
                  <a:srgbClr val="CC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69" name="Line 10"/>
            <p:cNvSpPr>
              <a:spLocks noChangeShapeType="1"/>
            </p:cNvSpPr>
            <p:nvPr/>
          </p:nvSpPr>
          <p:spPr bwMode="auto">
            <a:xfrm>
              <a:off x="1000" y="2832"/>
              <a:ext cx="200" cy="480"/>
            </a:xfrm>
            <a:prstGeom prst="line">
              <a:avLst/>
            </a:prstGeom>
            <a:noFill/>
            <a:ln w="28575">
              <a:solidFill>
                <a:srgbClr val="CC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270" name="Group 11"/>
            <p:cNvGrpSpPr>
              <a:grpSpLocks/>
            </p:cNvGrpSpPr>
            <p:nvPr/>
          </p:nvGrpSpPr>
          <p:grpSpPr bwMode="auto">
            <a:xfrm>
              <a:off x="1200" y="2496"/>
              <a:ext cx="960" cy="816"/>
              <a:chOff x="1344" y="2400"/>
              <a:chExt cx="960" cy="816"/>
            </a:xfrm>
          </p:grpSpPr>
          <p:sp>
            <p:nvSpPr>
              <p:cNvPr id="9272" name="Line 12"/>
              <p:cNvSpPr>
                <a:spLocks noChangeShapeType="1"/>
              </p:cNvSpPr>
              <p:nvPr/>
            </p:nvSpPr>
            <p:spPr bwMode="auto">
              <a:xfrm flipV="1">
                <a:off x="1344" y="2736"/>
                <a:ext cx="200" cy="480"/>
              </a:xfrm>
              <a:prstGeom prst="line">
                <a:avLst/>
              </a:prstGeom>
              <a:noFill/>
              <a:ln w="28575">
                <a:solidFill>
                  <a:srgbClr val="CC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3" name="Freeform 13"/>
              <p:cNvSpPr>
                <a:spLocks/>
              </p:cNvSpPr>
              <p:nvPr/>
            </p:nvSpPr>
            <p:spPr bwMode="auto">
              <a:xfrm rot="-2571406">
                <a:off x="1424" y="2400"/>
                <a:ext cx="880" cy="48"/>
              </a:xfrm>
              <a:custGeom>
                <a:avLst/>
                <a:gdLst>
                  <a:gd name="T0" fmla="*/ 0 w 672"/>
                  <a:gd name="T1" fmla="*/ 20 h 104"/>
                  <a:gd name="T2" fmla="*/ 83 w 672"/>
                  <a:gd name="T3" fmla="*/ 0 h 104"/>
                  <a:gd name="T4" fmla="*/ 165 w 672"/>
                  <a:gd name="T5" fmla="*/ 20 h 104"/>
                  <a:gd name="T6" fmla="*/ 248 w 672"/>
                  <a:gd name="T7" fmla="*/ 0 h 104"/>
                  <a:gd name="T8" fmla="*/ 329 w 672"/>
                  <a:gd name="T9" fmla="*/ 20 h 104"/>
                  <a:gd name="T10" fmla="*/ 411 w 672"/>
                  <a:gd name="T11" fmla="*/ 0 h 104"/>
                  <a:gd name="T12" fmla="*/ 494 w 672"/>
                  <a:gd name="T13" fmla="*/ 20 h 104"/>
                  <a:gd name="T14" fmla="*/ 576 w 672"/>
                  <a:gd name="T15" fmla="*/ 0 h 104"/>
                  <a:gd name="T16" fmla="*/ 659 w 672"/>
                  <a:gd name="T17" fmla="*/ 20 h 104"/>
                  <a:gd name="T18" fmla="*/ 741 w 672"/>
                  <a:gd name="T19" fmla="*/ 0 h 104"/>
                  <a:gd name="T20" fmla="*/ 824 w 672"/>
                  <a:gd name="T21" fmla="*/ 20 h 104"/>
                  <a:gd name="T22" fmla="*/ 905 w 672"/>
                  <a:gd name="T23" fmla="*/ 10 h 104"/>
                  <a:gd name="T24" fmla="*/ 1070 w 672"/>
                  <a:gd name="T25" fmla="*/ 10 h 104"/>
                  <a:gd name="T26" fmla="*/ 1152 w 672"/>
                  <a:gd name="T27" fmla="*/ 10 h 1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104">
                    <a:moveTo>
                      <a:pt x="0" y="96"/>
                    </a:moveTo>
                    <a:cubicBezTo>
                      <a:pt x="16" y="48"/>
                      <a:pt x="32" y="0"/>
                      <a:pt x="48" y="0"/>
                    </a:cubicBezTo>
                    <a:cubicBezTo>
                      <a:pt x="64" y="0"/>
                      <a:pt x="80" y="96"/>
                      <a:pt x="96" y="96"/>
                    </a:cubicBezTo>
                    <a:cubicBezTo>
                      <a:pt x="112" y="96"/>
                      <a:pt x="128" y="0"/>
                      <a:pt x="144" y="0"/>
                    </a:cubicBezTo>
                    <a:cubicBezTo>
                      <a:pt x="160" y="0"/>
                      <a:pt x="176" y="96"/>
                      <a:pt x="192" y="96"/>
                    </a:cubicBezTo>
                    <a:cubicBezTo>
                      <a:pt x="208" y="96"/>
                      <a:pt x="224" y="0"/>
                      <a:pt x="240" y="0"/>
                    </a:cubicBezTo>
                    <a:cubicBezTo>
                      <a:pt x="256" y="0"/>
                      <a:pt x="272" y="96"/>
                      <a:pt x="288" y="96"/>
                    </a:cubicBezTo>
                    <a:cubicBezTo>
                      <a:pt x="304" y="96"/>
                      <a:pt x="320" y="0"/>
                      <a:pt x="336" y="0"/>
                    </a:cubicBezTo>
                    <a:cubicBezTo>
                      <a:pt x="352" y="0"/>
                      <a:pt x="368" y="96"/>
                      <a:pt x="384" y="96"/>
                    </a:cubicBezTo>
                    <a:cubicBezTo>
                      <a:pt x="400" y="96"/>
                      <a:pt x="416" y="0"/>
                      <a:pt x="432" y="0"/>
                    </a:cubicBezTo>
                    <a:cubicBezTo>
                      <a:pt x="448" y="0"/>
                      <a:pt x="464" y="88"/>
                      <a:pt x="480" y="96"/>
                    </a:cubicBezTo>
                    <a:cubicBezTo>
                      <a:pt x="496" y="104"/>
                      <a:pt x="504" y="56"/>
                      <a:pt x="528" y="48"/>
                    </a:cubicBezTo>
                    <a:cubicBezTo>
                      <a:pt x="552" y="40"/>
                      <a:pt x="600" y="48"/>
                      <a:pt x="624" y="48"/>
                    </a:cubicBezTo>
                    <a:cubicBezTo>
                      <a:pt x="648" y="48"/>
                      <a:pt x="660" y="48"/>
                      <a:pt x="672" y="48"/>
                    </a:cubicBezTo>
                  </a:path>
                </a:pathLst>
              </a:custGeom>
              <a:noFill/>
              <a:ln w="28575" cmpd="sng">
                <a:solidFill>
                  <a:srgbClr val="CC00FF"/>
                </a:solidFill>
                <a:round/>
                <a:headEnd type="none" w="med" len="med"/>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71" name="Rectangle 14"/>
            <p:cNvSpPr>
              <a:spLocks noChangeArrowheads="1"/>
            </p:cNvSpPr>
            <p:nvPr/>
          </p:nvSpPr>
          <p:spPr bwMode="auto">
            <a:xfrm>
              <a:off x="360" y="2832"/>
              <a:ext cx="1720" cy="480"/>
            </a:xfrm>
            <a:prstGeom prst="rect">
              <a:avLst/>
            </a:prstGeom>
            <a:solidFill>
              <a:srgbClr val="BDFDFF">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pSp>
      <p:grpSp>
        <p:nvGrpSpPr>
          <p:cNvPr id="50191" name="Group 15"/>
          <p:cNvGrpSpPr>
            <a:grpSpLocks/>
          </p:cNvGrpSpPr>
          <p:nvPr/>
        </p:nvGrpSpPr>
        <p:grpSpPr bwMode="auto">
          <a:xfrm>
            <a:off x="3765550" y="1058863"/>
            <a:ext cx="4811713" cy="5037137"/>
            <a:chOff x="2393" y="667"/>
            <a:chExt cx="3031" cy="3173"/>
          </a:xfrm>
        </p:grpSpPr>
        <p:sp>
          <p:nvSpPr>
            <p:cNvPr id="9222" name="Rectangle 16"/>
            <p:cNvSpPr>
              <a:spLocks noChangeArrowheads="1"/>
            </p:cNvSpPr>
            <p:nvPr/>
          </p:nvSpPr>
          <p:spPr bwMode="auto">
            <a:xfrm>
              <a:off x="2393" y="667"/>
              <a:ext cx="3031" cy="3173"/>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50193" name="Text Box 17"/>
            <p:cNvSpPr txBox="1">
              <a:spLocks noChangeArrowheads="1"/>
            </p:cNvSpPr>
            <p:nvPr/>
          </p:nvSpPr>
          <p:spPr bwMode="auto">
            <a:xfrm>
              <a:off x="2393" y="667"/>
              <a:ext cx="3031" cy="333"/>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defRPr/>
              </a:pPr>
              <a:r>
                <a:rPr lang="zh-CN" altLang="en-US">
                  <a:solidFill>
                    <a:srgbClr val="080808"/>
                  </a:solidFill>
                </a:rPr>
                <a:t>波面分割法</a:t>
              </a:r>
            </a:p>
          </p:txBody>
        </p:sp>
        <p:sp>
          <p:nvSpPr>
            <p:cNvPr id="9224" name="Oval 18"/>
            <p:cNvSpPr>
              <a:spLocks noChangeArrowheads="1"/>
            </p:cNvSpPr>
            <p:nvPr/>
          </p:nvSpPr>
          <p:spPr bwMode="auto">
            <a:xfrm>
              <a:off x="4028" y="2136"/>
              <a:ext cx="249" cy="260"/>
            </a:xfrm>
            <a:prstGeom prst="ellipse">
              <a:avLst/>
            </a:prstGeom>
            <a:noFill/>
            <a:ln w="28575">
              <a:solidFill>
                <a:srgbClr val="CC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25" name="Oval 19"/>
            <p:cNvSpPr>
              <a:spLocks noChangeArrowheads="1"/>
            </p:cNvSpPr>
            <p:nvPr/>
          </p:nvSpPr>
          <p:spPr bwMode="auto">
            <a:xfrm>
              <a:off x="4028" y="2543"/>
              <a:ext cx="249" cy="260"/>
            </a:xfrm>
            <a:prstGeom prst="ellipse">
              <a:avLst/>
            </a:prstGeom>
            <a:noFill/>
            <a:ln w="28575">
              <a:solidFill>
                <a:srgbClr val="CC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26" name="Oval 20"/>
            <p:cNvSpPr>
              <a:spLocks noChangeArrowheads="1"/>
            </p:cNvSpPr>
            <p:nvPr/>
          </p:nvSpPr>
          <p:spPr bwMode="auto">
            <a:xfrm>
              <a:off x="3885" y="2396"/>
              <a:ext cx="534" cy="555"/>
            </a:xfrm>
            <a:prstGeom prst="ellipse">
              <a:avLst/>
            </a:prstGeom>
            <a:noFill/>
            <a:ln w="28575">
              <a:solidFill>
                <a:srgbClr val="CC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27" name="Oval 21"/>
            <p:cNvSpPr>
              <a:spLocks noChangeArrowheads="1"/>
            </p:cNvSpPr>
            <p:nvPr/>
          </p:nvSpPr>
          <p:spPr bwMode="auto">
            <a:xfrm>
              <a:off x="3885" y="1988"/>
              <a:ext cx="534" cy="555"/>
            </a:xfrm>
            <a:prstGeom prst="ellipse">
              <a:avLst/>
            </a:prstGeom>
            <a:noFill/>
            <a:ln w="28575">
              <a:solidFill>
                <a:srgbClr val="CC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28" name="Oval 22"/>
            <p:cNvSpPr>
              <a:spLocks noChangeArrowheads="1"/>
            </p:cNvSpPr>
            <p:nvPr/>
          </p:nvSpPr>
          <p:spPr bwMode="auto">
            <a:xfrm>
              <a:off x="3743" y="2248"/>
              <a:ext cx="818" cy="852"/>
            </a:xfrm>
            <a:prstGeom prst="ellipse">
              <a:avLst/>
            </a:prstGeom>
            <a:noFill/>
            <a:ln w="28575">
              <a:solidFill>
                <a:srgbClr val="CC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29" name="Oval 23"/>
            <p:cNvSpPr>
              <a:spLocks noChangeArrowheads="1"/>
            </p:cNvSpPr>
            <p:nvPr/>
          </p:nvSpPr>
          <p:spPr bwMode="auto">
            <a:xfrm>
              <a:off x="3743" y="1841"/>
              <a:ext cx="818" cy="852"/>
            </a:xfrm>
            <a:prstGeom prst="ellipse">
              <a:avLst/>
            </a:prstGeom>
            <a:noFill/>
            <a:ln w="28575">
              <a:solidFill>
                <a:srgbClr val="CC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30" name="Oval 24"/>
            <p:cNvSpPr>
              <a:spLocks noChangeArrowheads="1"/>
            </p:cNvSpPr>
            <p:nvPr/>
          </p:nvSpPr>
          <p:spPr bwMode="auto">
            <a:xfrm>
              <a:off x="3601" y="2100"/>
              <a:ext cx="1103" cy="1148"/>
            </a:xfrm>
            <a:prstGeom prst="ellipse">
              <a:avLst/>
            </a:prstGeom>
            <a:noFill/>
            <a:ln w="28575">
              <a:solidFill>
                <a:srgbClr val="CC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31" name="Oval 25"/>
            <p:cNvSpPr>
              <a:spLocks noChangeArrowheads="1"/>
            </p:cNvSpPr>
            <p:nvPr/>
          </p:nvSpPr>
          <p:spPr bwMode="auto">
            <a:xfrm>
              <a:off x="3601" y="1693"/>
              <a:ext cx="1103" cy="1147"/>
            </a:xfrm>
            <a:prstGeom prst="ellipse">
              <a:avLst/>
            </a:prstGeom>
            <a:noFill/>
            <a:ln w="28575">
              <a:solidFill>
                <a:srgbClr val="CC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32" name="Oval 26"/>
            <p:cNvSpPr>
              <a:spLocks noChangeArrowheads="1"/>
            </p:cNvSpPr>
            <p:nvPr/>
          </p:nvSpPr>
          <p:spPr bwMode="auto">
            <a:xfrm>
              <a:off x="3458" y="1951"/>
              <a:ext cx="1388" cy="1444"/>
            </a:xfrm>
            <a:prstGeom prst="ellipse">
              <a:avLst/>
            </a:prstGeom>
            <a:noFill/>
            <a:ln w="28575">
              <a:solidFill>
                <a:srgbClr val="CC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33" name="Oval 27"/>
            <p:cNvSpPr>
              <a:spLocks noChangeArrowheads="1"/>
            </p:cNvSpPr>
            <p:nvPr/>
          </p:nvSpPr>
          <p:spPr bwMode="auto">
            <a:xfrm>
              <a:off x="3458" y="1544"/>
              <a:ext cx="1388" cy="1444"/>
            </a:xfrm>
            <a:prstGeom prst="ellipse">
              <a:avLst/>
            </a:prstGeom>
            <a:noFill/>
            <a:ln w="28575">
              <a:solidFill>
                <a:srgbClr val="CC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34" name="Oval 28"/>
            <p:cNvSpPr>
              <a:spLocks noChangeArrowheads="1"/>
            </p:cNvSpPr>
            <p:nvPr/>
          </p:nvSpPr>
          <p:spPr bwMode="auto">
            <a:xfrm>
              <a:off x="3316" y="1803"/>
              <a:ext cx="1672" cy="1740"/>
            </a:xfrm>
            <a:prstGeom prst="ellipse">
              <a:avLst/>
            </a:prstGeom>
            <a:noFill/>
            <a:ln w="28575">
              <a:solidFill>
                <a:srgbClr val="CC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35" name="Oval 29"/>
            <p:cNvSpPr>
              <a:spLocks noChangeArrowheads="1"/>
            </p:cNvSpPr>
            <p:nvPr/>
          </p:nvSpPr>
          <p:spPr bwMode="auto">
            <a:xfrm>
              <a:off x="3316" y="1396"/>
              <a:ext cx="1672" cy="1740"/>
            </a:xfrm>
            <a:prstGeom prst="ellipse">
              <a:avLst/>
            </a:prstGeom>
            <a:noFill/>
            <a:ln w="28575">
              <a:solidFill>
                <a:srgbClr val="CC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36" name="Oval 30"/>
            <p:cNvSpPr>
              <a:spLocks noChangeArrowheads="1"/>
            </p:cNvSpPr>
            <p:nvPr/>
          </p:nvSpPr>
          <p:spPr bwMode="auto">
            <a:xfrm>
              <a:off x="3172" y="1634"/>
              <a:ext cx="1961" cy="2061"/>
            </a:xfrm>
            <a:prstGeom prst="ellipse">
              <a:avLst/>
            </a:prstGeom>
            <a:noFill/>
            <a:ln w="28575">
              <a:solidFill>
                <a:srgbClr val="CC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37" name="Oval 31"/>
            <p:cNvSpPr>
              <a:spLocks noChangeArrowheads="1"/>
            </p:cNvSpPr>
            <p:nvPr/>
          </p:nvSpPr>
          <p:spPr bwMode="auto">
            <a:xfrm>
              <a:off x="3172" y="1241"/>
              <a:ext cx="1961" cy="2061"/>
            </a:xfrm>
            <a:prstGeom prst="ellipse">
              <a:avLst/>
            </a:prstGeom>
            <a:noFill/>
            <a:ln w="28575">
              <a:solidFill>
                <a:srgbClr val="CC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38" name="Line 32"/>
            <p:cNvSpPr>
              <a:spLocks noChangeShapeType="1"/>
            </p:cNvSpPr>
            <p:nvPr/>
          </p:nvSpPr>
          <p:spPr bwMode="auto">
            <a:xfrm>
              <a:off x="4325" y="2480"/>
              <a:ext cx="101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9" name="Line 33"/>
            <p:cNvSpPr>
              <a:spLocks noChangeShapeType="1"/>
            </p:cNvSpPr>
            <p:nvPr/>
          </p:nvSpPr>
          <p:spPr bwMode="auto">
            <a:xfrm flipV="1">
              <a:off x="4354" y="1997"/>
              <a:ext cx="952" cy="362"/>
            </a:xfrm>
            <a:prstGeom prst="line">
              <a:avLst/>
            </a:prstGeom>
            <a:noFill/>
            <a:ln w="381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Line 34"/>
            <p:cNvSpPr>
              <a:spLocks noChangeShapeType="1"/>
            </p:cNvSpPr>
            <p:nvPr/>
          </p:nvSpPr>
          <p:spPr bwMode="auto">
            <a:xfrm>
              <a:off x="4325" y="2571"/>
              <a:ext cx="923" cy="393"/>
            </a:xfrm>
            <a:prstGeom prst="line">
              <a:avLst/>
            </a:prstGeom>
            <a:noFill/>
            <a:ln w="381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Line 35"/>
            <p:cNvSpPr>
              <a:spLocks noChangeShapeType="1"/>
            </p:cNvSpPr>
            <p:nvPr/>
          </p:nvSpPr>
          <p:spPr bwMode="auto">
            <a:xfrm flipV="1">
              <a:off x="4297" y="1483"/>
              <a:ext cx="691" cy="78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2" name="Line 36"/>
            <p:cNvSpPr>
              <a:spLocks noChangeShapeType="1"/>
            </p:cNvSpPr>
            <p:nvPr/>
          </p:nvSpPr>
          <p:spPr bwMode="auto">
            <a:xfrm>
              <a:off x="4268" y="2661"/>
              <a:ext cx="720" cy="78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3" name="Rectangle 37"/>
            <p:cNvSpPr>
              <a:spLocks noChangeArrowheads="1"/>
            </p:cNvSpPr>
            <p:nvPr/>
          </p:nvSpPr>
          <p:spPr bwMode="auto">
            <a:xfrm>
              <a:off x="2899" y="1211"/>
              <a:ext cx="1270" cy="25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44" name="Oval 38"/>
            <p:cNvSpPr>
              <a:spLocks noChangeArrowheads="1"/>
            </p:cNvSpPr>
            <p:nvPr/>
          </p:nvSpPr>
          <p:spPr bwMode="auto">
            <a:xfrm>
              <a:off x="2422" y="1619"/>
              <a:ext cx="1672" cy="1740"/>
            </a:xfrm>
            <a:prstGeom prst="ellipse">
              <a:avLst/>
            </a:prstGeom>
            <a:noFill/>
            <a:ln w="28575">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45" name="Oval 39"/>
            <p:cNvSpPr>
              <a:spLocks noChangeArrowheads="1"/>
            </p:cNvSpPr>
            <p:nvPr/>
          </p:nvSpPr>
          <p:spPr bwMode="auto">
            <a:xfrm>
              <a:off x="2566" y="1770"/>
              <a:ext cx="1388" cy="1444"/>
            </a:xfrm>
            <a:prstGeom prst="ellipse">
              <a:avLst/>
            </a:prstGeom>
            <a:noFill/>
            <a:ln w="28575">
              <a:solidFill>
                <a:srgbClr val="CC00CC"/>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46" name="Oval 40"/>
            <p:cNvSpPr>
              <a:spLocks noChangeArrowheads="1"/>
            </p:cNvSpPr>
            <p:nvPr/>
          </p:nvSpPr>
          <p:spPr bwMode="auto">
            <a:xfrm>
              <a:off x="2711" y="1921"/>
              <a:ext cx="1103" cy="1147"/>
            </a:xfrm>
            <a:prstGeom prst="ellipse">
              <a:avLst/>
            </a:prstGeom>
            <a:noFill/>
            <a:ln w="28575">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47" name="Oval 41"/>
            <p:cNvSpPr>
              <a:spLocks noChangeArrowheads="1"/>
            </p:cNvSpPr>
            <p:nvPr/>
          </p:nvSpPr>
          <p:spPr bwMode="auto">
            <a:xfrm>
              <a:off x="2855" y="2072"/>
              <a:ext cx="818" cy="852"/>
            </a:xfrm>
            <a:prstGeom prst="ellipse">
              <a:avLst/>
            </a:prstGeom>
            <a:noFill/>
            <a:ln w="28575">
              <a:solidFill>
                <a:srgbClr val="CC00CC"/>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48" name="Oval 42"/>
            <p:cNvSpPr>
              <a:spLocks noChangeArrowheads="1"/>
            </p:cNvSpPr>
            <p:nvPr/>
          </p:nvSpPr>
          <p:spPr bwMode="auto">
            <a:xfrm>
              <a:off x="2998" y="2223"/>
              <a:ext cx="534" cy="556"/>
            </a:xfrm>
            <a:prstGeom prst="ellipse">
              <a:avLst/>
            </a:prstGeom>
            <a:noFill/>
            <a:ln w="28575">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49" name="Oval 43"/>
            <p:cNvSpPr>
              <a:spLocks noChangeArrowheads="1"/>
            </p:cNvSpPr>
            <p:nvPr/>
          </p:nvSpPr>
          <p:spPr bwMode="auto">
            <a:xfrm>
              <a:off x="3143" y="2374"/>
              <a:ext cx="248" cy="260"/>
            </a:xfrm>
            <a:prstGeom prst="ellipse">
              <a:avLst/>
            </a:prstGeom>
            <a:noFill/>
            <a:ln w="28575">
              <a:solidFill>
                <a:srgbClr val="CC00CC"/>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50" name="Rectangle 44"/>
            <p:cNvSpPr>
              <a:spLocks noChangeArrowheads="1"/>
            </p:cNvSpPr>
            <p:nvPr/>
          </p:nvSpPr>
          <p:spPr bwMode="auto">
            <a:xfrm>
              <a:off x="2393" y="1528"/>
              <a:ext cx="837" cy="193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51" name="Text Box 45"/>
            <p:cNvSpPr txBox="1">
              <a:spLocks noChangeArrowheads="1"/>
            </p:cNvSpPr>
            <p:nvPr/>
          </p:nvSpPr>
          <p:spPr bwMode="auto">
            <a:xfrm>
              <a:off x="3151" y="2376"/>
              <a:ext cx="228"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CC0000"/>
                  </a:solidFill>
                </a:rPr>
                <a:t>*</a:t>
              </a:r>
            </a:p>
          </p:txBody>
        </p:sp>
        <p:sp>
          <p:nvSpPr>
            <p:cNvPr id="9252" name="Text Box 46"/>
            <p:cNvSpPr txBox="1">
              <a:spLocks noChangeArrowheads="1"/>
            </p:cNvSpPr>
            <p:nvPr/>
          </p:nvSpPr>
          <p:spPr bwMode="auto">
            <a:xfrm>
              <a:off x="2640" y="2352"/>
              <a:ext cx="66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000000"/>
                  </a:solidFill>
                </a:rPr>
                <a:t>光源</a:t>
              </a:r>
            </a:p>
          </p:txBody>
        </p:sp>
        <p:sp>
          <p:nvSpPr>
            <p:cNvPr id="9253" name="Line 47"/>
            <p:cNvSpPr>
              <a:spLocks noChangeShapeType="1"/>
            </p:cNvSpPr>
            <p:nvPr/>
          </p:nvSpPr>
          <p:spPr bwMode="auto">
            <a:xfrm>
              <a:off x="2393" y="1030"/>
              <a:ext cx="0" cy="28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9254" name="Group 48"/>
            <p:cNvGrpSpPr>
              <a:grpSpLocks/>
            </p:cNvGrpSpPr>
            <p:nvPr/>
          </p:nvGrpSpPr>
          <p:grpSpPr bwMode="auto">
            <a:xfrm>
              <a:off x="4118" y="1200"/>
              <a:ext cx="58" cy="2508"/>
              <a:chOff x="4118" y="1200"/>
              <a:chExt cx="58" cy="2508"/>
            </a:xfrm>
          </p:grpSpPr>
          <p:sp>
            <p:nvSpPr>
              <p:cNvPr id="9261" name="Rectangle 49"/>
              <p:cNvSpPr>
                <a:spLocks noChangeArrowheads="1"/>
              </p:cNvSpPr>
              <p:nvPr/>
            </p:nvSpPr>
            <p:spPr bwMode="auto">
              <a:xfrm>
                <a:off x="4118" y="1200"/>
                <a:ext cx="58" cy="99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62" name="Rectangle 50"/>
              <p:cNvSpPr>
                <a:spLocks noChangeArrowheads="1"/>
              </p:cNvSpPr>
              <p:nvPr/>
            </p:nvSpPr>
            <p:spPr bwMode="auto">
              <a:xfrm>
                <a:off x="4118" y="2711"/>
                <a:ext cx="58" cy="99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63" name="Rectangle 51"/>
              <p:cNvSpPr>
                <a:spLocks noChangeArrowheads="1"/>
              </p:cNvSpPr>
              <p:nvPr/>
            </p:nvSpPr>
            <p:spPr bwMode="auto">
              <a:xfrm>
                <a:off x="4118" y="2318"/>
                <a:ext cx="58" cy="30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64" name="Rectangle 52"/>
              <p:cNvSpPr>
                <a:spLocks noChangeArrowheads="1"/>
              </p:cNvSpPr>
              <p:nvPr/>
            </p:nvSpPr>
            <p:spPr bwMode="auto">
              <a:xfrm>
                <a:off x="4118" y="2318"/>
                <a:ext cx="58" cy="30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pSp>
        <p:graphicFrame>
          <p:nvGraphicFramePr>
            <p:cNvPr id="9255" name="Object 53"/>
            <p:cNvGraphicFramePr>
              <a:graphicFrameLocks noChangeAspect="1"/>
            </p:cNvGraphicFramePr>
            <p:nvPr/>
          </p:nvGraphicFramePr>
          <p:xfrm>
            <a:off x="3792" y="2112"/>
            <a:ext cx="269" cy="288"/>
          </p:xfrm>
          <a:graphic>
            <a:graphicData uri="http://schemas.openxmlformats.org/presentationml/2006/ole">
              <mc:AlternateContent xmlns:mc="http://schemas.openxmlformats.org/markup-compatibility/2006">
                <mc:Choice xmlns:v="urn:schemas-microsoft-com:vml" Requires="v">
                  <p:oleObj spid="_x0000_s9276" name="Equation" r:id="rId3" imgW="139579" imgH="215713" progId="Equation.3">
                    <p:embed/>
                  </p:oleObj>
                </mc:Choice>
                <mc:Fallback>
                  <p:oleObj name="Equation" r:id="rId3" imgW="139579" imgH="215713" progId="Equation.3">
                    <p:embed/>
                    <p:pic>
                      <p:nvPicPr>
                        <p:cNvPr id="0" name="Object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2" y="2112"/>
                          <a:ext cx="269" cy="288"/>
                        </a:xfrm>
                        <a:prstGeom prst="rect">
                          <a:avLst/>
                        </a:prstGeom>
                        <a:solidFill>
                          <a:srgbClr val="FFFFFF">
                            <a:alpha val="50195"/>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256" name="Group 54"/>
            <p:cNvGrpSpPr>
              <a:grpSpLocks/>
            </p:cNvGrpSpPr>
            <p:nvPr/>
          </p:nvGrpSpPr>
          <p:grpSpPr bwMode="auto">
            <a:xfrm>
              <a:off x="4711" y="1437"/>
              <a:ext cx="223" cy="2040"/>
              <a:chOff x="4752" y="1440"/>
              <a:chExt cx="240" cy="2160"/>
            </a:xfrm>
          </p:grpSpPr>
          <p:sp>
            <p:nvSpPr>
              <p:cNvPr id="9258" name="Rectangle 55"/>
              <p:cNvSpPr>
                <a:spLocks noChangeArrowheads="1"/>
              </p:cNvSpPr>
              <p:nvPr/>
            </p:nvSpPr>
            <p:spPr bwMode="auto">
              <a:xfrm>
                <a:off x="4752" y="2256"/>
                <a:ext cx="240" cy="576"/>
              </a:xfrm>
              <a:prstGeom prst="rect">
                <a:avLst/>
              </a:prstGeom>
              <a:gradFill rotWithShape="0">
                <a:gsLst>
                  <a:gs pos="0">
                    <a:srgbClr val="000000"/>
                  </a:gs>
                  <a:gs pos="50000">
                    <a:srgbClr val="FFEFFF"/>
                  </a:gs>
                  <a:gs pos="100000">
                    <a:srgbClr val="0000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59" name="Rectangle 56"/>
              <p:cNvSpPr>
                <a:spLocks noChangeArrowheads="1"/>
              </p:cNvSpPr>
              <p:nvPr/>
            </p:nvSpPr>
            <p:spPr bwMode="auto">
              <a:xfrm>
                <a:off x="4752" y="1440"/>
                <a:ext cx="240" cy="816"/>
              </a:xfrm>
              <a:prstGeom prst="rect">
                <a:avLst/>
              </a:prstGeom>
              <a:gradFill rotWithShape="0">
                <a:gsLst>
                  <a:gs pos="0">
                    <a:srgbClr val="000000"/>
                  </a:gs>
                  <a:gs pos="50000">
                    <a:srgbClr val="F6D1FF"/>
                  </a:gs>
                  <a:gs pos="100000">
                    <a:srgbClr val="0000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9260" name="Rectangle 57"/>
              <p:cNvSpPr>
                <a:spLocks noChangeArrowheads="1"/>
              </p:cNvSpPr>
              <p:nvPr/>
            </p:nvSpPr>
            <p:spPr bwMode="auto">
              <a:xfrm>
                <a:off x="4752" y="2832"/>
                <a:ext cx="240" cy="768"/>
              </a:xfrm>
              <a:prstGeom prst="rect">
                <a:avLst/>
              </a:prstGeom>
              <a:gradFill rotWithShape="0">
                <a:gsLst>
                  <a:gs pos="0">
                    <a:srgbClr val="000000"/>
                  </a:gs>
                  <a:gs pos="50000">
                    <a:srgbClr val="FFE1FF"/>
                  </a:gs>
                  <a:gs pos="100000">
                    <a:srgbClr val="000000"/>
                  </a:gs>
                </a:gsLst>
                <a:lin ang="5400000" scaled="1"/>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pSp>
        <p:graphicFrame>
          <p:nvGraphicFramePr>
            <p:cNvPr id="9257" name="Object 58"/>
            <p:cNvGraphicFramePr>
              <a:graphicFrameLocks noChangeAspect="1"/>
            </p:cNvGraphicFramePr>
            <p:nvPr/>
          </p:nvGraphicFramePr>
          <p:xfrm>
            <a:off x="3792" y="2496"/>
            <a:ext cx="294" cy="288"/>
          </p:xfrm>
          <a:graphic>
            <a:graphicData uri="http://schemas.openxmlformats.org/presentationml/2006/ole">
              <mc:AlternateContent xmlns:mc="http://schemas.openxmlformats.org/markup-compatibility/2006">
                <mc:Choice xmlns:v="urn:schemas-microsoft-com:vml" Requires="v">
                  <p:oleObj spid="_x0000_s9277" name="Equation" r:id="rId5" imgW="152268" imgH="215713" progId="Equation.3">
                    <p:embed/>
                  </p:oleObj>
                </mc:Choice>
                <mc:Fallback>
                  <p:oleObj name="Equation" r:id="rId5" imgW="152268" imgH="215713" progId="Equation.3">
                    <p:embed/>
                    <p:pic>
                      <p:nvPicPr>
                        <p:cNvPr id="0" name="Object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2" y="2496"/>
                          <a:ext cx="294" cy="288"/>
                        </a:xfrm>
                        <a:prstGeom prst="rect">
                          <a:avLst/>
                        </a:prstGeom>
                        <a:solidFill>
                          <a:srgbClr val="FFFFFF">
                            <a:alpha val="50195"/>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0179"/>
                                        </p:tgtEl>
                                        <p:attrNameLst>
                                          <p:attrName>style.visibility</p:attrName>
                                        </p:attrNameLst>
                                      </p:cBhvr>
                                      <p:to>
                                        <p:strVal val="visible"/>
                                      </p:to>
                                    </p:set>
                                    <p:animEffect transition="in" filter="wipe(left)">
                                      <p:cBhvr>
                                        <p:cTn id="7" dur="500"/>
                                        <p:tgtEl>
                                          <p:spTgt spid="50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0191"/>
                                        </p:tgtEl>
                                        <p:attrNameLst>
                                          <p:attrName>style.visibility</p:attrName>
                                        </p:attrNameLst>
                                      </p:cBhvr>
                                      <p:to>
                                        <p:strVal val="visible"/>
                                      </p:to>
                                    </p:set>
                                    <p:animEffect transition="in" filter="wipe(left)">
                                      <p:cBhvr>
                                        <p:cTn id="12" dur="500"/>
                                        <p:tgtEl>
                                          <p:spTgt spid="50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2BE07374-D293-4AD8-BDF4-EB331262D984}" type="slidenum">
              <a:rPr kumimoji="0" lang="zh-CN" altLang="en-US" sz="1400" smtClean="0">
                <a:solidFill>
                  <a:schemeClr val="bg2"/>
                </a:solidFill>
              </a:rPr>
              <a:pPr>
                <a:spcBef>
                  <a:spcPct val="50000"/>
                </a:spcBef>
                <a:buClrTx/>
                <a:buFontTx/>
                <a:buNone/>
              </a:pPr>
              <a:t>6</a:t>
            </a:fld>
            <a:endParaRPr kumimoji="0" lang="en-US" altLang="zh-CN" sz="1400" smtClean="0">
              <a:solidFill>
                <a:schemeClr val="bg2"/>
              </a:solidFill>
            </a:endParaRPr>
          </a:p>
        </p:txBody>
      </p:sp>
      <p:sp>
        <p:nvSpPr>
          <p:cNvPr id="51202" name="AutoShape 2"/>
          <p:cNvSpPr>
            <a:spLocks noChangeArrowheads="1"/>
          </p:cNvSpPr>
          <p:nvPr/>
        </p:nvSpPr>
        <p:spPr bwMode="auto">
          <a:xfrm>
            <a:off x="3144838" y="2247900"/>
            <a:ext cx="304800" cy="381000"/>
          </a:xfrm>
          <a:prstGeom prst="wedgeRoundRectCallout">
            <a:avLst>
              <a:gd name="adj1" fmla="val -143750"/>
              <a:gd name="adj2" fmla="val 200000"/>
              <a:gd name="adj3" fmla="val 16667"/>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defRPr/>
            </a:pPr>
            <a:endParaRPr lang="zh-CN" altLang="en-US">
              <a:solidFill>
                <a:srgbClr val="1C1C1C"/>
              </a:solidFill>
            </a:endParaRPr>
          </a:p>
        </p:txBody>
      </p:sp>
      <p:sp>
        <p:nvSpPr>
          <p:cNvPr id="10244" name="Rectangle 3"/>
          <p:cNvSpPr>
            <a:spLocks noChangeArrowheads="1"/>
          </p:cNvSpPr>
          <p:nvPr/>
        </p:nvSpPr>
        <p:spPr bwMode="auto">
          <a:xfrm>
            <a:off x="782638" y="1104900"/>
            <a:ext cx="7543800" cy="3429000"/>
          </a:xfrm>
          <a:prstGeom prst="rect">
            <a:avLst/>
          </a:prstGeom>
          <a:solidFill>
            <a:schemeClr val="bg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zh-CN" altLang="en-US" sz="2800"/>
          </a:p>
        </p:txBody>
      </p:sp>
      <p:sp>
        <p:nvSpPr>
          <p:cNvPr id="10245" name="Rectangle 4" descr="深色下对角线"/>
          <p:cNvSpPr>
            <a:spLocks noChangeArrowheads="1"/>
          </p:cNvSpPr>
          <p:nvPr/>
        </p:nvSpPr>
        <p:spPr bwMode="auto">
          <a:xfrm>
            <a:off x="2382838" y="1866900"/>
            <a:ext cx="76200" cy="838200"/>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0246" name="Rectangle 5" descr="深色下对角线"/>
          <p:cNvSpPr>
            <a:spLocks noChangeArrowheads="1"/>
          </p:cNvSpPr>
          <p:nvPr/>
        </p:nvSpPr>
        <p:spPr bwMode="auto">
          <a:xfrm>
            <a:off x="2382838" y="2857500"/>
            <a:ext cx="76200" cy="838200"/>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0247" name="Rectangle 6" descr="深色下对角线"/>
          <p:cNvSpPr>
            <a:spLocks noChangeArrowheads="1"/>
          </p:cNvSpPr>
          <p:nvPr/>
        </p:nvSpPr>
        <p:spPr bwMode="auto">
          <a:xfrm>
            <a:off x="3297238" y="1485900"/>
            <a:ext cx="76200" cy="838200"/>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0248" name="Rectangle 7" descr="深色下对角线"/>
          <p:cNvSpPr>
            <a:spLocks noChangeArrowheads="1"/>
          </p:cNvSpPr>
          <p:nvPr/>
        </p:nvSpPr>
        <p:spPr bwMode="auto">
          <a:xfrm>
            <a:off x="3297238" y="3238500"/>
            <a:ext cx="76200" cy="914400"/>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0249" name="Line 8"/>
          <p:cNvSpPr>
            <a:spLocks noChangeShapeType="1"/>
          </p:cNvSpPr>
          <p:nvPr/>
        </p:nvSpPr>
        <p:spPr bwMode="auto">
          <a:xfrm>
            <a:off x="2154238" y="2781300"/>
            <a:ext cx="5934075" cy="0"/>
          </a:xfrm>
          <a:prstGeom prst="line">
            <a:avLst/>
          </a:prstGeom>
          <a:noFill/>
          <a:ln w="19050">
            <a:solidFill>
              <a:srgbClr val="000000"/>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0" name="Rectangle 9" descr="深色下对角线"/>
          <p:cNvSpPr>
            <a:spLocks noChangeArrowheads="1"/>
          </p:cNvSpPr>
          <p:nvPr/>
        </p:nvSpPr>
        <p:spPr bwMode="auto">
          <a:xfrm>
            <a:off x="7335838" y="1257300"/>
            <a:ext cx="76200" cy="2971800"/>
          </a:xfrm>
          <a:prstGeom prst="rect">
            <a:avLst/>
          </a:prstGeom>
          <a:pattFill prst="dkDnDiag">
            <a:fgClr>
              <a:srgbClr val="B2E6E4"/>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aphicFrame>
        <p:nvGraphicFramePr>
          <p:cNvPr id="10251" name="Object 10"/>
          <p:cNvGraphicFramePr>
            <a:graphicFrameLocks noChangeAspect="1"/>
          </p:cNvGraphicFramePr>
          <p:nvPr/>
        </p:nvGraphicFramePr>
        <p:xfrm>
          <a:off x="7494588" y="2781300"/>
          <a:ext cx="288925" cy="304800"/>
        </p:xfrm>
        <a:graphic>
          <a:graphicData uri="http://schemas.openxmlformats.org/presentationml/2006/ole">
            <mc:AlternateContent xmlns:mc="http://schemas.openxmlformats.org/markup-compatibility/2006">
              <mc:Choice xmlns:v="urn:schemas-microsoft-com:vml" Requires="v">
                <p:oleObj spid="_x0000_s10312" name="Equation" r:id="rId3" imgW="164957" imgH="190335" progId="Equation.3">
                  <p:embed/>
                </p:oleObj>
              </mc:Choice>
              <mc:Fallback>
                <p:oleObj name="Equation" r:id="rId3" imgW="164957" imgH="190335"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4588" y="2781300"/>
                        <a:ext cx="28892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2" name="Object 11"/>
          <p:cNvGraphicFramePr>
            <a:graphicFrameLocks noChangeAspect="1"/>
          </p:cNvGraphicFramePr>
          <p:nvPr/>
        </p:nvGraphicFramePr>
        <p:xfrm>
          <a:off x="3033713" y="2752725"/>
          <a:ext cx="238125" cy="323850"/>
        </p:xfrm>
        <a:graphic>
          <a:graphicData uri="http://schemas.openxmlformats.org/presentationml/2006/ole">
            <mc:AlternateContent xmlns:mc="http://schemas.openxmlformats.org/markup-compatibility/2006">
              <mc:Choice xmlns:v="urn:schemas-microsoft-com:vml" Requires="v">
                <p:oleObj spid="_x0000_s10313" name="Equation" r:id="rId5" imgW="152202" imgH="177569" progId="Equation.3">
                  <p:embed/>
                </p:oleObj>
              </mc:Choice>
              <mc:Fallback>
                <p:oleObj name="Equation" r:id="rId5" imgW="152202" imgH="177569"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3713" y="2752725"/>
                        <a:ext cx="238125"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3" name="Object 12"/>
          <p:cNvGraphicFramePr>
            <a:graphicFrameLocks noChangeAspect="1"/>
          </p:cNvGraphicFramePr>
          <p:nvPr/>
        </p:nvGraphicFramePr>
        <p:xfrm>
          <a:off x="7021513" y="1333500"/>
          <a:ext cx="287337" cy="304800"/>
        </p:xfrm>
        <a:graphic>
          <a:graphicData uri="http://schemas.openxmlformats.org/presentationml/2006/ole">
            <mc:AlternateContent xmlns:mc="http://schemas.openxmlformats.org/markup-compatibility/2006">
              <mc:Choice xmlns:v="urn:schemas-microsoft-com:vml" Requires="v">
                <p:oleObj spid="_x0000_s10314" name="Equation" r:id="rId7" imgW="215806" imgH="228501" progId="Equation.3">
                  <p:embed/>
                </p:oleObj>
              </mc:Choice>
              <mc:Fallback>
                <p:oleObj name="Equation" r:id="rId7" imgW="215806" imgH="228501"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1513" y="1333500"/>
                        <a:ext cx="287337"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4" name="Rectangle 13" descr="深色下对角线"/>
          <p:cNvSpPr>
            <a:spLocks noChangeArrowheads="1"/>
          </p:cNvSpPr>
          <p:nvPr/>
        </p:nvSpPr>
        <p:spPr bwMode="auto">
          <a:xfrm>
            <a:off x="3297238" y="2476500"/>
            <a:ext cx="76200" cy="609600"/>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51214" name="Text Box 14"/>
          <p:cNvSpPr txBox="1">
            <a:spLocks noChangeArrowheads="1"/>
          </p:cNvSpPr>
          <p:nvPr/>
        </p:nvSpPr>
        <p:spPr bwMode="auto">
          <a:xfrm>
            <a:off x="833438" y="1104900"/>
            <a:ext cx="620712" cy="3429000"/>
          </a:xfrm>
          <a:prstGeom prst="rect">
            <a:avLst/>
          </a:prstGeom>
          <a:gradFill rotWithShape="0">
            <a:gsLst>
              <a:gs pos="0">
                <a:schemeClr val="accent1"/>
              </a:gs>
              <a:gs pos="50000">
                <a:srgbClr val="FFFFFF"/>
              </a:gs>
              <a:gs pos="100000">
                <a:schemeClr val="accent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lgn="ctr" eaLnBrk="1" hangingPunct="1">
              <a:spcBef>
                <a:spcPct val="50000"/>
              </a:spcBef>
              <a:defRPr/>
            </a:pPr>
            <a:r>
              <a:rPr lang="zh-CN" altLang="en-US">
                <a:solidFill>
                  <a:srgbClr val="1C1C1C"/>
                </a:solidFill>
              </a:rPr>
              <a:t>实 验 装 置</a:t>
            </a:r>
          </a:p>
        </p:txBody>
      </p:sp>
      <p:graphicFrame>
        <p:nvGraphicFramePr>
          <p:cNvPr id="10256" name="Object 15"/>
          <p:cNvGraphicFramePr>
            <a:graphicFrameLocks noChangeAspect="1"/>
          </p:cNvGraphicFramePr>
          <p:nvPr/>
        </p:nvGraphicFramePr>
        <p:xfrm>
          <a:off x="2863850" y="1790700"/>
          <a:ext cx="347663" cy="533400"/>
        </p:xfrm>
        <a:graphic>
          <a:graphicData uri="http://schemas.openxmlformats.org/presentationml/2006/ole">
            <mc:AlternateContent xmlns:mc="http://schemas.openxmlformats.org/markup-compatibility/2006">
              <mc:Choice xmlns:v="urn:schemas-microsoft-com:vml" Requires="v">
                <p:oleObj spid="_x0000_s10315" name="Equation" r:id="rId9" imgW="139579" imgH="215713" progId="Equation.3">
                  <p:embed/>
                </p:oleObj>
              </mc:Choice>
              <mc:Fallback>
                <p:oleObj name="Equation" r:id="rId9" imgW="139579" imgH="215713"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63850" y="1790700"/>
                        <a:ext cx="347663"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7" name="Object 16"/>
          <p:cNvGraphicFramePr>
            <a:graphicFrameLocks noChangeAspect="1"/>
          </p:cNvGraphicFramePr>
          <p:nvPr/>
        </p:nvGraphicFramePr>
        <p:xfrm>
          <a:off x="2906713" y="3009900"/>
          <a:ext cx="334962" cy="533400"/>
        </p:xfrm>
        <a:graphic>
          <a:graphicData uri="http://schemas.openxmlformats.org/presentationml/2006/ole">
            <mc:AlternateContent xmlns:mc="http://schemas.openxmlformats.org/markup-compatibility/2006">
              <mc:Choice xmlns:v="urn:schemas-microsoft-com:vml" Requires="v">
                <p:oleObj spid="_x0000_s10316" name="Equation" r:id="rId11" imgW="152268" imgH="215713" progId="Equation.3">
                  <p:embed/>
                </p:oleObj>
              </mc:Choice>
              <mc:Fallback>
                <p:oleObj name="Equation" r:id="rId11" imgW="152268" imgH="215713"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06713" y="3009900"/>
                        <a:ext cx="334962"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8" name="Object 17"/>
          <p:cNvGraphicFramePr>
            <a:graphicFrameLocks noChangeAspect="1"/>
          </p:cNvGraphicFramePr>
          <p:nvPr/>
        </p:nvGraphicFramePr>
        <p:xfrm>
          <a:off x="1993900" y="2400300"/>
          <a:ext cx="271463" cy="381000"/>
        </p:xfrm>
        <a:graphic>
          <a:graphicData uri="http://schemas.openxmlformats.org/presentationml/2006/ole">
            <mc:AlternateContent xmlns:mc="http://schemas.openxmlformats.org/markup-compatibility/2006">
              <mc:Choice xmlns:v="urn:schemas-microsoft-com:vml" Requires="v">
                <p:oleObj spid="_x0000_s10317" name="Equation" r:id="rId13" imgW="101556" imgH="139639" progId="Equation.3">
                  <p:embed/>
                </p:oleObj>
              </mc:Choice>
              <mc:Fallback>
                <p:oleObj name="Equation" r:id="rId13" imgW="101556" imgH="139639"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93900" y="2400300"/>
                        <a:ext cx="27146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1218" name="Group 18"/>
          <p:cNvGrpSpPr>
            <a:grpSpLocks/>
          </p:cNvGrpSpPr>
          <p:nvPr/>
        </p:nvGrpSpPr>
        <p:grpSpPr bwMode="auto">
          <a:xfrm>
            <a:off x="2420938" y="1089025"/>
            <a:ext cx="6200775" cy="2062163"/>
            <a:chOff x="1518" y="902"/>
            <a:chExt cx="3906" cy="1299"/>
          </a:xfrm>
        </p:grpSpPr>
        <p:sp>
          <p:nvSpPr>
            <p:cNvPr id="10306" name="Text Box 19"/>
            <p:cNvSpPr txBox="1">
              <a:spLocks noChangeArrowheads="1"/>
            </p:cNvSpPr>
            <p:nvPr/>
          </p:nvSpPr>
          <p:spPr bwMode="auto">
            <a:xfrm>
              <a:off x="4674" y="902"/>
              <a:ext cx="75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en-US" altLang="zh-CN" sz="2800">
                  <a:solidFill>
                    <a:srgbClr val="CC0000"/>
                  </a:solidFill>
                </a:rPr>
                <a:t>p</a:t>
              </a:r>
              <a:endParaRPr kumimoji="0" lang="en-US" altLang="zh-CN" sz="2800"/>
            </a:p>
          </p:txBody>
        </p:sp>
        <p:grpSp>
          <p:nvGrpSpPr>
            <p:cNvPr id="10307" name="Group 20"/>
            <p:cNvGrpSpPr>
              <a:grpSpLocks/>
            </p:cNvGrpSpPr>
            <p:nvPr/>
          </p:nvGrpSpPr>
          <p:grpSpPr bwMode="auto">
            <a:xfrm>
              <a:off x="1518" y="1287"/>
              <a:ext cx="3090" cy="914"/>
              <a:chOff x="1518" y="1287"/>
              <a:chExt cx="3090" cy="914"/>
            </a:xfrm>
          </p:grpSpPr>
          <p:sp>
            <p:nvSpPr>
              <p:cNvPr id="10308" name="Line 21"/>
              <p:cNvSpPr>
                <a:spLocks noChangeShapeType="1"/>
              </p:cNvSpPr>
              <p:nvPr/>
            </p:nvSpPr>
            <p:spPr bwMode="auto">
              <a:xfrm flipV="1">
                <a:off x="2064" y="1287"/>
                <a:ext cx="2544" cy="432"/>
              </a:xfrm>
              <a:prstGeom prst="line">
                <a:avLst/>
              </a:prstGeom>
              <a:noFill/>
              <a:ln w="28575">
                <a:solidFill>
                  <a:srgbClr val="FF66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9" name="Line 22"/>
              <p:cNvSpPr>
                <a:spLocks noChangeShapeType="1"/>
              </p:cNvSpPr>
              <p:nvPr/>
            </p:nvSpPr>
            <p:spPr bwMode="auto">
              <a:xfrm flipV="1">
                <a:off x="2106" y="1287"/>
                <a:ext cx="2502" cy="912"/>
              </a:xfrm>
              <a:prstGeom prst="line">
                <a:avLst/>
              </a:prstGeom>
              <a:noFill/>
              <a:ln w="28575">
                <a:solidFill>
                  <a:srgbClr val="FF66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0" name="Freeform 23"/>
              <p:cNvSpPr>
                <a:spLocks/>
              </p:cNvSpPr>
              <p:nvPr/>
            </p:nvSpPr>
            <p:spPr bwMode="auto">
              <a:xfrm>
                <a:off x="1536" y="1720"/>
                <a:ext cx="554" cy="248"/>
              </a:xfrm>
              <a:custGeom>
                <a:avLst/>
                <a:gdLst>
                  <a:gd name="T0" fmla="*/ 0 w 554"/>
                  <a:gd name="T1" fmla="*/ 248 h 248"/>
                  <a:gd name="T2" fmla="*/ 554 w 554"/>
                  <a:gd name="T3" fmla="*/ 0 h 248"/>
                  <a:gd name="T4" fmla="*/ 0 60000 65536"/>
                  <a:gd name="T5" fmla="*/ 0 60000 65536"/>
                </a:gdLst>
                <a:ahLst/>
                <a:cxnLst>
                  <a:cxn ang="T4">
                    <a:pos x="T0" y="T1"/>
                  </a:cxn>
                  <a:cxn ang="T5">
                    <a:pos x="T2" y="T3"/>
                  </a:cxn>
                </a:cxnLst>
                <a:rect l="0" t="0" r="r" b="b"/>
                <a:pathLst>
                  <a:path w="554" h="248">
                    <a:moveTo>
                      <a:pt x="0" y="248"/>
                    </a:moveTo>
                    <a:lnTo>
                      <a:pt x="554" y="0"/>
                    </a:lnTo>
                  </a:path>
                </a:pathLst>
              </a:custGeom>
              <a:noFill/>
              <a:ln w="19050">
                <a:solidFill>
                  <a:srgbClr val="FF66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11" name="Line 24"/>
              <p:cNvSpPr>
                <a:spLocks noChangeShapeType="1"/>
              </p:cNvSpPr>
              <p:nvPr/>
            </p:nvSpPr>
            <p:spPr bwMode="auto">
              <a:xfrm>
                <a:off x="1518" y="1961"/>
                <a:ext cx="570" cy="240"/>
              </a:xfrm>
              <a:prstGeom prst="line">
                <a:avLst/>
              </a:prstGeom>
              <a:noFill/>
              <a:ln w="190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aphicFrame>
        <p:nvGraphicFramePr>
          <p:cNvPr id="51225" name="Object 25"/>
          <p:cNvGraphicFramePr>
            <a:graphicFrameLocks noChangeAspect="1"/>
          </p:cNvGraphicFramePr>
          <p:nvPr/>
        </p:nvGraphicFramePr>
        <p:xfrm>
          <a:off x="1611313" y="3986213"/>
          <a:ext cx="1524000" cy="515937"/>
        </p:xfrm>
        <a:graphic>
          <a:graphicData uri="http://schemas.openxmlformats.org/presentationml/2006/ole">
            <mc:AlternateContent xmlns:mc="http://schemas.openxmlformats.org/markup-compatibility/2006">
              <mc:Choice xmlns:v="urn:schemas-microsoft-com:vml" Requires="v">
                <p:oleObj spid="_x0000_s10318" name="Equation" r:id="rId15" imgW="482181" imgH="177646" progId="Equation.3">
                  <p:embed/>
                </p:oleObj>
              </mc:Choice>
              <mc:Fallback>
                <p:oleObj name="Equation" r:id="rId15" imgW="482181" imgH="177646" progId="Equation.3">
                  <p:embed/>
                  <p:pic>
                    <p:nvPicPr>
                      <p:cNvPr id="0" name="Object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11313" y="3986213"/>
                        <a:ext cx="1524000" cy="515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26" name="Object 26"/>
          <p:cNvGraphicFramePr>
            <a:graphicFrameLocks noChangeAspect="1"/>
          </p:cNvGraphicFramePr>
          <p:nvPr/>
        </p:nvGraphicFramePr>
        <p:xfrm>
          <a:off x="6324600" y="5399088"/>
          <a:ext cx="1066800" cy="1000125"/>
        </p:xfrm>
        <a:graphic>
          <a:graphicData uri="http://schemas.openxmlformats.org/presentationml/2006/ole">
            <mc:AlternateContent xmlns:mc="http://schemas.openxmlformats.org/markup-compatibility/2006">
              <mc:Choice xmlns:v="urn:schemas-microsoft-com:vml" Requires="v">
                <p:oleObj spid="_x0000_s10319" name="Equation" r:id="rId17" imgW="748975" imgH="723586" progId="Equation.3">
                  <p:embed/>
                </p:oleObj>
              </mc:Choice>
              <mc:Fallback>
                <p:oleObj name="Equation" r:id="rId17" imgW="748975" imgH="723586" progId="Equation.3">
                  <p:embed/>
                  <p:pic>
                    <p:nvPicPr>
                      <p:cNvPr id="0"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324600" y="5399088"/>
                        <a:ext cx="1066800" cy="100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62" name="Text Box 27"/>
          <p:cNvSpPr txBox="1">
            <a:spLocks noChangeArrowheads="1"/>
          </p:cNvSpPr>
          <p:nvPr/>
        </p:nvSpPr>
        <p:spPr bwMode="auto">
          <a:xfrm>
            <a:off x="534988" y="452438"/>
            <a:ext cx="5715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zh-CN" altLang="en-US" sz="2800">
                <a:solidFill>
                  <a:srgbClr val="0000FF"/>
                </a:solidFill>
              </a:rPr>
              <a:t>二、杨氏双缝干涉实验</a:t>
            </a:r>
          </a:p>
        </p:txBody>
      </p:sp>
      <p:grpSp>
        <p:nvGrpSpPr>
          <p:cNvPr id="51275" name="Group 75"/>
          <p:cNvGrpSpPr>
            <a:grpSpLocks/>
          </p:cNvGrpSpPr>
          <p:nvPr/>
        </p:nvGrpSpPr>
        <p:grpSpPr bwMode="auto">
          <a:xfrm>
            <a:off x="3132138" y="3070225"/>
            <a:ext cx="1009650" cy="755650"/>
            <a:chOff x="4893" y="3030"/>
            <a:chExt cx="636" cy="476"/>
          </a:xfrm>
        </p:grpSpPr>
        <p:sp>
          <p:nvSpPr>
            <p:cNvPr id="10301" name="Line 31"/>
            <p:cNvSpPr>
              <a:spLocks noChangeShapeType="1"/>
            </p:cNvSpPr>
            <p:nvPr/>
          </p:nvSpPr>
          <p:spPr bwMode="auto">
            <a:xfrm>
              <a:off x="5208" y="3030"/>
              <a:ext cx="101" cy="251"/>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2" name="Line 32"/>
            <p:cNvSpPr>
              <a:spLocks noChangeShapeType="1"/>
            </p:cNvSpPr>
            <p:nvPr/>
          </p:nvSpPr>
          <p:spPr bwMode="auto">
            <a:xfrm>
              <a:off x="5043" y="3088"/>
              <a:ext cx="101" cy="251"/>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3" name="Line 33"/>
            <p:cNvSpPr>
              <a:spLocks noChangeShapeType="1"/>
            </p:cNvSpPr>
            <p:nvPr/>
          </p:nvSpPr>
          <p:spPr bwMode="auto">
            <a:xfrm flipV="1">
              <a:off x="4893" y="3281"/>
              <a:ext cx="251" cy="129"/>
            </a:xfrm>
            <a:prstGeom prst="line">
              <a:avLst/>
            </a:prstGeom>
            <a:noFill/>
            <a:ln w="19050">
              <a:solidFill>
                <a:srgbClr val="FF0066"/>
              </a:solidFill>
              <a:prstDash val="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4" name="Line 34"/>
            <p:cNvSpPr>
              <a:spLocks noChangeShapeType="1"/>
            </p:cNvSpPr>
            <p:nvPr/>
          </p:nvSpPr>
          <p:spPr bwMode="auto">
            <a:xfrm flipH="1">
              <a:off x="5279" y="3094"/>
              <a:ext cx="250" cy="129"/>
            </a:xfrm>
            <a:prstGeom prst="line">
              <a:avLst/>
            </a:prstGeom>
            <a:noFill/>
            <a:ln w="19050">
              <a:solidFill>
                <a:srgbClr val="FF0066"/>
              </a:solidFill>
              <a:prstDash val="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305" name="Object 35"/>
            <p:cNvGraphicFramePr>
              <a:graphicFrameLocks noChangeAspect="1"/>
            </p:cNvGraphicFramePr>
            <p:nvPr/>
          </p:nvGraphicFramePr>
          <p:xfrm>
            <a:off x="5148" y="3298"/>
            <a:ext cx="288" cy="208"/>
          </p:xfrm>
          <a:graphic>
            <a:graphicData uri="http://schemas.openxmlformats.org/presentationml/2006/ole">
              <mc:AlternateContent xmlns:mc="http://schemas.openxmlformats.org/markup-compatibility/2006">
                <mc:Choice xmlns:v="urn:schemas-microsoft-com:vml" Requires="v">
                  <p:oleObj spid="_x0000_s10320" name="公式" r:id="rId19" imgW="304668" imgH="228501" progId="Equation.3">
                    <p:embed/>
                  </p:oleObj>
                </mc:Choice>
                <mc:Fallback>
                  <p:oleObj name="公式" r:id="rId19" imgW="304668" imgH="228501" progId="Equation.3">
                    <p:embed/>
                    <p:pic>
                      <p:nvPicPr>
                        <p:cNvPr id="0" name="Object 3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48" y="3298"/>
                          <a:ext cx="288"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1236" name="Group 36"/>
          <p:cNvGrpSpPr>
            <a:grpSpLocks/>
          </p:cNvGrpSpPr>
          <p:nvPr/>
        </p:nvGrpSpPr>
        <p:grpSpPr bwMode="auto">
          <a:xfrm>
            <a:off x="750888" y="5583238"/>
            <a:ext cx="5421312" cy="590550"/>
            <a:chOff x="473" y="3408"/>
            <a:chExt cx="3463" cy="424"/>
          </a:xfrm>
        </p:grpSpPr>
        <p:graphicFrame>
          <p:nvGraphicFramePr>
            <p:cNvPr id="10299" name="Object 37"/>
            <p:cNvGraphicFramePr>
              <a:graphicFrameLocks noChangeAspect="1"/>
            </p:cNvGraphicFramePr>
            <p:nvPr/>
          </p:nvGraphicFramePr>
          <p:xfrm>
            <a:off x="1584" y="3456"/>
            <a:ext cx="2352" cy="376"/>
          </p:xfrm>
          <a:graphic>
            <a:graphicData uri="http://schemas.openxmlformats.org/presentationml/2006/ole">
              <mc:AlternateContent xmlns:mc="http://schemas.openxmlformats.org/markup-compatibility/2006">
                <mc:Choice xmlns:v="urn:schemas-microsoft-com:vml" Requires="v">
                  <p:oleObj spid="_x0000_s10321" name="公式" r:id="rId21" imgW="2019300" imgH="317500" progId="Equation.3">
                    <p:embed/>
                  </p:oleObj>
                </mc:Choice>
                <mc:Fallback>
                  <p:oleObj name="公式" r:id="rId21" imgW="2019300" imgH="317500" progId="Equation.3">
                    <p:embed/>
                    <p:pic>
                      <p:nvPicPr>
                        <p:cNvPr id="0" name="Object 3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584" y="3456"/>
                          <a:ext cx="2352"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00" name="Text Box 38"/>
            <p:cNvSpPr txBox="1">
              <a:spLocks noChangeArrowheads="1"/>
            </p:cNvSpPr>
            <p:nvPr/>
          </p:nvSpPr>
          <p:spPr bwMode="auto">
            <a:xfrm>
              <a:off x="473" y="3408"/>
              <a:ext cx="1687"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1C1C1C"/>
                  </a:solidFill>
                </a:rPr>
                <a:t>波程差</a:t>
              </a:r>
            </a:p>
          </p:txBody>
        </p:sp>
      </p:grpSp>
      <p:grpSp>
        <p:nvGrpSpPr>
          <p:cNvPr id="51239" name="Group 39"/>
          <p:cNvGrpSpPr>
            <a:grpSpLocks/>
          </p:cNvGrpSpPr>
          <p:nvPr/>
        </p:nvGrpSpPr>
        <p:grpSpPr bwMode="auto">
          <a:xfrm>
            <a:off x="2425700" y="1331913"/>
            <a:ext cx="5595938" cy="2806700"/>
            <a:chOff x="1521" y="1055"/>
            <a:chExt cx="3525" cy="1768"/>
          </a:xfrm>
        </p:grpSpPr>
        <p:sp>
          <p:nvSpPr>
            <p:cNvPr id="10283" name="Line 40"/>
            <p:cNvSpPr>
              <a:spLocks noChangeShapeType="1"/>
            </p:cNvSpPr>
            <p:nvPr/>
          </p:nvSpPr>
          <p:spPr bwMode="auto">
            <a:xfrm>
              <a:off x="4662" y="1296"/>
              <a:ext cx="240" cy="0"/>
            </a:xfrm>
            <a:prstGeom prst="line">
              <a:avLst/>
            </a:prstGeom>
            <a:noFill/>
            <a:ln w="1270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4" name="Line 41"/>
            <p:cNvSpPr>
              <a:spLocks noChangeShapeType="1"/>
            </p:cNvSpPr>
            <p:nvPr/>
          </p:nvSpPr>
          <p:spPr bwMode="auto">
            <a:xfrm flipH="1">
              <a:off x="1638" y="1728"/>
              <a:ext cx="432" cy="0"/>
            </a:xfrm>
            <a:prstGeom prst="line">
              <a:avLst/>
            </a:prstGeom>
            <a:noFill/>
            <a:ln w="9525">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5" name="Line 42"/>
            <p:cNvSpPr>
              <a:spLocks noChangeShapeType="1"/>
            </p:cNvSpPr>
            <p:nvPr/>
          </p:nvSpPr>
          <p:spPr bwMode="auto">
            <a:xfrm flipH="1">
              <a:off x="1638" y="2208"/>
              <a:ext cx="432" cy="0"/>
            </a:xfrm>
            <a:prstGeom prst="line">
              <a:avLst/>
            </a:prstGeom>
            <a:noFill/>
            <a:ln w="9525">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286" name="Group 43"/>
            <p:cNvGrpSpPr>
              <a:grpSpLocks/>
            </p:cNvGrpSpPr>
            <p:nvPr/>
          </p:nvGrpSpPr>
          <p:grpSpPr bwMode="auto">
            <a:xfrm>
              <a:off x="1521" y="1055"/>
              <a:ext cx="3525" cy="1768"/>
              <a:chOff x="1521" y="1055"/>
              <a:chExt cx="3525" cy="1768"/>
            </a:xfrm>
          </p:grpSpPr>
          <p:sp>
            <p:nvSpPr>
              <p:cNvPr id="10287" name="Line 44"/>
              <p:cNvSpPr>
                <a:spLocks noChangeShapeType="1"/>
              </p:cNvSpPr>
              <p:nvPr/>
            </p:nvSpPr>
            <p:spPr bwMode="auto">
              <a:xfrm>
                <a:off x="4806" y="1263"/>
                <a:ext cx="0" cy="720"/>
              </a:xfrm>
              <a:prstGeom prst="line">
                <a:avLst/>
              </a:prstGeom>
              <a:noFill/>
              <a:ln w="28575">
                <a:solidFill>
                  <a:srgbClr val="FF33CC"/>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288" name="Object 45"/>
              <p:cNvGraphicFramePr>
                <a:graphicFrameLocks noChangeAspect="1"/>
              </p:cNvGraphicFramePr>
              <p:nvPr/>
            </p:nvGraphicFramePr>
            <p:xfrm>
              <a:off x="4824" y="1536"/>
              <a:ext cx="222" cy="240"/>
            </p:xfrm>
            <a:graphic>
              <a:graphicData uri="http://schemas.openxmlformats.org/presentationml/2006/ole">
                <mc:AlternateContent xmlns:mc="http://schemas.openxmlformats.org/markup-compatibility/2006">
                  <mc:Choice xmlns:v="urn:schemas-microsoft-com:vml" Requires="v">
                    <p:oleObj spid="_x0000_s10322" name="公式" r:id="rId23" imgW="177646" imgH="190335" progId="Equation.3">
                      <p:embed/>
                    </p:oleObj>
                  </mc:Choice>
                  <mc:Fallback>
                    <p:oleObj name="公式" r:id="rId23" imgW="177646" imgH="190335" progId="Equation.3">
                      <p:embed/>
                      <p:pic>
                        <p:nvPicPr>
                          <p:cNvPr id="0" name="Object 4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824" y="1536"/>
                            <a:ext cx="22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89" name="Line 46"/>
              <p:cNvSpPr>
                <a:spLocks noChangeShapeType="1"/>
              </p:cNvSpPr>
              <p:nvPr/>
            </p:nvSpPr>
            <p:spPr bwMode="auto">
              <a:xfrm>
                <a:off x="1819" y="1728"/>
                <a:ext cx="5" cy="480"/>
              </a:xfrm>
              <a:prstGeom prst="line">
                <a:avLst/>
              </a:prstGeom>
              <a:noFill/>
              <a:ln w="19050">
                <a:solidFill>
                  <a:srgbClr val="FF33CC"/>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290" name="Object 47"/>
              <p:cNvGraphicFramePr>
                <a:graphicFrameLocks noChangeAspect="1"/>
              </p:cNvGraphicFramePr>
              <p:nvPr/>
            </p:nvGraphicFramePr>
            <p:xfrm>
              <a:off x="3037" y="1056"/>
              <a:ext cx="227" cy="441"/>
            </p:xfrm>
            <a:graphic>
              <a:graphicData uri="http://schemas.openxmlformats.org/presentationml/2006/ole">
                <mc:AlternateContent xmlns:mc="http://schemas.openxmlformats.org/markup-compatibility/2006">
                  <mc:Choice xmlns:v="urn:schemas-microsoft-com:vml" Requires="v">
                    <p:oleObj spid="_x0000_s10323" name="公式" r:id="rId25" imgW="164885" imgH="317087" progId="Equation.3">
                      <p:embed/>
                    </p:oleObj>
                  </mc:Choice>
                  <mc:Fallback>
                    <p:oleObj name="公式" r:id="rId25" imgW="164885" imgH="317087" progId="Equation.3">
                      <p:embed/>
                      <p:pic>
                        <p:nvPicPr>
                          <p:cNvPr id="0" name="Object 4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037" y="1056"/>
                            <a:ext cx="227" cy="4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91" name="Object 48"/>
              <p:cNvGraphicFramePr>
                <a:graphicFrameLocks noChangeAspect="1"/>
              </p:cNvGraphicFramePr>
              <p:nvPr/>
            </p:nvGraphicFramePr>
            <p:xfrm>
              <a:off x="3648" y="1575"/>
              <a:ext cx="236" cy="393"/>
            </p:xfrm>
            <a:graphic>
              <a:graphicData uri="http://schemas.openxmlformats.org/presentationml/2006/ole">
                <mc:AlternateContent xmlns:mc="http://schemas.openxmlformats.org/markup-compatibility/2006">
                  <mc:Choice xmlns:v="urn:schemas-microsoft-com:vml" Requires="v">
                    <p:oleObj spid="_x0000_s10324" name="公式" r:id="rId27" imgW="190335" imgH="317225" progId="Equation.3">
                      <p:embed/>
                    </p:oleObj>
                  </mc:Choice>
                  <mc:Fallback>
                    <p:oleObj name="公式" r:id="rId27" imgW="190335" imgH="317225" progId="Equation.3">
                      <p:embed/>
                      <p:pic>
                        <p:nvPicPr>
                          <p:cNvPr id="0" name="Object 4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648" y="1575"/>
                            <a:ext cx="23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292" name="Group 49"/>
              <p:cNvGrpSpPr>
                <a:grpSpLocks/>
              </p:cNvGrpSpPr>
              <p:nvPr/>
            </p:nvGrpSpPr>
            <p:grpSpPr bwMode="auto">
              <a:xfrm>
                <a:off x="2127" y="2487"/>
                <a:ext cx="2481" cy="336"/>
                <a:chOff x="2160" y="2496"/>
                <a:chExt cx="2496" cy="336"/>
              </a:xfrm>
            </p:grpSpPr>
            <p:graphicFrame>
              <p:nvGraphicFramePr>
                <p:cNvPr id="10296" name="Object 50"/>
                <p:cNvGraphicFramePr>
                  <a:graphicFrameLocks noChangeAspect="1"/>
                </p:cNvGraphicFramePr>
                <p:nvPr/>
              </p:nvGraphicFramePr>
              <p:xfrm>
                <a:off x="3120" y="2496"/>
                <a:ext cx="310" cy="336"/>
              </p:xfrm>
              <a:graphic>
                <a:graphicData uri="http://schemas.openxmlformats.org/presentationml/2006/ole">
                  <mc:AlternateContent xmlns:mc="http://schemas.openxmlformats.org/markup-compatibility/2006">
                    <mc:Choice xmlns:v="urn:schemas-microsoft-com:vml" Requires="v">
                      <p:oleObj spid="_x0000_s10325" name="Equation" r:id="rId29" imgW="164814" imgH="177492" progId="Equation.3">
                        <p:embed/>
                      </p:oleObj>
                    </mc:Choice>
                    <mc:Fallback>
                      <p:oleObj name="Equation" r:id="rId29" imgW="164814" imgH="177492" progId="Equation.3">
                        <p:embed/>
                        <p:pic>
                          <p:nvPicPr>
                            <p:cNvPr id="0" name="Object 5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120" y="2496"/>
                              <a:ext cx="310"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97" name="Line 51"/>
                <p:cNvSpPr>
                  <a:spLocks noChangeShapeType="1"/>
                </p:cNvSpPr>
                <p:nvPr/>
              </p:nvSpPr>
              <p:spPr bwMode="auto">
                <a:xfrm>
                  <a:off x="3360" y="2688"/>
                  <a:ext cx="1296" cy="0"/>
                </a:xfrm>
                <a:prstGeom prst="line">
                  <a:avLst/>
                </a:prstGeom>
                <a:noFill/>
                <a:ln w="19050">
                  <a:solidFill>
                    <a:srgbClr val="FF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98" name="Line 52"/>
                <p:cNvSpPr>
                  <a:spLocks noChangeShapeType="1"/>
                </p:cNvSpPr>
                <p:nvPr/>
              </p:nvSpPr>
              <p:spPr bwMode="auto">
                <a:xfrm flipH="1">
                  <a:off x="2160" y="2688"/>
                  <a:ext cx="960" cy="0"/>
                </a:xfrm>
                <a:prstGeom prst="line">
                  <a:avLst/>
                </a:prstGeom>
                <a:noFill/>
                <a:ln w="19050">
                  <a:solidFill>
                    <a:srgbClr val="FF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0293" name="Group 53"/>
              <p:cNvGrpSpPr>
                <a:grpSpLocks/>
              </p:cNvGrpSpPr>
              <p:nvPr/>
            </p:nvGrpSpPr>
            <p:grpSpPr bwMode="auto">
              <a:xfrm>
                <a:off x="1521" y="1055"/>
                <a:ext cx="273" cy="289"/>
                <a:chOff x="1521" y="1055"/>
                <a:chExt cx="273" cy="289"/>
              </a:xfrm>
            </p:grpSpPr>
            <p:sp>
              <p:nvSpPr>
                <p:cNvPr id="10294" name="AutoShape 54"/>
                <p:cNvSpPr>
                  <a:spLocks noChangeArrowheads="1"/>
                </p:cNvSpPr>
                <p:nvPr/>
              </p:nvSpPr>
              <p:spPr bwMode="auto">
                <a:xfrm>
                  <a:off x="1521" y="1055"/>
                  <a:ext cx="273" cy="289"/>
                </a:xfrm>
                <a:prstGeom prst="wedgeRoundRectCallout">
                  <a:avLst>
                    <a:gd name="adj1" fmla="val 53662"/>
                    <a:gd name="adj2" fmla="val 213324"/>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rgbClr val="D3EBE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zh-CN" altLang="en-US" sz="2800">
                    <a:solidFill>
                      <a:srgbClr val="1C1C1C"/>
                    </a:solidFill>
                  </a:endParaRPr>
                </a:p>
              </p:txBody>
            </p:sp>
            <p:graphicFrame>
              <p:nvGraphicFramePr>
                <p:cNvPr id="10295" name="Object 55"/>
                <p:cNvGraphicFramePr>
                  <a:graphicFrameLocks noChangeAspect="1"/>
                </p:cNvGraphicFramePr>
                <p:nvPr/>
              </p:nvGraphicFramePr>
              <p:xfrm>
                <a:off x="1572" y="1072"/>
                <a:ext cx="204" cy="272"/>
              </p:xfrm>
              <a:graphic>
                <a:graphicData uri="http://schemas.openxmlformats.org/presentationml/2006/ole">
                  <mc:AlternateContent xmlns:mc="http://schemas.openxmlformats.org/markup-compatibility/2006">
                    <mc:Choice xmlns:v="urn:schemas-microsoft-com:vml" Requires="v">
                      <p:oleObj spid="_x0000_s10326" name="Equation" r:id="rId31" imgW="190417" imgH="253890" progId="Equation.3">
                        <p:embed/>
                      </p:oleObj>
                    </mc:Choice>
                    <mc:Fallback>
                      <p:oleObj name="Equation" r:id="rId31" imgW="190417" imgH="253890" progId="Equation.3">
                        <p:embed/>
                        <p:pic>
                          <p:nvPicPr>
                            <p:cNvPr id="0" name="Object 55"/>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72" y="1072"/>
                              <a:ext cx="204"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graphicFrame>
        <p:nvGraphicFramePr>
          <p:cNvPr id="51256" name="Object 56"/>
          <p:cNvGraphicFramePr>
            <a:graphicFrameLocks noChangeAspect="1"/>
          </p:cNvGraphicFramePr>
          <p:nvPr/>
        </p:nvGraphicFramePr>
        <p:xfrm>
          <a:off x="2546350" y="4849813"/>
          <a:ext cx="3886200" cy="514350"/>
        </p:xfrm>
        <a:graphic>
          <a:graphicData uri="http://schemas.openxmlformats.org/presentationml/2006/ole">
            <mc:AlternateContent xmlns:mc="http://schemas.openxmlformats.org/markup-compatibility/2006">
              <mc:Choice xmlns:v="urn:schemas-microsoft-com:vml" Requires="v">
                <p:oleObj spid="_x0000_s10327" name="Equation" r:id="rId33" imgW="1218671" imgH="177723" progId="Equation.3">
                  <p:embed/>
                </p:oleObj>
              </mc:Choice>
              <mc:Fallback>
                <p:oleObj name="Equation" r:id="rId33" imgW="1218671" imgH="177723" progId="Equation.3">
                  <p:embed/>
                  <p:pic>
                    <p:nvPicPr>
                      <p:cNvPr id="0" name="Object 56"/>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546350" y="4849813"/>
                        <a:ext cx="38862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67" name="Text Box 57"/>
          <p:cNvSpPr txBox="1">
            <a:spLocks noChangeArrowheads="1"/>
          </p:cNvSpPr>
          <p:nvPr/>
        </p:nvSpPr>
        <p:spPr bwMode="auto">
          <a:xfrm>
            <a:off x="1839913" y="3619500"/>
            <a:ext cx="685800" cy="51911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solidFill>
                <a:srgbClr val="000000"/>
              </a:solidFill>
            </a:endParaRPr>
          </a:p>
        </p:txBody>
      </p:sp>
      <p:grpSp>
        <p:nvGrpSpPr>
          <p:cNvPr id="51277" name="Group 77"/>
          <p:cNvGrpSpPr>
            <a:grpSpLocks/>
          </p:cNvGrpSpPr>
          <p:nvPr/>
        </p:nvGrpSpPr>
        <p:grpSpPr bwMode="auto">
          <a:xfrm>
            <a:off x="3357563" y="2847975"/>
            <a:ext cx="1581150" cy="546100"/>
            <a:chOff x="2115" y="2077"/>
            <a:chExt cx="996" cy="344"/>
          </a:xfrm>
        </p:grpSpPr>
        <p:sp>
          <p:nvSpPr>
            <p:cNvPr id="10279" name="Freeform 59"/>
            <p:cNvSpPr>
              <a:spLocks/>
            </p:cNvSpPr>
            <p:nvPr/>
          </p:nvSpPr>
          <p:spPr bwMode="auto">
            <a:xfrm>
              <a:off x="2115" y="2077"/>
              <a:ext cx="111" cy="56"/>
            </a:xfrm>
            <a:custGeom>
              <a:avLst/>
              <a:gdLst>
                <a:gd name="T0" fmla="*/ 0 w 144"/>
                <a:gd name="T1" fmla="*/ 48 h 56"/>
                <a:gd name="T2" fmla="*/ 57 w 144"/>
                <a:gd name="T3" fmla="*/ 48 h 56"/>
                <a:gd name="T4" fmla="*/ 86 w 144"/>
                <a:gd name="T5" fmla="*/ 0 h 56"/>
                <a:gd name="T6" fmla="*/ 0 60000 65536"/>
                <a:gd name="T7" fmla="*/ 0 60000 65536"/>
                <a:gd name="T8" fmla="*/ 0 60000 65536"/>
              </a:gdLst>
              <a:ahLst/>
              <a:cxnLst>
                <a:cxn ang="T6">
                  <a:pos x="T0" y="T1"/>
                </a:cxn>
                <a:cxn ang="T7">
                  <a:pos x="T2" y="T3"/>
                </a:cxn>
                <a:cxn ang="T8">
                  <a:pos x="T4" y="T5"/>
                </a:cxn>
              </a:cxnLst>
              <a:rect l="0" t="0" r="r" b="b"/>
              <a:pathLst>
                <a:path w="144" h="56">
                  <a:moveTo>
                    <a:pt x="0" y="48"/>
                  </a:moveTo>
                  <a:cubicBezTo>
                    <a:pt x="36" y="52"/>
                    <a:pt x="72" y="56"/>
                    <a:pt x="96" y="48"/>
                  </a:cubicBezTo>
                  <a:cubicBezTo>
                    <a:pt x="120" y="40"/>
                    <a:pt x="136" y="8"/>
                    <a:pt x="144" y="0"/>
                  </a:cubicBezTo>
                </a:path>
              </a:pathLst>
            </a:custGeom>
            <a:noFill/>
            <a:ln w="28575" cap="flat" cmpd="sng">
              <a:solidFill>
                <a:srgbClr val="33CC33"/>
              </a:solidFill>
              <a:prstDash val="solid"/>
              <a:round/>
              <a:headEnd/>
              <a:tailEnd/>
            </a:ln>
            <a:effectLst/>
            <a:extLst>
              <a:ext uri="{909E8E84-426E-40DD-AFC4-6F175D3DCCD1}">
                <a14:hiddenFill xmlns:a14="http://schemas.microsoft.com/office/drawing/2010/main">
                  <a:gradFill rotWithShape="0">
                    <a:gsLst>
                      <a:gs pos="0">
                        <a:schemeClr val="accent1"/>
                      </a:gs>
                      <a:gs pos="100000">
                        <a:srgbClr val="FFFFFF"/>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0280" name="Group 76"/>
            <p:cNvGrpSpPr>
              <a:grpSpLocks/>
            </p:cNvGrpSpPr>
            <p:nvPr/>
          </p:nvGrpSpPr>
          <p:grpSpPr bwMode="auto">
            <a:xfrm>
              <a:off x="2823" y="2132"/>
              <a:ext cx="288" cy="289"/>
              <a:chOff x="2823" y="2132"/>
              <a:chExt cx="288" cy="289"/>
            </a:xfrm>
          </p:grpSpPr>
          <p:sp>
            <p:nvSpPr>
              <p:cNvPr id="10281" name="AutoShape 61"/>
              <p:cNvSpPr>
                <a:spLocks noChangeArrowheads="1"/>
              </p:cNvSpPr>
              <p:nvPr/>
            </p:nvSpPr>
            <p:spPr bwMode="auto">
              <a:xfrm>
                <a:off x="2823" y="2132"/>
                <a:ext cx="273" cy="289"/>
              </a:xfrm>
              <a:prstGeom prst="wedgeRoundRectCallout">
                <a:avLst>
                  <a:gd name="adj1" fmla="val -265019"/>
                  <a:gd name="adj2" fmla="val -46884"/>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zh-CN" altLang="en-US" sz="2800">
                  <a:solidFill>
                    <a:srgbClr val="1C1C1C"/>
                  </a:solidFill>
                </a:endParaRPr>
              </a:p>
            </p:txBody>
          </p:sp>
          <p:graphicFrame>
            <p:nvGraphicFramePr>
              <p:cNvPr id="10282" name="Object 62"/>
              <p:cNvGraphicFramePr>
                <a:graphicFrameLocks noChangeAspect="1"/>
              </p:cNvGraphicFramePr>
              <p:nvPr/>
            </p:nvGraphicFramePr>
            <p:xfrm>
              <a:off x="2871" y="2150"/>
              <a:ext cx="240" cy="220"/>
            </p:xfrm>
            <a:graphic>
              <a:graphicData uri="http://schemas.openxmlformats.org/presentationml/2006/ole">
                <mc:AlternateContent xmlns:mc="http://schemas.openxmlformats.org/markup-compatibility/2006">
                  <mc:Choice xmlns:v="urn:schemas-microsoft-com:vml" Requires="v">
                    <p:oleObj spid="_x0000_s10328" name="Equation" r:id="rId35" imgW="177646" imgH="241091" progId="Equation.3">
                      <p:embed/>
                    </p:oleObj>
                  </mc:Choice>
                  <mc:Fallback>
                    <p:oleObj name="Equation" r:id="rId35" imgW="177646" imgH="241091" progId="Equation.3">
                      <p:embed/>
                      <p:pic>
                        <p:nvPicPr>
                          <p:cNvPr id="0" name="Object 62"/>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871" y="2150"/>
                            <a:ext cx="240" cy="22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51270" name="Group 70"/>
          <p:cNvGrpSpPr>
            <a:grpSpLocks/>
          </p:cNvGrpSpPr>
          <p:nvPr/>
        </p:nvGrpSpPr>
        <p:grpSpPr bwMode="auto">
          <a:xfrm>
            <a:off x="3354388" y="1714500"/>
            <a:ext cx="3962400" cy="1095375"/>
            <a:chOff x="2113" y="1363"/>
            <a:chExt cx="2496" cy="690"/>
          </a:xfrm>
        </p:grpSpPr>
        <p:grpSp>
          <p:nvGrpSpPr>
            <p:cNvPr id="10275" name="Group 69"/>
            <p:cNvGrpSpPr>
              <a:grpSpLocks/>
            </p:cNvGrpSpPr>
            <p:nvPr/>
          </p:nvGrpSpPr>
          <p:grpSpPr bwMode="auto">
            <a:xfrm>
              <a:off x="2113" y="1363"/>
              <a:ext cx="2496" cy="680"/>
              <a:chOff x="2113" y="1363"/>
              <a:chExt cx="2496" cy="680"/>
            </a:xfrm>
          </p:grpSpPr>
          <p:sp>
            <p:nvSpPr>
              <p:cNvPr id="10277" name="Line 65"/>
              <p:cNvSpPr>
                <a:spLocks noChangeShapeType="1"/>
              </p:cNvSpPr>
              <p:nvPr/>
            </p:nvSpPr>
            <p:spPr bwMode="auto">
              <a:xfrm flipV="1">
                <a:off x="2113" y="1363"/>
                <a:ext cx="2496" cy="672"/>
              </a:xfrm>
              <a:prstGeom prst="line">
                <a:avLst/>
              </a:prstGeom>
              <a:noFill/>
              <a:ln w="19050">
                <a:solidFill>
                  <a:srgbClr val="0000FF"/>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8" name="Arc 66"/>
              <p:cNvSpPr>
                <a:spLocks/>
              </p:cNvSpPr>
              <p:nvPr/>
            </p:nvSpPr>
            <p:spPr bwMode="auto">
              <a:xfrm rot="4394734">
                <a:off x="2447" y="1904"/>
                <a:ext cx="232" cy="46"/>
              </a:xfrm>
              <a:custGeom>
                <a:avLst/>
                <a:gdLst>
                  <a:gd name="T0" fmla="*/ 1 w 21313"/>
                  <a:gd name="T1" fmla="*/ 0 h 18398"/>
                  <a:gd name="T2" fmla="*/ 3 w 21313"/>
                  <a:gd name="T3" fmla="*/ 0 h 18398"/>
                  <a:gd name="T4" fmla="*/ 0 w 21313"/>
                  <a:gd name="T5" fmla="*/ 0 h 18398"/>
                  <a:gd name="T6" fmla="*/ 0 60000 65536"/>
                  <a:gd name="T7" fmla="*/ 0 60000 65536"/>
                  <a:gd name="T8" fmla="*/ 0 60000 65536"/>
                </a:gdLst>
                <a:ahLst/>
                <a:cxnLst>
                  <a:cxn ang="T6">
                    <a:pos x="T0" y="T1"/>
                  </a:cxn>
                  <a:cxn ang="T7">
                    <a:pos x="T2" y="T3"/>
                  </a:cxn>
                  <a:cxn ang="T8">
                    <a:pos x="T4" y="T5"/>
                  </a:cxn>
                </a:cxnLst>
                <a:rect l="0" t="0" r="r" b="b"/>
                <a:pathLst>
                  <a:path w="21313" h="18398" fill="none" extrusionOk="0">
                    <a:moveTo>
                      <a:pt x="11317" y="0"/>
                    </a:moveTo>
                    <a:cubicBezTo>
                      <a:pt x="16648" y="3279"/>
                      <a:pt x="20294" y="8710"/>
                      <a:pt x="21312" y="14886"/>
                    </a:cubicBezTo>
                  </a:path>
                  <a:path w="21313" h="18398" stroke="0" extrusionOk="0">
                    <a:moveTo>
                      <a:pt x="11317" y="0"/>
                    </a:moveTo>
                    <a:cubicBezTo>
                      <a:pt x="16648" y="3279"/>
                      <a:pt x="20294" y="8710"/>
                      <a:pt x="21312" y="14886"/>
                    </a:cubicBezTo>
                    <a:lnTo>
                      <a:pt x="0" y="18398"/>
                    </a:lnTo>
                    <a:lnTo>
                      <a:pt x="11317" y="0"/>
                    </a:lnTo>
                    <a:close/>
                  </a:path>
                </a:pathLst>
              </a:custGeom>
              <a:noFill/>
              <a:ln w="28575">
                <a:solidFill>
                  <a:srgbClr val="33CC33"/>
                </a:solidFill>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0276" name="Object 67"/>
            <p:cNvGraphicFramePr>
              <a:graphicFrameLocks noChangeAspect="1"/>
            </p:cNvGraphicFramePr>
            <p:nvPr/>
          </p:nvGraphicFramePr>
          <p:xfrm>
            <a:off x="2631" y="1877"/>
            <a:ext cx="192" cy="176"/>
          </p:xfrm>
          <a:graphic>
            <a:graphicData uri="http://schemas.openxmlformats.org/presentationml/2006/ole">
              <mc:AlternateContent xmlns:mc="http://schemas.openxmlformats.org/markup-compatibility/2006">
                <mc:Choice xmlns:v="urn:schemas-microsoft-com:vml" Requires="v">
                  <p:oleObj spid="_x0000_s10329" name="Equation" r:id="rId37" imgW="177646" imgH="241091" progId="Equation.3">
                    <p:embed/>
                  </p:oleObj>
                </mc:Choice>
                <mc:Fallback>
                  <p:oleObj name="Equation" r:id="rId37" imgW="177646" imgH="241091" progId="Equation.3">
                    <p:embed/>
                    <p:pic>
                      <p:nvPicPr>
                        <p:cNvPr id="0" name="Object 67"/>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631" y="1877"/>
                          <a:ext cx="192" cy="176"/>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1274" name="Group 74"/>
          <p:cNvGrpSpPr>
            <a:grpSpLocks/>
          </p:cNvGrpSpPr>
          <p:nvPr/>
        </p:nvGrpSpPr>
        <p:grpSpPr bwMode="auto">
          <a:xfrm>
            <a:off x="3357563" y="2349500"/>
            <a:ext cx="312737" cy="720725"/>
            <a:chOff x="2115" y="1763"/>
            <a:chExt cx="197" cy="454"/>
          </a:xfrm>
        </p:grpSpPr>
        <p:sp>
          <p:nvSpPr>
            <p:cNvPr id="10271" name="Line 29"/>
            <p:cNvSpPr>
              <a:spLocks noChangeShapeType="1"/>
            </p:cNvSpPr>
            <p:nvPr/>
          </p:nvSpPr>
          <p:spPr bwMode="auto">
            <a:xfrm>
              <a:off x="2115" y="1763"/>
              <a:ext cx="176" cy="454"/>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272" name="Group 73"/>
            <p:cNvGrpSpPr>
              <a:grpSpLocks/>
            </p:cNvGrpSpPr>
            <p:nvPr/>
          </p:nvGrpSpPr>
          <p:grpSpPr bwMode="auto">
            <a:xfrm>
              <a:off x="2256" y="2132"/>
              <a:ext cx="56" cy="35"/>
              <a:chOff x="2568" y="2557"/>
              <a:chExt cx="91" cy="57"/>
            </a:xfrm>
          </p:grpSpPr>
          <p:sp>
            <p:nvSpPr>
              <p:cNvPr id="10273" name="Line 71"/>
              <p:cNvSpPr>
                <a:spLocks noChangeShapeType="1"/>
              </p:cNvSpPr>
              <p:nvPr/>
            </p:nvSpPr>
            <p:spPr bwMode="auto">
              <a:xfrm>
                <a:off x="2637" y="2557"/>
                <a:ext cx="22" cy="57"/>
              </a:xfrm>
              <a:prstGeom prst="line">
                <a:avLst/>
              </a:prstGeom>
              <a:noFill/>
              <a:ln w="19050">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4" name="Line 72"/>
              <p:cNvSpPr>
                <a:spLocks noChangeShapeType="1"/>
              </p:cNvSpPr>
              <p:nvPr/>
            </p:nvSpPr>
            <p:spPr bwMode="auto">
              <a:xfrm rot="5400000">
                <a:off x="2586" y="2539"/>
                <a:ext cx="22" cy="57"/>
              </a:xfrm>
              <a:prstGeom prst="line">
                <a:avLst/>
              </a:prstGeom>
              <a:noFill/>
              <a:ln w="19050">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51218"/>
                                        </p:tgtEl>
                                        <p:attrNameLst>
                                          <p:attrName>style.visibility</p:attrName>
                                        </p:attrNameLst>
                                      </p:cBhvr>
                                      <p:to>
                                        <p:strVal val="visible"/>
                                      </p:to>
                                    </p:set>
                                    <p:animEffect transition="in" filter="wipe(down)">
                                      <p:cBhvr>
                                        <p:cTn id="7" dur="500"/>
                                        <p:tgtEl>
                                          <p:spTgt spid="512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1239"/>
                                        </p:tgtEl>
                                        <p:attrNameLst>
                                          <p:attrName>style.visibility</p:attrName>
                                        </p:attrNameLst>
                                      </p:cBhvr>
                                      <p:to>
                                        <p:strVal val="visible"/>
                                      </p:to>
                                    </p:set>
                                    <p:animEffect transition="in" filter="wipe(left)">
                                      <p:cBhvr>
                                        <p:cTn id="12" dur="500"/>
                                        <p:tgtEl>
                                          <p:spTgt spid="512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1274"/>
                                        </p:tgtEl>
                                        <p:attrNameLst>
                                          <p:attrName>style.visibility</p:attrName>
                                        </p:attrNameLst>
                                      </p:cBhvr>
                                      <p:to>
                                        <p:strVal val="visible"/>
                                      </p:to>
                                    </p:set>
                                    <p:animEffect transition="in" filter="wipe(left)">
                                      <p:cBhvr>
                                        <p:cTn id="17" dur="500"/>
                                        <p:tgtEl>
                                          <p:spTgt spid="512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1275"/>
                                        </p:tgtEl>
                                        <p:attrNameLst>
                                          <p:attrName>style.visibility</p:attrName>
                                        </p:attrNameLst>
                                      </p:cBhvr>
                                      <p:to>
                                        <p:strVal val="visible"/>
                                      </p:to>
                                    </p:set>
                                    <p:animEffect transition="in" filter="wipe(left)">
                                      <p:cBhvr>
                                        <p:cTn id="22" dur="500"/>
                                        <p:tgtEl>
                                          <p:spTgt spid="512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1277"/>
                                        </p:tgtEl>
                                        <p:attrNameLst>
                                          <p:attrName>style.visibility</p:attrName>
                                        </p:attrNameLst>
                                      </p:cBhvr>
                                      <p:to>
                                        <p:strVal val="visible"/>
                                      </p:to>
                                    </p:set>
                                    <p:animEffect transition="in" filter="wipe(left)">
                                      <p:cBhvr>
                                        <p:cTn id="27" dur="500"/>
                                        <p:tgtEl>
                                          <p:spTgt spid="5127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1270"/>
                                        </p:tgtEl>
                                        <p:attrNameLst>
                                          <p:attrName>style.visibility</p:attrName>
                                        </p:attrNameLst>
                                      </p:cBhvr>
                                      <p:to>
                                        <p:strVal val="visible"/>
                                      </p:to>
                                    </p:set>
                                    <p:animEffect transition="in" filter="wipe(left)">
                                      <p:cBhvr>
                                        <p:cTn id="32" dur="500"/>
                                        <p:tgtEl>
                                          <p:spTgt spid="5127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1225"/>
                                        </p:tgtEl>
                                        <p:attrNameLst>
                                          <p:attrName>style.visibility</p:attrName>
                                        </p:attrNameLst>
                                      </p:cBhvr>
                                      <p:to>
                                        <p:strVal val="visible"/>
                                      </p:to>
                                    </p:set>
                                    <p:animEffect transition="in" filter="blinds(horizontal)">
                                      <p:cBhvr>
                                        <p:cTn id="37" dur="500"/>
                                        <p:tgtEl>
                                          <p:spTgt spid="5122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51256"/>
                                        </p:tgtEl>
                                        <p:attrNameLst>
                                          <p:attrName>style.visibility</p:attrName>
                                        </p:attrNameLst>
                                      </p:cBhvr>
                                      <p:to>
                                        <p:strVal val="visible"/>
                                      </p:to>
                                    </p:set>
                                    <p:animEffect transition="in" filter="box(in)">
                                      <p:cBhvr>
                                        <p:cTn id="42" dur="500"/>
                                        <p:tgtEl>
                                          <p:spTgt spid="5125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51236"/>
                                        </p:tgtEl>
                                        <p:attrNameLst>
                                          <p:attrName>style.visibility</p:attrName>
                                        </p:attrNameLst>
                                      </p:cBhvr>
                                      <p:to>
                                        <p:strVal val="visible"/>
                                      </p:to>
                                    </p:set>
                                    <p:animEffect transition="in" filter="blinds(horizontal)">
                                      <p:cBhvr>
                                        <p:cTn id="47" dur="500"/>
                                        <p:tgtEl>
                                          <p:spTgt spid="5123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5" fill="hold" nodeType="clickEffect">
                                  <p:stCondLst>
                                    <p:cond delay="0"/>
                                  </p:stCondLst>
                                  <p:childTnLst>
                                    <p:set>
                                      <p:cBhvr>
                                        <p:cTn id="51" dur="1" fill="hold">
                                          <p:stCondLst>
                                            <p:cond delay="0"/>
                                          </p:stCondLst>
                                        </p:cTn>
                                        <p:tgtEl>
                                          <p:spTgt spid="51226"/>
                                        </p:tgtEl>
                                        <p:attrNameLst>
                                          <p:attrName>style.visibility</p:attrName>
                                        </p:attrNameLst>
                                      </p:cBhvr>
                                      <p:to>
                                        <p:strVal val="visible"/>
                                      </p:to>
                                    </p:set>
                                    <p:animEffect transition="in" filter="blinds(vertical)">
                                      <p:cBhvr>
                                        <p:cTn id="52" dur="500"/>
                                        <p:tgtEl>
                                          <p:spTgt spid="51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C82CDCFA-54E4-44E7-935E-A5C657F9A5CF}" type="slidenum">
              <a:rPr kumimoji="0" lang="zh-CN" altLang="en-US" sz="1400" smtClean="0">
                <a:solidFill>
                  <a:schemeClr val="bg2"/>
                </a:solidFill>
              </a:rPr>
              <a:pPr>
                <a:spcBef>
                  <a:spcPct val="50000"/>
                </a:spcBef>
                <a:buClrTx/>
                <a:buFontTx/>
                <a:buNone/>
              </a:pPr>
              <a:t>7</a:t>
            </a:fld>
            <a:endParaRPr kumimoji="0" lang="en-US" altLang="zh-CN" sz="1400" smtClean="0">
              <a:solidFill>
                <a:schemeClr val="bg2"/>
              </a:solidFill>
            </a:endParaRPr>
          </a:p>
        </p:txBody>
      </p:sp>
      <p:graphicFrame>
        <p:nvGraphicFramePr>
          <p:cNvPr id="11267" name="Object 2"/>
          <p:cNvGraphicFramePr>
            <a:graphicFrameLocks noChangeAspect="1"/>
          </p:cNvGraphicFramePr>
          <p:nvPr/>
        </p:nvGraphicFramePr>
        <p:xfrm flipH="1">
          <a:off x="2714625" y="1258888"/>
          <a:ext cx="304800" cy="382587"/>
        </p:xfrm>
        <a:graphic>
          <a:graphicData uri="http://schemas.openxmlformats.org/presentationml/2006/ole">
            <mc:AlternateContent xmlns:mc="http://schemas.openxmlformats.org/markup-compatibility/2006">
              <mc:Choice xmlns:v="urn:schemas-microsoft-com:vml" Requires="v">
                <p:oleObj spid="_x0000_s11345" name="公式" r:id="rId3" imgW="177646" imgH="241091" progId="Equation.3">
                  <p:embed/>
                </p:oleObj>
              </mc:Choice>
              <mc:Fallback>
                <p:oleObj name="公式" r:id="rId3" imgW="177646" imgH="241091"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714625" y="1258888"/>
                        <a:ext cx="304800" cy="382587"/>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FFFFFF"/>
                                </a:gs>
                              </a:gsLst>
                              <a:lin ang="5400000" scaled="1"/>
                            </a:gra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8" name="Object 3"/>
          <p:cNvGraphicFramePr>
            <a:graphicFrameLocks noChangeAspect="1"/>
          </p:cNvGraphicFramePr>
          <p:nvPr/>
        </p:nvGraphicFramePr>
        <p:xfrm flipH="1">
          <a:off x="3327400" y="1944688"/>
          <a:ext cx="249238" cy="304800"/>
        </p:xfrm>
        <a:graphic>
          <a:graphicData uri="http://schemas.openxmlformats.org/presentationml/2006/ole">
            <mc:AlternateContent xmlns:mc="http://schemas.openxmlformats.org/markup-compatibility/2006">
              <mc:Choice xmlns:v="urn:schemas-microsoft-com:vml" Requires="v">
                <p:oleObj spid="_x0000_s11346" name="公式" r:id="rId5" imgW="177646" imgH="241091" progId="Equation.3">
                  <p:embed/>
                </p:oleObj>
              </mc:Choice>
              <mc:Fallback>
                <p:oleObj name="公式" r:id="rId5" imgW="177646" imgH="241091"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3327400" y="1944688"/>
                        <a:ext cx="249238"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269" name="Group 4"/>
          <p:cNvGrpSpPr>
            <a:grpSpLocks/>
          </p:cNvGrpSpPr>
          <p:nvPr/>
        </p:nvGrpSpPr>
        <p:grpSpPr bwMode="auto">
          <a:xfrm>
            <a:off x="971550" y="549275"/>
            <a:ext cx="7543800" cy="3429000"/>
            <a:chOff x="630" y="624"/>
            <a:chExt cx="4752" cy="2160"/>
          </a:xfrm>
        </p:grpSpPr>
        <p:sp>
          <p:nvSpPr>
            <p:cNvPr id="52229" name="Text Box 5"/>
            <p:cNvSpPr txBox="1">
              <a:spLocks noChangeArrowheads="1"/>
            </p:cNvSpPr>
            <p:nvPr/>
          </p:nvSpPr>
          <p:spPr bwMode="auto">
            <a:xfrm>
              <a:off x="662" y="624"/>
              <a:ext cx="391" cy="2160"/>
            </a:xfrm>
            <a:prstGeom prst="rect">
              <a:avLst/>
            </a:prstGeom>
            <a:gradFill rotWithShape="0">
              <a:gsLst>
                <a:gs pos="0">
                  <a:schemeClr val="accent1"/>
                </a:gs>
                <a:gs pos="50000">
                  <a:srgbClr val="FFFFFF"/>
                </a:gs>
                <a:gs pos="100000">
                  <a:schemeClr val="accent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lgn="ctr" eaLnBrk="1" hangingPunct="1">
                <a:spcBef>
                  <a:spcPct val="50000"/>
                </a:spcBef>
                <a:defRPr/>
              </a:pPr>
              <a:r>
                <a:rPr lang="zh-CN" altLang="en-US">
                  <a:solidFill>
                    <a:srgbClr val="1C1C1C"/>
                  </a:solidFill>
                </a:rPr>
                <a:t>实 验 装 置</a:t>
              </a:r>
            </a:p>
          </p:txBody>
        </p:sp>
        <p:sp>
          <p:nvSpPr>
            <p:cNvPr id="11303" name="Rectangle 6"/>
            <p:cNvSpPr>
              <a:spLocks noChangeArrowheads="1"/>
            </p:cNvSpPr>
            <p:nvPr/>
          </p:nvSpPr>
          <p:spPr bwMode="auto">
            <a:xfrm>
              <a:off x="630" y="624"/>
              <a:ext cx="4752" cy="2160"/>
            </a:xfrm>
            <a:prstGeom prst="rect">
              <a:avLst/>
            </a:prstGeom>
            <a:solidFill>
              <a:schemeClr val="bg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zh-CN" altLang="en-US" sz="2800"/>
            </a:p>
          </p:txBody>
        </p:sp>
        <p:sp>
          <p:nvSpPr>
            <p:cNvPr id="11304" name="Rectangle 7" descr="深色下对角线"/>
            <p:cNvSpPr>
              <a:spLocks noChangeArrowheads="1"/>
            </p:cNvSpPr>
            <p:nvPr/>
          </p:nvSpPr>
          <p:spPr bwMode="auto">
            <a:xfrm>
              <a:off x="918" y="1104"/>
              <a:ext cx="48" cy="528"/>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1305" name="Rectangle 8" descr="深色下对角线"/>
            <p:cNvSpPr>
              <a:spLocks noChangeArrowheads="1"/>
            </p:cNvSpPr>
            <p:nvPr/>
          </p:nvSpPr>
          <p:spPr bwMode="auto">
            <a:xfrm>
              <a:off x="918" y="1728"/>
              <a:ext cx="48" cy="528"/>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1306" name="Rectangle 9" descr="深色下对角线"/>
            <p:cNvSpPr>
              <a:spLocks noChangeArrowheads="1"/>
            </p:cNvSpPr>
            <p:nvPr/>
          </p:nvSpPr>
          <p:spPr bwMode="auto">
            <a:xfrm>
              <a:off x="1494" y="864"/>
              <a:ext cx="48" cy="528"/>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1307" name="Rectangle 10" descr="深色下对角线"/>
            <p:cNvSpPr>
              <a:spLocks noChangeArrowheads="1"/>
            </p:cNvSpPr>
            <p:nvPr/>
          </p:nvSpPr>
          <p:spPr bwMode="auto">
            <a:xfrm>
              <a:off x="1494" y="1968"/>
              <a:ext cx="48" cy="576"/>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1308" name="Line 11"/>
            <p:cNvSpPr>
              <a:spLocks noChangeShapeType="1"/>
            </p:cNvSpPr>
            <p:nvPr/>
          </p:nvSpPr>
          <p:spPr bwMode="auto">
            <a:xfrm>
              <a:off x="774" y="1680"/>
              <a:ext cx="3738" cy="0"/>
            </a:xfrm>
            <a:prstGeom prst="line">
              <a:avLst/>
            </a:prstGeom>
            <a:noFill/>
            <a:ln w="19050">
              <a:solidFill>
                <a:srgbClr val="000000"/>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9" name="Rectangle 12" descr="深色下对角线"/>
            <p:cNvSpPr>
              <a:spLocks noChangeArrowheads="1"/>
            </p:cNvSpPr>
            <p:nvPr/>
          </p:nvSpPr>
          <p:spPr bwMode="auto">
            <a:xfrm>
              <a:off x="4038" y="720"/>
              <a:ext cx="48" cy="1872"/>
            </a:xfrm>
            <a:prstGeom prst="rect">
              <a:avLst/>
            </a:prstGeom>
            <a:pattFill prst="dkDnDiag">
              <a:fgClr>
                <a:srgbClr val="B2E6E4"/>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aphicFrame>
          <p:nvGraphicFramePr>
            <p:cNvPr id="11310" name="Object 13"/>
            <p:cNvGraphicFramePr>
              <a:graphicFrameLocks noChangeAspect="1"/>
            </p:cNvGraphicFramePr>
            <p:nvPr/>
          </p:nvGraphicFramePr>
          <p:xfrm>
            <a:off x="4138" y="1680"/>
            <a:ext cx="182" cy="192"/>
          </p:xfrm>
          <a:graphic>
            <a:graphicData uri="http://schemas.openxmlformats.org/presentationml/2006/ole">
              <mc:AlternateContent xmlns:mc="http://schemas.openxmlformats.org/markup-compatibility/2006">
                <mc:Choice xmlns:v="urn:schemas-microsoft-com:vml" Requires="v">
                  <p:oleObj spid="_x0000_s11347" name="Equation" r:id="rId6" imgW="164957" imgH="190335" progId="Equation.3">
                    <p:embed/>
                  </p:oleObj>
                </mc:Choice>
                <mc:Fallback>
                  <p:oleObj name="Equation" r:id="rId6" imgW="164957" imgH="190335" progId="Equation.3">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38" y="1680"/>
                          <a:ext cx="18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11" name="Object 14"/>
            <p:cNvGraphicFramePr>
              <a:graphicFrameLocks noChangeAspect="1"/>
            </p:cNvGraphicFramePr>
            <p:nvPr/>
          </p:nvGraphicFramePr>
          <p:xfrm>
            <a:off x="1322" y="1662"/>
            <a:ext cx="162" cy="204"/>
          </p:xfrm>
          <a:graphic>
            <a:graphicData uri="http://schemas.openxmlformats.org/presentationml/2006/ole">
              <mc:AlternateContent xmlns:mc="http://schemas.openxmlformats.org/markup-compatibility/2006">
                <mc:Choice xmlns:v="urn:schemas-microsoft-com:vml" Requires="v">
                  <p:oleObj spid="_x0000_s11348" name="公式" r:id="rId8" imgW="164814" imgH="177492" progId="Equation.3">
                    <p:embed/>
                  </p:oleObj>
                </mc:Choice>
                <mc:Fallback>
                  <p:oleObj name="公式" r:id="rId8" imgW="164814" imgH="177492" progId="Equation.3">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22" y="1662"/>
                          <a:ext cx="162"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12" name="Object 15"/>
            <p:cNvGraphicFramePr>
              <a:graphicFrameLocks noChangeAspect="1"/>
            </p:cNvGraphicFramePr>
            <p:nvPr/>
          </p:nvGraphicFramePr>
          <p:xfrm>
            <a:off x="3840" y="768"/>
            <a:ext cx="181" cy="192"/>
          </p:xfrm>
          <a:graphic>
            <a:graphicData uri="http://schemas.openxmlformats.org/presentationml/2006/ole">
              <mc:AlternateContent xmlns:mc="http://schemas.openxmlformats.org/markup-compatibility/2006">
                <mc:Choice xmlns:v="urn:schemas-microsoft-com:vml" Requires="v">
                  <p:oleObj spid="_x0000_s11349" name="Equation" r:id="rId10" imgW="215806" imgH="228501" progId="Equation.3">
                    <p:embed/>
                  </p:oleObj>
                </mc:Choice>
                <mc:Fallback>
                  <p:oleObj name="Equation" r:id="rId10" imgW="215806" imgH="228501"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40" y="768"/>
                          <a:ext cx="18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13" name="Rectangle 16" descr="深色下对角线"/>
            <p:cNvSpPr>
              <a:spLocks noChangeArrowheads="1"/>
            </p:cNvSpPr>
            <p:nvPr/>
          </p:nvSpPr>
          <p:spPr bwMode="auto">
            <a:xfrm>
              <a:off x="1494" y="1488"/>
              <a:ext cx="48" cy="384"/>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aphicFrame>
          <p:nvGraphicFramePr>
            <p:cNvPr id="11314" name="Object 17"/>
            <p:cNvGraphicFramePr>
              <a:graphicFrameLocks noChangeAspect="1"/>
            </p:cNvGraphicFramePr>
            <p:nvPr/>
          </p:nvGraphicFramePr>
          <p:xfrm>
            <a:off x="1221" y="1056"/>
            <a:ext cx="219" cy="336"/>
          </p:xfrm>
          <a:graphic>
            <a:graphicData uri="http://schemas.openxmlformats.org/presentationml/2006/ole">
              <mc:AlternateContent xmlns:mc="http://schemas.openxmlformats.org/markup-compatibility/2006">
                <mc:Choice xmlns:v="urn:schemas-microsoft-com:vml" Requires="v">
                  <p:oleObj spid="_x0000_s11350" name="Equation" r:id="rId12" imgW="139579" imgH="215713" progId="Equation.3">
                    <p:embed/>
                  </p:oleObj>
                </mc:Choice>
                <mc:Fallback>
                  <p:oleObj name="Equation" r:id="rId12" imgW="139579" imgH="215713" progId="Equation.3">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21" y="1056"/>
                          <a:ext cx="219"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15" name="Object 18"/>
            <p:cNvGraphicFramePr>
              <a:graphicFrameLocks noChangeAspect="1"/>
            </p:cNvGraphicFramePr>
            <p:nvPr/>
          </p:nvGraphicFramePr>
          <p:xfrm>
            <a:off x="1248" y="1824"/>
            <a:ext cx="211" cy="336"/>
          </p:xfrm>
          <a:graphic>
            <a:graphicData uri="http://schemas.openxmlformats.org/presentationml/2006/ole">
              <mc:AlternateContent xmlns:mc="http://schemas.openxmlformats.org/markup-compatibility/2006">
                <mc:Choice xmlns:v="urn:schemas-microsoft-com:vml" Requires="v">
                  <p:oleObj spid="_x0000_s11351" name="Equation" r:id="rId14" imgW="152268" imgH="215713" progId="Equation.3">
                    <p:embed/>
                  </p:oleObj>
                </mc:Choice>
                <mc:Fallback>
                  <p:oleObj name="Equation" r:id="rId14" imgW="152268" imgH="215713" progId="Equation.3">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48" y="1824"/>
                          <a:ext cx="211"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16" name="Object 19"/>
            <p:cNvGraphicFramePr>
              <a:graphicFrameLocks noChangeAspect="1"/>
            </p:cNvGraphicFramePr>
            <p:nvPr/>
          </p:nvGraphicFramePr>
          <p:xfrm>
            <a:off x="673" y="1440"/>
            <a:ext cx="171" cy="240"/>
          </p:xfrm>
          <a:graphic>
            <a:graphicData uri="http://schemas.openxmlformats.org/presentationml/2006/ole">
              <mc:AlternateContent xmlns:mc="http://schemas.openxmlformats.org/markup-compatibility/2006">
                <mc:Choice xmlns:v="urn:schemas-microsoft-com:vml" Requires="v">
                  <p:oleObj spid="_x0000_s11352" name="Equation" r:id="rId16" imgW="101556" imgH="139639" progId="Equation.3">
                    <p:embed/>
                  </p:oleObj>
                </mc:Choice>
                <mc:Fallback>
                  <p:oleObj name="Equation" r:id="rId16" imgW="101556" imgH="139639" progId="Equation.3">
                    <p:embed/>
                    <p:pic>
                      <p:nvPicPr>
                        <p:cNvPr id="0"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3" y="1440"/>
                          <a:ext cx="171"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17" name="Line 20"/>
            <p:cNvSpPr>
              <a:spLocks noChangeShapeType="1"/>
            </p:cNvSpPr>
            <p:nvPr/>
          </p:nvSpPr>
          <p:spPr bwMode="auto">
            <a:xfrm flipV="1">
              <a:off x="1488" y="999"/>
              <a:ext cx="2544" cy="432"/>
            </a:xfrm>
            <a:prstGeom prst="line">
              <a:avLst/>
            </a:prstGeom>
            <a:noFill/>
            <a:ln w="28575">
              <a:solidFill>
                <a:srgbClr val="FF66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8" name="Line 21"/>
            <p:cNvSpPr>
              <a:spLocks noChangeShapeType="1"/>
            </p:cNvSpPr>
            <p:nvPr/>
          </p:nvSpPr>
          <p:spPr bwMode="auto">
            <a:xfrm flipV="1">
              <a:off x="1530" y="999"/>
              <a:ext cx="2502" cy="912"/>
            </a:xfrm>
            <a:prstGeom prst="line">
              <a:avLst/>
            </a:prstGeom>
            <a:noFill/>
            <a:ln w="28575">
              <a:solidFill>
                <a:srgbClr val="FF66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9" name="Freeform 22"/>
            <p:cNvSpPr>
              <a:spLocks/>
            </p:cNvSpPr>
            <p:nvPr/>
          </p:nvSpPr>
          <p:spPr bwMode="auto">
            <a:xfrm>
              <a:off x="960" y="1432"/>
              <a:ext cx="554" cy="248"/>
            </a:xfrm>
            <a:custGeom>
              <a:avLst/>
              <a:gdLst>
                <a:gd name="T0" fmla="*/ 0 w 554"/>
                <a:gd name="T1" fmla="*/ 248 h 248"/>
                <a:gd name="T2" fmla="*/ 554 w 554"/>
                <a:gd name="T3" fmla="*/ 0 h 248"/>
                <a:gd name="T4" fmla="*/ 0 60000 65536"/>
                <a:gd name="T5" fmla="*/ 0 60000 65536"/>
              </a:gdLst>
              <a:ahLst/>
              <a:cxnLst>
                <a:cxn ang="T4">
                  <a:pos x="T0" y="T1"/>
                </a:cxn>
                <a:cxn ang="T5">
                  <a:pos x="T2" y="T3"/>
                </a:cxn>
              </a:cxnLst>
              <a:rect l="0" t="0" r="r" b="b"/>
              <a:pathLst>
                <a:path w="554" h="248">
                  <a:moveTo>
                    <a:pt x="0" y="248"/>
                  </a:moveTo>
                  <a:lnTo>
                    <a:pt x="554" y="0"/>
                  </a:lnTo>
                </a:path>
              </a:pathLst>
            </a:custGeom>
            <a:noFill/>
            <a:ln w="19050">
              <a:solidFill>
                <a:srgbClr val="FF66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20" name="Line 23"/>
            <p:cNvSpPr>
              <a:spLocks noChangeShapeType="1"/>
            </p:cNvSpPr>
            <p:nvPr/>
          </p:nvSpPr>
          <p:spPr bwMode="auto">
            <a:xfrm>
              <a:off x="942" y="1673"/>
              <a:ext cx="570" cy="240"/>
            </a:xfrm>
            <a:prstGeom prst="line">
              <a:avLst/>
            </a:prstGeom>
            <a:noFill/>
            <a:ln w="190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21" name="Line 24"/>
            <p:cNvSpPr>
              <a:spLocks noChangeShapeType="1"/>
            </p:cNvSpPr>
            <p:nvPr/>
          </p:nvSpPr>
          <p:spPr bwMode="auto">
            <a:xfrm>
              <a:off x="1542" y="1440"/>
              <a:ext cx="150" cy="388"/>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2" name="Line 25"/>
            <p:cNvSpPr>
              <a:spLocks noChangeShapeType="1"/>
            </p:cNvSpPr>
            <p:nvPr/>
          </p:nvSpPr>
          <p:spPr bwMode="auto">
            <a:xfrm>
              <a:off x="1692" y="1828"/>
              <a:ext cx="101" cy="251"/>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3" name="Line 26"/>
            <p:cNvSpPr>
              <a:spLocks noChangeShapeType="1"/>
            </p:cNvSpPr>
            <p:nvPr/>
          </p:nvSpPr>
          <p:spPr bwMode="auto">
            <a:xfrm>
              <a:off x="1527" y="1886"/>
              <a:ext cx="101" cy="251"/>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4" name="Line 27"/>
            <p:cNvSpPr>
              <a:spLocks noChangeShapeType="1"/>
            </p:cNvSpPr>
            <p:nvPr/>
          </p:nvSpPr>
          <p:spPr bwMode="auto">
            <a:xfrm flipV="1">
              <a:off x="1377" y="2079"/>
              <a:ext cx="251" cy="129"/>
            </a:xfrm>
            <a:prstGeom prst="line">
              <a:avLst/>
            </a:prstGeom>
            <a:noFill/>
            <a:ln w="19050">
              <a:solidFill>
                <a:srgbClr val="FF0066"/>
              </a:solidFill>
              <a:prstDash val="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5" name="Line 28"/>
            <p:cNvSpPr>
              <a:spLocks noChangeShapeType="1"/>
            </p:cNvSpPr>
            <p:nvPr/>
          </p:nvSpPr>
          <p:spPr bwMode="auto">
            <a:xfrm flipH="1">
              <a:off x="1763" y="1892"/>
              <a:ext cx="250" cy="129"/>
            </a:xfrm>
            <a:prstGeom prst="line">
              <a:avLst/>
            </a:prstGeom>
            <a:noFill/>
            <a:ln w="19050">
              <a:solidFill>
                <a:srgbClr val="FF0066"/>
              </a:solidFill>
              <a:prstDash val="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326" name="Object 29"/>
            <p:cNvGraphicFramePr>
              <a:graphicFrameLocks noChangeAspect="1"/>
            </p:cNvGraphicFramePr>
            <p:nvPr/>
          </p:nvGraphicFramePr>
          <p:xfrm>
            <a:off x="1632" y="2096"/>
            <a:ext cx="288" cy="208"/>
          </p:xfrm>
          <a:graphic>
            <a:graphicData uri="http://schemas.openxmlformats.org/presentationml/2006/ole">
              <mc:AlternateContent xmlns:mc="http://schemas.openxmlformats.org/markup-compatibility/2006">
                <mc:Choice xmlns:v="urn:schemas-microsoft-com:vml" Requires="v">
                  <p:oleObj spid="_x0000_s11353" name="公式" r:id="rId18" imgW="304668" imgH="228501" progId="Equation.3">
                    <p:embed/>
                  </p:oleObj>
                </mc:Choice>
                <mc:Fallback>
                  <p:oleObj name="公式" r:id="rId18" imgW="304668" imgH="228501" progId="Equation.3">
                    <p:embed/>
                    <p:pic>
                      <p:nvPicPr>
                        <p:cNvPr id="0" name="Object 2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32" y="2096"/>
                          <a:ext cx="288"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27" name="AutoShape 30"/>
            <p:cNvSpPr>
              <a:spLocks noChangeArrowheads="1"/>
            </p:cNvSpPr>
            <p:nvPr/>
          </p:nvSpPr>
          <p:spPr bwMode="auto">
            <a:xfrm>
              <a:off x="1680" y="1038"/>
              <a:ext cx="273" cy="289"/>
            </a:xfrm>
            <a:prstGeom prst="wedgeRoundRectCallout">
              <a:avLst>
                <a:gd name="adj1" fmla="val -81500"/>
                <a:gd name="adj2" fmla="val 198097"/>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rgbClr val="D3EBE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zh-CN" altLang="en-US" sz="2800">
                <a:solidFill>
                  <a:srgbClr val="1C1C1C"/>
                </a:solidFill>
              </a:endParaRPr>
            </a:p>
          </p:txBody>
        </p:sp>
        <p:sp>
          <p:nvSpPr>
            <p:cNvPr id="11328" name="Freeform 31"/>
            <p:cNvSpPr>
              <a:spLocks/>
            </p:cNvSpPr>
            <p:nvPr/>
          </p:nvSpPr>
          <p:spPr bwMode="auto">
            <a:xfrm>
              <a:off x="1536" y="1720"/>
              <a:ext cx="111" cy="56"/>
            </a:xfrm>
            <a:custGeom>
              <a:avLst/>
              <a:gdLst>
                <a:gd name="T0" fmla="*/ 0 w 144"/>
                <a:gd name="T1" fmla="*/ 48 h 56"/>
                <a:gd name="T2" fmla="*/ 57 w 144"/>
                <a:gd name="T3" fmla="*/ 48 h 56"/>
                <a:gd name="T4" fmla="*/ 86 w 144"/>
                <a:gd name="T5" fmla="*/ 0 h 56"/>
                <a:gd name="T6" fmla="*/ 0 60000 65536"/>
                <a:gd name="T7" fmla="*/ 0 60000 65536"/>
                <a:gd name="T8" fmla="*/ 0 60000 65536"/>
              </a:gdLst>
              <a:ahLst/>
              <a:cxnLst>
                <a:cxn ang="T6">
                  <a:pos x="T0" y="T1"/>
                </a:cxn>
                <a:cxn ang="T7">
                  <a:pos x="T2" y="T3"/>
                </a:cxn>
                <a:cxn ang="T8">
                  <a:pos x="T4" y="T5"/>
                </a:cxn>
              </a:cxnLst>
              <a:rect l="0" t="0" r="r" b="b"/>
              <a:pathLst>
                <a:path w="144" h="56">
                  <a:moveTo>
                    <a:pt x="0" y="48"/>
                  </a:moveTo>
                  <a:cubicBezTo>
                    <a:pt x="36" y="52"/>
                    <a:pt x="72" y="56"/>
                    <a:pt x="96" y="48"/>
                  </a:cubicBezTo>
                  <a:cubicBezTo>
                    <a:pt x="120" y="40"/>
                    <a:pt x="136" y="8"/>
                    <a:pt x="144" y="0"/>
                  </a:cubicBezTo>
                </a:path>
              </a:pathLst>
            </a:custGeom>
            <a:noFill/>
            <a:ln w="28575" cap="flat" cmpd="sng">
              <a:solidFill>
                <a:srgbClr val="33CC33"/>
              </a:solidFill>
              <a:prstDash val="solid"/>
              <a:round/>
              <a:headEnd/>
              <a:tailEnd/>
            </a:ln>
            <a:effectLst/>
            <a:extLst>
              <a:ext uri="{909E8E84-426E-40DD-AFC4-6F175D3DCCD1}">
                <a14:hiddenFill xmlns:a14="http://schemas.microsoft.com/office/drawing/2010/main">
                  <a:gradFill rotWithShape="0">
                    <a:gsLst>
                      <a:gs pos="0">
                        <a:schemeClr val="accent1"/>
                      </a:gs>
                      <a:gs pos="100000">
                        <a:srgbClr val="FFFFFF"/>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29" name="Line 32"/>
            <p:cNvSpPr>
              <a:spLocks noChangeShapeType="1"/>
            </p:cNvSpPr>
            <p:nvPr/>
          </p:nvSpPr>
          <p:spPr bwMode="auto">
            <a:xfrm flipV="1">
              <a:off x="1542" y="1008"/>
              <a:ext cx="2496" cy="672"/>
            </a:xfrm>
            <a:prstGeom prst="line">
              <a:avLst/>
            </a:prstGeom>
            <a:noFill/>
            <a:ln w="19050">
              <a:solidFill>
                <a:srgbClr val="0000FF"/>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0" name="Arc 33"/>
            <p:cNvSpPr>
              <a:spLocks/>
            </p:cNvSpPr>
            <p:nvPr/>
          </p:nvSpPr>
          <p:spPr bwMode="auto">
            <a:xfrm rot="4394734">
              <a:off x="2278" y="1544"/>
              <a:ext cx="232" cy="54"/>
            </a:xfrm>
            <a:custGeom>
              <a:avLst/>
              <a:gdLst>
                <a:gd name="T0" fmla="*/ 0 w 21313"/>
                <a:gd name="T1" fmla="*/ 0 h 21600"/>
                <a:gd name="T2" fmla="*/ 3 w 21313"/>
                <a:gd name="T3" fmla="*/ 0 h 21600"/>
                <a:gd name="T4" fmla="*/ 0 w 21313"/>
                <a:gd name="T5" fmla="*/ 0 h 21600"/>
                <a:gd name="T6" fmla="*/ 0 60000 65536"/>
                <a:gd name="T7" fmla="*/ 0 60000 65536"/>
                <a:gd name="T8" fmla="*/ 0 60000 65536"/>
              </a:gdLst>
              <a:ahLst/>
              <a:cxnLst>
                <a:cxn ang="T6">
                  <a:pos x="T0" y="T1"/>
                </a:cxn>
                <a:cxn ang="T7">
                  <a:pos x="T2" y="T3"/>
                </a:cxn>
                <a:cxn ang="T8">
                  <a:pos x="T4" y="T5"/>
                </a:cxn>
              </a:cxnLst>
              <a:rect l="0" t="0" r="r" b="b"/>
              <a:pathLst>
                <a:path w="21313" h="21600" fill="none" extrusionOk="0">
                  <a:moveTo>
                    <a:pt x="-1" y="0"/>
                  </a:moveTo>
                  <a:cubicBezTo>
                    <a:pt x="10573" y="0"/>
                    <a:pt x="19593" y="7654"/>
                    <a:pt x="21312" y="18088"/>
                  </a:cubicBezTo>
                </a:path>
                <a:path w="21313" h="21600" stroke="0" extrusionOk="0">
                  <a:moveTo>
                    <a:pt x="-1" y="0"/>
                  </a:moveTo>
                  <a:cubicBezTo>
                    <a:pt x="10573" y="0"/>
                    <a:pt x="19593" y="7654"/>
                    <a:pt x="21312" y="18088"/>
                  </a:cubicBezTo>
                  <a:lnTo>
                    <a:pt x="0" y="21600"/>
                  </a:lnTo>
                  <a:lnTo>
                    <a:pt x="-1" y="0"/>
                  </a:lnTo>
                  <a:close/>
                </a:path>
              </a:pathLst>
            </a:custGeom>
            <a:noFill/>
            <a:ln w="28575">
              <a:solidFill>
                <a:srgbClr val="33CC33"/>
              </a:solidFill>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1" name="Line 34"/>
            <p:cNvSpPr>
              <a:spLocks noChangeShapeType="1"/>
            </p:cNvSpPr>
            <p:nvPr/>
          </p:nvSpPr>
          <p:spPr bwMode="auto">
            <a:xfrm>
              <a:off x="4086" y="1008"/>
              <a:ext cx="240" cy="0"/>
            </a:xfrm>
            <a:prstGeom prst="line">
              <a:avLst/>
            </a:prstGeom>
            <a:noFill/>
            <a:ln w="1270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2" name="Line 35"/>
            <p:cNvSpPr>
              <a:spLocks noChangeShapeType="1"/>
            </p:cNvSpPr>
            <p:nvPr/>
          </p:nvSpPr>
          <p:spPr bwMode="auto">
            <a:xfrm flipH="1">
              <a:off x="1062" y="1440"/>
              <a:ext cx="432" cy="0"/>
            </a:xfrm>
            <a:prstGeom prst="line">
              <a:avLst/>
            </a:prstGeom>
            <a:noFill/>
            <a:ln w="9525">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3" name="Line 36"/>
            <p:cNvSpPr>
              <a:spLocks noChangeShapeType="1"/>
            </p:cNvSpPr>
            <p:nvPr/>
          </p:nvSpPr>
          <p:spPr bwMode="auto">
            <a:xfrm flipH="1">
              <a:off x="1062" y="1920"/>
              <a:ext cx="432" cy="0"/>
            </a:xfrm>
            <a:prstGeom prst="line">
              <a:avLst/>
            </a:prstGeom>
            <a:noFill/>
            <a:ln w="9525">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4" name="Line 37"/>
            <p:cNvSpPr>
              <a:spLocks noChangeShapeType="1"/>
            </p:cNvSpPr>
            <p:nvPr/>
          </p:nvSpPr>
          <p:spPr bwMode="auto">
            <a:xfrm>
              <a:off x="4230" y="975"/>
              <a:ext cx="0" cy="720"/>
            </a:xfrm>
            <a:prstGeom prst="line">
              <a:avLst/>
            </a:prstGeom>
            <a:noFill/>
            <a:ln w="28575">
              <a:solidFill>
                <a:srgbClr val="FF33CC"/>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335" name="Object 38"/>
            <p:cNvGraphicFramePr>
              <a:graphicFrameLocks noChangeAspect="1"/>
            </p:cNvGraphicFramePr>
            <p:nvPr/>
          </p:nvGraphicFramePr>
          <p:xfrm>
            <a:off x="4248" y="1248"/>
            <a:ext cx="222" cy="240"/>
          </p:xfrm>
          <a:graphic>
            <a:graphicData uri="http://schemas.openxmlformats.org/presentationml/2006/ole">
              <mc:AlternateContent xmlns:mc="http://schemas.openxmlformats.org/markup-compatibility/2006">
                <mc:Choice xmlns:v="urn:schemas-microsoft-com:vml" Requires="v">
                  <p:oleObj spid="_x0000_s11354" name="公式" r:id="rId20" imgW="177646" imgH="190335" progId="Equation.3">
                    <p:embed/>
                  </p:oleObj>
                </mc:Choice>
                <mc:Fallback>
                  <p:oleObj name="公式" r:id="rId20" imgW="177646" imgH="190335" progId="Equation.3">
                    <p:embed/>
                    <p:pic>
                      <p:nvPicPr>
                        <p:cNvPr id="0" name="Object 3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48" y="1248"/>
                          <a:ext cx="22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36" name="Line 39"/>
            <p:cNvSpPr>
              <a:spLocks noChangeShapeType="1"/>
            </p:cNvSpPr>
            <p:nvPr/>
          </p:nvSpPr>
          <p:spPr bwMode="auto">
            <a:xfrm>
              <a:off x="1243" y="1440"/>
              <a:ext cx="5" cy="480"/>
            </a:xfrm>
            <a:prstGeom prst="line">
              <a:avLst/>
            </a:prstGeom>
            <a:noFill/>
            <a:ln w="19050">
              <a:solidFill>
                <a:srgbClr val="FF33CC"/>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337" name="Object 40"/>
            <p:cNvGraphicFramePr>
              <a:graphicFrameLocks noChangeAspect="1"/>
            </p:cNvGraphicFramePr>
            <p:nvPr/>
          </p:nvGraphicFramePr>
          <p:xfrm>
            <a:off x="2461" y="768"/>
            <a:ext cx="227" cy="441"/>
          </p:xfrm>
          <a:graphic>
            <a:graphicData uri="http://schemas.openxmlformats.org/presentationml/2006/ole">
              <mc:AlternateContent xmlns:mc="http://schemas.openxmlformats.org/markup-compatibility/2006">
                <mc:Choice xmlns:v="urn:schemas-microsoft-com:vml" Requires="v">
                  <p:oleObj spid="_x0000_s11355" name="公式" r:id="rId22" imgW="164885" imgH="317087" progId="Equation.3">
                    <p:embed/>
                  </p:oleObj>
                </mc:Choice>
                <mc:Fallback>
                  <p:oleObj name="公式" r:id="rId22" imgW="164885" imgH="317087" progId="Equation.3">
                    <p:embed/>
                    <p:pic>
                      <p:nvPicPr>
                        <p:cNvPr id="0" name="Object 4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461" y="768"/>
                          <a:ext cx="227" cy="4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38" name="Object 41"/>
            <p:cNvGraphicFramePr>
              <a:graphicFrameLocks noChangeAspect="1"/>
            </p:cNvGraphicFramePr>
            <p:nvPr/>
          </p:nvGraphicFramePr>
          <p:xfrm>
            <a:off x="3072" y="1287"/>
            <a:ext cx="236" cy="393"/>
          </p:xfrm>
          <a:graphic>
            <a:graphicData uri="http://schemas.openxmlformats.org/presentationml/2006/ole">
              <mc:AlternateContent xmlns:mc="http://schemas.openxmlformats.org/markup-compatibility/2006">
                <mc:Choice xmlns:v="urn:schemas-microsoft-com:vml" Requires="v">
                  <p:oleObj spid="_x0000_s11356" name="公式" r:id="rId24" imgW="190335" imgH="317225" progId="Equation.3">
                    <p:embed/>
                  </p:oleObj>
                </mc:Choice>
                <mc:Fallback>
                  <p:oleObj name="公式" r:id="rId24" imgW="190335" imgH="317225" progId="Equation.3">
                    <p:embed/>
                    <p:pic>
                      <p:nvPicPr>
                        <p:cNvPr id="0" name="Object 4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072" y="1287"/>
                          <a:ext cx="23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39" name="Object 42"/>
            <p:cNvGraphicFramePr>
              <a:graphicFrameLocks noChangeAspect="1"/>
            </p:cNvGraphicFramePr>
            <p:nvPr/>
          </p:nvGraphicFramePr>
          <p:xfrm>
            <a:off x="2505" y="2199"/>
            <a:ext cx="308" cy="336"/>
          </p:xfrm>
          <a:graphic>
            <a:graphicData uri="http://schemas.openxmlformats.org/presentationml/2006/ole">
              <mc:AlternateContent xmlns:mc="http://schemas.openxmlformats.org/markup-compatibility/2006">
                <mc:Choice xmlns:v="urn:schemas-microsoft-com:vml" Requires="v">
                  <p:oleObj spid="_x0000_s11357" name="Equation" r:id="rId26" imgW="164814" imgH="177492" progId="Equation.3">
                    <p:embed/>
                  </p:oleObj>
                </mc:Choice>
                <mc:Fallback>
                  <p:oleObj name="Equation" r:id="rId26" imgW="164814" imgH="177492" progId="Equation.3">
                    <p:embed/>
                    <p:pic>
                      <p:nvPicPr>
                        <p:cNvPr id="0" name="Object 4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505" y="2199"/>
                          <a:ext cx="30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40" name="Line 43"/>
            <p:cNvSpPr>
              <a:spLocks noChangeShapeType="1"/>
            </p:cNvSpPr>
            <p:nvPr/>
          </p:nvSpPr>
          <p:spPr bwMode="auto">
            <a:xfrm>
              <a:off x="2744" y="2391"/>
              <a:ext cx="1288" cy="0"/>
            </a:xfrm>
            <a:prstGeom prst="line">
              <a:avLst/>
            </a:prstGeom>
            <a:noFill/>
            <a:ln w="19050">
              <a:solidFill>
                <a:srgbClr val="FF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41" name="Line 44"/>
            <p:cNvSpPr>
              <a:spLocks noChangeShapeType="1"/>
            </p:cNvSpPr>
            <p:nvPr/>
          </p:nvSpPr>
          <p:spPr bwMode="auto">
            <a:xfrm flipH="1">
              <a:off x="1551" y="2391"/>
              <a:ext cx="954" cy="0"/>
            </a:xfrm>
            <a:prstGeom prst="line">
              <a:avLst/>
            </a:prstGeom>
            <a:noFill/>
            <a:ln w="19050">
              <a:solidFill>
                <a:srgbClr val="FF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42" name="AutoShape 45"/>
            <p:cNvSpPr>
              <a:spLocks noChangeArrowheads="1"/>
            </p:cNvSpPr>
            <p:nvPr/>
          </p:nvSpPr>
          <p:spPr bwMode="auto">
            <a:xfrm>
              <a:off x="945" y="767"/>
              <a:ext cx="273" cy="289"/>
            </a:xfrm>
            <a:prstGeom prst="wedgeRoundRectCallout">
              <a:avLst>
                <a:gd name="adj1" fmla="val 53662"/>
                <a:gd name="adj2" fmla="val 213324"/>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rgbClr val="D3EBE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zh-CN" altLang="en-US" sz="2800">
                <a:solidFill>
                  <a:srgbClr val="1C1C1C"/>
                </a:solidFill>
              </a:endParaRPr>
            </a:p>
          </p:txBody>
        </p:sp>
        <p:graphicFrame>
          <p:nvGraphicFramePr>
            <p:cNvPr id="11343" name="Object 46"/>
            <p:cNvGraphicFramePr>
              <a:graphicFrameLocks noChangeAspect="1"/>
            </p:cNvGraphicFramePr>
            <p:nvPr/>
          </p:nvGraphicFramePr>
          <p:xfrm>
            <a:off x="996" y="784"/>
            <a:ext cx="204" cy="272"/>
          </p:xfrm>
          <a:graphic>
            <a:graphicData uri="http://schemas.openxmlformats.org/presentationml/2006/ole">
              <mc:AlternateContent xmlns:mc="http://schemas.openxmlformats.org/markup-compatibility/2006">
                <mc:Choice xmlns:v="urn:schemas-microsoft-com:vml" Requires="v">
                  <p:oleObj spid="_x0000_s11358" name="Equation" r:id="rId28" imgW="190417" imgH="253890" progId="Equation.3">
                    <p:embed/>
                  </p:oleObj>
                </mc:Choice>
                <mc:Fallback>
                  <p:oleObj name="Equation" r:id="rId28" imgW="190417" imgH="253890" progId="Equation.3">
                    <p:embed/>
                    <p:pic>
                      <p:nvPicPr>
                        <p:cNvPr id="0" name="Object 4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96" y="784"/>
                          <a:ext cx="204"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44" name="Text Box 47"/>
            <p:cNvSpPr txBox="1">
              <a:spLocks noChangeArrowheads="1"/>
            </p:cNvSpPr>
            <p:nvPr/>
          </p:nvSpPr>
          <p:spPr bwMode="auto">
            <a:xfrm>
              <a:off x="4077" y="624"/>
              <a:ext cx="27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en-US" altLang="zh-CN" sz="2800">
                  <a:solidFill>
                    <a:srgbClr val="CC0000"/>
                  </a:solidFill>
                </a:rPr>
                <a:t>p</a:t>
              </a:r>
              <a:endParaRPr kumimoji="0" lang="en-US" altLang="zh-CN" sz="2800"/>
            </a:p>
          </p:txBody>
        </p:sp>
      </p:grpSp>
      <p:grpSp>
        <p:nvGrpSpPr>
          <p:cNvPr id="11270" name="Group 83"/>
          <p:cNvGrpSpPr>
            <a:grpSpLocks/>
          </p:cNvGrpSpPr>
          <p:nvPr/>
        </p:nvGrpSpPr>
        <p:grpSpPr bwMode="auto">
          <a:xfrm>
            <a:off x="954088" y="4514850"/>
            <a:ext cx="2085975" cy="1208088"/>
            <a:chOff x="601" y="2844"/>
            <a:chExt cx="1314" cy="761"/>
          </a:xfrm>
        </p:grpSpPr>
        <p:sp>
          <p:nvSpPr>
            <p:cNvPr id="11300" name="AutoShape 49"/>
            <p:cNvSpPr>
              <a:spLocks/>
            </p:cNvSpPr>
            <p:nvPr/>
          </p:nvSpPr>
          <p:spPr bwMode="auto">
            <a:xfrm>
              <a:off x="1774" y="2883"/>
              <a:ext cx="141" cy="666"/>
            </a:xfrm>
            <a:prstGeom prst="leftBrace">
              <a:avLst>
                <a:gd name="adj1" fmla="val 39362"/>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aphicFrame>
          <p:nvGraphicFramePr>
            <p:cNvPr id="11301" name="Object 52"/>
            <p:cNvGraphicFramePr>
              <a:graphicFrameLocks noChangeAspect="1"/>
            </p:cNvGraphicFramePr>
            <p:nvPr/>
          </p:nvGraphicFramePr>
          <p:xfrm>
            <a:off x="601" y="2844"/>
            <a:ext cx="1163" cy="761"/>
          </p:xfrm>
          <a:graphic>
            <a:graphicData uri="http://schemas.openxmlformats.org/presentationml/2006/ole">
              <mc:AlternateContent xmlns:mc="http://schemas.openxmlformats.org/markup-compatibility/2006">
                <mc:Choice xmlns:v="urn:schemas-microsoft-com:vml" Requires="v">
                  <p:oleObj spid="_x0000_s11359" name="公式" r:id="rId30" imgW="761669" imgH="431613" progId="Equation.3">
                    <p:embed/>
                  </p:oleObj>
                </mc:Choice>
                <mc:Fallback>
                  <p:oleObj name="公式" r:id="rId30" imgW="761669" imgH="431613" progId="Equation.3">
                    <p:embed/>
                    <p:pic>
                      <p:nvPicPr>
                        <p:cNvPr id="0" name="Object 5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01" y="2844"/>
                          <a:ext cx="1163" cy="7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2295" name="Group 71"/>
          <p:cNvGrpSpPr>
            <a:grpSpLocks/>
          </p:cNvGrpSpPr>
          <p:nvPr/>
        </p:nvGrpSpPr>
        <p:grpSpPr bwMode="auto">
          <a:xfrm>
            <a:off x="3090863" y="5094288"/>
            <a:ext cx="3325812" cy="990600"/>
            <a:chOff x="1806" y="3181"/>
            <a:chExt cx="2095" cy="624"/>
          </a:xfrm>
        </p:grpSpPr>
        <p:graphicFrame>
          <p:nvGraphicFramePr>
            <p:cNvPr id="11298" name="Object 56"/>
            <p:cNvGraphicFramePr>
              <a:graphicFrameLocks noChangeAspect="1"/>
            </p:cNvGraphicFramePr>
            <p:nvPr/>
          </p:nvGraphicFramePr>
          <p:xfrm>
            <a:off x="1806" y="3181"/>
            <a:ext cx="1070" cy="624"/>
          </p:xfrm>
          <a:graphic>
            <a:graphicData uri="http://schemas.openxmlformats.org/presentationml/2006/ole">
              <mc:AlternateContent xmlns:mc="http://schemas.openxmlformats.org/markup-compatibility/2006">
                <mc:Choice xmlns:v="urn:schemas-microsoft-com:vml" Requires="v">
                  <p:oleObj spid="_x0000_s11360" name="公式" r:id="rId32" imgW="1180588" imgH="609336" progId="Equation.3">
                    <p:embed/>
                  </p:oleObj>
                </mc:Choice>
                <mc:Fallback>
                  <p:oleObj name="公式" r:id="rId32" imgW="1180588" imgH="609336" progId="Equation.3">
                    <p:embed/>
                    <p:pic>
                      <p:nvPicPr>
                        <p:cNvPr id="0" name="Object 56"/>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806" y="3181"/>
                          <a:ext cx="1070" cy="6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99" name="Text Box 57"/>
            <p:cNvSpPr txBox="1">
              <a:spLocks noChangeArrowheads="1"/>
            </p:cNvSpPr>
            <p:nvPr/>
          </p:nvSpPr>
          <p:spPr bwMode="auto">
            <a:xfrm>
              <a:off x="3046" y="3293"/>
              <a:ext cx="855" cy="32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0000FF"/>
                  </a:solidFill>
                </a:rPr>
                <a:t> 减弱</a:t>
              </a:r>
            </a:p>
          </p:txBody>
        </p:sp>
      </p:grpSp>
      <p:graphicFrame>
        <p:nvGraphicFramePr>
          <p:cNvPr id="11272" name="Object 67"/>
          <p:cNvGraphicFramePr>
            <a:graphicFrameLocks noChangeAspect="1"/>
          </p:cNvGraphicFramePr>
          <p:nvPr/>
        </p:nvGraphicFramePr>
        <p:xfrm>
          <a:off x="3476625" y="1920875"/>
          <a:ext cx="200025" cy="304800"/>
        </p:xfrm>
        <a:graphic>
          <a:graphicData uri="http://schemas.openxmlformats.org/presentationml/2006/ole">
            <mc:AlternateContent xmlns:mc="http://schemas.openxmlformats.org/markup-compatibility/2006">
              <mc:Choice xmlns:v="urn:schemas-microsoft-com:vml" Requires="v">
                <p:oleObj spid="_x0000_s11361" name="Equation" r:id="rId34" imgW="177646" imgH="241091" progId="Equation.3">
                  <p:embed/>
                </p:oleObj>
              </mc:Choice>
              <mc:Fallback>
                <p:oleObj name="Equation" r:id="rId34" imgW="177646" imgH="241091" progId="Equation.3">
                  <p:embed/>
                  <p:pic>
                    <p:nvPicPr>
                      <p:cNvPr id="0" name="Object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6625" y="1920875"/>
                        <a:ext cx="200025" cy="3048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3" name="Object 68"/>
          <p:cNvGraphicFramePr>
            <a:graphicFrameLocks noChangeAspect="1"/>
          </p:cNvGraphicFramePr>
          <p:nvPr/>
        </p:nvGraphicFramePr>
        <p:xfrm>
          <a:off x="2778125" y="1266825"/>
          <a:ext cx="381000" cy="349250"/>
        </p:xfrm>
        <a:graphic>
          <a:graphicData uri="http://schemas.openxmlformats.org/presentationml/2006/ole">
            <mc:AlternateContent xmlns:mc="http://schemas.openxmlformats.org/markup-compatibility/2006">
              <mc:Choice xmlns:v="urn:schemas-microsoft-com:vml" Requires="v">
                <p:oleObj spid="_x0000_s11362" name="Equation" r:id="rId35" imgW="177646" imgH="241091" progId="Equation.3">
                  <p:embed/>
                </p:oleObj>
              </mc:Choice>
              <mc:Fallback>
                <p:oleObj name="Equation" r:id="rId35" imgW="177646" imgH="241091" progId="Equation.3">
                  <p:embed/>
                  <p:pic>
                    <p:nvPicPr>
                      <p:cNvPr id="0" name="Object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8125" y="1266825"/>
                        <a:ext cx="381000" cy="34925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2298" name="Group 74"/>
          <p:cNvGrpSpPr>
            <a:grpSpLocks/>
          </p:cNvGrpSpPr>
          <p:nvPr/>
        </p:nvGrpSpPr>
        <p:grpSpPr bwMode="auto">
          <a:xfrm>
            <a:off x="7497763" y="782638"/>
            <a:ext cx="457200" cy="2871787"/>
            <a:chOff x="4752" y="432"/>
            <a:chExt cx="288" cy="1536"/>
          </a:xfrm>
        </p:grpSpPr>
        <p:sp>
          <p:nvSpPr>
            <p:cNvPr id="11290" name="Rectangle 75"/>
            <p:cNvSpPr>
              <a:spLocks noChangeArrowheads="1"/>
            </p:cNvSpPr>
            <p:nvPr/>
          </p:nvSpPr>
          <p:spPr bwMode="auto">
            <a:xfrm>
              <a:off x="4752" y="432"/>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1291" name="Rectangle 76"/>
            <p:cNvSpPr>
              <a:spLocks noChangeArrowheads="1"/>
            </p:cNvSpPr>
            <p:nvPr/>
          </p:nvSpPr>
          <p:spPr bwMode="auto">
            <a:xfrm>
              <a:off x="4752" y="624"/>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1292" name="Rectangle 77"/>
            <p:cNvSpPr>
              <a:spLocks noChangeArrowheads="1"/>
            </p:cNvSpPr>
            <p:nvPr/>
          </p:nvSpPr>
          <p:spPr bwMode="auto">
            <a:xfrm>
              <a:off x="4752" y="816"/>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1293" name="Rectangle 78"/>
            <p:cNvSpPr>
              <a:spLocks noChangeArrowheads="1"/>
            </p:cNvSpPr>
            <p:nvPr/>
          </p:nvSpPr>
          <p:spPr bwMode="auto">
            <a:xfrm>
              <a:off x="4752" y="1008"/>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1294" name="Rectangle 79"/>
            <p:cNvSpPr>
              <a:spLocks noChangeArrowheads="1"/>
            </p:cNvSpPr>
            <p:nvPr/>
          </p:nvSpPr>
          <p:spPr bwMode="auto">
            <a:xfrm>
              <a:off x="4752" y="1200"/>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1295" name="Rectangle 80"/>
            <p:cNvSpPr>
              <a:spLocks noChangeArrowheads="1"/>
            </p:cNvSpPr>
            <p:nvPr/>
          </p:nvSpPr>
          <p:spPr bwMode="auto">
            <a:xfrm>
              <a:off x="4752" y="1392"/>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1296" name="Rectangle 81"/>
            <p:cNvSpPr>
              <a:spLocks noChangeArrowheads="1"/>
            </p:cNvSpPr>
            <p:nvPr/>
          </p:nvSpPr>
          <p:spPr bwMode="auto">
            <a:xfrm>
              <a:off x="4752" y="1584"/>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1297" name="Rectangle 82"/>
            <p:cNvSpPr>
              <a:spLocks noChangeArrowheads="1"/>
            </p:cNvSpPr>
            <p:nvPr/>
          </p:nvSpPr>
          <p:spPr bwMode="auto">
            <a:xfrm>
              <a:off x="4752" y="1776"/>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pSp>
      <p:grpSp>
        <p:nvGrpSpPr>
          <p:cNvPr id="52320" name="Group 96"/>
          <p:cNvGrpSpPr>
            <a:grpSpLocks/>
          </p:cNvGrpSpPr>
          <p:nvPr/>
        </p:nvGrpSpPr>
        <p:grpSpPr bwMode="auto">
          <a:xfrm>
            <a:off x="3086100" y="4329113"/>
            <a:ext cx="5130800" cy="1079500"/>
            <a:chOff x="1944" y="2727"/>
            <a:chExt cx="3232" cy="680"/>
          </a:xfrm>
        </p:grpSpPr>
        <p:grpSp>
          <p:nvGrpSpPr>
            <p:cNvPr id="11276" name="Group 84"/>
            <p:cNvGrpSpPr>
              <a:grpSpLocks/>
            </p:cNvGrpSpPr>
            <p:nvPr/>
          </p:nvGrpSpPr>
          <p:grpSpPr bwMode="auto">
            <a:xfrm>
              <a:off x="1944" y="2727"/>
              <a:ext cx="2239" cy="355"/>
              <a:chOff x="1944" y="2727"/>
              <a:chExt cx="2239" cy="355"/>
            </a:xfrm>
          </p:grpSpPr>
          <p:graphicFrame>
            <p:nvGraphicFramePr>
              <p:cNvPr id="11288" name="Object 51"/>
              <p:cNvGraphicFramePr>
                <a:graphicFrameLocks noChangeAspect="1"/>
              </p:cNvGraphicFramePr>
              <p:nvPr/>
            </p:nvGraphicFramePr>
            <p:xfrm>
              <a:off x="1944" y="2727"/>
              <a:ext cx="585" cy="275"/>
            </p:xfrm>
            <a:graphic>
              <a:graphicData uri="http://schemas.openxmlformats.org/presentationml/2006/ole">
                <mc:AlternateContent xmlns:mc="http://schemas.openxmlformats.org/markup-compatibility/2006">
                  <mc:Choice xmlns:v="urn:schemas-microsoft-com:vml" Requires="v">
                    <p:oleObj spid="_x0000_s11363" name="公式" r:id="rId36" imgW="494870" imgH="253780" progId="Equation.3">
                      <p:embed/>
                    </p:oleObj>
                  </mc:Choice>
                  <mc:Fallback>
                    <p:oleObj name="公式" r:id="rId36" imgW="494870" imgH="253780" progId="Equation.3">
                      <p:embed/>
                      <p:pic>
                        <p:nvPicPr>
                          <p:cNvPr id="0" name="Object 5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944" y="2727"/>
                            <a:ext cx="585"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9" name="Text Box 53"/>
              <p:cNvSpPr txBox="1">
                <a:spLocks noChangeArrowheads="1"/>
              </p:cNvSpPr>
              <p:nvPr/>
            </p:nvSpPr>
            <p:spPr bwMode="auto">
              <a:xfrm>
                <a:off x="3238" y="2755"/>
                <a:ext cx="945" cy="32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CC0000"/>
                    </a:solidFill>
                  </a:rPr>
                  <a:t>加强</a:t>
                </a:r>
                <a:endParaRPr kumimoji="0" lang="zh-CN" altLang="en-US" sz="2800"/>
              </a:p>
            </p:txBody>
          </p:sp>
        </p:grpSp>
        <p:grpSp>
          <p:nvGrpSpPr>
            <p:cNvPr id="11277" name="Group 86"/>
            <p:cNvGrpSpPr>
              <a:grpSpLocks noChangeAspect="1"/>
            </p:cNvGrpSpPr>
            <p:nvPr/>
          </p:nvGrpSpPr>
          <p:grpSpPr bwMode="auto">
            <a:xfrm>
              <a:off x="3495" y="3073"/>
              <a:ext cx="1681" cy="334"/>
              <a:chOff x="3495" y="3073"/>
              <a:chExt cx="1681" cy="334"/>
            </a:xfrm>
          </p:grpSpPr>
          <p:sp>
            <p:nvSpPr>
              <p:cNvPr id="11278" name="AutoShape 85"/>
              <p:cNvSpPr>
                <a:spLocks noChangeAspect="1" noChangeArrowheads="1" noTextEdit="1"/>
              </p:cNvSpPr>
              <p:nvPr/>
            </p:nvSpPr>
            <p:spPr bwMode="auto">
              <a:xfrm>
                <a:off x="3495" y="3073"/>
                <a:ext cx="1681"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279" name="Rectangle 87"/>
              <p:cNvSpPr>
                <a:spLocks noChangeArrowheads="1"/>
              </p:cNvSpPr>
              <p:nvPr/>
            </p:nvSpPr>
            <p:spPr bwMode="auto">
              <a:xfrm>
                <a:off x="4898" y="3100"/>
                <a:ext cx="461"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r>
                  <a:rPr kumimoji="0" lang="en-US" altLang="zh-CN" sz="3300" b="0">
                    <a:solidFill>
                      <a:srgbClr val="000000"/>
                    </a:solidFill>
                    <a:latin typeface="MT Extra" pitchFamily="18" charset="2"/>
                  </a:rPr>
                  <a:t>L</a:t>
                </a:r>
                <a:endParaRPr kumimoji="0" lang="en-US" altLang="zh-CN" sz="2800"/>
              </a:p>
            </p:txBody>
          </p:sp>
          <p:sp>
            <p:nvSpPr>
              <p:cNvPr id="11280" name="Rectangle 88"/>
              <p:cNvSpPr>
                <a:spLocks noChangeArrowheads="1"/>
              </p:cNvSpPr>
              <p:nvPr/>
            </p:nvSpPr>
            <p:spPr bwMode="auto">
              <a:xfrm>
                <a:off x="4825" y="3075"/>
                <a:ext cx="18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r>
                  <a:rPr kumimoji="0" lang="en-US" altLang="zh-CN" sz="3300" b="0">
                    <a:solidFill>
                      <a:srgbClr val="000000"/>
                    </a:solidFill>
                  </a:rPr>
                  <a:t>,</a:t>
                </a:r>
                <a:endParaRPr kumimoji="0" lang="en-US" altLang="zh-CN" sz="2800"/>
              </a:p>
            </p:txBody>
          </p:sp>
          <p:sp>
            <p:nvSpPr>
              <p:cNvPr id="11281" name="Rectangle 89"/>
              <p:cNvSpPr>
                <a:spLocks noChangeArrowheads="1"/>
              </p:cNvSpPr>
              <p:nvPr/>
            </p:nvSpPr>
            <p:spPr bwMode="auto">
              <a:xfrm>
                <a:off x="4690" y="3075"/>
                <a:ext cx="25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r>
                  <a:rPr kumimoji="0" lang="en-US" altLang="zh-CN" sz="3300" b="0">
                    <a:solidFill>
                      <a:srgbClr val="000000"/>
                    </a:solidFill>
                  </a:rPr>
                  <a:t>2</a:t>
                </a:r>
                <a:endParaRPr kumimoji="0" lang="en-US" altLang="zh-CN" sz="2800"/>
              </a:p>
            </p:txBody>
          </p:sp>
          <p:sp>
            <p:nvSpPr>
              <p:cNvPr id="11282" name="Rectangle 90"/>
              <p:cNvSpPr>
                <a:spLocks noChangeArrowheads="1"/>
              </p:cNvSpPr>
              <p:nvPr/>
            </p:nvSpPr>
            <p:spPr bwMode="auto">
              <a:xfrm>
                <a:off x="4616" y="3075"/>
                <a:ext cx="18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r>
                  <a:rPr kumimoji="0" lang="en-US" altLang="zh-CN" sz="3300" b="0">
                    <a:solidFill>
                      <a:srgbClr val="000000"/>
                    </a:solidFill>
                  </a:rPr>
                  <a:t>,</a:t>
                </a:r>
                <a:endParaRPr kumimoji="0" lang="en-US" altLang="zh-CN" sz="2800"/>
              </a:p>
            </p:txBody>
          </p:sp>
          <p:sp>
            <p:nvSpPr>
              <p:cNvPr id="11283" name="Rectangle 91"/>
              <p:cNvSpPr>
                <a:spLocks noChangeArrowheads="1"/>
              </p:cNvSpPr>
              <p:nvPr/>
            </p:nvSpPr>
            <p:spPr bwMode="auto">
              <a:xfrm>
                <a:off x="4503" y="3075"/>
                <a:ext cx="25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r>
                  <a:rPr kumimoji="0" lang="en-US" altLang="zh-CN" sz="3300" b="0">
                    <a:solidFill>
                      <a:srgbClr val="000000"/>
                    </a:solidFill>
                  </a:rPr>
                  <a:t>1</a:t>
                </a:r>
                <a:endParaRPr kumimoji="0" lang="en-US" altLang="zh-CN" sz="2800"/>
              </a:p>
            </p:txBody>
          </p:sp>
          <p:sp>
            <p:nvSpPr>
              <p:cNvPr id="11284" name="Rectangle 92"/>
              <p:cNvSpPr>
                <a:spLocks noChangeArrowheads="1"/>
              </p:cNvSpPr>
              <p:nvPr/>
            </p:nvSpPr>
            <p:spPr bwMode="auto">
              <a:xfrm>
                <a:off x="4459" y="3075"/>
                <a:ext cx="18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r>
                  <a:rPr kumimoji="0" lang="en-US" altLang="zh-CN" sz="3300" b="0">
                    <a:solidFill>
                      <a:srgbClr val="000000"/>
                    </a:solidFill>
                  </a:rPr>
                  <a:t>,</a:t>
                </a:r>
                <a:endParaRPr kumimoji="0" lang="en-US" altLang="zh-CN" sz="2800"/>
              </a:p>
            </p:txBody>
          </p:sp>
          <p:sp>
            <p:nvSpPr>
              <p:cNvPr id="11285" name="Rectangle 93"/>
              <p:cNvSpPr>
                <a:spLocks noChangeArrowheads="1"/>
              </p:cNvSpPr>
              <p:nvPr/>
            </p:nvSpPr>
            <p:spPr bwMode="auto">
              <a:xfrm>
                <a:off x="4324" y="3075"/>
                <a:ext cx="25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r>
                  <a:rPr kumimoji="0" lang="en-US" altLang="zh-CN" sz="3300" b="0">
                    <a:solidFill>
                      <a:srgbClr val="000000"/>
                    </a:solidFill>
                  </a:rPr>
                  <a:t>0</a:t>
                </a:r>
                <a:endParaRPr kumimoji="0" lang="en-US" altLang="zh-CN" sz="2800"/>
              </a:p>
            </p:txBody>
          </p:sp>
          <p:sp>
            <p:nvSpPr>
              <p:cNvPr id="11286" name="Rectangle 94"/>
              <p:cNvSpPr>
                <a:spLocks noChangeArrowheads="1"/>
              </p:cNvSpPr>
              <p:nvPr/>
            </p:nvSpPr>
            <p:spPr bwMode="auto">
              <a:xfrm>
                <a:off x="4111" y="3045"/>
                <a:ext cx="325"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r>
                  <a:rPr kumimoji="0" lang="en-US" altLang="zh-CN" sz="3300" b="0">
                    <a:solidFill>
                      <a:srgbClr val="000000"/>
                    </a:solidFill>
                    <a:latin typeface="Symbol" pitchFamily="18" charset="2"/>
                  </a:rPr>
                  <a:t>=</a:t>
                </a:r>
                <a:endParaRPr kumimoji="0" lang="en-US" altLang="zh-CN" sz="2800"/>
              </a:p>
            </p:txBody>
          </p:sp>
          <p:sp>
            <p:nvSpPr>
              <p:cNvPr id="11287" name="Rectangle 95"/>
              <p:cNvSpPr>
                <a:spLocks noChangeArrowheads="1"/>
              </p:cNvSpPr>
              <p:nvPr/>
            </p:nvSpPr>
            <p:spPr bwMode="auto">
              <a:xfrm>
                <a:off x="3903" y="3075"/>
                <a:ext cx="239"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r>
                  <a:rPr kumimoji="0" lang="en-US" altLang="zh-CN" sz="3300" b="0" i="1">
                    <a:solidFill>
                      <a:srgbClr val="000000"/>
                    </a:solidFill>
                  </a:rPr>
                  <a:t>k</a:t>
                </a:r>
                <a:endParaRPr kumimoji="0" lang="en-US" altLang="zh-CN" sz="2800"/>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2320"/>
                                        </p:tgtEl>
                                        <p:attrNameLst>
                                          <p:attrName>style.visibility</p:attrName>
                                        </p:attrNameLst>
                                      </p:cBhvr>
                                      <p:to>
                                        <p:strVal val="visible"/>
                                      </p:to>
                                    </p:set>
                                    <p:animEffect transition="in" filter="wipe(left)">
                                      <p:cBhvr>
                                        <p:cTn id="7" dur="500"/>
                                        <p:tgtEl>
                                          <p:spTgt spid="523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2295"/>
                                        </p:tgtEl>
                                        <p:attrNameLst>
                                          <p:attrName>style.visibility</p:attrName>
                                        </p:attrNameLst>
                                      </p:cBhvr>
                                      <p:to>
                                        <p:strVal val="visible"/>
                                      </p:to>
                                    </p:set>
                                    <p:animEffect transition="in" filter="wipe(left)">
                                      <p:cBhvr>
                                        <p:cTn id="12" dur="500"/>
                                        <p:tgtEl>
                                          <p:spTgt spid="522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2298"/>
                                        </p:tgtEl>
                                        <p:attrNameLst>
                                          <p:attrName>style.visibility</p:attrName>
                                        </p:attrNameLst>
                                      </p:cBhvr>
                                      <p:to>
                                        <p:strVal val="visible"/>
                                      </p:to>
                                    </p:set>
                                    <p:animEffect transition="in" filter="blinds(horizontal)">
                                      <p:cBhvr>
                                        <p:cTn id="17" dur="500"/>
                                        <p:tgtEl>
                                          <p:spTgt spid="52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E74602D9-F21A-412A-98DB-17E6065D20AE}" type="slidenum">
              <a:rPr kumimoji="0" lang="zh-CN" altLang="en-US" sz="1400" smtClean="0">
                <a:solidFill>
                  <a:schemeClr val="bg2"/>
                </a:solidFill>
              </a:rPr>
              <a:pPr>
                <a:spcBef>
                  <a:spcPct val="50000"/>
                </a:spcBef>
                <a:buClrTx/>
                <a:buFontTx/>
                <a:buNone/>
              </a:pPr>
              <a:t>8</a:t>
            </a:fld>
            <a:endParaRPr kumimoji="0" lang="en-US" altLang="zh-CN" sz="1400" smtClean="0">
              <a:solidFill>
                <a:schemeClr val="bg2"/>
              </a:solidFill>
            </a:endParaRPr>
          </a:p>
        </p:txBody>
      </p:sp>
      <p:grpSp>
        <p:nvGrpSpPr>
          <p:cNvPr id="53442" name="Group 194"/>
          <p:cNvGrpSpPr>
            <a:grpSpLocks/>
          </p:cNvGrpSpPr>
          <p:nvPr/>
        </p:nvGrpSpPr>
        <p:grpSpPr bwMode="auto">
          <a:xfrm>
            <a:off x="1776413" y="5186363"/>
            <a:ext cx="4727575" cy="1077912"/>
            <a:chOff x="1119" y="3267"/>
            <a:chExt cx="2978" cy="679"/>
          </a:xfrm>
        </p:grpSpPr>
        <p:graphicFrame>
          <p:nvGraphicFramePr>
            <p:cNvPr id="12356" name="Object 3"/>
            <p:cNvGraphicFramePr>
              <a:graphicFrameLocks noChangeAspect="1"/>
            </p:cNvGraphicFramePr>
            <p:nvPr/>
          </p:nvGraphicFramePr>
          <p:xfrm>
            <a:off x="1119" y="3267"/>
            <a:ext cx="1722" cy="679"/>
          </p:xfrm>
          <a:graphic>
            <a:graphicData uri="http://schemas.openxmlformats.org/presentationml/2006/ole">
              <mc:AlternateContent xmlns:mc="http://schemas.openxmlformats.org/markup-compatibility/2006">
                <mc:Choice xmlns:v="urn:schemas-microsoft-com:vml" Requires="v">
                  <p:oleObj spid="_x0000_s12358" name="公式" r:id="rId3" imgW="952087" imgH="406224" progId="Equation.3">
                    <p:embed/>
                  </p:oleObj>
                </mc:Choice>
                <mc:Fallback>
                  <p:oleObj name="公式" r:id="rId3" imgW="952087" imgH="406224"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9" y="3267"/>
                          <a:ext cx="1722"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57" name="Text Box 4"/>
            <p:cNvSpPr txBox="1">
              <a:spLocks noChangeArrowheads="1"/>
            </p:cNvSpPr>
            <p:nvPr/>
          </p:nvSpPr>
          <p:spPr bwMode="auto">
            <a:xfrm>
              <a:off x="2995" y="3400"/>
              <a:ext cx="1102" cy="32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000066"/>
                  </a:solidFill>
                </a:rPr>
                <a:t>暗纹中心</a:t>
              </a:r>
            </a:p>
          </p:txBody>
        </p:sp>
      </p:grpSp>
      <p:sp>
        <p:nvSpPr>
          <p:cNvPr id="12292" name="AutoShape 6"/>
          <p:cNvSpPr>
            <a:spLocks/>
          </p:cNvSpPr>
          <p:nvPr/>
        </p:nvSpPr>
        <p:spPr bwMode="auto">
          <a:xfrm>
            <a:off x="1550988" y="4697413"/>
            <a:ext cx="187325" cy="1074737"/>
          </a:xfrm>
          <a:prstGeom prst="leftBrace">
            <a:avLst>
              <a:gd name="adj1" fmla="val 47811"/>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aphicFrame>
        <p:nvGraphicFramePr>
          <p:cNvPr id="12293" name="Object 8"/>
          <p:cNvGraphicFramePr>
            <a:graphicFrameLocks noChangeAspect="1"/>
          </p:cNvGraphicFramePr>
          <p:nvPr/>
        </p:nvGraphicFramePr>
        <p:xfrm>
          <a:off x="746125" y="5006975"/>
          <a:ext cx="715963" cy="430213"/>
        </p:xfrm>
        <a:graphic>
          <a:graphicData uri="http://schemas.openxmlformats.org/presentationml/2006/ole">
            <mc:AlternateContent xmlns:mc="http://schemas.openxmlformats.org/markup-compatibility/2006">
              <mc:Choice xmlns:v="urn:schemas-microsoft-com:vml" Requires="v">
                <p:oleObj spid="_x0000_s12359" name="公式" r:id="rId5" imgW="266469" imgH="139579" progId="Equation.3">
                  <p:embed/>
                </p:oleObj>
              </mc:Choice>
              <mc:Fallback>
                <p:oleObj name="公式" r:id="rId5" imgW="266469" imgH="139579"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125" y="5006975"/>
                        <a:ext cx="715963"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3441" name="Group 193"/>
          <p:cNvGrpSpPr>
            <a:grpSpLocks/>
          </p:cNvGrpSpPr>
          <p:nvPr/>
        </p:nvGrpSpPr>
        <p:grpSpPr bwMode="auto">
          <a:xfrm>
            <a:off x="1898650" y="4003675"/>
            <a:ext cx="6897688" cy="1408113"/>
            <a:chOff x="1196" y="2522"/>
            <a:chExt cx="4345" cy="887"/>
          </a:xfrm>
        </p:grpSpPr>
        <p:grpSp>
          <p:nvGrpSpPr>
            <p:cNvPr id="12352" name="Group 192"/>
            <p:cNvGrpSpPr>
              <a:grpSpLocks/>
            </p:cNvGrpSpPr>
            <p:nvPr/>
          </p:nvGrpSpPr>
          <p:grpSpPr bwMode="auto">
            <a:xfrm>
              <a:off x="1196" y="2522"/>
              <a:ext cx="2928" cy="682"/>
              <a:chOff x="1196" y="2522"/>
              <a:chExt cx="2928" cy="682"/>
            </a:xfrm>
          </p:grpSpPr>
          <p:graphicFrame>
            <p:nvGraphicFramePr>
              <p:cNvPr id="12354" name="Object 7"/>
              <p:cNvGraphicFramePr>
                <a:graphicFrameLocks noChangeAspect="1"/>
              </p:cNvGraphicFramePr>
              <p:nvPr/>
            </p:nvGraphicFramePr>
            <p:xfrm>
              <a:off x="1196" y="2522"/>
              <a:ext cx="943" cy="682"/>
            </p:xfrm>
            <a:graphic>
              <a:graphicData uri="http://schemas.openxmlformats.org/presentationml/2006/ole">
                <mc:AlternateContent xmlns:mc="http://schemas.openxmlformats.org/markup-compatibility/2006">
                  <mc:Choice xmlns:v="urn:schemas-microsoft-com:vml" Requires="v">
                    <p:oleObj spid="_x0000_s12360" name="公式" r:id="rId7" imgW="533169" imgH="406224" progId="Equation.3">
                      <p:embed/>
                    </p:oleObj>
                  </mc:Choice>
                  <mc:Fallback>
                    <p:oleObj name="公式" r:id="rId7" imgW="533169" imgH="406224"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96" y="2522"/>
                            <a:ext cx="943" cy="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55" name="Text Box 9"/>
              <p:cNvSpPr txBox="1">
                <a:spLocks noChangeArrowheads="1"/>
              </p:cNvSpPr>
              <p:nvPr/>
            </p:nvSpPr>
            <p:spPr bwMode="auto">
              <a:xfrm>
                <a:off x="2898" y="2746"/>
                <a:ext cx="1226" cy="32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CC0000"/>
                    </a:solidFill>
                  </a:rPr>
                  <a:t> 明纹中心</a:t>
                </a:r>
              </a:p>
            </p:txBody>
          </p:sp>
        </p:grpSp>
        <p:graphicFrame>
          <p:nvGraphicFramePr>
            <p:cNvPr id="12353" name="Object 10"/>
            <p:cNvGraphicFramePr>
              <a:graphicFrameLocks noChangeAspect="1"/>
            </p:cNvGraphicFramePr>
            <p:nvPr/>
          </p:nvGraphicFramePr>
          <p:xfrm>
            <a:off x="3716" y="3089"/>
            <a:ext cx="1825" cy="320"/>
          </p:xfrm>
          <a:graphic>
            <a:graphicData uri="http://schemas.openxmlformats.org/presentationml/2006/ole">
              <mc:AlternateContent xmlns:mc="http://schemas.openxmlformats.org/markup-compatibility/2006">
                <mc:Choice xmlns:v="urn:schemas-microsoft-com:vml" Requires="v">
                  <p:oleObj spid="_x0000_s12361" name="公式" r:id="rId9" imgW="1536033" imgH="317362" progId="Equation.3">
                    <p:embed/>
                  </p:oleObj>
                </mc:Choice>
                <mc:Fallback>
                  <p:oleObj name="公式" r:id="rId9" imgW="1536033" imgH="317362"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16" y="3089"/>
                          <a:ext cx="1825"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2295" name="Object 122"/>
          <p:cNvGraphicFramePr>
            <a:graphicFrameLocks noChangeAspect="1"/>
          </p:cNvGraphicFramePr>
          <p:nvPr/>
        </p:nvGraphicFramePr>
        <p:xfrm flipH="1">
          <a:off x="2714625" y="1258888"/>
          <a:ext cx="304800" cy="382587"/>
        </p:xfrm>
        <a:graphic>
          <a:graphicData uri="http://schemas.openxmlformats.org/presentationml/2006/ole">
            <mc:AlternateContent xmlns:mc="http://schemas.openxmlformats.org/markup-compatibility/2006">
              <mc:Choice xmlns:v="urn:schemas-microsoft-com:vml" Requires="v">
                <p:oleObj spid="_x0000_s12362" name="公式" r:id="rId11" imgW="177646" imgH="241091" progId="Equation.3">
                  <p:embed/>
                </p:oleObj>
              </mc:Choice>
              <mc:Fallback>
                <p:oleObj name="公式" r:id="rId11" imgW="177646" imgH="241091" progId="Equation.3">
                  <p:embed/>
                  <p:pic>
                    <p:nvPicPr>
                      <p:cNvPr id="0" name="Object 1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flipH="1">
                        <a:off x="2714625" y="1258888"/>
                        <a:ext cx="304800" cy="382587"/>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FFFFFF"/>
                                </a:gs>
                              </a:gsLst>
                              <a:lin ang="5400000" scaled="1"/>
                            </a:gra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6" name="Object 123"/>
          <p:cNvGraphicFramePr>
            <a:graphicFrameLocks noChangeAspect="1"/>
          </p:cNvGraphicFramePr>
          <p:nvPr/>
        </p:nvGraphicFramePr>
        <p:xfrm flipH="1">
          <a:off x="3327400" y="1944688"/>
          <a:ext cx="249238" cy="304800"/>
        </p:xfrm>
        <a:graphic>
          <a:graphicData uri="http://schemas.openxmlformats.org/presentationml/2006/ole">
            <mc:AlternateContent xmlns:mc="http://schemas.openxmlformats.org/markup-compatibility/2006">
              <mc:Choice xmlns:v="urn:schemas-microsoft-com:vml" Requires="v">
                <p:oleObj spid="_x0000_s12363" name="公式" r:id="rId13" imgW="177646" imgH="241091" progId="Equation.3">
                  <p:embed/>
                </p:oleObj>
              </mc:Choice>
              <mc:Fallback>
                <p:oleObj name="公式" r:id="rId13" imgW="177646" imgH="241091" progId="Equation.3">
                  <p:embed/>
                  <p:pic>
                    <p:nvPicPr>
                      <p:cNvPr id="0" name="Object 1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flipH="1">
                        <a:off x="3327400" y="1944688"/>
                        <a:ext cx="249238"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297" name="Group 124"/>
          <p:cNvGrpSpPr>
            <a:grpSpLocks/>
          </p:cNvGrpSpPr>
          <p:nvPr/>
        </p:nvGrpSpPr>
        <p:grpSpPr bwMode="auto">
          <a:xfrm>
            <a:off x="971550" y="549275"/>
            <a:ext cx="7543800" cy="3429000"/>
            <a:chOff x="630" y="624"/>
            <a:chExt cx="4752" cy="2160"/>
          </a:xfrm>
        </p:grpSpPr>
        <p:sp>
          <p:nvSpPr>
            <p:cNvPr id="53373" name="Text Box 125"/>
            <p:cNvSpPr txBox="1">
              <a:spLocks noChangeArrowheads="1"/>
            </p:cNvSpPr>
            <p:nvPr/>
          </p:nvSpPr>
          <p:spPr bwMode="auto">
            <a:xfrm>
              <a:off x="662" y="624"/>
              <a:ext cx="391" cy="2160"/>
            </a:xfrm>
            <a:prstGeom prst="rect">
              <a:avLst/>
            </a:prstGeom>
            <a:gradFill rotWithShape="0">
              <a:gsLst>
                <a:gs pos="0">
                  <a:schemeClr val="accent1"/>
                </a:gs>
                <a:gs pos="50000">
                  <a:srgbClr val="FFFFFF"/>
                </a:gs>
                <a:gs pos="100000">
                  <a:schemeClr val="accent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lgn="ctr" eaLnBrk="1" hangingPunct="1">
                <a:spcBef>
                  <a:spcPct val="50000"/>
                </a:spcBef>
                <a:defRPr/>
              </a:pPr>
              <a:r>
                <a:rPr lang="zh-CN" altLang="en-US">
                  <a:solidFill>
                    <a:srgbClr val="1C1C1C"/>
                  </a:solidFill>
                </a:rPr>
                <a:t>实 验 装 置</a:t>
              </a:r>
            </a:p>
          </p:txBody>
        </p:sp>
        <p:sp>
          <p:nvSpPr>
            <p:cNvPr id="12310" name="Rectangle 126"/>
            <p:cNvSpPr>
              <a:spLocks noChangeArrowheads="1"/>
            </p:cNvSpPr>
            <p:nvPr/>
          </p:nvSpPr>
          <p:spPr bwMode="auto">
            <a:xfrm>
              <a:off x="630" y="624"/>
              <a:ext cx="4752" cy="2160"/>
            </a:xfrm>
            <a:prstGeom prst="rect">
              <a:avLst/>
            </a:prstGeom>
            <a:solidFill>
              <a:schemeClr val="bg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zh-CN" altLang="en-US" sz="2800"/>
            </a:p>
          </p:txBody>
        </p:sp>
        <p:sp>
          <p:nvSpPr>
            <p:cNvPr id="12311" name="Rectangle 127" descr="深色下对角线"/>
            <p:cNvSpPr>
              <a:spLocks noChangeArrowheads="1"/>
            </p:cNvSpPr>
            <p:nvPr/>
          </p:nvSpPr>
          <p:spPr bwMode="auto">
            <a:xfrm>
              <a:off x="918" y="1104"/>
              <a:ext cx="48" cy="528"/>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2312" name="Rectangle 128" descr="深色下对角线"/>
            <p:cNvSpPr>
              <a:spLocks noChangeArrowheads="1"/>
            </p:cNvSpPr>
            <p:nvPr/>
          </p:nvSpPr>
          <p:spPr bwMode="auto">
            <a:xfrm>
              <a:off x="918" y="1728"/>
              <a:ext cx="48" cy="528"/>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2313" name="Rectangle 129" descr="深色下对角线"/>
            <p:cNvSpPr>
              <a:spLocks noChangeArrowheads="1"/>
            </p:cNvSpPr>
            <p:nvPr/>
          </p:nvSpPr>
          <p:spPr bwMode="auto">
            <a:xfrm>
              <a:off x="1494" y="864"/>
              <a:ext cx="48" cy="528"/>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2314" name="Rectangle 130" descr="深色下对角线"/>
            <p:cNvSpPr>
              <a:spLocks noChangeArrowheads="1"/>
            </p:cNvSpPr>
            <p:nvPr/>
          </p:nvSpPr>
          <p:spPr bwMode="auto">
            <a:xfrm>
              <a:off x="1494" y="1968"/>
              <a:ext cx="48" cy="576"/>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2315" name="Line 131"/>
            <p:cNvSpPr>
              <a:spLocks noChangeShapeType="1"/>
            </p:cNvSpPr>
            <p:nvPr/>
          </p:nvSpPr>
          <p:spPr bwMode="auto">
            <a:xfrm>
              <a:off x="774" y="1680"/>
              <a:ext cx="3738" cy="0"/>
            </a:xfrm>
            <a:prstGeom prst="line">
              <a:avLst/>
            </a:prstGeom>
            <a:noFill/>
            <a:ln w="19050">
              <a:solidFill>
                <a:srgbClr val="000000"/>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6" name="Rectangle 132" descr="深色下对角线"/>
            <p:cNvSpPr>
              <a:spLocks noChangeArrowheads="1"/>
            </p:cNvSpPr>
            <p:nvPr/>
          </p:nvSpPr>
          <p:spPr bwMode="auto">
            <a:xfrm>
              <a:off x="4038" y="720"/>
              <a:ext cx="48" cy="1872"/>
            </a:xfrm>
            <a:prstGeom prst="rect">
              <a:avLst/>
            </a:prstGeom>
            <a:pattFill prst="dkDnDiag">
              <a:fgClr>
                <a:srgbClr val="B2E6E4"/>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aphicFrame>
          <p:nvGraphicFramePr>
            <p:cNvPr id="12317" name="Object 133"/>
            <p:cNvGraphicFramePr>
              <a:graphicFrameLocks noChangeAspect="1"/>
            </p:cNvGraphicFramePr>
            <p:nvPr/>
          </p:nvGraphicFramePr>
          <p:xfrm>
            <a:off x="4138" y="1680"/>
            <a:ext cx="182" cy="192"/>
          </p:xfrm>
          <a:graphic>
            <a:graphicData uri="http://schemas.openxmlformats.org/presentationml/2006/ole">
              <mc:AlternateContent xmlns:mc="http://schemas.openxmlformats.org/markup-compatibility/2006">
                <mc:Choice xmlns:v="urn:schemas-microsoft-com:vml" Requires="v">
                  <p:oleObj spid="_x0000_s12364" name="Equation" r:id="rId14" imgW="164957" imgH="190335" progId="Equation.3">
                    <p:embed/>
                  </p:oleObj>
                </mc:Choice>
                <mc:Fallback>
                  <p:oleObj name="Equation" r:id="rId14" imgW="164957" imgH="190335" progId="Equation.3">
                    <p:embed/>
                    <p:pic>
                      <p:nvPicPr>
                        <p:cNvPr id="0" name="Object 13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38" y="1680"/>
                          <a:ext cx="18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18" name="Object 134"/>
            <p:cNvGraphicFramePr>
              <a:graphicFrameLocks noChangeAspect="1"/>
            </p:cNvGraphicFramePr>
            <p:nvPr/>
          </p:nvGraphicFramePr>
          <p:xfrm>
            <a:off x="1322" y="1662"/>
            <a:ext cx="162" cy="204"/>
          </p:xfrm>
          <a:graphic>
            <a:graphicData uri="http://schemas.openxmlformats.org/presentationml/2006/ole">
              <mc:AlternateContent xmlns:mc="http://schemas.openxmlformats.org/markup-compatibility/2006">
                <mc:Choice xmlns:v="urn:schemas-microsoft-com:vml" Requires="v">
                  <p:oleObj spid="_x0000_s12365" name="公式" r:id="rId16" imgW="164814" imgH="177492" progId="Equation.3">
                    <p:embed/>
                  </p:oleObj>
                </mc:Choice>
                <mc:Fallback>
                  <p:oleObj name="公式" r:id="rId16" imgW="164814" imgH="177492" progId="Equation.3">
                    <p:embed/>
                    <p:pic>
                      <p:nvPicPr>
                        <p:cNvPr id="0" name="Object 13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22" y="1662"/>
                          <a:ext cx="162"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19" name="Object 135"/>
            <p:cNvGraphicFramePr>
              <a:graphicFrameLocks noChangeAspect="1"/>
            </p:cNvGraphicFramePr>
            <p:nvPr/>
          </p:nvGraphicFramePr>
          <p:xfrm>
            <a:off x="3840" y="768"/>
            <a:ext cx="181" cy="192"/>
          </p:xfrm>
          <a:graphic>
            <a:graphicData uri="http://schemas.openxmlformats.org/presentationml/2006/ole">
              <mc:AlternateContent xmlns:mc="http://schemas.openxmlformats.org/markup-compatibility/2006">
                <mc:Choice xmlns:v="urn:schemas-microsoft-com:vml" Requires="v">
                  <p:oleObj spid="_x0000_s12366" name="Equation" r:id="rId18" imgW="215806" imgH="228501" progId="Equation.3">
                    <p:embed/>
                  </p:oleObj>
                </mc:Choice>
                <mc:Fallback>
                  <p:oleObj name="Equation" r:id="rId18" imgW="215806" imgH="228501" progId="Equation.3">
                    <p:embed/>
                    <p:pic>
                      <p:nvPicPr>
                        <p:cNvPr id="0" name="Object 13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40" y="768"/>
                          <a:ext cx="18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20" name="Rectangle 136" descr="深色下对角线"/>
            <p:cNvSpPr>
              <a:spLocks noChangeArrowheads="1"/>
            </p:cNvSpPr>
            <p:nvPr/>
          </p:nvSpPr>
          <p:spPr bwMode="auto">
            <a:xfrm>
              <a:off x="1494" y="1488"/>
              <a:ext cx="48" cy="384"/>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aphicFrame>
          <p:nvGraphicFramePr>
            <p:cNvPr id="12321" name="Object 137"/>
            <p:cNvGraphicFramePr>
              <a:graphicFrameLocks noChangeAspect="1"/>
            </p:cNvGraphicFramePr>
            <p:nvPr/>
          </p:nvGraphicFramePr>
          <p:xfrm>
            <a:off x="1221" y="1056"/>
            <a:ext cx="219" cy="336"/>
          </p:xfrm>
          <a:graphic>
            <a:graphicData uri="http://schemas.openxmlformats.org/presentationml/2006/ole">
              <mc:AlternateContent xmlns:mc="http://schemas.openxmlformats.org/markup-compatibility/2006">
                <mc:Choice xmlns:v="urn:schemas-microsoft-com:vml" Requires="v">
                  <p:oleObj spid="_x0000_s12367" name="Equation" r:id="rId20" imgW="139579" imgH="215713" progId="Equation.3">
                    <p:embed/>
                  </p:oleObj>
                </mc:Choice>
                <mc:Fallback>
                  <p:oleObj name="Equation" r:id="rId20" imgW="139579" imgH="215713" progId="Equation.3">
                    <p:embed/>
                    <p:pic>
                      <p:nvPicPr>
                        <p:cNvPr id="0" name="Object 13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221" y="1056"/>
                          <a:ext cx="219"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22" name="Object 138"/>
            <p:cNvGraphicFramePr>
              <a:graphicFrameLocks noChangeAspect="1"/>
            </p:cNvGraphicFramePr>
            <p:nvPr/>
          </p:nvGraphicFramePr>
          <p:xfrm>
            <a:off x="1248" y="1824"/>
            <a:ext cx="211" cy="336"/>
          </p:xfrm>
          <a:graphic>
            <a:graphicData uri="http://schemas.openxmlformats.org/presentationml/2006/ole">
              <mc:AlternateContent xmlns:mc="http://schemas.openxmlformats.org/markup-compatibility/2006">
                <mc:Choice xmlns:v="urn:schemas-microsoft-com:vml" Requires="v">
                  <p:oleObj spid="_x0000_s12368" name="Equation" r:id="rId22" imgW="152268" imgH="215713" progId="Equation.3">
                    <p:embed/>
                  </p:oleObj>
                </mc:Choice>
                <mc:Fallback>
                  <p:oleObj name="Equation" r:id="rId22" imgW="152268" imgH="215713" progId="Equation.3">
                    <p:embed/>
                    <p:pic>
                      <p:nvPicPr>
                        <p:cNvPr id="0" name="Object 13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48" y="1824"/>
                          <a:ext cx="211"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23" name="Object 139"/>
            <p:cNvGraphicFramePr>
              <a:graphicFrameLocks noChangeAspect="1"/>
            </p:cNvGraphicFramePr>
            <p:nvPr/>
          </p:nvGraphicFramePr>
          <p:xfrm>
            <a:off x="673" y="1440"/>
            <a:ext cx="171" cy="240"/>
          </p:xfrm>
          <a:graphic>
            <a:graphicData uri="http://schemas.openxmlformats.org/presentationml/2006/ole">
              <mc:AlternateContent xmlns:mc="http://schemas.openxmlformats.org/markup-compatibility/2006">
                <mc:Choice xmlns:v="urn:schemas-microsoft-com:vml" Requires="v">
                  <p:oleObj spid="_x0000_s12369" name="Equation" r:id="rId24" imgW="101556" imgH="139639" progId="Equation.3">
                    <p:embed/>
                  </p:oleObj>
                </mc:Choice>
                <mc:Fallback>
                  <p:oleObj name="Equation" r:id="rId24" imgW="101556" imgH="139639" progId="Equation.3">
                    <p:embed/>
                    <p:pic>
                      <p:nvPicPr>
                        <p:cNvPr id="0" name="Object 13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73" y="1440"/>
                          <a:ext cx="171"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24" name="Line 140"/>
            <p:cNvSpPr>
              <a:spLocks noChangeShapeType="1"/>
            </p:cNvSpPr>
            <p:nvPr/>
          </p:nvSpPr>
          <p:spPr bwMode="auto">
            <a:xfrm flipV="1">
              <a:off x="1488" y="999"/>
              <a:ext cx="2544" cy="432"/>
            </a:xfrm>
            <a:prstGeom prst="line">
              <a:avLst/>
            </a:prstGeom>
            <a:noFill/>
            <a:ln w="28575">
              <a:solidFill>
                <a:srgbClr val="FF66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5" name="Line 141"/>
            <p:cNvSpPr>
              <a:spLocks noChangeShapeType="1"/>
            </p:cNvSpPr>
            <p:nvPr/>
          </p:nvSpPr>
          <p:spPr bwMode="auto">
            <a:xfrm flipV="1">
              <a:off x="1530" y="999"/>
              <a:ext cx="2502" cy="912"/>
            </a:xfrm>
            <a:prstGeom prst="line">
              <a:avLst/>
            </a:prstGeom>
            <a:noFill/>
            <a:ln w="28575">
              <a:solidFill>
                <a:srgbClr val="FF66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6" name="Freeform 142"/>
            <p:cNvSpPr>
              <a:spLocks/>
            </p:cNvSpPr>
            <p:nvPr/>
          </p:nvSpPr>
          <p:spPr bwMode="auto">
            <a:xfrm>
              <a:off x="960" y="1432"/>
              <a:ext cx="554" cy="248"/>
            </a:xfrm>
            <a:custGeom>
              <a:avLst/>
              <a:gdLst>
                <a:gd name="T0" fmla="*/ 0 w 554"/>
                <a:gd name="T1" fmla="*/ 248 h 248"/>
                <a:gd name="T2" fmla="*/ 554 w 554"/>
                <a:gd name="T3" fmla="*/ 0 h 248"/>
                <a:gd name="T4" fmla="*/ 0 60000 65536"/>
                <a:gd name="T5" fmla="*/ 0 60000 65536"/>
              </a:gdLst>
              <a:ahLst/>
              <a:cxnLst>
                <a:cxn ang="T4">
                  <a:pos x="T0" y="T1"/>
                </a:cxn>
                <a:cxn ang="T5">
                  <a:pos x="T2" y="T3"/>
                </a:cxn>
              </a:cxnLst>
              <a:rect l="0" t="0" r="r" b="b"/>
              <a:pathLst>
                <a:path w="554" h="248">
                  <a:moveTo>
                    <a:pt x="0" y="248"/>
                  </a:moveTo>
                  <a:lnTo>
                    <a:pt x="554" y="0"/>
                  </a:lnTo>
                </a:path>
              </a:pathLst>
            </a:custGeom>
            <a:noFill/>
            <a:ln w="19050">
              <a:solidFill>
                <a:srgbClr val="FF66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27" name="Line 143"/>
            <p:cNvSpPr>
              <a:spLocks noChangeShapeType="1"/>
            </p:cNvSpPr>
            <p:nvPr/>
          </p:nvSpPr>
          <p:spPr bwMode="auto">
            <a:xfrm>
              <a:off x="942" y="1673"/>
              <a:ext cx="570" cy="240"/>
            </a:xfrm>
            <a:prstGeom prst="line">
              <a:avLst/>
            </a:prstGeom>
            <a:noFill/>
            <a:ln w="190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28" name="Line 144"/>
            <p:cNvSpPr>
              <a:spLocks noChangeShapeType="1"/>
            </p:cNvSpPr>
            <p:nvPr/>
          </p:nvSpPr>
          <p:spPr bwMode="auto">
            <a:xfrm>
              <a:off x="1542" y="1440"/>
              <a:ext cx="150" cy="388"/>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9" name="Line 145"/>
            <p:cNvSpPr>
              <a:spLocks noChangeShapeType="1"/>
            </p:cNvSpPr>
            <p:nvPr/>
          </p:nvSpPr>
          <p:spPr bwMode="auto">
            <a:xfrm>
              <a:off x="1692" y="1828"/>
              <a:ext cx="101" cy="251"/>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0" name="Line 146"/>
            <p:cNvSpPr>
              <a:spLocks noChangeShapeType="1"/>
            </p:cNvSpPr>
            <p:nvPr/>
          </p:nvSpPr>
          <p:spPr bwMode="auto">
            <a:xfrm>
              <a:off x="1527" y="1886"/>
              <a:ext cx="101" cy="251"/>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1" name="Line 147"/>
            <p:cNvSpPr>
              <a:spLocks noChangeShapeType="1"/>
            </p:cNvSpPr>
            <p:nvPr/>
          </p:nvSpPr>
          <p:spPr bwMode="auto">
            <a:xfrm flipV="1">
              <a:off x="1377" y="2079"/>
              <a:ext cx="251" cy="129"/>
            </a:xfrm>
            <a:prstGeom prst="line">
              <a:avLst/>
            </a:prstGeom>
            <a:noFill/>
            <a:ln w="19050">
              <a:solidFill>
                <a:srgbClr val="FF0066"/>
              </a:solidFill>
              <a:prstDash val="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2" name="Line 148"/>
            <p:cNvSpPr>
              <a:spLocks noChangeShapeType="1"/>
            </p:cNvSpPr>
            <p:nvPr/>
          </p:nvSpPr>
          <p:spPr bwMode="auto">
            <a:xfrm flipH="1">
              <a:off x="1763" y="1892"/>
              <a:ext cx="250" cy="129"/>
            </a:xfrm>
            <a:prstGeom prst="line">
              <a:avLst/>
            </a:prstGeom>
            <a:noFill/>
            <a:ln w="19050">
              <a:solidFill>
                <a:srgbClr val="FF0066"/>
              </a:solidFill>
              <a:prstDash val="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333" name="Object 149"/>
            <p:cNvGraphicFramePr>
              <a:graphicFrameLocks noChangeAspect="1"/>
            </p:cNvGraphicFramePr>
            <p:nvPr/>
          </p:nvGraphicFramePr>
          <p:xfrm>
            <a:off x="1632" y="2096"/>
            <a:ext cx="288" cy="208"/>
          </p:xfrm>
          <a:graphic>
            <a:graphicData uri="http://schemas.openxmlformats.org/presentationml/2006/ole">
              <mc:AlternateContent xmlns:mc="http://schemas.openxmlformats.org/markup-compatibility/2006">
                <mc:Choice xmlns:v="urn:schemas-microsoft-com:vml" Requires="v">
                  <p:oleObj spid="_x0000_s12370" name="公式" r:id="rId26" imgW="304668" imgH="228501" progId="Equation.3">
                    <p:embed/>
                  </p:oleObj>
                </mc:Choice>
                <mc:Fallback>
                  <p:oleObj name="公式" r:id="rId26" imgW="304668" imgH="228501" progId="Equation.3">
                    <p:embed/>
                    <p:pic>
                      <p:nvPicPr>
                        <p:cNvPr id="0" name="Object 14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632" y="2096"/>
                          <a:ext cx="288"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34" name="AutoShape 150"/>
            <p:cNvSpPr>
              <a:spLocks noChangeArrowheads="1"/>
            </p:cNvSpPr>
            <p:nvPr/>
          </p:nvSpPr>
          <p:spPr bwMode="auto">
            <a:xfrm>
              <a:off x="1680" y="1038"/>
              <a:ext cx="273" cy="289"/>
            </a:xfrm>
            <a:prstGeom prst="wedgeRoundRectCallout">
              <a:avLst>
                <a:gd name="adj1" fmla="val -81500"/>
                <a:gd name="adj2" fmla="val 198097"/>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rgbClr val="D3EBE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zh-CN" altLang="en-US" sz="2800">
                <a:solidFill>
                  <a:srgbClr val="1C1C1C"/>
                </a:solidFill>
              </a:endParaRPr>
            </a:p>
          </p:txBody>
        </p:sp>
        <p:sp>
          <p:nvSpPr>
            <p:cNvPr id="12335" name="Freeform 151"/>
            <p:cNvSpPr>
              <a:spLocks/>
            </p:cNvSpPr>
            <p:nvPr/>
          </p:nvSpPr>
          <p:spPr bwMode="auto">
            <a:xfrm>
              <a:off x="1536" y="1720"/>
              <a:ext cx="111" cy="56"/>
            </a:xfrm>
            <a:custGeom>
              <a:avLst/>
              <a:gdLst>
                <a:gd name="T0" fmla="*/ 0 w 144"/>
                <a:gd name="T1" fmla="*/ 48 h 56"/>
                <a:gd name="T2" fmla="*/ 57 w 144"/>
                <a:gd name="T3" fmla="*/ 48 h 56"/>
                <a:gd name="T4" fmla="*/ 86 w 144"/>
                <a:gd name="T5" fmla="*/ 0 h 56"/>
                <a:gd name="T6" fmla="*/ 0 60000 65536"/>
                <a:gd name="T7" fmla="*/ 0 60000 65536"/>
                <a:gd name="T8" fmla="*/ 0 60000 65536"/>
              </a:gdLst>
              <a:ahLst/>
              <a:cxnLst>
                <a:cxn ang="T6">
                  <a:pos x="T0" y="T1"/>
                </a:cxn>
                <a:cxn ang="T7">
                  <a:pos x="T2" y="T3"/>
                </a:cxn>
                <a:cxn ang="T8">
                  <a:pos x="T4" y="T5"/>
                </a:cxn>
              </a:cxnLst>
              <a:rect l="0" t="0" r="r" b="b"/>
              <a:pathLst>
                <a:path w="144" h="56">
                  <a:moveTo>
                    <a:pt x="0" y="48"/>
                  </a:moveTo>
                  <a:cubicBezTo>
                    <a:pt x="36" y="52"/>
                    <a:pt x="72" y="56"/>
                    <a:pt x="96" y="48"/>
                  </a:cubicBezTo>
                  <a:cubicBezTo>
                    <a:pt x="120" y="40"/>
                    <a:pt x="136" y="8"/>
                    <a:pt x="144" y="0"/>
                  </a:cubicBezTo>
                </a:path>
              </a:pathLst>
            </a:custGeom>
            <a:noFill/>
            <a:ln w="28575" cap="flat" cmpd="sng">
              <a:solidFill>
                <a:srgbClr val="33CC33"/>
              </a:solidFill>
              <a:prstDash val="solid"/>
              <a:round/>
              <a:headEnd/>
              <a:tailEnd/>
            </a:ln>
            <a:effectLst/>
            <a:extLst>
              <a:ext uri="{909E8E84-426E-40DD-AFC4-6F175D3DCCD1}">
                <a14:hiddenFill xmlns:a14="http://schemas.microsoft.com/office/drawing/2010/main">
                  <a:gradFill rotWithShape="0">
                    <a:gsLst>
                      <a:gs pos="0">
                        <a:schemeClr val="accent1"/>
                      </a:gs>
                      <a:gs pos="100000">
                        <a:srgbClr val="FFFFFF"/>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36" name="Line 152"/>
            <p:cNvSpPr>
              <a:spLocks noChangeShapeType="1"/>
            </p:cNvSpPr>
            <p:nvPr/>
          </p:nvSpPr>
          <p:spPr bwMode="auto">
            <a:xfrm flipV="1">
              <a:off x="1542" y="1008"/>
              <a:ext cx="2496" cy="672"/>
            </a:xfrm>
            <a:prstGeom prst="line">
              <a:avLst/>
            </a:prstGeom>
            <a:noFill/>
            <a:ln w="19050">
              <a:solidFill>
                <a:srgbClr val="0000FF"/>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7" name="Arc 153"/>
            <p:cNvSpPr>
              <a:spLocks/>
            </p:cNvSpPr>
            <p:nvPr/>
          </p:nvSpPr>
          <p:spPr bwMode="auto">
            <a:xfrm rot="4394734">
              <a:off x="2278" y="1544"/>
              <a:ext cx="232" cy="54"/>
            </a:xfrm>
            <a:custGeom>
              <a:avLst/>
              <a:gdLst>
                <a:gd name="T0" fmla="*/ 0 w 21313"/>
                <a:gd name="T1" fmla="*/ 0 h 21600"/>
                <a:gd name="T2" fmla="*/ 3 w 21313"/>
                <a:gd name="T3" fmla="*/ 0 h 21600"/>
                <a:gd name="T4" fmla="*/ 0 w 21313"/>
                <a:gd name="T5" fmla="*/ 0 h 21600"/>
                <a:gd name="T6" fmla="*/ 0 60000 65536"/>
                <a:gd name="T7" fmla="*/ 0 60000 65536"/>
                <a:gd name="T8" fmla="*/ 0 60000 65536"/>
              </a:gdLst>
              <a:ahLst/>
              <a:cxnLst>
                <a:cxn ang="T6">
                  <a:pos x="T0" y="T1"/>
                </a:cxn>
                <a:cxn ang="T7">
                  <a:pos x="T2" y="T3"/>
                </a:cxn>
                <a:cxn ang="T8">
                  <a:pos x="T4" y="T5"/>
                </a:cxn>
              </a:cxnLst>
              <a:rect l="0" t="0" r="r" b="b"/>
              <a:pathLst>
                <a:path w="21313" h="21600" fill="none" extrusionOk="0">
                  <a:moveTo>
                    <a:pt x="-1" y="0"/>
                  </a:moveTo>
                  <a:cubicBezTo>
                    <a:pt x="10573" y="0"/>
                    <a:pt x="19593" y="7654"/>
                    <a:pt x="21312" y="18088"/>
                  </a:cubicBezTo>
                </a:path>
                <a:path w="21313" h="21600" stroke="0" extrusionOk="0">
                  <a:moveTo>
                    <a:pt x="-1" y="0"/>
                  </a:moveTo>
                  <a:cubicBezTo>
                    <a:pt x="10573" y="0"/>
                    <a:pt x="19593" y="7654"/>
                    <a:pt x="21312" y="18088"/>
                  </a:cubicBezTo>
                  <a:lnTo>
                    <a:pt x="0" y="21600"/>
                  </a:lnTo>
                  <a:lnTo>
                    <a:pt x="-1" y="0"/>
                  </a:lnTo>
                  <a:close/>
                </a:path>
              </a:pathLst>
            </a:custGeom>
            <a:noFill/>
            <a:ln w="28575">
              <a:solidFill>
                <a:srgbClr val="33CC33"/>
              </a:solidFill>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8" name="Line 154"/>
            <p:cNvSpPr>
              <a:spLocks noChangeShapeType="1"/>
            </p:cNvSpPr>
            <p:nvPr/>
          </p:nvSpPr>
          <p:spPr bwMode="auto">
            <a:xfrm>
              <a:off x="4086" y="1008"/>
              <a:ext cx="240" cy="0"/>
            </a:xfrm>
            <a:prstGeom prst="line">
              <a:avLst/>
            </a:prstGeom>
            <a:noFill/>
            <a:ln w="1270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9" name="Line 155"/>
            <p:cNvSpPr>
              <a:spLocks noChangeShapeType="1"/>
            </p:cNvSpPr>
            <p:nvPr/>
          </p:nvSpPr>
          <p:spPr bwMode="auto">
            <a:xfrm flipH="1">
              <a:off x="1062" y="1440"/>
              <a:ext cx="432" cy="0"/>
            </a:xfrm>
            <a:prstGeom prst="line">
              <a:avLst/>
            </a:prstGeom>
            <a:noFill/>
            <a:ln w="9525">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0" name="Line 156"/>
            <p:cNvSpPr>
              <a:spLocks noChangeShapeType="1"/>
            </p:cNvSpPr>
            <p:nvPr/>
          </p:nvSpPr>
          <p:spPr bwMode="auto">
            <a:xfrm flipH="1">
              <a:off x="1062" y="1920"/>
              <a:ext cx="432" cy="0"/>
            </a:xfrm>
            <a:prstGeom prst="line">
              <a:avLst/>
            </a:prstGeom>
            <a:noFill/>
            <a:ln w="9525">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1" name="Line 157"/>
            <p:cNvSpPr>
              <a:spLocks noChangeShapeType="1"/>
            </p:cNvSpPr>
            <p:nvPr/>
          </p:nvSpPr>
          <p:spPr bwMode="auto">
            <a:xfrm>
              <a:off x="4230" y="975"/>
              <a:ext cx="0" cy="720"/>
            </a:xfrm>
            <a:prstGeom prst="line">
              <a:avLst/>
            </a:prstGeom>
            <a:noFill/>
            <a:ln w="28575">
              <a:solidFill>
                <a:srgbClr val="FF33CC"/>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342" name="Object 158"/>
            <p:cNvGraphicFramePr>
              <a:graphicFrameLocks noChangeAspect="1"/>
            </p:cNvGraphicFramePr>
            <p:nvPr/>
          </p:nvGraphicFramePr>
          <p:xfrm>
            <a:off x="4248" y="1248"/>
            <a:ext cx="222" cy="240"/>
          </p:xfrm>
          <a:graphic>
            <a:graphicData uri="http://schemas.openxmlformats.org/presentationml/2006/ole">
              <mc:AlternateContent xmlns:mc="http://schemas.openxmlformats.org/markup-compatibility/2006">
                <mc:Choice xmlns:v="urn:schemas-microsoft-com:vml" Requires="v">
                  <p:oleObj spid="_x0000_s12371" name="公式" r:id="rId28" imgW="177646" imgH="190335" progId="Equation.3">
                    <p:embed/>
                  </p:oleObj>
                </mc:Choice>
                <mc:Fallback>
                  <p:oleObj name="公式" r:id="rId28" imgW="177646" imgH="190335" progId="Equation.3">
                    <p:embed/>
                    <p:pic>
                      <p:nvPicPr>
                        <p:cNvPr id="0" name="Object 15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248" y="1248"/>
                          <a:ext cx="22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43" name="Line 159"/>
            <p:cNvSpPr>
              <a:spLocks noChangeShapeType="1"/>
            </p:cNvSpPr>
            <p:nvPr/>
          </p:nvSpPr>
          <p:spPr bwMode="auto">
            <a:xfrm>
              <a:off x="1243" y="1440"/>
              <a:ext cx="5" cy="480"/>
            </a:xfrm>
            <a:prstGeom prst="line">
              <a:avLst/>
            </a:prstGeom>
            <a:noFill/>
            <a:ln w="19050">
              <a:solidFill>
                <a:srgbClr val="FF33CC"/>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344" name="Object 160"/>
            <p:cNvGraphicFramePr>
              <a:graphicFrameLocks noChangeAspect="1"/>
            </p:cNvGraphicFramePr>
            <p:nvPr/>
          </p:nvGraphicFramePr>
          <p:xfrm>
            <a:off x="2461" y="768"/>
            <a:ext cx="227" cy="441"/>
          </p:xfrm>
          <a:graphic>
            <a:graphicData uri="http://schemas.openxmlformats.org/presentationml/2006/ole">
              <mc:AlternateContent xmlns:mc="http://schemas.openxmlformats.org/markup-compatibility/2006">
                <mc:Choice xmlns:v="urn:schemas-microsoft-com:vml" Requires="v">
                  <p:oleObj spid="_x0000_s12372" name="公式" r:id="rId30" imgW="164885" imgH="317087" progId="Equation.3">
                    <p:embed/>
                  </p:oleObj>
                </mc:Choice>
                <mc:Fallback>
                  <p:oleObj name="公式" r:id="rId30" imgW="164885" imgH="317087" progId="Equation.3">
                    <p:embed/>
                    <p:pic>
                      <p:nvPicPr>
                        <p:cNvPr id="0" name="Object 160"/>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461" y="768"/>
                          <a:ext cx="227" cy="4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45" name="Object 161"/>
            <p:cNvGraphicFramePr>
              <a:graphicFrameLocks noChangeAspect="1"/>
            </p:cNvGraphicFramePr>
            <p:nvPr/>
          </p:nvGraphicFramePr>
          <p:xfrm>
            <a:off x="3072" y="1287"/>
            <a:ext cx="236" cy="393"/>
          </p:xfrm>
          <a:graphic>
            <a:graphicData uri="http://schemas.openxmlformats.org/presentationml/2006/ole">
              <mc:AlternateContent xmlns:mc="http://schemas.openxmlformats.org/markup-compatibility/2006">
                <mc:Choice xmlns:v="urn:schemas-microsoft-com:vml" Requires="v">
                  <p:oleObj spid="_x0000_s12373" name="公式" r:id="rId32" imgW="190335" imgH="317225" progId="Equation.3">
                    <p:embed/>
                  </p:oleObj>
                </mc:Choice>
                <mc:Fallback>
                  <p:oleObj name="公式" r:id="rId32" imgW="190335" imgH="317225" progId="Equation.3">
                    <p:embed/>
                    <p:pic>
                      <p:nvPicPr>
                        <p:cNvPr id="0" name="Object 161"/>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072" y="1287"/>
                          <a:ext cx="23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46" name="Object 162"/>
            <p:cNvGraphicFramePr>
              <a:graphicFrameLocks noChangeAspect="1"/>
            </p:cNvGraphicFramePr>
            <p:nvPr/>
          </p:nvGraphicFramePr>
          <p:xfrm>
            <a:off x="2505" y="2199"/>
            <a:ext cx="308" cy="336"/>
          </p:xfrm>
          <a:graphic>
            <a:graphicData uri="http://schemas.openxmlformats.org/presentationml/2006/ole">
              <mc:AlternateContent xmlns:mc="http://schemas.openxmlformats.org/markup-compatibility/2006">
                <mc:Choice xmlns:v="urn:schemas-microsoft-com:vml" Requires="v">
                  <p:oleObj spid="_x0000_s12374" name="Equation" r:id="rId34" imgW="164814" imgH="177492" progId="Equation.3">
                    <p:embed/>
                  </p:oleObj>
                </mc:Choice>
                <mc:Fallback>
                  <p:oleObj name="Equation" r:id="rId34" imgW="164814" imgH="177492" progId="Equation.3">
                    <p:embed/>
                    <p:pic>
                      <p:nvPicPr>
                        <p:cNvPr id="0" name="Object 162"/>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505" y="2199"/>
                          <a:ext cx="30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47" name="Line 163"/>
            <p:cNvSpPr>
              <a:spLocks noChangeShapeType="1"/>
            </p:cNvSpPr>
            <p:nvPr/>
          </p:nvSpPr>
          <p:spPr bwMode="auto">
            <a:xfrm>
              <a:off x="2744" y="2391"/>
              <a:ext cx="1288" cy="0"/>
            </a:xfrm>
            <a:prstGeom prst="line">
              <a:avLst/>
            </a:prstGeom>
            <a:noFill/>
            <a:ln w="19050">
              <a:solidFill>
                <a:srgbClr val="FF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48" name="Line 164"/>
            <p:cNvSpPr>
              <a:spLocks noChangeShapeType="1"/>
            </p:cNvSpPr>
            <p:nvPr/>
          </p:nvSpPr>
          <p:spPr bwMode="auto">
            <a:xfrm flipH="1">
              <a:off x="1551" y="2391"/>
              <a:ext cx="954" cy="0"/>
            </a:xfrm>
            <a:prstGeom prst="line">
              <a:avLst/>
            </a:prstGeom>
            <a:noFill/>
            <a:ln w="19050">
              <a:solidFill>
                <a:srgbClr val="FF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49" name="AutoShape 165"/>
            <p:cNvSpPr>
              <a:spLocks noChangeArrowheads="1"/>
            </p:cNvSpPr>
            <p:nvPr/>
          </p:nvSpPr>
          <p:spPr bwMode="auto">
            <a:xfrm>
              <a:off x="945" y="767"/>
              <a:ext cx="273" cy="289"/>
            </a:xfrm>
            <a:prstGeom prst="wedgeRoundRectCallout">
              <a:avLst>
                <a:gd name="adj1" fmla="val 53662"/>
                <a:gd name="adj2" fmla="val 213324"/>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rgbClr val="D3EBE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zh-CN" altLang="en-US" sz="2800">
                <a:solidFill>
                  <a:srgbClr val="1C1C1C"/>
                </a:solidFill>
              </a:endParaRPr>
            </a:p>
          </p:txBody>
        </p:sp>
        <p:graphicFrame>
          <p:nvGraphicFramePr>
            <p:cNvPr id="12350" name="Object 166"/>
            <p:cNvGraphicFramePr>
              <a:graphicFrameLocks noChangeAspect="1"/>
            </p:cNvGraphicFramePr>
            <p:nvPr/>
          </p:nvGraphicFramePr>
          <p:xfrm>
            <a:off x="996" y="784"/>
            <a:ext cx="204" cy="272"/>
          </p:xfrm>
          <a:graphic>
            <a:graphicData uri="http://schemas.openxmlformats.org/presentationml/2006/ole">
              <mc:AlternateContent xmlns:mc="http://schemas.openxmlformats.org/markup-compatibility/2006">
                <mc:Choice xmlns:v="urn:schemas-microsoft-com:vml" Requires="v">
                  <p:oleObj spid="_x0000_s12375" name="Equation" r:id="rId36" imgW="190417" imgH="253890" progId="Equation.3">
                    <p:embed/>
                  </p:oleObj>
                </mc:Choice>
                <mc:Fallback>
                  <p:oleObj name="Equation" r:id="rId36" imgW="190417" imgH="253890" progId="Equation.3">
                    <p:embed/>
                    <p:pic>
                      <p:nvPicPr>
                        <p:cNvPr id="0" name="Object 166"/>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996" y="784"/>
                          <a:ext cx="204"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51" name="Text Box 167"/>
            <p:cNvSpPr txBox="1">
              <a:spLocks noChangeArrowheads="1"/>
            </p:cNvSpPr>
            <p:nvPr/>
          </p:nvSpPr>
          <p:spPr bwMode="auto">
            <a:xfrm>
              <a:off x="4077" y="624"/>
              <a:ext cx="27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en-US" altLang="zh-CN" sz="2800">
                  <a:solidFill>
                    <a:srgbClr val="CC0000"/>
                  </a:solidFill>
                </a:rPr>
                <a:t>p</a:t>
              </a:r>
              <a:endParaRPr kumimoji="0" lang="en-US" altLang="zh-CN" sz="2800"/>
            </a:p>
          </p:txBody>
        </p:sp>
      </p:grpSp>
      <p:graphicFrame>
        <p:nvGraphicFramePr>
          <p:cNvPr id="12298" name="Object 177"/>
          <p:cNvGraphicFramePr>
            <a:graphicFrameLocks noChangeAspect="1"/>
          </p:cNvGraphicFramePr>
          <p:nvPr/>
        </p:nvGraphicFramePr>
        <p:xfrm>
          <a:off x="3476625" y="1920875"/>
          <a:ext cx="200025" cy="304800"/>
        </p:xfrm>
        <a:graphic>
          <a:graphicData uri="http://schemas.openxmlformats.org/presentationml/2006/ole">
            <mc:AlternateContent xmlns:mc="http://schemas.openxmlformats.org/markup-compatibility/2006">
              <mc:Choice xmlns:v="urn:schemas-microsoft-com:vml" Requires="v">
                <p:oleObj spid="_x0000_s12376" name="Equation" r:id="rId38" imgW="177646" imgH="241091" progId="Equation.3">
                  <p:embed/>
                </p:oleObj>
              </mc:Choice>
              <mc:Fallback>
                <p:oleObj name="Equation" r:id="rId38" imgW="177646" imgH="241091" progId="Equation.3">
                  <p:embed/>
                  <p:pic>
                    <p:nvPicPr>
                      <p:cNvPr id="0" name="Object 17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76625" y="1920875"/>
                        <a:ext cx="200025" cy="3048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9" name="Object 178"/>
          <p:cNvGraphicFramePr>
            <a:graphicFrameLocks noChangeAspect="1"/>
          </p:cNvGraphicFramePr>
          <p:nvPr/>
        </p:nvGraphicFramePr>
        <p:xfrm>
          <a:off x="2778125" y="1266825"/>
          <a:ext cx="381000" cy="349250"/>
        </p:xfrm>
        <a:graphic>
          <a:graphicData uri="http://schemas.openxmlformats.org/presentationml/2006/ole">
            <mc:AlternateContent xmlns:mc="http://schemas.openxmlformats.org/markup-compatibility/2006">
              <mc:Choice xmlns:v="urn:schemas-microsoft-com:vml" Requires="v">
                <p:oleObj spid="_x0000_s12377" name="Equation" r:id="rId39" imgW="177646" imgH="241091" progId="Equation.3">
                  <p:embed/>
                </p:oleObj>
              </mc:Choice>
              <mc:Fallback>
                <p:oleObj name="Equation" r:id="rId39" imgW="177646" imgH="241091" progId="Equation.3">
                  <p:embed/>
                  <p:pic>
                    <p:nvPicPr>
                      <p:cNvPr id="0" name="Object 17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78125" y="1266825"/>
                        <a:ext cx="381000" cy="34925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3429" name="Group 181"/>
          <p:cNvGrpSpPr>
            <a:grpSpLocks/>
          </p:cNvGrpSpPr>
          <p:nvPr/>
        </p:nvGrpSpPr>
        <p:grpSpPr bwMode="auto">
          <a:xfrm>
            <a:off x="7497763" y="782638"/>
            <a:ext cx="457200" cy="2871787"/>
            <a:chOff x="4752" y="432"/>
            <a:chExt cx="288" cy="1536"/>
          </a:xfrm>
        </p:grpSpPr>
        <p:sp>
          <p:nvSpPr>
            <p:cNvPr id="12301" name="Rectangle 182"/>
            <p:cNvSpPr>
              <a:spLocks noChangeArrowheads="1"/>
            </p:cNvSpPr>
            <p:nvPr/>
          </p:nvSpPr>
          <p:spPr bwMode="auto">
            <a:xfrm>
              <a:off x="4752" y="432"/>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2302" name="Rectangle 183"/>
            <p:cNvSpPr>
              <a:spLocks noChangeArrowheads="1"/>
            </p:cNvSpPr>
            <p:nvPr/>
          </p:nvSpPr>
          <p:spPr bwMode="auto">
            <a:xfrm>
              <a:off x="4752" y="624"/>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2303" name="Rectangle 184"/>
            <p:cNvSpPr>
              <a:spLocks noChangeArrowheads="1"/>
            </p:cNvSpPr>
            <p:nvPr/>
          </p:nvSpPr>
          <p:spPr bwMode="auto">
            <a:xfrm>
              <a:off x="4752" y="816"/>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2304" name="Rectangle 185"/>
            <p:cNvSpPr>
              <a:spLocks noChangeArrowheads="1"/>
            </p:cNvSpPr>
            <p:nvPr/>
          </p:nvSpPr>
          <p:spPr bwMode="auto">
            <a:xfrm>
              <a:off x="4752" y="1008"/>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2305" name="Rectangle 186"/>
            <p:cNvSpPr>
              <a:spLocks noChangeArrowheads="1"/>
            </p:cNvSpPr>
            <p:nvPr/>
          </p:nvSpPr>
          <p:spPr bwMode="auto">
            <a:xfrm>
              <a:off x="4752" y="1200"/>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2306" name="Rectangle 187"/>
            <p:cNvSpPr>
              <a:spLocks noChangeArrowheads="1"/>
            </p:cNvSpPr>
            <p:nvPr/>
          </p:nvSpPr>
          <p:spPr bwMode="auto">
            <a:xfrm>
              <a:off x="4752" y="1392"/>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2307" name="Rectangle 188"/>
            <p:cNvSpPr>
              <a:spLocks noChangeArrowheads="1"/>
            </p:cNvSpPr>
            <p:nvPr/>
          </p:nvSpPr>
          <p:spPr bwMode="auto">
            <a:xfrm>
              <a:off x="4752" y="1584"/>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2308" name="Rectangle 189"/>
            <p:cNvSpPr>
              <a:spLocks noChangeArrowheads="1"/>
            </p:cNvSpPr>
            <p:nvPr/>
          </p:nvSpPr>
          <p:spPr bwMode="auto">
            <a:xfrm>
              <a:off x="4752" y="1776"/>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3429"/>
                                        </p:tgtEl>
                                        <p:attrNameLst>
                                          <p:attrName>style.visibility</p:attrName>
                                        </p:attrNameLst>
                                      </p:cBhvr>
                                      <p:to>
                                        <p:strVal val="visible"/>
                                      </p:to>
                                    </p:set>
                                    <p:animEffect transition="in" filter="blinds(horizontal)">
                                      <p:cBhvr>
                                        <p:cTn id="7" dur="500"/>
                                        <p:tgtEl>
                                          <p:spTgt spid="534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3441"/>
                                        </p:tgtEl>
                                        <p:attrNameLst>
                                          <p:attrName>style.visibility</p:attrName>
                                        </p:attrNameLst>
                                      </p:cBhvr>
                                      <p:to>
                                        <p:strVal val="visible"/>
                                      </p:to>
                                    </p:set>
                                    <p:animEffect transition="in" filter="wipe(left)">
                                      <p:cBhvr>
                                        <p:cTn id="12" dur="500"/>
                                        <p:tgtEl>
                                          <p:spTgt spid="534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3442"/>
                                        </p:tgtEl>
                                        <p:attrNameLst>
                                          <p:attrName>style.visibility</p:attrName>
                                        </p:attrNameLst>
                                      </p:cBhvr>
                                      <p:to>
                                        <p:strVal val="visible"/>
                                      </p:to>
                                    </p:set>
                                    <p:animEffect transition="in" filter="wipe(left)">
                                      <p:cBhvr>
                                        <p:cTn id="17" dur="500"/>
                                        <p:tgtEl>
                                          <p:spTgt spid="53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7C6F47C6-B257-4BE1-8E9B-0C4E30670AC4}" type="slidenum">
              <a:rPr kumimoji="0" lang="zh-CN" altLang="en-US" sz="1400" smtClean="0">
                <a:solidFill>
                  <a:schemeClr val="bg2"/>
                </a:solidFill>
              </a:rPr>
              <a:pPr>
                <a:spcBef>
                  <a:spcPct val="50000"/>
                </a:spcBef>
                <a:buClrTx/>
                <a:buFontTx/>
                <a:buNone/>
              </a:pPr>
              <a:t>9</a:t>
            </a:fld>
            <a:endParaRPr kumimoji="0" lang="en-US" altLang="zh-CN" sz="1400" smtClean="0">
              <a:solidFill>
                <a:schemeClr val="bg2"/>
              </a:solidFill>
            </a:endParaRPr>
          </a:p>
        </p:txBody>
      </p:sp>
      <p:grpSp>
        <p:nvGrpSpPr>
          <p:cNvPr id="54305" name="Group 33"/>
          <p:cNvGrpSpPr>
            <a:grpSpLocks/>
          </p:cNvGrpSpPr>
          <p:nvPr/>
        </p:nvGrpSpPr>
        <p:grpSpPr bwMode="auto">
          <a:xfrm>
            <a:off x="566738" y="4795838"/>
            <a:ext cx="2025650" cy="811212"/>
            <a:chOff x="329" y="2840"/>
            <a:chExt cx="1276" cy="511"/>
          </a:xfrm>
        </p:grpSpPr>
        <p:sp>
          <p:nvSpPr>
            <p:cNvPr id="13355" name="AutoShape 32"/>
            <p:cNvSpPr>
              <a:spLocks noChangeArrowheads="1"/>
            </p:cNvSpPr>
            <p:nvPr/>
          </p:nvSpPr>
          <p:spPr bwMode="auto">
            <a:xfrm>
              <a:off x="329" y="2840"/>
              <a:ext cx="1275" cy="511"/>
            </a:xfrm>
            <a:prstGeom prst="ribbon">
              <a:avLst>
                <a:gd name="adj1" fmla="val 24338"/>
                <a:gd name="adj2" fmla="val 50000"/>
              </a:avLst>
            </a:prstGeom>
            <a:solidFill>
              <a:srgbClr val="FF99CC">
                <a:alpha val="30196"/>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3356" name="Text Box 6"/>
            <p:cNvSpPr txBox="1">
              <a:spLocks noChangeArrowheads="1"/>
            </p:cNvSpPr>
            <p:nvPr/>
          </p:nvSpPr>
          <p:spPr bwMode="auto">
            <a:xfrm>
              <a:off x="357" y="2967"/>
              <a:ext cx="124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r>
                <a:rPr kumimoji="0" lang="zh-CN" altLang="en-US" sz="2800"/>
                <a:t>讨论</a:t>
              </a:r>
            </a:p>
          </p:txBody>
        </p:sp>
      </p:grpSp>
      <p:grpSp>
        <p:nvGrpSpPr>
          <p:cNvPr id="54310" name="Group 38"/>
          <p:cNvGrpSpPr>
            <a:grpSpLocks/>
          </p:cNvGrpSpPr>
          <p:nvPr/>
        </p:nvGrpSpPr>
        <p:grpSpPr bwMode="auto">
          <a:xfrm>
            <a:off x="2636838" y="4554538"/>
            <a:ext cx="5607050" cy="1063625"/>
            <a:chOff x="1689" y="2472"/>
            <a:chExt cx="3532" cy="670"/>
          </a:xfrm>
        </p:grpSpPr>
        <p:sp>
          <p:nvSpPr>
            <p:cNvPr id="13352" name="Text Box 7"/>
            <p:cNvSpPr txBox="1">
              <a:spLocks noChangeArrowheads="1"/>
            </p:cNvSpPr>
            <p:nvPr/>
          </p:nvSpPr>
          <p:spPr bwMode="auto">
            <a:xfrm>
              <a:off x="1689" y="2699"/>
              <a:ext cx="2228" cy="3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90000"/>
                </a:lnSpc>
                <a:spcBef>
                  <a:spcPct val="50000"/>
                </a:spcBef>
                <a:buClrTx/>
                <a:buFontTx/>
                <a:buNone/>
              </a:pPr>
              <a:r>
                <a:rPr kumimoji="0" lang="zh-CN" altLang="en-US" sz="2800">
                  <a:solidFill>
                    <a:srgbClr val="000000"/>
                  </a:solidFill>
                </a:rPr>
                <a:t>条纹间距 </a:t>
              </a:r>
            </a:p>
          </p:txBody>
        </p:sp>
        <p:graphicFrame>
          <p:nvGraphicFramePr>
            <p:cNvPr id="13353" name="Object 8"/>
            <p:cNvGraphicFramePr>
              <a:graphicFrameLocks noChangeAspect="1"/>
            </p:cNvGraphicFramePr>
            <p:nvPr/>
          </p:nvGraphicFramePr>
          <p:xfrm>
            <a:off x="4357" y="2656"/>
            <a:ext cx="864" cy="298"/>
          </p:xfrm>
          <a:graphic>
            <a:graphicData uri="http://schemas.openxmlformats.org/presentationml/2006/ole">
              <mc:AlternateContent xmlns:mc="http://schemas.openxmlformats.org/markup-compatibility/2006">
                <mc:Choice xmlns:v="urn:schemas-microsoft-com:vml" Requires="v">
                  <p:oleObj spid="_x0000_s13357" name="Equation" r:id="rId3" imgW="837836" imgH="304668" progId="Equation.3">
                    <p:embed/>
                  </p:oleObj>
                </mc:Choice>
                <mc:Fallback>
                  <p:oleObj name="Equation" r:id="rId3" imgW="837836" imgH="304668"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7" y="2656"/>
                          <a:ext cx="864" cy="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54" name="Object 9"/>
            <p:cNvGraphicFramePr>
              <a:graphicFrameLocks noChangeAspect="1"/>
            </p:cNvGraphicFramePr>
            <p:nvPr/>
          </p:nvGraphicFramePr>
          <p:xfrm>
            <a:off x="2669" y="2472"/>
            <a:ext cx="1167" cy="670"/>
          </p:xfrm>
          <a:graphic>
            <a:graphicData uri="http://schemas.openxmlformats.org/presentationml/2006/ole">
              <mc:AlternateContent xmlns:mc="http://schemas.openxmlformats.org/markup-compatibility/2006">
                <mc:Choice xmlns:v="urn:schemas-microsoft-com:vml" Requires="v">
                  <p:oleObj spid="_x0000_s13358" name="公式" r:id="rId5" imgW="647419" imgH="406224" progId="Equation.3">
                    <p:embed/>
                  </p:oleObj>
                </mc:Choice>
                <mc:Fallback>
                  <p:oleObj name="公式" r:id="rId5" imgW="647419" imgH="406224"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9" y="2472"/>
                          <a:ext cx="1167" cy="6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317" name="Text Box 10"/>
          <p:cNvSpPr txBox="1">
            <a:spLocks noChangeArrowheads="1"/>
          </p:cNvSpPr>
          <p:nvPr/>
        </p:nvSpPr>
        <p:spPr bwMode="auto">
          <a:xfrm>
            <a:off x="758825" y="414338"/>
            <a:ext cx="6019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
                <a:srgbClr val="0000FF"/>
              </a:buClr>
              <a:buFont typeface="Wingdings" pitchFamily="2" charset="2"/>
              <a:buChar char="Ø"/>
            </a:pPr>
            <a:r>
              <a:rPr kumimoji="0" lang="zh-CN" altLang="en-US" sz="2800">
                <a:solidFill>
                  <a:srgbClr val="CC3300"/>
                </a:solidFill>
              </a:rPr>
              <a:t> 明（暗）</a:t>
            </a:r>
            <a:r>
              <a:rPr kumimoji="0" lang="zh-CN" altLang="en-US" sz="2800">
                <a:solidFill>
                  <a:srgbClr val="000000"/>
                </a:solidFill>
              </a:rPr>
              <a:t>条纹的宽度</a:t>
            </a:r>
          </a:p>
        </p:txBody>
      </p:sp>
      <p:sp>
        <p:nvSpPr>
          <p:cNvPr id="54283" name="Rectangle 11"/>
          <p:cNvSpPr>
            <a:spLocks noChangeArrowheads="1"/>
          </p:cNvSpPr>
          <p:nvPr/>
        </p:nvSpPr>
        <p:spPr bwMode="auto">
          <a:xfrm>
            <a:off x="788988" y="3068638"/>
            <a:ext cx="6511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
                <a:srgbClr val="0000FF"/>
              </a:buClr>
              <a:buFont typeface="Wingdings" pitchFamily="2" charset="2"/>
              <a:buChar char="Ø"/>
            </a:pPr>
            <a:r>
              <a:rPr kumimoji="0" lang="zh-CN" altLang="en-US" sz="2800">
                <a:solidFill>
                  <a:srgbClr val="CC0000"/>
                </a:solidFill>
              </a:rPr>
              <a:t> 白光</a:t>
            </a:r>
            <a:r>
              <a:rPr kumimoji="0" lang="zh-CN" altLang="en-US" sz="2800">
                <a:solidFill>
                  <a:srgbClr val="000000"/>
                </a:solidFill>
              </a:rPr>
              <a:t>照射时，出现</a:t>
            </a:r>
            <a:r>
              <a:rPr kumimoji="0" lang="zh-CN" altLang="en-US" sz="2800">
                <a:solidFill>
                  <a:srgbClr val="CC0000"/>
                </a:solidFill>
              </a:rPr>
              <a:t>彩色</a:t>
            </a:r>
            <a:r>
              <a:rPr kumimoji="0" lang="zh-CN" altLang="en-US" sz="2800">
                <a:solidFill>
                  <a:srgbClr val="000000"/>
                </a:solidFill>
              </a:rPr>
              <a:t>条纹</a:t>
            </a:r>
          </a:p>
        </p:txBody>
      </p:sp>
      <p:grpSp>
        <p:nvGrpSpPr>
          <p:cNvPr id="54309" name="Group 37"/>
          <p:cNvGrpSpPr>
            <a:grpSpLocks/>
          </p:cNvGrpSpPr>
          <p:nvPr/>
        </p:nvGrpSpPr>
        <p:grpSpPr bwMode="auto">
          <a:xfrm>
            <a:off x="2638425" y="5729288"/>
            <a:ext cx="5624513" cy="534987"/>
            <a:chOff x="1718" y="3407"/>
            <a:chExt cx="3543" cy="337"/>
          </a:xfrm>
        </p:grpSpPr>
        <p:sp>
          <p:nvSpPr>
            <p:cNvPr id="13350" name="Text Box 34"/>
            <p:cNvSpPr txBox="1">
              <a:spLocks noChangeArrowheads="1"/>
            </p:cNvSpPr>
            <p:nvPr/>
          </p:nvSpPr>
          <p:spPr bwMode="auto">
            <a:xfrm>
              <a:off x="1718" y="3432"/>
              <a:ext cx="3543" cy="3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90000"/>
                </a:lnSpc>
                <a:spcBef>
                  <a:spcPct val="50000"/>
                </a:spcBef>
                <a:buClrTx/>
                <a:buFontTx/>
                <a:buNone/>
              </a:pPr>
              <a:r>
                <a:rPr kumimoji="0" lang="zh-CN" altLang="en-US" sz="2800">
                  <a:solidFill>
                    <a:srgbClr val="000000"/>
                  </a:solidFill>
                </a:rPr>
                <a:t>条纹间距与</a:t>
              </a:r>
              <a:r>
                <a:rPr kumimoji="0" lang="en-US" altLang="zh-CN" sz="2800">
                  <a:solidFill>
                    <a:srgbClr val="000000"/>
                  </a:solidFill>
                </a:rPr>
                <a:t>               </a:t>
              </a:r>
              <a:r>
                <a:rPr kumimoji="0" lang="zh-CN" altLang="en-US" sz="2800">
                  <a:solidFill>
                    <a:srgbClr val="000000"/>
                  </a:solidFill>
                </a:rPr>
                <a:t>有关</a:t>
              </a:r>
            </a:p>
          </p:txBody>
        </p:sp>
        <p:graphicFrame>
          <p:nvGraphicFramePr>
            <p:cNvPr id="13351" name="Object 35"/>
            <p:cNvGraphicFramePr>
              <a:graphicFrameLocks noChangeAspect="1"/>
            </p:cNvGraphicFramePr>
            <p:nvPr/>
          </p:nvGraphicFramePr>
          <p:xfrm>
            <a:off x="2909" y="3407"/>
            <a:ext cx="822" cy="337"/>
          </p:xfrm>
          <a:graphic>
            <a:graphicData uri="http://schemas.openxmlformats.org/presentationml/2006/ole">
              <mc:AlternateContent xmlns:mc="http://schemas.openxmlformats.org/markup-compatibility/2006">
                <mc:Choice xmlns:v="urn:schemas-microsoft-com:vml" Requires="v">
                  <p:oleObj spid="_x0000_s13359" name="公式" r:id="rId7" imgW="494870" imgH="203024" progId="Equation.3">
                    <p:embed/>
                  </p:oleObj>
                </mc:Choice>
                <mc:Fallback>
                  <p:oleObj name="公式" r:id="rId7" imgW="494870" imgH="203024" progId="Equation.3">
                    <p:embed/>
                    <p:pic>
                      <p:nvPicPr>
                        <p:cNvPr id="0" name="Object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9" y="3407"/>
                          <a:ext cx="822"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4323" name="Group 51"/>
          <p:cNvGrpSpPr>
            <a:grpSpLocks/>
          </p:cNvGrpSpPr>
          <p:nvPr/>
        </p:nvGrpSpPr>
        <p:grpSpPr bwMode="auto">
          <a:xfrm>
            <a:off x="2095500" y="3833813"/>
            <a:ext cx="4906963" cy="619125"/>
            <a:chOff x="1320" y="2415"/>
            <a:chExt cx="3091" cy="390"/>
          </a:xfrm>
        </p:grpSpPr>
        <p:grpSp>
          <p:nvGrpSpPr>
            <p:cNvPr id="13327" name="Group 40"/>
            <p:cNvGrpSpPr>
              <a:grpSpLocks/>
            </p:cNvGrpSpPr>
            <p:nvPr/>
          </p:nvGrpSpPr>
          <p:grpSpPr bwMode="auto">
            <a:xfrm>
              <a:off x="1320" y="2424"/>
              <a:ext cx="3062" cy="372"/>
              <a:chOff x="624" y="2016"/>
              <a:chExt cx="3798" cy="480"/>
            </a:xfrm>
          </p:grpSpPr>
          <p:sp>
            <p:nvSpPr>
              <p:cNvPr id="13347" name="Line 41"/>
              <p:cNvSpPr>
                <a:spLocks noChangeShapeType="1"/>
              </p:cNvSpPr>
              <p:nvPr/>
            </p:nvSpPr>
            <p:spPr bwMode="auto">
              <a:xfrm>
                <a:off x="624" y="2016"/>
                <a:ext cx="37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8" name="Line 42"/>
              <p:cNvSpPr>
                <a:spLocks noChangeShapeType="1"/>
              </p:cNvSpPr>
              <p:nvPr/>
            </p:nvSpPr>
            <p:spPr bwMode="auto">
              <a:xfrm>
                <a:off x="630" y="2496"/>
                <a:ext cx="37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9" name="Rectangle 43"/>
              <p:cNvSpPr>
                <a:spLocks noChangeArrowheads="1"/>
              </p:cNvSpPr>
              <p:nvPr/>
            </p:nvSpPr>
            <p:spPr bwMode="auto">
              <a:xfrm>
                <a:off x="624" y="2016"/>
                <a:ext cx="3792" cy="480"/>
              </a:xfrm>
              <a:prstGeom prst="rect">
                <a:avLst/>
              </a:prstGeom>
              <a:solidFill>
                <a:srgbClr val="808080"/>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pSp>
        <p:sp>
          <p:nvSpPr>
            <p:cNvPr id="13328" name="Rectangle 44"/>
            <p:cNvSpPr>
              <a:spLocks noChangeArrowheads="1"/>
            </p:cNvSpPr>
            <p:nvPr/>
          </p:nvSpPr>
          <p:spPr bwMode="auto">
            <a:xfrm>
              <a:off x="2795" y="2427"/>
              <a:ext cx="142" cy="35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3329" name="Rectangle 45"/>
            <p:cNvSpPr>
              <a:spLocks noChangeArrowheads="1"/>
            </p:cNvSpPr>
            <p:nvPr/>
          </p:nvSpPr>
          <p:spPr bwMode="auto">
            <a:xfrm flipH="1">
              <a:off x="2485" y="2415"/>
              <a:ext cx="225" cy="390"/>
            </a:xfrm>
            <a:prstGeom prst="rect">
              <a:avLst/>
            </a:prstGeom>
            <a:gradFill rotWithShape="0">
              <a:gsLst>
                <a:gs pos="0">
                  <a:srgbClr val="FF3399"/>
                </a:gs>
                <a:gs pos="25000">
                  <a:srgbClr val="FF6633">
                    <a:alpha val="93000"/>
                  </a:srgbClr>
                </a:gs>
                <a:gs pos="50000">
                  <a:srgbClr val="FFFF00">
                    <a:alpha val="85999"/>
                  </a:srgbClr>
                </a:gs>
                <a:gs pos="75000">
                  <a:srgbClr val="01A78F">
                    <a:alpha val="78999"/>
                  </a:srgbClr>
                </a:gs>
                <a:gs pos="100000">
                  <a:srgbClr val="3366FF">
                    <a:alpha val="71999"/>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defRPr/>
              </a:pPr>
              <a:endParaRPr lang="zh-CN" altLang="en-US" smtClean="0"/>
            </a:p>
          </p:txBody>
        </p:sp>
        <p:sp>
          <p:nvSpPr>
            <p:cNvPr id="13330" name="Rectangle 46"/>
            <p:cNvSpPr>
              <a:spLocks noChangeArrowheads="1"/>
            </p:cNvSpPr>
            <p:nvPr/>
          </p:nvSpPr>
          <p:spPr bwMode="auto">
            <a:xfrm flipH="1">
              <a:off x="1916" y="2415"/>
              <a:ext cx="480" cy="390"/>
            </a:xfrm>
            <a:prstGeom prst="rect">
              <a:avLst/>
            </a:prstGeom>
            <a:gradFill rotWithShape="0">
              <a:gsLst>
                <a:gs pos="0">
                  <a:srgbClr val="FF3399"/>
                </a:gs>
                <a:gs pos="25000">
                  <a:srgbClr val="FF6633">
                    <a:alpha val="93000"/>
                  </a:srgbClr>
                </a:gs>
                <a:gs pos="50000">
                  <a:srgbClr val="FFFF00">
                    <a:alpha val="85999"/>
                  </a:srgbClr>
                </a:gs>
                <a:gs pos="75000">
                  <a:srgbClr val="01A78F">
                    <a:alpha val="78999"/>
                  </a:srgbClr>
                </a:gs>
                <a:gs pos="100000">
                  <a:srgbClr val="3366FF">
                    <a:alpha val="71999"/>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defRPr/>
              </a:pPr>
              <a:endParaRPr lang="zh-CN" altLang="en-US" smtClean="0"/>
            </a:p>
          </p:txBody>
        </p:sp>
        <p:sp>
          <p:nvSpPr>
            <p:cNvPr id="13331" name="Rectangle 47"/>
            <p:cNvSpPr>
              <a:spLocks noChangeArrowheads="1"/>
            </p:cNvSpPr>
            <p:nvPr/>
          </p:nvSpPr>
          <p:spPr bwMode="auto">
            <a:xfrm flipH="1">
              <a:off x="1320" y="2415"/>
              <a:ext cx="624" cy="390"/>
            </a:xfrm>
            <a:prstGeom prst="rect">
              <a:avLst/>
            </a:prstGeom>
            <a:gradFill rotWithShape="0">
              <a:gsLst>
                <a:gs pos="0">
                  <a:srgbClr val="FF3399"/>
                </a:gs>
                <a:gs pos="25000">
                  <a:srgbClr val="FF6633">
                    <a:alpha val="93000"/>
                  </a:srgbClr>
                </a:gs>
                <a:gs pos="50000">
                  <a:srgbClr val="FFFF00">
                    <a:alpha val="85999"/>
                  </a:srgbClr>
                </a:gs>
                <a:gs pos="75000">
                  <a:srgbClr val="01A78F">
                    <a:alpha val="78999"/>
                  </a:srgbClr>
                </a:gs>
                <a:gs pos="100000">
                  <a:srgbClr val="3366FF">
                    <a:alpha val="71999"/>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defRPr/>
              </a:pPr>
              <a:endParaRPr lang="zh-CN" altLang="en-US" smtClean="0"/>
            </a:p>
          </p:txBody>
        </p:sp>
        <p:sp>
          <p:nvSpPr>
            <p:cNvPr id="13332" name="Rectangle 48"/>
            <p:cNvSpPr>
              <a:spLocks noChangeArrowheads="1"/>
            </p:cNvSpPr>
            <p:nvPr/>
          </p:nvSpPr>
          <p:spPr bwMode="auto">
            <a:xfrm>
              <a:off x="3021" y="2415"/>
              <a:ext cx="225" cy="390"/>
            </a:xfrm>
            <a:prstGeom prst="rect">
              <a:avLst/>
            </a:prstGeom>
            <a:gradFill rotWithShape="0">
              <a:gsLst>
                <a:gs pos="0">
                  <a:srgbClr val="3366FF">
                    <a:alpha val="71999"/>
                  </a:srgbClr>
                </a:gs>
                <a:gs pos="25000">
                  <a:srgbClr val="01A78F">
                    <a:alpha val="78999"/>
                  </a:srgbClr>
                </a:gs>
                <a:gs pos="50000">
                  <a:srgbClr val="FFFF00">
                    <a:alpha val="85999"/>
                  </a:srgbClr>
                </a:gs>
                <a:gs pos="75000">
                  <a:srgbClr val="FF6633">
                    <a:alpha val="93000"/>
                  </a:srgbClr>
                </a:gs>
                <a:gs pos="100000">
                  <a:srgbClr val="FF3399"/>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defRPr/>
              </a:pPr>
              <a:endParaRPr lang="zh-CN" altLang="en-US" smtClean="0"/>
            </a:p>
          </p:txBody>
        </p:sp>
        <p:sp>
          <p:nvSpPr>
            <p:cNvPr id="13333" name="Rectangle 49"/>
            <p:cNvSpPr>
              <a:spLocks noChangeArrowheads="1"/>
            </p:cNvSpPr>
            <p:nvPr/>
          </p:nvSpPr>
          <p:spPr bwMode="auto">
            <a:xfrm>
              <a:off x="3335" y="2415"/>
              <a:ext cx="480" cy="390"/>
            </a:xfrm>
            <a:prstGeom prst="rect">
              <a:avLst/>
            </a:prstGeom>
            <a:gradFill rotWithShape="0">
              <a:gsLst>
                <a:gs pos="0">
                  <a:srgbClr val="3366FF">
                    <a:alpha val="71999"/>
                  </a:srgbClr>
                </a:gs>
                <a:gs pos="25000">
                  <a:srgbClr val="01A78F">
                    <a:alpha val="78999"/>
                  </a:srgbClr>
                </a:gs>
                <a:gs pos="50000">
                  <a:srgbClr val="FFFF00">
                    <a:alpha val="85999"/>
                  </a:srgbClr>
                </a:gs>
                <a:gs pos="75000">
                  <a:srgbClr val="FF6633">
                    <a:alpha val="93000"/>
                  </a:srgbClr>
                </a:gs>
                <a:gs pos="100000">
                  <a:srgbClr val="FF3399"/>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defRPr/>
              </a:pPr>
              <a:endParaRPr lang="zh-CN" altLang="en-US" smtClean="0"/>
            </a:p>
          </p:txBody>
        </p:sp>
        <p:sp>
          <p:nvSpPr>
            <p:cNvPr id="13334" name="Rectangle 50"/>
            <p:cNvSpPr>
              <a:spLocks noChangeArrowheads="1"/>
            </p:cNvSpPr>
            <p:nvPr/>
          </p:nvSpPr>
          <p:spPr bwMode="auto">
            <a:xfrm>
              <a:off x="3787" y="2415"/>
              <a:ext cx="624" cy="390"/>
            </a:xfrm>
            <a:prstGeom prst="rect">
              <a:avLst/>
            </a:prstGeom>
            <a:gradFill rotWithShape="0">
              <a:gsLst>
                <a:gs pos="0">
                  <a:srgbClr val="3366FF">
                    <a:alpha val="71999"/>
                  </a:srgbClr>
                </a:gs>
                <a:gs pos="25000">
                  <a:srgbClr val="01A78F">
                    <a:alpha val="78999"/>
                  </a:srgbClr>
                </a:gs>
                <a:gs pos="50000">
                  <a:srgbClr val="FFFF00">
                    <a:alpha val="85999"/>
                  </a:srgbClr>
                </a:gs>
                <a:gs pos="75000">
                  <a:srgbClr val="FF6633">
                    <a:alpha val="93000"/>
                  </a:srgbClr>
                </a:gs>
                <a:gs pos="100000">
                  <a:srgbClr val="FF3399"/>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defRPr/>
              </a:pPr>
              <a:endParaRPr lang="zh-CN" altLang="en-US" smtClean="0"/>
            </a:p>
          </p:txBody>
        </p:sp>
      </p:grpSp>
      <p:graphicFrame>
        <p:nvGraphicFramePr>
          <p:cNvPr id="54327" name="Object 55"/>
          <p:cNvGraphicFramePr>
            <a:graphicFrameLocks noChangeAspect="1"/>
          </p:cNvGraphicFramePr>
          <p:nvPr/>
        </p:nvGraphicFramePr>
        <p:xfrm>
          <a:off x="1150938" y="1011238"/>
          <a:ext cx="1693862" cy="931862"/>
        </p:xfrm>
        <a:graphic>
          <a:graphicData uri="http://schemas.openxmlformats.org/presentationml/2006/ole">
            <mc:AlternateContent xmlns:mc="http://schemas.openxmlformats.org/markup-compatibility/2006">
              <mc:Choice xmlns:v="urn:schemas-microsoft-com:vml" Requires="v">
                <p:oleObj spid="_x0000_s13360" name="公式" r:id="rId9" imgW="736280" imgH="406224" progId="Equation.3">
                  <p:embed/>
                </p:oleObj>
              </mc:Choice>
              <mc:Fallback>
                <p:oleObj name="公式" r:id="rId9" imgW="736280" imgH="406224" progId="Equation.3">
                  <p:embed/>
                  <p:pic>
                    <p:nvPicPr>
                      <p:cNvPr id="0" name="Object 5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50938" y="1011238"/>
                        <a:ext cx="1693862" cy="931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29" name="Object 57"/>
          <p:cNvGraphicFramePr>
            <a:graphicFrameLocks noChangeAspect="1"/>
          </p:cNvGraphicFramePr>
          <p:nvPr/>
        </p:nvGraphicFramePr>
        <p:xfrm>
          <a:off x="1150938" y="2001838"/>
          <a:ext cx="2627312" cy="931862"/>
        </p:xfrm>
        <a:graphic>
          <a:graphicData uri="http://schemas.openxmlformats.org/presentationml/2006/ole">
            <mc:AlternateContent xmlns:mc="http://schemas.openxmlformats.org/markup-compatibility/2006">
              <mc:Choice xmlns:v="urn:schemas-microsoft-com:vml" Requires="v">
                <p:oleObj spid="_x0000_s13361" name="公式" r:id="rId11" imgW="1143000" imgH="406400" progId="Equation.3">
                  <p:embed/>
                </p:oleObj>
              </mc:Choice>
              <mc:Fallback>
                <p:oleObj name="公式" r:id="rId11" imgW="1143000" imgH="406400" progId="Equation.3">
                  <p:embed/>
                  <p:pic>
                    <p:nvPicPr>
                      <p:cNvPr id="0" name="Object 5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50938" y="2001838"/>
                        <a:ext cx="2627312" cy="931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4336" name="Group 64"/>
          <p:cNvGrpSpPr>
            <a:grpSpLocks/>
          </p:cNvGrpSpPr>
          <p:nvPr/>
        </p:nvGrpSpPr>
        <p:grpSpPr bwMode="auto">
          <a:xfrm>
            <a:off x="3897313" y="1314450"/>
            <a:ext cx="3195637" cy="1304925"/>
            <a:chOff x="2455" y="828"/>
            <a:chExt cx="2013" cy="822"/>
          </a:xfrm>
        </p:grpSpPr>
        <p:sp>
          <p:nvSpPr>
            <p:cNvPr id="13324" name="AutoShape 58"/>
            <p:cNvSpPr>
              <a:spLocks/>
            </p:cNvSpPr>
            <p:nvPr/>
          </p:nvSpPr>
          <p:spPr bwMode="auto">
            <a:xfrm>
              <a:off x="2455" y="828"/>
              <a:ext cx="170" cy="822"/>
            </a:xfrm>
            <a:prstGeom prst="rightBrace">
              <a:avLst>
                <a:gd name="adj1" fmla="val 4029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3325" name="AutoShape 59"/>
            <p:cNvSpPr>
              <a:spLocks noChangeArrowheads="1"/>
            </p:cNvSpPr>
            <p:nvPr/>
          </p:nvSpPr>
          <p:spPr bwMode="auto">
            <a:xfrm>
              <a:off x="2653" y="1168"/>
              <a:ext cx="596" cy="170"/>
            </a:xfrm>
            <a:prstGeom prst="rightArrow">
              <a:avLst>
                <a:gd name="adj1" fmla="val 50000"/>
                <a:gd name="adj2" fmla="val 8764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aphicFrame>
          <p:nvGraphicFramePr>
            <p:cNvPr id="13326" name="Object 63"/>
            <p:cNvGraphicFramePr>
              <a:graphicFrameLocks noChangeAspect="1"/>
            </p:cNvGraphicFramePr>
            <p:nvPr/>
          </p:nvGraphicFramePr>
          <p:xfrm>
            <a:off x="3301" y="913"/>
            <a:ext cx="1167" cy="670"/>
          </p:xfrm>
          <a:graphic>
            <a:graphicData uri="http://schemas.openxmlformats.org/presentationml/2006/ole">
              <mc:AlternateContent xmlns:mc="http://schemas.openxmlformats.org/markup-compatibility/2006">
                <mc:Choice xmlns:v="urn:schemas-microsoft-com:vml" Requires="v">
                  <p:oleObj spid="_x0000_s13362" name="公式" r:id="rId13" imgW="647419" imgH="406224" progId="Equation.3">
                    <p:embed/>
                  </p:oleObj>
                </mc:Choice>
                <mc:Fallback>
                  <p:oleObj name="公式" r:id="rId13" imgW="647419" imgH="406224" progId="Equation.3">
                    <p:embed/>
                    <p:pic>
                      <p:nvPicPr>
                        <p:cNvPr id="0" name="Object 6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1" y="913"/>
                          <a:ext cx="1167" cy="6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4327"/>
                                        </p:tgtEl>
                                        <p:attrNameLst>
                                          <p:attrName>style.visibility</p:attrName>
                                        </p:attrNameLst>
                                      </p:cBhvr>
                                      <p:to>
                                        <p:strVal val="visible"/>
                                      </p:to>
                                    </p:set>
                                    <p:animEffect transition="in" filter="wipe(left)">
                                      <p:cBhvr>
                                        <p:cTn id="7" dur="500"/>
                                        <p:tgtEl>
                                          <p:spTgt spid="543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4329"/>
                                        </p:tgtEl>
                                        <p:attrNameLst>
                                          <p:attrName>style.visibility</p:attrName>
                                        </p:attrNameLst>
                                      </p:cBhvr>
                                      <p:to>
                                        <p:strVal val="visible"/>
                                      </p:to>
                                    </p:set>
                                    <p:animEffect transition="in" filter="wipe(left)">
                                      <p:cBhvr>
                                        <p:cTn id="12" dur="500"/>
                                        <p:tgtEl>
                                          <p:spTgt spid="543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4336"/>
                                        </p:tgtEl>
                                        <p:attrNameLst>
                                          <p:attrName>style.visibility</p:attrName>
                                        </p:attrNameLst>
                                      </p:cBhvr>
                                      <p:to>
                                        <p:strVal val="visible"/>
                                      </p:to>
                                    </p:set>
                                    <p:animEffect transition="in" filter="wipe(left)">
                                      <p:cBhvr>
                                        <p:cTn id="17" dur="500"/>
                                        <p:tgtEl>
                                          <p:spTgt spid="543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4283"/>
                                        </p:tgtEl>
                                        <p:attrNameLst>
                                          <p:attrName>style.visibility</p:attrName>
                                        </p:attrNameLst>
                                      </p:cBhvr>
                                      <p:to>
                                        <p:strVal val="visible"/>
                                      </p:to>
                                    </p:set>
                                    <p:animEffect transition="in" filter="blinds(horizontal)">
                                      <p:cBhvr>
                                        <p:cTn id="22" dur="500"/>
                                        <p:tgtEl>
                                          <p:spTgt spid="542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4323"/>
                                        </p:tgtEl>
                                        <p:attrNameLst>
                                          <p:attrName>style.visibility</p:attrName>
                                        </p:attrNameLst>
                                      </p:cBhvr>
                                      <p:to>
                                        <p:strVal val="visible"/>
                                      </p:to>
                                    </p:set>
                                    <p:animEffect transition="in" filter="wipe(left)">
                                      <p:cBhvr>
                                        <p:cTn id="27" dur="500"/>
                                        <p:tgtEl>
                                          <p:spTgt spid="543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4305"/>
                                        </p:tgtEl>
                                        <p:attrNameLst>
                                          <p:attrName>style.visibility</p:attrName>
                                        </p:attrNameLst>
                                      </p:cBhvr>
                                      <p:to>
                                        <p:strVal val="visible"/>
                                      </p:to>
                                    </p:set>
                                    <p:animEffect transition="in" filter="wipe(left)">
                                      <p:cBhvr>
                                        <p:cTn id="32" dur="500"/>
                                        <p:tgtEl>
                                          <p:spTgt spid="5430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4310"/>
                                        </p:tgtEl>
                                        <p:attrNameLst>
                                          <p:attrName>style.visibility</p:attrName>
                                        </p:attrNameLst>
                                      </p:cBhvr>
                                      <p:to>
                                        <p:strVal val="visible"/>
                                      </p:to>
                                    </p:set>
                                    <p:animEffect transition="in" filter="wipe(left)">
                                      <p:cBhvr>
                                        <p:cTn id="37" dur="500"/>
                                        <p:tgtEl>
                                          <p:spTgt spid="54310"/>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54309"/>
                                        </p:tgtEl>
                                        <p:attrNameLst>
                                          <p:attrName>style.visibility</p:attrName>
                                        </p:attrNameLst>
                                      </p:cBhvr>
                                      <p:to>
                                        <p:strVal val="visible"/>
                                      </p:to>
                                    </p:set>
                                    <p:animEffect transition="in" filter="wipe(left)">
                                      <p:cBhvr>
                                        <p:cTn id="41" dur="500"/>
                                        <p:tgtEl>
                                          <p:spTgt spid="54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B73401A5-216C-40D4-A13A-223C02F36A8B}" type="slidenum">
              <a:rPr kumimoji="0" lang="zh-CN" altLang="en-US" sz="1400" smtClean="0">
                <a:solidFill>
                  <a:schemeClr val="bg2"/>
                </a:solidFill>
              </a:rPr>
              <a:pPr>
                <a:spcBef>
                  <a:spcPct val="50000"/>
                </a:spcBef>
                <a:buClrTx/>
                <a:buFontTx/>
                <a:buNone/>
              </a:pPr>
              <a:t>10</a:t>
            </a:fld>
            <a:endParaRPr kumimoji="0" lang="en-US" altLang="zh-CN" sz="1400" smtClean="0">
              <a:solidFill>
                <a:schemeClr val="bg2"/>
              </a:solidFill>
            </a:endParaRPr>
          </a:p>
        </p:txBody>
      </p:sp>
      <p:grpSp>
        <p:nvGrpSpPr>
          <p:cNvPr id="1028" name="Group 7"/>
          <p:cNvGrpSpPr>
            <a:grpSpLocks/>
          </p:cNvGrpSpPr>
          <p:nvPr/>
        </p:nvGrpSpPr>
        <p:grpSpPr bwMode="auto">
          <a:xfrm>
            <a:off x="590550" y="549275"/>
            <a:ext cx="8077200" cy="623888"/>
            <a:chOff x="372" y="378"/>
            <a:chExt cx="5088" cy="393"/>
          </a:xfrm>
        </p:grpSpPr>
        <p:sp>
          <p:nvSpPr>
            <p:cNvPr id="1029" name="Text Box 2"/>
            <p:cNvSpPr txBox="1">
              <a:spLocks noChangeArrowheads="1"/>
            </p:cNvSpPr>
            <p:nvPr/>
          </p:nvSpPr>
          <p:spPr bwMode="auto">
            <a:xfrm>
              <a:off x="372" y="390"/>
              <a:ext cx="50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en-US" altLang="zh-CN" sz="2800">
                  <a:solidFill>
                    <a:srgbClr val="CC0000"/>
                  </a:solidFill>
                  <a:latin typeface="宋体" charset="-122"/>
                </a:rPr>
                <a:t>(</a:t>
              </a:r>
              <a:r>
                <a:rPr kumimoji="0" lang="en-US" altLang="zh-CN" sz="2800">
                  <a:solidFill>
                    <a:srgbClr val="CC0000"/>
                  </a:solidFill>
                </a:rPr>
                <a:t>1</a:t>
              </a:r>
              <a:r>
                <a:rPr kumimoji="0" lang="en-US" altLang="zh-CN" sz="2800">
                  <a:solidFill>
                    <a:srgbClr val="CC0000"/>
                  </a:solidFill>
                  <a:latin typeface="宋体" charset="-122"/>
                </a:rPr>
                <a:t>)</a:t>
              </a:r>
              <a:r>
                <a:rPr kumimoji="0" lang="en-US" altLang="zh-CN" sz="2800">
                  <a:solidFill>
                    <a:srgbClr val="CC0000"/>
                  </a:solidFill>
                </a:rPr>
                <a:t>            </a:t>
              </a:r>
              <a:r>
                <a:rPr kumimoji="0" lang="zh-CN" altLang="en-US" sz="2800">
                  <a:solidFill>
                    <a:srgbClr val="CC0000"/>
                  </a:solidFill>
                </a:rPr>
                <a:t>一定时，若    变化</a:t>
              </a:r>
              <a:r>
                <a:rPr kumimoji="0" lang="en-US" altLang="zh-CN" sz="2800">
                  <a:solidFill>
                    <a:srgbClr val="CC0000"/>
                  </a:solidFill>
                  <a:latin typeface="宋体" charset="-122"/>
                </a:rPr>
                <a:t>,</a:t>
              </a:r>
              <a:r>
                <a:rPr kumimoji="0" lang="en-US" altLang="zh-CN" sz="2800">
                  <a:solidFill>
                    <a:srgbClr val="CC0000"/>
                  </a:solidFill>
                </a:rPr>
                <a:t> </a:t>
              </a:r>
              <a:r>
                <a:rPr kumimoji="0" lang="zh-CN" altLang="en-US" sz="2800">
                  <a:solidFill>
                    <a:srgbClr val="CC0000"/>
                  </a:solidFill>
                </a:rPr>
                <a:t>则       将怎样变化？</a:t>
              </a:r>
            </a:p>
          </p:txBody>
        </p:sp>
        <p:graphicFrame>
          <p:nvGraphicFramePr>
            <p:cNvPr id="1030" name="Object 3"/>
            <p:cNvGraphicFramePr>
              <a:graphicFrameLocks noChangeAspect="1"/>
            </p:cNvGraphicFramePr>
            <p:nvPr/>
          </p:nvGraphicFramePr>
          <p:xfrm>
            <a:off x="804" y="378"/>
            <a:ext cx="595" cy="393"/>
          </p:xfrm>
          <a:graphic>
            <a:graphicData uri="http://schemas.openxmlformats.org/presentationml/2006/ole">
              <mc:AlternateContent xmlns:mc="http://schemas.openxmlformats.org/markup-compatibility/2006">
                <mc:Choice xmlns:v="urn:schemas-microsoft-com:vml" Requires="v">
                  <p:oleObj spid="_x0000_s1033" name="Equation" r:id="rId4" imgW="323889" imgH="200070" progId="Equation.3">
                    <p:embed/>
                  </p:oleObj>
                </mc:Choice>
                <mc:Fallback>
                  <p:oleObj name="Equation" r:id="rId4" imgW="323889" imgH="20007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4" y="378"/>
                          <a:ext cx="595"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1" name="Object 4"/>
            <p:cNvGraphicFramePr>
              <a:graphicFrameLocks noChangeAspect="1"/>
            </p:cNvGraphicFramePr>
            <p:nvPr/>
          </p:nvGraphicFramePr>
          <p:xfrm>
            <a:off x="2580" y="435"/>
            <a:ext cx="228" cy="288"/>
          </p:xfrm>
          <a:graphic>
            <a:graphicData uri="http://schemas.openxmlformats.org/presentationml/2006/ole">
              <mc:AlternateContent xmlns:mc="http://schemas.openxmlformats.org/markup-compatibility/2006">
                <mc:Choice xmlns:v="urn:schemas-microsoft-com:vml" Requires="v">
                  <p:oleObj spid="_x0000_s1034" name="公式" r:id="rId6" imgW="171534" imgH="218970" progId="Equation.3">
                    <p:embed/>
                  </p:oleObj>
                </mc:Choice>
                <mc:Fallback>
                  <p:oleObj name="公式" r:id="rId6" imgW="171534" imgH="21897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80" y="435"/>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2" name="Object 5"/>
            <p:cNvGraphicFramePr>
              <a:graphicFrameLocks noChangeAspect="1"/>
            </p:cNvGraphicFramePr>
            <p:nvPr/>
          </p:nvGraphicFramePr>
          <p:xfrm>
            <a:off x="3650" y="387"/>
            <a:ext cx="370" cy="295"/>
          </p:xfrm>
          <a:graphic>
            <a:graphicData uri="http://schemas.openxmlformats.org/presentationml/2006/ole">
              <mc:AlternateContent xmlns:mc="http://schemas.openxmlformats.org/markup-compatibility/2006">
                <mc:Choice xmlns:v="urn:schemas-microsoft-com:vml" Requires="v">
                  <p:oleObj spid="_x0000_s1035" name="公式" r:id="rId8" imgW="295255" imgH="218970" progId="Equation.3">
                    <p:embed/>
                  </p:oleObj>
                </mc:Choice>
                <mc:Fallback>
                  <p:oleObj name="公式" r:id="rId8" imgW="295255" imgH="21897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50" y="387"/>
                          <a:ext cx="370"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ontrols>
      <mc:AlternateContent xmlns:mc="http://schemas.openxmlformats.org/markup-compatibility/2006">
        <mc:Choice xmlns:v="urn:schemas-microsoft-com:vml" Requires="v">
          <p:control spid="1026" name="ShockwaveFlash1" r:id="rId2" imgW="8085714" imgH="4995763"/>
        </mc:Choice>
        <mc:Fallback>
          <p:control name="ShockwaveFlash1" r:id="rId2" imgW="8085714" imgH="4995763">
            <p:pic>
              <p:nvPicPr>
                <p:cNvPr id="0" name="ShockwaveFlash1"/>
                <p:cNvPicPr preferRelativeResize="0">
                  <a:picLocks noChangeArrowheads="1" noChangeShapeType="1"/>
                </p:cNvPicPr>
                <p:nvPr/>
              </p:nvPicPr>
              <p:blipFill>
                <a:blip r:embed="rId10">
                  <a:extLst>
                    <a:ext uri="{28A0092B-C50C-407E-A947-70E740481C1C}">
                      <a14:useLocalDpi xmlns:a14="http://schemas.microsoft.com/office/drawing/2010/main" val="0"/>
                    </a:ext>
                  </a:extLst>
                </a:blip>
                <a:srcRect/>
                <a:stretch>
                  <a:fillRect/>
                </a:stretch>
              </p:blipFill>
              <p:spPr bwMode="auto">
                <a:xfrm>
                  <a:off x="582613" y="1223963"/>
                  <a:ext cx="8085137" cy="4995862"/>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7F440242-4602-401B-A367-44902BF780B6}" type="slidenum">
              <a:rPr kumimoji="0" lang="zh-CN" altLang="en-US" sz="1400" smtClean="0">
                <a:solidFill>
                  <a:schemeClr val="bg2"/>
                </a:solidFill>
              </a:rPr>
              <a:pPr>
                <a:spcBef>
                  <a:spcPct val="50000"/>
                </a:spcBef>
                <a:buClrTx/>
                <a:buFontTx/>
                <a:buNone/>
              </a:pPr>
              <a:t>11</a:t>
            </a:fld>
            <a:endParaRPr kumimoji="0" lang="en-US" altLang="zh-CN" sz="1400" smtClean="0">
              <a:solidFill>
                <a:schemeClr val="bg2"/>
              </a:solidFill>
            </a:endParaRPr>
          </a:p>
        </p:txBody>
      </p:sp>
      <p:grpSp>
        <p:nvGrpSpPr>
          <p:cNvPr id="2052" name="Group 8"/>
          <p:cNvGrpSpPr>
            <a:grpSpLocks/>
          </p:cNvGrpSpPr>
          <p:nvPr/>
        </p:nvGrpSpPr>
        <p:grpSpPr bwMode="auto">
          <a:xfrm>
            <a:off x="657225" y="368300"/>
            <a:ext cx="8326438" cy="547688"/>
            <a:chOff x="243" y="317"/>
            <a:chExt cx="5245" cy="345"/>
          </a:xfrm>
        </p:grpSpPr>
        <p:sp>
          <p:nvSpPr>
            <p:cNvPr id="2053" name="Text Box 4"/>
            <p:cNvSpPr txBox="1">
              <a:spLocks noChangeArrowheads="1"/>
            </p:cNvSpPr>
            <p:nvPr/>
          </p:nvSpPr>
          <p:spPr bwMode="auto">
            <a:xfrm>
              <a:off x="243" y="335"/>
              <a:ext cx="524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en-US" altLang="zh-CN" sz="2800">
                  <a:solidFill>
                    <a:srgbClr val="CC0000"/>
                  </a:solidFill>
                  <a:sym typeface="Symbol" pitchFamily="18" charset="2"/>
                </a:rPr>
                <a:t>(2)             </a:t>
              </a:r>
              <a:r>
                <a:rPr kumimoji="0" lang="zh-CN" altLang="en-US" sz="2800">
                  <a:solidFill>
                    <a:srgbClr val="CC0000"/>
                  </a:solidFill>
                  <a:sym typeface="Symbol" pitchFamily="18" charset="2"/>
                </a:rPr>
                <a:t>一定时</a:t>
              </a:r>
              <a:r>
                <a:rPr kumimoji="0" lang="en-US" altLang="zh-CN" sz="2800">
                  <a:solidFill>
                    <a:srgbClr val="CC0000"/>
                  </a:solidFill>
                  <a:sym typeface="Symbol" pitchFamily="18" charset="2"/>
                </a:rPr>
                <a:t>,</a:t>
              </a:r>
              <a:r>
                <a:rPr kumimoji="0" lang="zh-CN" altLang="en-US" sz="2800">
                  <a:solidFill>
                    <a:srgbClr val="CC0000"/>
                  </a:solidFill>
                </a:rPr>
                <a:t>条纹间距    与      的关系如何？</a:t>
              </a:r>
            </a:p>
          </p:txBody>
        </p:sp>
        <p:graphicFrame>
          <p:nvGraphicFramePr>
            <p:cNvPr id="2054" name="Object 5"/>
            <p:cNvGraphicFramePr>
              <a:graphicFrameLocks noChangeAspect="1"/>
            </p:cNvGraphicFramePr>
            <p:nvPr/>
          </p:nvGraphicFramePr>
          <p:xfrm>
            <a:off x="3305" y="319"/>
            <a:ext cx="453" cy="338"/>
          </p:xfrm>
          <a:graphic>
            <a:graphicData uri="http://schemas.openxmlformats.org/presentationml/2006/ole">
              <mc:AlternateContent xmlns:mc="http://schemas.openxmlformats.org/markup-compatibility/2006">
                <mc:Choice xmlns:v="urn:schemas-microsoft-com:vml" Requires="v">
                  <p:oleObj spid="_x0000_s2057" name="Equation" r:id="rId4" imgW="199898" imgH="162000" progId="Equation.3">
                    <p:embed/>
                  </p:oleObj>
                </mc:Choice>
                <mc:Fallback>
                  <p:oleObj name="Equation" r:id="rId4" imgW="199898" imgH="162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5" y="319"/>
                          <a:ext cx="453" cy="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5" name="Object 6"/>
            <p:cNvGraphicFramePr>
              <a:graphicFrameLocks noChangeAspect="1"/>
            </p:cNvGraphicFramePr>
            <p:nvPr/>
          </p:nvGraphicFramePr>
          <p:xfrm>
            <a:off x="2908" y="317"/>
            <a:ext cx="266" cy="343"/>
          </p:xfrm>
          <a:graphic>
            <a:graphicData uri="http://schemas.openxmlformats.org/presentationml/2006/ole">
              <mc:AlternateContent xmlns:mc="http://schemas.openxmlformats.org/markup-compatibility/2006">
                <mc:Choice xmlns:v="urn:schemas-microsoft-com:vml" Requires="v">
                  <p:oleObj spid="_x0000_s2058" name="Equation" r:id="rId6" imgW="123721" imgH="162000" progId="Equation.3">
                    <p:embed/>
                  </p:oleObj>
                </mc:Choice>
                <mc:Fallback>
                  <p:oleObj name="Equation" r:id="rId6" imgW="123721" imgH="1620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8" y="317"/>
                          <a:ext cx="266" cy="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6" name="Object 7"/>
            <p:cNvGraphicFramePr>
              <a:graphicFrameLocks noChangeAspect="1"/>
            </p:cNvGraphicFramePr>
            <p:nvPr/>
          </p:nvGraphicFramePr>
          <p:xfrm>
            <a:off x="635" y="332"/>
            <a:ext cx="714" cy="325"/>
          </p:xfrm>
          <a:graphic>
            <a:graphicData uri="http://schemas.openxmlformats.org/presentationml/2006/ole">
              <mc:AlternateContent xmlns:mc="http://schemas.openxmlformats.org/markup-compatibility/2006">
                <mc:Choice xmlns:v="urn:schemas-microsoft-com:vml" Requires="v">
                  <p:oleObj spid="_x0000_s2059" name="公式" r:id="rId8" imgW="400067" imgH="162000" progId="Equation.3">
                    <p:embed/>
                  </p:oleObj>
                </mc:Choice>
                <mc:Fallback>
                  <p:oleObj name="公式" r:id="rId8" imgW="400067" imgH="1620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5" y="332"/>
                          <a:ext cx="714" cy="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ontrols>
      <mc:AlternateContent xmlns:mc="http://schemas.openxmlformats.org/markup-compatibility/2006">
        <mc:Choice xmlns:v="urn:schemas-microsoft-com:vml" Requires="v">
          <p:control spid="2050" name="ShockwaveFlash1" r:id="rId2" imgW="7649643" imgH="5217667"/>
        </mc:Choice>
        <mc:Fallback>
          <p:control name="ShockwaveFlash1" r:id="rId2" imgW="7649643" imgH="5217667">
            <p:pic>
              <p:nvPicPr>
                <p:cNvPr id="0" name="ShockwaveFlash1"/>
                <p:cNvPicPr preferRelativeResize="0">
                  <a:picLocks noChangeArrowheads="1" noChangeShapeType="1"/>
                </p:cNvPicPr>
                <p:nvPr/>
              </p:nvPicPr>
              <p:blipFill>
                <a:blip r:embed="rId10">
                  <a:extLst>
                    <a:ext uri="{28A0092B-C50C-407E-A947-70E740481C1C}">
                      <a14:useLocalDpi xmlns:a14="http://schemas.microsoft.com/office/drawing/2010/main" val="0"/>
                    </a:ext>
                  </a:extLst>
                </a:blip>
                <a:srcRect/>
                <a:stretch>
                  <a:fillRect/>
                </a:stretch>
              </p:blipFill>
              <p:spPr bwMode="auto">
                <a:xfrm>
                  <a:off x="882650" y="1046163"/>
                  <a:ext cx="7650163" cy="5218112"/>
                </a:xfrm>
                <a:prstGeom prst="rect">
                  <a:avLst/>
                </a:prstGeom>
                <a:noFill/>
                <a:ln>
                  <a:noFill/>
                </a:ln>
                <a:effectLst/>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657B9ADC-BCC4-4665-9D92-CDEC554286DD}" type="slidenum">
              <a:rPr kumimoji="0" lang="zh-CN" altLang="en-US" sz="1400" smtClean="0">
                <a:solidFill>
                  <a:schemeClr val="bg2"/>
                </a:solidFill>
              </a:rPr>
              <a:pPr>
                <a:spcBef>
                  <a:spcPct val="50000"/>
                </a:spcBef>
                <a:buClrTx/>
                <a:buFontTx/>
                <a:buNone/>
              </a:pPr>
              <a:t>12</a:t>
            </a:fld>
            <a:endParaRPr kumimoji="0" lang="en-US" altLang="zh-CN" sz="1400" smtClean="0">
              <a:solidFill>
                <a:schemeClr val="bg2"/>
              </a:solidFill>
            </a:endParaRPr>
          </a:p>
        </p:txBody>
      </p:sp>
      <p:sp>
        <p:nvSpPr>
          <p:cNvPr id="14339" name="Text Box 2"/>
          <p:cNvSpPr txBox="1">
            <a:spLocks noChangeArrowheads="1"/>
          </p:cNvSpPr>
          <p:nvPr/>
        </p:nvSpPr>
        <p:spPr bwMode="auto">
          <a:xfrm>
            <a:off x="566738" y="368300"/>
            <a:ext cx="82296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buClrTx/>
              <a:buFontTx/>
              <a:buNone/>
            </a:pPr>
            <a:r>
              <a:rPr kumimoji="0" lang="zh-CN" altLang="en-US" sz="2800">
                <a:solidFill>
                  <a:srgbClr val="CC0000"/>
                </a:solidFill>
              </a:rPr>
              <a:t>例</a:t>
            </a:r>
            <a:r>
              <a:rPr kumimoji="0" lang="en-US" altLang="zh-CN" sz="2800">
                <a:solidFill>
                  <a:srgbClr val="CC0000"/>
                </a:solidFill>
              </a:rPr>
              <a:t>1</a:t>
            </a:r>
            <a:r>
              <a:rPr kumimoji="0" lang="en-US" altLang="zh-CN" sz="2800">
                <a:solidFill>
                  <a:srgbClr val="CC3300"/>
                </a:solidFill>
              </a:rPr>
              <a:t>  </a:t>
            </a:r>
            <a:r>
              <a:rPr lang="zh-CN" altLang="en-US" sz="2800"/>
              <a:t>在杨氏双缝干涉实验中，用波长</a:t>
            </a:r>
            <a:r>
              <a:rPr lang="zh-CN" altLang="en-US" sz="2800" i="1">
                <a:sym typeface="Symbol" pitchFamily="18" charset="2"/>
              </a:rPr>
              <a:t></a:t>
            </a:r>
            <a:r>
              <a:rPr lang="en-US" altLang="zh-CN" sz="2800">
                <a:sym typeface="Symbol" pitchFamily="18" charset="2"/>
              </a:rPr>
              <a:t>=589.3 nm</a:t>
            </a:r>
            <a:r>
              <a:rPr lang="zh-CN" altLang="en-US" sz="2800">
                <a:sym typeface="Symbol" pitchFamily="18" charset="2"/>
              </a:rPr>
              <a:t>的钠灯作光源，屏幕距双缝的距离</a:t>
            </a:r>
            <a:r>
              <a:rPr lang="en-US" altLang="zh-CN" sz="2800" i="1">
                <a:sym typeface="Symbol" pitchFamily="18" charset="2"/>
              </a:rPr>
              <a:t>d’</a:t>
            </a:r>
            <a:r>
              <a:rPr lang="en-US" altLang="zh-CN" sz="2800">
                <a:sym typeface="Symbol" pitchFamily="18" charset="2"/>
              </a:rPr>
              <a:t>=800 mm</a:t>
            </a:r>
            <a:r>
              <a:rPr lang="zh-CN" altLang="en-US" sz="2800">
                <a:sym typeface="Symbol" pitchFamily="18" charset="2"/>
              </a:rPr>
              <a:t>，问：</a:t>
            </a:r>
            <a:endParaRPr lang="zh-CN" altLang="en-US" sz="2800"/>
          </a:p>
        </p:txBody>
      </p:sp>
      <p:sp>
        <p:nvSpPr>
          <p:cNvPr id="14340" name="Rectangle 61"/>
          <p:cNvSpPr>
            <a:spLocks noChangeArrowheads="1"/>
          </p:cNvSpPr>
          <p:nvPr/>
        </p:nvSpPr>
        <p:spPr bwMode="auto">
          <a:xfrm>
            <a:off x="566738" y="1403350"/>
            <a:ext cx="8145462"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buClrTx/>
              <a:buFontTx/>
              <a:buNone/>
            </a:pPr>
            <a:r>
              <a:rPr kumimoji="0" lang="en-US" altLang="zh-CN" sz="2800">
                <a:solidFill>
                  <a:srgbClr val="CC0000"/>
                </a:solidFill>
                <a:sym typeface="Symbol" pitchFamily="18" charset="2"/>
              </a:rPr>
              <a:t>(1)</a:t>
            </a:r>
            <a:r>
              <a:rPr lang="zh-CN" altLang="en-US" sz="2800">
                <a:sym typeface="Symbol" pitchFamily="18" charset="2"/>
              </a:rPr>
              <a:t>当双缝间距１</a:t>
            </a:r>
            <a:r>
              <a:rPr lang="en-US" altLang="zh-CN" sz="2800">
                <a:sym typeface="Symbol" pitchFamily="18" charset="2"/>
              </a:rPr>
              <a:t>mm</a:t>
            </a:r>
            <a:r>
              <a:rPr lang="zh-CN" altLang="en-US" sz="2800">
                <a:sym typeface="Symbol" pitchFamily="18" charset="2"/>
              </a:rPr>
              <a:t>时，两相邻明条纹中心间距是多少？</a:t>
            </a:r>
            <a:r>
              <a:rPr kumimoji="0" lang="zh-CN" altLang="en-US" sz="2800">
                <a:solidFill>
                  <a:srgbClr val="CC3300"/>
                </a:solidFill>
                <a:sym typeface="Symbol" pitchFamily="18" charset="2"/>
              </a:rPr>
              <a:t>  </a:t>
            </a:r>
            <a:r>
              <a:rPr kumimoji="0" lang="en-US" altLang="zh-CN" sz="2800">
                <a:solidFill>
                  <a:srgbClr val="CC0000"/>
                </a:solidFill>
                <a:sym typeface="Symbol" pitchFamily="18" charset="2"/>
              </a:rPr>
              <a:t>(2)</a:t>
            </a:r>
            <a:r>
              <a:rPr lang="zh-CN" altLang="en-US" sz="2800">
                <a:sym typeface="Symbol" pitchFamily="18" charset="2"/>
              </a:rPr>
              <a:t>假设双缝间距</a:t>
            </a:r>
            <a:r>
              <a:rPr lang="en-US" altLang="zh-CN" sz="2800">
                <a:sym typeface="Symbol" pitchFamily="18" charset="2"/>
              </a:rPr>
              <a:t>10 mm</a:t>
            </a:r>
            <a:r>
              <a:rPr lang="zh-CN" altLang="en-US" sz="2800">
                <a:sym typeface="Symbol" pitchFamily="18" charset="2"/>
              </a:rPr>
              <a:t>，两相邻明条纹中心间距又是多少？</a:t>
            </a:r>
          </a:p>
        </p:txBody>
      </p:sp>
      <p:grpSp>
        <p:nvGrpSpPr>
          <p:cNvPr id="14341" name="Group 72"/>
          <p:cNvGrpSpPr>
            <a:grpSpLocks/>
          </p:cNvGrpSpPr>
          <p:nvPr/>
        </p:nvGrpSpPr>
        <p:grpSpPr bwMode="auto">
          <a:xfrm>
            <a:off x="1150938" y="3114675"/>
            <a:ext cx="7165975" cy="3127375"/>
            <a:chOff x="725" y="1962"/>
            <a:chExt cx="4514" cy="1970"/>
          </a:xfrm>
        </p:grpSpPr>
        <p:grpSp>
          <p:nvGrpSpPr>
            <p:cNvPr id="14342" name="Group 71"/>
            <p:cNvGrpSpPr>
              <a:grpSpLocks/>
            </p:cNvGrpSpPr>
            <p:nvPr/>
          </p:nvGrpSpPr>
          <p:grpSpPr bwMode="auto">
            <a:xfrm>
              <a:off x="725" y="1962"/>
              <a:ext cx="4514" cy="1970"/>
              <a:chOff x="725" y="1962"/>
              <a:chExt cx="4514" cy="1970"/>
            </a:xfrm>
          </p:grpSpPr>
          <p:graphicFrame>
            <p:nvGraphicFramePr>
              <p:cNvPr id="14352" name="Object 3"/>
              <p:cNvGraphicFramePr>
                <a:graphicFrameLocks noChangeAspect="1"/>
              </p:cNvGraphicFramePr>
              <p:nvPr/>
            </p:nvGraphicFramePr>
            <p:xfrm flipH="1">
              <a:off x="1768" y="2370"/>
              <a:ext cx="182" cy="219"/>
            </p:xfrm>
            <a:graphic>
              <a:graphicData uri="http://schemas.openxmlformats.org/presentationml/2006/ole">
                <mc:AlternateContent xmlns:mc="http://schemas.openxmlformats.org/markup-compatibility/2006">
                  <mc:Choice xmlns:v="urn:schemas-microsoft-com:vml" Requires="v">
                    <p:oleObj spid="_x0000_s14400" name="公式" r:id="rId3" imgW="177646" imgH="241091" progId="Equation.3">
                      <p:embed/>
                    </p:oleObj>
                  </mc:Choice>
                  <mc:Fallback>
                    <p:oleObj name="公式" r:id="rId3" imgW="177646" imgH="241091"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768" y="2370"/>
                            <a:ext cx="182" cy="219"/>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FFFFFF"/>
                                    </a:gs>
                                  </a:gsLst>
                                  <a:lin ang="5400000" scaled="1"/>
                                </a:gra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3" name="Object 4"/>
              <p:cNvGraphicFramePr>
                <a:graphicFrameLocks noChangeAspect="1"/>
              </p:cNvGraphicFramePr>
              <p:nvPr/>
            </p:nvGraphicFramePr>
            <p:xfrm flipH="1">
              <a:off x="2135" y="2764"/>
              <a:ext cx="149" cy="175"/>
            </p:xfrm>
            <a:graphic>
              <a:graphicData uri="http://schemas.openxmlformats.org/presentationml/2006/ole">
                <mc:AlternateContent xmlns:mc="http://schemas.openxmlformats.org/markup-compatibility/2006">
                  <mc:Choice xmlns:v="urn:schemas-microsoft-com:vml" Requires="v">
                    <p:oleObj spid="_x0000_s14401" name="公式" r:id="rId5" imgW="177646" imgH="241091" progId="Equation.3">
                      <p:embed/>
                    </p:oleObj>
                  </mc:Choice>
                  <mc:Fallback>
                    <p:oleObj name="公式" r:id="rId5" imgW="177646" imgH="241091"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135" y="2764"/>
                            <a:ext cx="149"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54" name="Group 5"/>
              <p:cNvGrpSpPr>
                <a:grpSpLocks/>
              </p:cNvGrpSpPr>
              <p:nvPr/>
            </p:nvGrpSpPr>
            <p:grpSpPr bwMode="auto">
              <a:xfrm>
                <a:off x="725" y="1962"/>
                <a:ext cx="4514" cy="1970"/>
                <a:chOff x="630" y="624"/>
                <a:chExt cx="4752" cy="2160"/>
              </a:xfrm>
            </p:grpSpPr>
            <p:sp>
              <p:nvSpPr>
                <p:cNvPr id="57350" name="Text Box 6"/>
                <p:cNvSpPr txBox="1">
                  <a:spLocks noChangeArrowheads="1"/>
                </p:cNvSpPr>
                <p:nvPr/>
              </p:nvSpPr>
              <p:spPr bwMode="auto">
                <a:xfrm>
                  <a:off x="642" y="624"/>
                  <a:ext cx="413" cy="2160"/>
                </a:xfrm>
                <a:prstGeom prst="rect">
                  <a:avLst/>
                </a:prstGeom>
                <a:gradFill rotWithShape="0">
                  <a:gsLst>
                    <a:gs pos="0">
                      <a:schemeClr val="accent1"/>
                    </a:gs>
                    <a:gs pos="50000">
                      <a:srgbClr val="FFFFFF"/>
                    </a:gs>
                    <a:gs pos="100000">
                      <a:schemeClr val="accent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lgn="ctr" eaLnBrk="1" hangingPunct="1">
                    <a:spcBef>
                      <a:spcPct val="50000"/>
                    </a:spcBef>
                    <a:defRPr/>
                  </a:pPr>
                  <a:r>
                    <a:rPr lang="zh-CN" altLang="en-US">
                      <a:solidFill>
                        <a:srgbClr val="1C1C1C"/>
                      </a:solidFill>
                    </a:rPr>
                    <a:t>实 验 装 置</a:t>
                  </a:r>
                </a:p>
              </p:txBody>
            </p:sp>
            <p:sp>
              <p:nvSpPr>
                <p:cNvPr id="14358" name="Rectangle 7"/>
                <p:cNvSpPr>
                  <a:spLocks noChangeArrowheads="1"/>
                </p:cNvSpPr>
                <p:nvPr/>
              </p:nvSpPr>
              <p:spPr bwMode="auto">
                <a:xfrm>
                  <a:off x="630" y="624"/>
                  <a:ext cx="4752" cy="2160"/>
                </a:xfrm>
                <a:prstGeom prst="rect">
                  <a:avLst/>
                </a:prstGeom>
                <a:solidFill>
                  <a:schemeClr val="bg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zh-CN" altLang="en-US" sz="2800"/>
                </a:p>
              </p:txBody>
            </p:sp>
            <p:sp>
              <p:nvSpPr>
                <p:cNvPr id="14359" name="Rectangle 8" descr="深色下对角线"/>
                <p:cNvSpPr>
                  <a:spLocks noChangeArrowheads="1"/>
                </p:cNvSpPr>
                <p:nvPr/>
              </p:nvSpPr>
              <p:spPr bwMode="auto">
                <a:xfrm>
                  <a:off x="918" y="1104"/>
                  <a:ext cx="48" cy="528"/>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4360" name="Rectangle 9" descr="深色下对角线"/>
                <p:cNvSpPr>
                  <a:spLocks noChangeArrowheads="1"/>
                </p:cNvSpPr>
                <p:nvPr/>
              </p:nvSpPr>
              <p:spPr bwMode="auto">
                <a:xfrm>
                  <a:off x="918" y="1728"/>
                  <a:ext cx="48" cy="528"/>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4361" name="Rectangle 10" descr="深色下对角线"/>
                <p:cNvSpPr>
                  <a:spLocks noChangeArrowheads="1"/>
                </p:cNvSpPr>
                <p:nvPr/>
              </p:nvSpPr>
              <p:spPr bwMode="auto">
                <a:xfrm>
                  <a:off x="1494" y="864"/>
                  <a:ext cx="48" cy="528"/>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4362" name="Rectangle 11" descr="深色下对角线"/>
                <p:cNvSpPr>
                  <a:spLocks noChangeArrowheads="1"/>
                </p:cNvSpPr>
                <p:nvPr/>
              </p:nvSpPr>
              <p:spPr bwMode="auto">
                <a:xfrm>
                  <a:off x="1494" y="1968"/>
                  <a:ext cx="48" cy="576"/>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4363" name="Line 12"/>
                <p:cNvSpPr>
                  <a:spLocks noChangeShapeType="1"/>
                </p:cNvSpPr>
                <p:nvPr/>
              </p:nvSpPr>
              <p:spPr bwMode="auto">
                <a:xfrm>
                  <a:off x="774" y="1680"/>
                  <a:ext cx="3738" cy="0"/>
                </a:xfrm>
                <a:prstGeom prst="line">
                  <a:avLst/>
                </a:prstGeom>
                <a:noFill/>
                <a:ln w="19050">
                  <a:solidFill>
                    <a:srgbClr val="000000"/>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4" name="Rectangle 13" descr="深色下对角线"/>
                <p:cNvSpPr>
                  <a:spLocks noChangeArrowheads="1"/>
                </p:cNvSpPr>
                <p:nvPr/>
              </p:nvSpPr>
              <p:spPr bwMode="auto">
                <a:xfrm>
                  <a:off x="4038" y="720"/>
                  <a:ext cx="48" cy="1872"/>
                </a:xfrm>
                <a:prstGeom prst="rect">
                  <a:avLst/>
                </a:prstGeom>
                <a:pattFill prst="dkDnDiag">
                  <a:fgClr>
                    <a:srgbClr val="B2E6E4"/>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aphicFrame>
              <p:nvGraphicFramePr>
                <p:cNvPr id="14365" name="Object 14"/>
                <p:cNvGraphicFramePr>
                  <a:graphicFrameLocks noChangeAspect="1"/>
                </p:cNvGraphicFramePr>
                <p:nvPr/>
              </p:nvGraphicFramePr>
              <p:xfrm>
                <a:off x="4138" y="1680"/>
                <a:ext cx="182" cy="192"/>
              </p:xfrm>
              <a:graphic>
                <a:graphicData uri="http://schemas.openxmlformats.org/presentationml/2006/ole">
                  <mc:AlternateContent xmlns:mc="http://schemas.openxmlformats.org/markup-compatibility/2006">
                    <mc:Choice xmlns:v="urn:schemas-microsoft-com:vml" Requires="v">
                      <p:oleObj spid="_x0000_s14402" name="Equation" r:id="rId6" imgW="164957" imgH="190335" progId="Equation.3">
                        <p:embed/>
                      </p:oleObj>
                    </mc:Choice>
                    <mc:Fallback>
                      <p:oleObj name="Equation" r:id="rId6" imgW="164957" imgH="190335"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38" y="1680"/>
                              <a:ext cx="18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66" name="Object 15"/>
                <p:cNvGraphicFramePr>
                  <a:graphicFrameLocks noChangeAspect="1"/>
                </p:cNvGraphicFramePr>
                <p:nvPr/>
              </p:nvGraphicFramePr>
              <p:xfrm>
                <a:off x="1322" y="1662"/>
                <a:ext cx="162" cy="204"/>
              </p:xfrm>
              <a:graphic>
                <a:graphicData uri="http://schemas.openxmlformats.org/presentationml/2006/ole">
                  <mc:AlternateContent xmlns:mc="http://schemas.openxmlformats.org/markup-compatibility/2006">
                    <mc:Choice xmlns:v="urn:schemas-microsoft-com:vml" Requires="v">
                      <p:oleObj spid="_x0000_s14403" name="公式" r:id="rId8" imgW="164814" imgH="177492" progId="Equation.3">
                        <p:embed/>
                      </p:oleObj>
                    </mc:Choice>
                    <mc:Fallback>
                      <p:oleObj name="公式" r:id="rId8" imgW="164814" imgH="177492" progId="Equation.3">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22" y="1662"/>
                              <a:ext cx="162"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67" name="Object 16"/>
                <p:cNvGraphicFramePr>
                  <a:graphicFrameLocks noChangeAspect="1"/>
                </p:cNvGraphicFramePr>
                <p:nvPr/>
              </p:nvGraphicFramePr>
              <p:xfrm>
                <a:off x="3840" y="768"/>
                <a:ext cx="181" cy="192"/>
              </p:xfrm>
              <a:graphic>
                <a:graphicData uri="http://schemas.openxmlformats.org/presentationml/2006/ole">
                  <mc:AlternateContent xmlns:mc="http://schemas.openxmlformats.org/markup-compatibility/2006">
                    <mc:Choice xmlns:v="urn:schemas-microsoft-com:vml" Requires="v">
                      <p:oleObj spid="_x0000_s14404" name="Equation" r:id="rId10" imgW="215806" imgH="228501" progId="Equation.3">
                        <p:embed/>
                      </p:oleObj>
                    </mc:Choice>
                    <mc:Fallback>
                      <p:oleObj name="Equation" r:id="rId10" imgW="215806" imgH="228501" progId="Equation.3">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40" y="768"/>
                              <a:ext cx="18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68" name="Rectangle 17" descr="深色下对角线"/>
                <p:cNvSpPr>
                  <a:spLocks noChangeArrowheads="1"/>
                </p:cNvSpPr>
                <p:nvPr/>
              </p:nvSpPr>
              <p:spPr bwMode="auto">
                <a:xfrm>
                  <a:off x="1494" y="1488"/>
                  <a:ext cx="48" cy="384"/>
                </a:xfrm>
                <a:prstGeom prst="rect">
                  <a:avLst/>
                </a:prstGeom>
                <a:pattFill prst="dkDnDiag">
                  <a:fgClr>
                    <a:srgbClr val="3B7283"/>
                  </a:fgClr>
                  <a:bgClr>
                    <a:srgbClr val="7DACAD"/>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aphicFrame>
              <p:nvGraphicFramePr>
                <p:cNvPr id="14369" name="Object 18"/>
                <p:cNvGraphicFramePr>
                  <a:graphicFrameLocks noChangeAspect="1"/>
                </p:cNvGraphicFramePr>
                <p:nvPr/>
              </p:nvGraphicFramePr>
              <p:xfrm>
                <a:off x="1221" y="1056"/>
                <a:ext cx="219" cy="336"/>
              </p:xfrm>
              <a:graphic>
                <a:graphicData uri="http://schemas.openxmlformats.org/presentationml/2006/ole">
                  <mc:AlternateContent xmlns:mc="http://schemas.openxmlformats.org/markup-compatibility/2006">
                    <mc:Choice xmlns:v="urn:schemas-microsoft-com:vml" Requires="v">
                      <p:oleObj spid="_x0000_s14405" name="Equation" r:id="rId12" imgW="139579" imgH="215713" progId="Equation.3">
                        <p:embed/>
                      </p:oleObj>
                    </mc:Choice>
                    <mc:Fallback>
                      <p:oleObj name="Equation" r:id="rId12" imgW="139579" imgH="215713" progId="Equation.3">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21" y="1056"/>
                              <a:ext cx="219"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0" name="Object 19"/>
                <p:cNvGraphicFramePr>
                  <a:graphicFrameLocks noChangeAspect="1"/>
                </p:cNvGraphicFramePr>
                <p:nvPr/>
              </p:nvGraphicFramePr>
              <p:xfrm>
                <a:off x="1248" y="1824"/>
                <a:ext cx="211" cy="336"/>
              </p:xfrm>
              <a:graphic>
                <a:graphicData uri="http://schemas.openxmlformats.org/presentationml/2006/ole">
                  <mc:AlternateContent xmlns:mc="http://schemas.openxmlformats.org/markup-compatibility/2006">
                    <mc:Choice xmlns:v="urn:schemas-microsoft-com:vml" Requires="v">
                      <p:oleObj spid="_x0000_s14406" name="Equation" r:id="rId14" imgW="152268" imgH="215713" progId="Equation.3">
                        <p:embed/>
                      </p:oleObj>
                    </mc:Choice>
                    <mc:Fallback>
                      <p:oleObj name="Equation" r:id="rId14" imgW="152268" imgH="215713" progId="Equation.3">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48" y="1824"/>
                              <a:ext cx="211"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1" name="Object 20"/>
                <p:cNvGraphicFramePr>
                  <a:graphicFrameLocks noChangeAspect="1"/>
                </p:cNvGraphicFramePr>
                <p:nvPr/>
              </p:nvGraphicFramePr>
              <p:xfrm>
                <a:off x="673" y="1440"/>
                <a:ext cx="171" cy="240"/>
              </p:xfrm>
              <a:graphic>
                <a:graphicData uri="http://schemas.openxmlformats.org/presentationml/2006/ole">
                  <mc:AlternateContent xmlns:mc="http://schemas.openxmlformats.org/markup-compatibility/2006">
                    <mc:Choice xmlns:v="urn:schemas-microsoft-com:vml" Requires="v">
                      <p:oleObj spid="_x0000_s14407" name="Equation" r:id="rId16" imgW="101556" imgH="139639" progId="Equation.3">
                        <p:embed/>
                      </p:oleObj>
                    </mc:Choice>
                    <mc:Fallback>
                      <p:oleObj name="Equation" r:id="rId16" imgW="101556" imgH="139639" progId="Equation.3">
                        <p:embed/>
                        <p:pic>
                          <p:nvPicPr>
                            <p:cNvPr id="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3" y="1440"/>
                              <a:ext cx="171"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2" name="Line 21"/>
                <p:cNvSpPr>
                  <a:spLocks noChangeShapeType="1"/>
                </p:cNvSpPr>
                <p:nvPr/>
              </p:nvSpPr>
              <p:spPr bwMode="auto">
                <a:xfrm flipV="1">
                  <a:off x="1488" y="999"/>
                  <a:ext cx="2544" cy="432"/>
                </a:xfrm>
                <a:prstGeom prst="line">
                  <a:avLst/>
                </a:prstGeom>
                <a:noFill/>
                <a:ln w="28575">
                  <a:solidFill>
                    <a:srgbClr val="FF66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3" name="Line 22"/>
                <p:cNvSpPr>
                  <a:spLocks noChangeShapeType="1"/>
                </p:cNvSpPr>
                <p:nvPr/>
              </p:nvSpPr>
              <p:spPr bwMode="auto">
                <a:xfrm flipV="1">
                  <a:off x="1530" y="999"/>
                  <a:ext cx="2502" cy="912"/>
                </a:xfrm>
                <a:prstGeom prst="line">
                  <a:avLst/>
                </a:prstGeom>
                <a:noFill/>
                <a:ln w="28575">
                  <a:solidFill>
                    <a:srgbClr val="FF66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4" name="Freeform 23"/>
                <p:cNvSpPr>
                  <a:spLocks/>
                </p:cNvSpPr>
                <p:nvPr/>
              </p:nvSpPr>
              <p:spPr bwMode="auto">
                <a:xfrm>
                  <a:off x="960" y="1432"/>
                  <a:ext cx="554" cy="248"/>
                </a:xfrm>
                <a:custGeom>
                  <a:avLst/>
                  <a:gdLst>
                    <a:gd name="T0" fmla="*/ 0 w 554"/>
                    <a:gd name="T1" fmla="*/ 248 h 248"/>
                    <a:gd name="T2" fmla="*/ 554 w 554"/>
                    <a:gd name="T3" fmla="*/ 0 h 248"/>
                    <a:gd name="T4" fmla="*/ 0 60000 65536"/>
                    <a:gd name="T5" fmla="*/ 0 60000 65536"/>
                  </a:gdLst>
                  <a:ahLst/>
                  <a:cxnLst>
                    <a:cxn ang="T4">
                      <a:pos x="T0" y="T1"/>
                    </a:cxn>
                    <a:cxn ang="T5">
                      <a:pos x="T2" y="T3"/>
                    </a:cxn>
                  </a:cxnLst>
                  <a:rect l="0" t="0" r="r" b="b"/>
                  <a:pathLst>
                    <a:path w="554" h="248">
                      <a:moveTo>
                        <a:pt x="0" y="248"/>
                      </a:moveTo>
                      <a:lnTo>
                        <a:pt x="554" y="0"/>
                      </a:lnTo>
                    </a:path>
                  </a:pathLst>
                </a:custGeom>
                <a:noFill/>
                <a:ln w="19050">
                  <a:solidFill>
                    <a:srgbClr val="FF66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375" name="Line 24"/>
                <p:cNvSpPr>
                  <a:spLocks noChangeShapeType="1"/>
                </p:cNvSpPr>
                <p:nvPr/>
              </p:nvSpPr>
              <p:spPr bwMode="auto">
                <a:xfrm>
                  <a:off x="942" y="1673"/>
                  <a:ext cx="570" cy="240"/>
                </a:xfrm>
                <a:prstGeom prst="line">
                  <a:avLst/>
                </a:prstGeom>
                <a:noFill/>
                <a:ln w="190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376" name="Line 25"/>
                <p:cNvSpPr>
                  <a:spLocks noChangeShapeType="1"/>
                </p:cNvSpPr>
                <p:nvPr/>
              </p:nvSpPr>
              <p:spPr bwMode="auto">
                <a:xfrm>
                  <a:off x="1542" y="1440"/>
                  <a:ext cx="150" cy="388"/>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7" name="Line 26"/>
                <p:cNvSpPr>
                  <a:spLocks noChangeShapeType="1"/>
                </p:cNvSpPr>
                <p:nvPr/>
              </p:nvSpPr>
              <p:spPr bwMode="auto">
                <a:xfrm>
                  <a:off x="1692" y="1828"/>
                  <a:ext cx="101" cy="251"/>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8" name="Line 27"/>
                <p:cNvSpPr>
                  <a:spLocks noChangeShapeType="1"/>
                </p:cNvSpPr>
                <p:nvPr/>
              </p:nvSpPr>
              <p:spPr bwMode="auto">
                <a:xfrm>
                  <a:off x="1527" y="1886"/>
                  <a:ext cx="101" cy="251"/>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9" name="Line 28"/>
                <p:cNvSpPr>
                  <a:spLocks noChangeShapeType="1"/>
                </p:cNvSpPr>
                <p:nvPr/>
              </p:nvSpPr>
              <p:spPr bwMode="auto">
                <a:xfrm flipV="1">
                  <a:off x="1377" y="2079"/>
                  <a:ext cx="251" cy="129"/>
                </a:xfrm>
                <a:prstGeom prst="line">
                  <a:avLst/>
                </a:prstGeom>
                <a:noFill/>
                <a:ln w="19050">
                  <a:solidFill>
                    <a:srgbClr val="FF0066"/>
                  </a:solidFill>
                  <a:prstDash val="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0" name="Line 29"/>
                <p:cNvSpPr>
                  <a:spLocks noChangeShapeType="1"/>
                </p:cNvSpPr>
                <p:nvPr/>
              </p:nvSpPr>
              <p:spPr bwMode="auto">
                <a:xfrm flipH="1">
                  <a:off x="1763" y="1892"/>
                  <a:ext cx="250" cy="129"/>
                </a:xfrm>
                <a:prstGeom prst="line">
                  <a:avLst/>
                </a:prstGeom>
                <a:noFill/>
                <a:ln w="19050">
                  <a:solidFill>
                    <a:srgbClr val="FF0066"/>
                  </a:solidFill>
                  <a:prstDash val="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81" name="Object 30"/>
                <p:cNvGraphicFramePr>
                  <a:graphicFrameLocks noChangeAspect="1"/>
                </p:cNvGraphicFramePr>
                <p:nvPr/>
              </p:nvGraphicFramePr>
              <p:xfrm>
                <a:off x="1632" y="2096"/>
                <a:ext cx="288" cy="208"/>
              </p:xfrm>
              <a:graphic>
                <a:graphicData uri="http://schemas.openxmlformats.org/presentationml/2006/ole">
                  <mc:AlternateContent xmlns:mc="http://schemas.openxmlformats.org/markup-compatibility/2006">
                    <mc:Choice xmlns:v="urn:schemas-microsoft-com:vml" Requires="v">
                      <p:oleObj spid="_x0000_s14408" name="公式" r:id="rId18" imgW="304668" imgH="228501" progId="Equation.3">
                        <p:embed/>
                      </p:oleObj>
                    </mc:Choice>
                    <mc:Fallback>
                      <p:oleObj name="公式" r:id="rId18" imgW="304668" imgH="228501" progId="Equation.3">
                        <p:embed/>
                        <p:pic>
                          <p:nvPicPr>
                            <p:cNvPr id="0" name="Object 3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32" y="2096"/>
                              <a:ext cx="288"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82" name="AutoShape 31"/>
                <p:cNvSpPr>
                  <a:spLocks noChangeArrowheads="1"/>
                </p:cNvSpPr>
                <p:nvPr/>
              </p:nvSpPr>
              <p:spPr bwMode="auto">
                <a:xfrm>
                  <a:off x="1680" y="1038"/>
                  <a:ext cx="273" cy="289"/>
                </a:xfrm>
                <a:prstGeom prst="wedgeRoundRectCallout">
                  <a:avLst>
                    <a:gd name="adj1" fmla="val -81500"/>
                    <a:gd name="adj2" fmla="val 198097"/>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rgbClr val="D3EBE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zh-CN" altLang="en-US" sz="2800">
                    <a:solidFill>
                      <a:srgbClr val="1C1C1C"/>
                    </a:solidFill>
                  </a:endParaRPr>
                </a:p>
              </p:txBody>
            </p:sp>
            <p:sp>
              <p:nvSpPr>
                <p:cNvPr id="14383" name="Freeform 32"/>
                <p:cNvSpPr>
                  <a:spLocks/>
                </p:cNvSpPr>
                <p:nvPr/>
              </p:nvSpPr>
              <p:spPr bwMode="auto">
                <a:xfrm>
                  <a:off x="1536" y="1720"/>
                  <a:ext cx="111" cy="56"/>
                </a:xfrm>
                <a:custGeom>
                  <a:avLst/>
                  <a:gdLst>
                    <a:gd name="T0" fmla="*/ 0 w 144"/>
                    <a:gd name="T1" fmla="*/ 48 h 56"/>
                    <a:gd name="T2" fmla="*/ 57 w 144"/>
                    <a:gd name="T3" fmla="*/ 48 h 56"/>
                    <a:gd name="T4" fmla="*/ 86 w 144"/>
                    <a:gd name="T5" fmla="*/ 0 h 56"/>
                    <a:gd name="T6" fmla="*/ 0 60000 65536"/>
                    <a:gd name="T7" fmla="*/ 0 60000 65536"/>
                    <a:gd name="T8" fmla="*/ 0 60000 65536"/>
                  </a:gdLst>
                  <a:ahLst/>
                  <a:cxnLst>
                    <a:cxn ang="T6">
                      <a:pos x="T0" y="T1"/>
                    </a:cxn>
                    <a:cxn ang="T7">
                      <a:pos x="T2" y="T3"/>
                    </a:cxn>
                    <a:cxn ang="T8">
                      <a:pos x="T4" y="T5"/>
                    </a:cxn>
                  </a:cxnLst>
                  <a:rect l="0" t="0" r="r" b="b"/>
                  <a:pathLst>
                    <a:path w="144" h="56">
                      <a:moveTo>
                        <a:pt x="0" y="48"/>
                      </a:moveTo>
                      <a:cubicBezTo>
                        <a:pt x="36" y="52"/>
                        <a:pt x="72" y="56"/>
                        <a:pt x="96" y="48"/>
                      </a:cubicBezTo>
                      <a:cubicBezTo>
                        <a:pt x="120" y="40"/>
                        <a:pt x="136" y="8"/>
                        <a:pt x="144" y="0"/>
                      </a:cubicBezTo>
                    </a:path>
                  </a:pathLst>
                </a:custGeom>
                <a:noFill/>
                <a:ln w="28575" cap="flat" cmpd="sng">
                  <a:solidFill>
                    <a:srgbClr val="33CC33"/>
                  </a:solidFill>
                  <a:prstDash val="solid"/>
                  <a:round/>
                  <a:headEnd/>
                  <a:tailEnd/>
                </a:ln>
                <a:effectLst/>
                <a:extLst>
                  <a:ext uri="{909E8E84-426E-40DD-AFC4-6F175D3DCCD1}">
                    <a14:hiddenFill xmlns:a14="http://schemas.microsoft.com/office/drawing/2010/main">
                      <a:gradFill rotWithShape="0">
                        <a:gsLst>
                          <a:gs pos="0">
                            <a:schemeClr val="accent1"/>
                          </a:gs>
                          <a:gs pos="100000">
                            <a:srgbClr val="FFFFFF"/>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384" name="Line 33"/>
                <p:cNvSpPr>
                  <a:spLocks noChangeShapeType="1"/>
                </p:cNvSpPr>
                <p:nvPr/>
              </p:nvSpPr>
              <p:spPr bwMode="auto">
                <a:xfrm flipV="1">
                  <a:off x="1542" y="1008"/>
                  <a:ext cx="2496" cy="672"/>
                </a:xfrm>
                <a:prstGeom prst="line">
                  <a:avLst/>
                </a:prstGeom>
                <a:noFill/>
                <a:ln w="19050">
                  <a:solidFill>
                    <a:srgbClr val="0000FF"/>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5" name="Arc 34"/>
                <p:cNvSpPr>
                  <a:spLocks/>
                </p:cNvSpPr>
                <p:nvPr/>
              </p:nvSpPr>
              <p:spPr bwMode="auto">
                <a:xfrm rot="4394734">
                  <a:off x="2278" y="1544"/>
                  <a:ext cx="232" cy="54"/>
                </a:xfrm>
                <a:custGeom>
                  <a:avLst/>
                  <a:gdLst>
                    <a:gd name="T0" fmla="*/ 0 w 21313"/>
                    <a:gd name="T1" fmla="*/ 0 h 21600"/>
                    <a:gd name="T2" fmla="*/ 3 w 21313"/>
                    <a:gd name="T3" fmla="*/ 0 h 21600"/>
                    <a:gd name="T4" fmla="*/ 0 w 21313"/>
                    <a:gd name="T5" fmla="*/ 0 h 21600"/>
                    <a:gd name="T6" fmla="*/ 0 60000 65536"/>
                    <a:gd name="T7" fmla="*/ 0 60000 65536"/>
                    <a:gd name="T8" fmla="*/ 0 60000 65536"/>
                  </a:gdLst>
                  <a:ahLst/>
                  <a:cxnLst>
                    <a:cxn ang="T6">
                      <a:pos x="T0" y="T1"/>
                    </a:cxn>
                    <a:cxn ang="T7">
                      <a:pos x="T2" y="T3"/>
                    </a:cxn>
                    <a:cxn ang="T8">
                      <a:pos x="T4" y="T5"/>
                    </a:cxn>
                  </a:cxnLst>
                  <a:rect l="0" t="0" r="r" b="b"/>
                  <a:pathLst>
                    <a:path w="21313" h="21600" fill="none" extrusionOk="0">
                      <a:moveTo>
                        <a:pt x="-1" y="0"/>
                      </a:moveTo>
                      <a:cubicBezTo>
                        <a:pt x="10573" y="0"/>
                        <a:pt x="19593" y="7654"/>
                        <a:pt x="21312" y="18088"/>
                      </a:cubicBezTo>
                    </a:path>
                    <a:path w="21313" h="21600" stroke="0" extrusionOk="0">
                      <a:moveTo>
                        <a:pt x="-1" y="0"/>
                      </a:moveTo>
                      <a:cubicBezTo>
                        <a:pt x="10573" y="0"/>
                        <a:pt x="19593" y="7654"/>
                        <a:pt x="21312" y="18088"/>
                      </a:cubicBezTo>
                      <a:lnTo>
                        <a:pt x="0" y="21600"/>
                      </a:lnTo>
                      <a:lnTo>
                        <a:pt x="-1" y="0"/>
                      </a:lnTo>
                      <a:close/>
                    </a:path>
                  </a:pathLst>
                </a:custGeom>
                <a:noFill/>
                <a:ln w="28575">
                  <a:solidFill>
                    <a:srgbClr val="33CC33"/>
                  </a:solidFill>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6" name="Line 35"/>
                <p:cNvSpPr>
                  <a:spLocks noChangeShapeType="1"/>
                </p:cNvSpPr>
                <p:nvPr/>
              </p:nvSpPr>
              <p:spPr bwMode="auto">
                <a:xfrm>
                  <a:off x="4086" y="1008"/>
                  <a:ext cx="240" cy="0"/>
                </a:xfrm>
                <a:prstGeom prst="line">
                  <a:avLst/>
                </a:prstGeom>
                <a:noFill/>
                <a:ln w="1270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7" name="Line 36"/>
                <p:cNvSpPr>
                  <a:spLocks noChangeShapeType="1"/>
                </p:cNvSpPr>
                <p:nvPr/>
              </p:nvSpPr>
              <p:spPr bwMode="auto">
                <a:xfrm flipH="1">
                  <a:off x="1062" y="1440"/>
                  <a:ext cx="432" cy="0"/>
                </a:xfrm>
                <a:prstGeom prst="line">
                  <a:avLst/>
                </a:prstGeom>
                <a:noFill/>
                <a:ln w="9525">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8" name="Line 37"/>
                <p:cNvSpPr>
                  <a:spLocks noChangeShapeType="1"/>
                </p:cNvSpPr>
                <p:nvPr/>
              </p:nvSpPr>
              <p:spPr bwMode="auto">
                <a:xfrm flipH="1">
                  <a:off x="1062" y="1920"/>
                  <a:ext cx="432" cy="0"/>
                </a:xfrm>
                <a:prstGeom prst="line">
                  <a:avLst/>
                </a:prstGeom>
                <a:noFill/>
                <a:ln w="9525">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9" name="Line 38"/>
                <p:cNvSpPr>
                  <a:spLocks noChangeShapeType="1"/>
                </p:cNvSpPr>
                <p:nvPr/>
              </p:nvSpPr>
              <p:spPr bwMode="auto">
                <a:xfrm>
                  <a:off x="4230" y="975"/>
                  <a:ext cx="0" cy="720"/>
                </a:xfrm>
                <a:prstGeom prst="line">
                  <a:avLst/>
                </a:prstGeom>
                <a:noFill/>
                <a:ln w="28575">
                  <a:solidFill>
                    <a:srgbClr val="FF33CC"/>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90" name="Object 39"/>
                <p:cNvGraphicFramePr>
                  <a:graphicFrameLocks noChangeAspect="1"/>
                </p:cNvGraphicFramePr>
                <p:nvPr/>
              </p:nvGraphicFramePr>
              <p:xfrm>
                <a:off x="4248" y="1248"/>
                <a:ext cx="222" cy="240"/>
              </p:xfrm>
              <a:graphic>
                <a:graphicData uri="http://schemas.openxmlformats.org/presentationml/2006/ole">
                  <mc:AlternateContent xmlns:mc="http://schemas.openxmlformats.org/markup-compatibility/2006">
                    <mc:Choice xmlns:v="urn:schemas-microsoft-com:vml" Requires="v">
                      <p:oleObj spid="_x0000_s14409" name="公式" r:id="rId20" imgW="177646" imgH="190335" progId="Equation.3">
                        <p:embed/>
                      </p:oleObj>
                    </mc:Choice>
                    <mc:Fallback>
                      <p:oleObj name="公式" r:id="rId20" imgW="177646" imgH="190335" progId="Equation.3">
                        <p:embed/>
                        <p:pic>
                          <p:nvPicPr>
                            <p:cNvPr id="0" name="Object 3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48" y="1248"/>
                              <a:ext cx="22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91" name="Line 40"/>
                <p:cNvSpPr>
                  <a:spLocks noChangeShapeType="1"/>
                </p:cNvSpPr>
                <p:nvPr/>
              </p:nvSpPr>
              <p:spPr bwMode="auto">
                <a:xfrm>
                  <a:off x="1243" y="1440"/>
                  <a:ext cx="5" cy="480"/>
                </a:xfrm>
                <a:prstGeom prst="line">
                  <a:avLst/>
                </a:prstGeom>
                <a:noFill/>
                <a:ln w="19050">
                  <a:solidFill>
                    <a:srgbClr val="FF33CC"/>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92" name="Object 41"/>
                <p:cNvGraphicFramePr>
                  <a:graphicFrameLocks noChangeAspect="1"/>
                </p:cNvGraphicFramePr>
                <p:nvPr/>
              </p:nvGraphicFramePr>
              <p:xfrm>
                <a:off x="2461" y="768"/>
                <a:ext cx="227" cy="441"/>
              </p:xfrm>
              <a:graphic>
                <a:graphicData uri="http://schemas.openxmlformats.org/presentationml/2006/ole">
                  <mc:AlternateContent xmlns:mc="http://schemas.openxmlformats.org/markup-compatibility/2006">
                    <mc:Choice xmlns:v="urn:schemas-microsoft-com:vml" Requires="v">
                      <p:oleObj spid="_x0000_s14410" name="公式" r:id="rId22" imgW="164885" imgH="317087" progId="Equation.3">
                        <p:embed/>
                      </p:oleObj>
                    </mc:Choice>
                    <mc:Fallback>
                      <p:oleObj name="公式" r:id="rId22" imgW="164885" imgH="317087" progId="Equation.3">
                        <p:embed/>
                        <p:pic>
                          <p:nvPicPr>
                            <p:cNvPr id="0" name="Object 4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461" y="768"/>
                              <a:ext cx="227" cy="4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93" name="Object 42"/>
                <p:cNvGraphicFramePr>
                  <a:graphicFrameLocks noChangeAspect="1"/>
                </p:cNvGraphicFramePr>
                <p:nvPr/>
              </p:nvGraphicFramePr>
              <p:xfrm>
                <a:off x="3072" y="1287"/>
                <a:ext cx="236" cy="393"/>
              </p:xfrm>
              <a:graphic>
                <a:graphicData uri="http://schemas.openxmlformats.org/presentationml/2006/ole">
                  <mc:AlternateContent xmlns:mc="http://schemas.openxmlformats.org/markup-compatibility/2006">
                    <mc:Choice xmlns:v="urn:schemas-microsoft-com:vml" Requires="v">
                      <p:oleObj spid="_x0000_s14411" name="公式" r:id="rId24" imgW="190335" imgH="317225" progId="Equation.3">
                        <p:embed/>
                      </p:oleObj>
                    </mc:Choice>
                    <mc:Fallback>
                      <p:oleObj name="公式" r:id="rId24" imgW="190335" imgH="317225" progId="Equation.3">
                        <p:embed/>
                        <p:pic>
                          <p:nvPicPr>
                            <p:cNvPr id="0" name="Object 4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072" y="1287"/>
                              <a:ext cx="23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94" name="Object 43"/>
                <p:cNvGraphicFramePr>
                  <a:graphicFrameLocks noChangeAspect="1"/>
                </p:cNvGraphicFramePr>
                <p:nvPr/>
              </p:nvGraphicFramePr>
              <p:xfrm>
                <a:off x="2505" y="2199"/>
                <a:ext cx="308" cy="336"/>
              </p:xfrm>
              <a:graphic>
                <a:graphicData uri="http://schemas.openxmlformats.org/presentationml/2006/ole">
                  <mc:AlternateContent xmlns:mc="http://schemas.openxmlformats.org/markup-compatibility/2006">
                    <mc:Choice xmlns:v="urn:schemas-microsoft-com:vml" Requires="v">
                      <p:oleObj spid="_x0000_s14412" name="Equation" r:id="rId26" imgW="164814" imgH="177492" progId="Equation.3">
                        <p:embed/>
                      </p:oleObj>
                    </mc:Choice>
                    <mc:Fallback>
                      <p:oleObj name="Equation" r:id="rId26" imgW="164814" imgH="177492" progId="Equation.3">
                        <p:embed/>
                        <p:pic>
                          <p:nvPicPr>
                            <p:cNvPr id="0" name="Object 4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505" y="2199"/>
                              <a:ext cx="30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95" name="Line 44"/>
                <p:cNvSpPr>
                  <a:spLocks noChangeShapeType="1"/>
                </p:cNvSpPr>
                <p:nvPr/>
              </p:nvSpPr>
              <p:spPr bwMode="auto">
                <a:xfrm>
                  <a:off x="2744" y="2391"/>
                  <a:ext cx="1288" cy="0"/>
                </a:xfrm>
                <a:prstGeom prst="line">
                  <a:avLst/>
                </a:prstGeom>
                <a:noFill/>
                <a:ln w="19050">
                  <a:solidFill>
                    <a:srgbClr val="FF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396" name="Line 45"/>
                <p:cNvSpPr>
                  <a:spLocks noChangeShapeType="1"/>
                </p:cNvSpPr>
                <p:nvPr/>
              </p:nvSpPr>
              <p:spPr bwMode="auto">
                <a:xfrm flipH="1">
                  <a:off x="1551" y="2391"/>
                  <a:ext cx="954" cy="0"/>
                </a:xfrm>
                <a:prstGeom prst="line">
                  <a:avLst/>
                </a:prstGeom>
                <a:noFill/>
                <a:ln w="19050">
                  <a:solidFill>
                    <a:srgbClr val="FF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397" name="AutoShape 46"/>
                <p:cNvSpPr>
                  <a:spLocks noChangeArrowheads="1"/>
                </p:cNvSpPr>
                <p:nvPr/>
              </p:nvSpPr>
              <p:spPr bwMode="auto">
                <a:xfrm>
                  <a:off x="945" y="767"/>
                  <a:ext cx="273" cy="289"/>
                </a:xfrm>
                <a:prstGeom prst="wedgeRoundRectCallout">
                  <a:avLst>
                    <a:gd name="adj1" fmla="val 53662"/>
                    <a:gd name="adj2" fmla="val 213324"/>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rgbClr val="D3EBE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zh-CN" altLang="en-US" sz="2800">
                    <a:solidFill>
                      <a:srgbClr val="1C1C1C"/>
                    </a:solidFill>
                  </a:endParaRPr>
                </a:p>
              </p:txBody>
            </p:sp>
            <p:graphicFrame>
              <p:nvGraphicFramePr>
                <p:cNvPr id="14398" name="Object 47"/>
                <p:cNvGraphicFramePr>
                  <a:graphicFrameLocks noChangeAspect="1"/>
                </p:cNvGraphicFramePr>
                <p:nvPr/>
              </p:nvGraphicFramePr>
              <p:xfrm>
                <a:off x="996" y="784"/>
                <a:ext cx="204" cy="272"/>
              </p:xfrm>
              <a:graphic>
                <a:graphicData uri="http://schemas.openxmlformats.org/presentationml/2006/ole">
                  <mc:AlternateContent xmlns:mc="http://schemas.openxmlformats.org/markup-compatibility/2006">
                    <mc:Choice xmlns:v="urn:schemas-microsoft-com:vml" Requires="v">
                      <p:oleObj spid="_x0000_s14413" name="Equation" r:id="rId28" imgW="190417" imgH="253890" progId="Equation.3">
                        <p:embed/>
                      </p:oleObj>
                    </mc:Choice>
                    <mc:Fallback>
                      <p:oleObj name="Equation" r:id="rId28" imgW="190417" imgH="253890" progId="Equation.3">
                        <p:embed/>
                        <p:pic>
                          <p:nvPicPr>
                            <p:cNvPr id="0" name="Object 4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96" y="784"/>
                              <a:ext cx="204"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99" name="Text Box 48"/>
                <p:cNvSpPr txBox="1">
                  <a:spLocks noChangeArrowheads="1"/>
                </p:cNvSpPr>
                <p:nvPr/>
              </p:nvSpPr>
              <p:spPr bwMode="auto">
                <a:xfrm>
                  <a:off x="4077" y="624"/>
                  <a:ext cx="270"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en-US" altLang="zh-CN" sz="2800">
                      <a:solidFill>
                        <a:srgbClr val="CC0000"/>
                      </a:solidFill>
                    </a:rPr>
                    <a:t>p</a:t>
                  </a:r>
                  <a:endParaRPr kumimoji="0" lang="en-US" altLang="zh-CN" sz="2800"/>
                </a:p>
              </p:txBody>
            </p:sp>
          </p:grpSp>
          <p:graphicFrame>
            <p:nvGraphicFramePr>
              <p:cNvPr id="14355" name="Object 58"/>
              <p:cNvGraphicFramePr>
                <a:graphicFrameLocks noChangeAspect="1"/>
              </p:cNvGraphicFramePr>
              <p:nvPr/>
            </p:nvGraphicFramePr>
            <p:xfrm>
              <a:off x="2224" y="2750"/>
              <a:ext cx="120" cy="175"/>
            </p:xfrm>
            <a:graphic>
              <a:graphicData uri="http://schemas.openxmlformats.org/presentationml/2006/ole">
                <mc:AlternateContent xmlns:mc="http://schemas.openxmlformats.org/markup-compatibility/2006">
                  <mc:Choice xmlns:v="urn:schemas-microsoft-com:vml" Requires="v">
                    <p:oleObj spid="_x0000_s14414" name="Equation" r:id="rId30" imgW="177646" imgH="241091" progId="Equation.3">
                      <p:embed/>
                    </p:oleObj>
                  </mc:Choice>
                  <mc:Fallback>
                    <p:oleObj name="Equation" r:id="rId30" imgW="177646" imgH="241091" progId="Equation.3">
                      <p:embed/>
                      <p:pic>
                        <p:nvPicPr>
                          <p:cNvPr id="0"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4" y="2750"/>
                            <a:ext cx="120" cy="17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6" name="Object 59"/>
              <p:cNvGraphicFramePr>
                <a:graphicFrameLocks noChangeAspect="1"/>
              </p:cNvGraphicFramePr>
              <p:nvPr/>
            </p:nvGraphicFramePr>
            <p:xfrm>
              <a:off x="1806" y="2374"/>
              <a:ext cx="228" cy="201"/>
            </p:xfrm>
            <a:graphic>
              <a:graphicData uri="http://schemas.openxmlformats.org/presentationml/2006/ole">
                <mc:AlternateContent xmlns:mc="http://schemas.openxmlformats.org/markup-compatibility/2006">
                  <mc:Choice xmlns:v="urn:schemas-microsoft-com:vml" Requires="v">
                    <p:oleObj spid="_x0000_s14415" name="Equation" r:id="rId31" imgW="177646" imgH="241091" progId="Equation.3">
                      <p:embed/>
                    </p:oleObj>
                  </mc:Choice>
                  <mc:Fallback>
                    <p:oleObj name="Equation" r:id="rId31" imgW="177646" imgH="241091" progId="Equation.3">
                      <p:embed/>
                      <p:pic>
                        <p:nvPicPr>
                          <p:cNvPr id="0"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2374"/>
                            <a:ext cx="228" cy="20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343" name="Group 62"/>
            <p:cNvGrpSpPr>
              <a:grpSpLocks/>
            </p:cNvGrpSpPr>
            <p:nvPr/>
          </p:nvGrpSpPr>
          <p:grpSpPr bwMode="auto">
            <a:xfrm>
              <a:off x="4605" y="2108"/>
              <a:ext cx="288" cy="1611"/>
              <a:chOff x="4752" y="432"/>
              <a:chExt cx="288" cy="1536"/>
            </a:xfrm>
          </p:grpSpPr>
          <p:sp>
            <p:nvSpPr>
              <p:cNvPr id="14344" name="Rectangle 63"/>
              <p:cNvSpPr>
                <a:spLocks noChangeArrowheads="1"/>
              </p:cNvSpPr>
              <p:nvPr/>
            </p:nvSpPr>
            <p:spPr bwMode="auto">
              <a:xfrm>
                <a:off x="4752" y="432"/>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4345" name="Rectangle 64"/>
              <p:cNvSpPr>
                <a:spLocks noChangeArrowheads="1"/>
              </p:cNvSpPr>
              <p:nvPr/>
            </p:nvSpPr>
            <p:spPr bwMode="auto">
              <a:xfrm>
                <a:off x="4752" y="624"/>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4346" name="Rectangle 65"/>
              <p:cNvSpPr>
                <a:spLocks noChangeArrowheads="1"/>
              </p:cNvSpPr>
              <p:nvPr/>
            </p:nvSpPr>
            <p:spPr bwMode="auto">
              <a:xfrm>
                <a:off x="4752" y="816"/>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4347" name="Rectangle 66"/>
              <p:cNvSpPr>
                <a:spLocks noChangeArrowheads="1"/>
              </p:cNvSpPr>
              <p:nvPr/>
            </p:nvSpPr>
            <p:spPr bwMode="auto">
              <a:xfrm>
                <a:off x="4752" y="1008"/>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4348" name="Rectangle 67"/>
              <p:cNvSpPr>
                <a:spLocks noChangeArrowheads="1"/>
              </p:cNvSpPr>
              <p:nvPr/>
            </p:nvSpPr>
            <p:spPr bwMode="auto">
              <a:xfrm>
                <a:off x="4752" y="1200"/>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4349" name="Rectangle 68"/>
              <p:cNvSpPr>
                <a:spLocks noChangeArrowheads="1"/>
              </p:cNvSpPr>
              <p:nvPr/>
            </p:nvSpPr>
            <p:spPr bwMode="auto">
              <a:xfrm>
                <a:off x="4752" y="1392"/>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4350" name="Rectangle 69"/>
              <p:cNvSpPr>
                <a:spLocks noChangeArrowheads="1"/>
              </p:cNvSpPr>
              <p:nvPr/>
            </p:nvSpPr>
            <p:spPr bwMode="auto">
              <a:xfrm>
                <a:off x="4752" y="1584"/>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4351" name="Rectangle 70"/>
              <p:cNvSpPr>
                <a:spLocks noChangeArrowheads="1"/>
              </p:cNvSpPr>
              <p:nvPr/>
            </p:nvSpPr>
            <p:spPr bwMode="auto">
              <a:xfrm>
                <a:off x="4752" y="1776"/>
                <a:ext cx="288" cy="192"/>
              </a:xfrm>
              <a:prstGeom prst="rect">
                <a:avLst/>
              </a:prstGeom>
              <a:gradFill rotWithShape="0">
                <a:gsLst>
                  <a:gs pos="0">
                    <a:srgbClr val="F6E00C"/>
                  </a:gs>
                  <a:gs pos="50000">
                    <a:srgbClr val="000000"/>
                  </a:gs>
                  <a:gs pos="100000">
                    <a:srgbClr val="F6E00C"/>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pSp>
      </p:grpSp>
    </p:spTree>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65D60096-200F-473C-9FEA-16A42C1633D3}" type="slidenum">
              <a:rPr kumimoji="0" lang="zh-CN" altLang="en-US" sz="1400" smtClean="0">
                <a:solidFill>
                  <a:schemeClr val="bg2"/>
                </a:solidFill>
              </a:rPr>
              <a:pPr>
                <a:spcBef>
                  <a:spcPct val="50000"/>
                </a:spcBef>
                <a:buClrTx/>
                <a:buFontTx/>
                <a:buNone/>
              </a:pPr>
              <a:t>13</a:t>
            </a:fld>
            <a:endParaRPr kumimoji="0" lang="en-US" altLang="zh-CN" sz="1400" smtClean="0">
              <a:solidFill>
                <a:schemeClr val="bg2"/>
              </a:solidFill>
            </a:endParaRPr>
          </a:p>
        </p:txBody>
      </p:sp>
      <p:graphicFrame>
        <p:nvGraphicFramePr>
          <p:cNvPr id="58370" name="Object 2"/>
          <p:cNvGraphicFramePr>
            <a:graphicFrameLocks noChangeAspect="1"/>
          </p:cNvGraphicFramePr>
          <p:nvPr/>
        </p:nvGraphicFramePr>
        <p:xfrm>
          <a:off x="2498725" y="3432175"/>
          <a:ext cx="3427413" cy="1073150"/>
        </p:xfrm>
        <a:graphic>
          <a:graphicData uri="http://schemas.openxmlformats.org/presentationml/2006/ole">
            <mc:AlternateContent xmlns:mc="http://schemas.openxmlformats.org/markup-compatibility/2006">
              <mc:Choice xmlns:v="urn:schemas-microsoft-com:vml" Requires="v">
                <p:oleObj spid="_x0000_s15376" name="Equation" r:id="rId3" imgW="1333500" imgH="393700" progId="Equation.3">
                  <p:embed/>
                </p:oleObj>
              </mc:Choice>
              <mc:Fallback>
                <p:oleObj name="Equation" r:id="rId3" imgW="1333500" imgH="3937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8725" y="3432175"/>
                        <a:ext cx="3427413" cy="1073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4" name="Rectangle 3"/>
          <p:cNvSpPr>
            <a:spLocks noChangeArrowheads="1"/>
          </p:cNvSpPr>
          <p:nvPr/>
        </p:nvSpPr>
        <p:spPr bwMode="auto">
          <a:xfrm>
            <a:off x="1028700" y="2890838"/>
            <a:ext cx="9779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zh-CN" altLang="en-US">
                <a:solidFill>
                  <a:srgbClr val="CC0000"/>
                </a:solidFill>
              </a:rPr>
              <a:t>解</a:t>
            </a:r>
            <a:r>
              <a:rPr kumimoji="0" lang="en-US" altLang="zh-CN">
                <a:solidFill>
                  <a:srgbClr val="CC0000"/>
                </a:solidFill>
              </a:rPr>
              <a:t>:</a:t>
            </a:r>
          </a:p>
        </p:txBody>
      </p:sp>
      <p:sp>
        <p:nvSpPr>
          <p:cNvPr id="15365" name="Rectangle 4"/>
          <p:cNvSpPr>
            <a:spLocks noChangeArrowheads="1"/>
          </p:cNvSpPr>
          <p:nvPr/>
        </p:nvSpPr>
        <p:spPr bwMode="auto">
          <a:xfrm>
            <a:off x="1828800" y="2867025"/>
            <a:ext cx="4038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en-US" altLang="zh-CN">
                <a:solidFill>
                  <a:srgbClr val="CC3300"/>
                </a:solidFill>
                <a:latin typeface="宋体" charset="-122"/>
                <a:sym typeface="Symbol" pitchFamily="18" charset="2"/>
              </a:rPr>
              <a:t>(</a:t>
            </a:r>
            <a:r>
              <a:rPr kumimoji="0" lang="en-US" altLang="zh-CN">
                <a:solidFill>
                  <a:srgbClr val="CC3300"/>
                </a:solidFill>
                <a:sym typeface="Symbol" pitchFamily="18" charset="2"/>
              </a:rPr>
              <a:t>1</a:t>
            </a:r>
            <a:r>
              <a:rPr kumimoji="0" lang="en-US" altLang="zh-CN">
                <a:solidFill>
                  <a:srgbClr val="CC3300"/>
                </a:solidFill>
                <a:latin typeface="宋体" charset="-122"/>
                <a:sym typeface="Symbol" pitchFamily="18" charset="2"/>
              </a:rPr>
              <a:t>)</a:t>
            </a:r>
            <a:r>
              <a:rPr kumimoji="0" lang="en-US" altLang="zh-CN" sz="3600">
                <a:solidFill>
                  <a:srgbClr val="CC3300"/>
                </a:solidFill>
                <a:sym typeface="Symbol" pitchFamily="18" charset="2"/>
              </a:rPr>
              <a:t> </a:t>
            </a:r>
            <a:r>
              <a:rPr kumimoji="0" lang="en-US" altLang="zh-CN" i="1">
                <a:solidFill>
                  <a:srgbClr val="000000"/>
                </a:solidFill>
                <a:sym typeface="Symbol" pitchFamily="18" charset="2"/>
              </a:rPr>
              <a:t>d</a:t>
            </a:r>
            <a:r>
              <a:rPr kumimoji="0" lang="en-US" altLang="zh-CN">
                <a:solidFill>
                  <a:srgbClr val="000000"/>
                </a:solidFill>
                <a:sym typeface="Symbol" pitchFamily="18" charset="2"/>
              </a:rPr>
              <a:t>=1 mm</a:t>
            </a:r>
            <a:r>
              <a:rPr kumimoji="0" lang="zh-CN" altLang="en-US">
                <a:solidFill>
                  <a:srgbClr val="000000"/>
                </a:solidFill>
                <a:sym typeface="Symbol" pitchFamily="18" charset="2"/>
              </a:rPr>
              <a:t>时</a:t>
            </a:r>
            <a:r>
              <a:rPr kumimoji="0" lang="zh-CN" altLang="en-US" sz="3600">
                <a:solidFill>
                  <a:srgbClr val="CC3300"/>
                </a:solidFill>
                <a:sym typeface="Symbol" pitchFamily="18" charset="2"/>
              </a:rPr>
              <a:t>  </a:t>
            </a:r>
          </a:p>
        </p:txBody>
      </p:sp>
      <p:sp>
        <p:nvSpPr>
          <p:cNvPr id="58373" name="Rectangle 5"/>
          <p:cNvSpPr>
            <a:spLocks noChangeArrowheads="1"/>
          </p:cNvSpPr>
          <p:nvPr/>
        </p:nvSpPr>
        <p:spPr bwMode="auto">
          <a:xfrm>
            <a:off x="1828800" y="4359275"/>
            <a:ext cx="4191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en-US" altLang="zh-CN">
                <a:solidFill>
                  <a:srgbClr val="CC3300"/>
                </a:solidFill>
                <a:latin typeface="宋体" charset="-122"/>
                <a:sym typeface="Symbol" pitchFamily="18" charset="2"/>
              </a:rPr>
              <a:t>(</a:t>
            </a:r>
            <a:r>
              <a:rPr kumimoji="0" lang="en-US" altLang="zh-CN">
                <a:solidFill>
                  <a:srgbClr val="CC3300"/>
                </a:solidFill>
                <a:sym typeface="Symbol" pitchFamily="18" charset="2"/>
              </a:rPr>
              <a:t>2</a:t>
            </a:r>
            <a:r>
              <a:rPr kumimoji="0" lang="en-US" altLang="zh-CN">
                <a:solidFill>
                  <a:srgbClr val="CC3300"/>
                </a:solidFill>
                <a:latin typeface="宋体" charset="-122"/>
                <a:sym typeface="Symbol" pitchFamily="18" charset="2"/>
              </a:rPr>
              <a:t>)</a:t>
            </a:r>
            <a:r>
              <a:rPr kumimoji="0" lang="en-US" altLang="zh-CN" sz="3600">
                <a:solidFill>
                  <a:srgbClr val="CC3300"/>
                </a:solidFill>
                <a:sym typeface="Symbol" pitchFamily="18" charset="2"/>
              </a:rPr>
              <a:t> </a:t>
            </a:r>
            <a:r>
              <a:rPr kumimoji="0" lang="en-US" altLang="zh-CN" i="1">
                <a:solidFill>
                  <a:srgbClr val="000000"/>
                </a:solidFill>
                <a:sym typeface="Symbol" pitchFamily="18" charset="2"/>
              </a:rPr>
              <a:t>d</a:t>
            </a:r>
            <a:r>
              <a:rPr kumimoji="0" lang="en-US" altLang="zh-CN">
                <a:solidFill>
                  <a:srgbClr val="000000"/>
                </a:solidFill>
                <a:sym typeface="Symbol" pitchFamily="18" charset="2"/>
              </a:rPr>
              <a:t>=10 mm</a:t>
            </a:r>
            <a:r>
              <a:rPr kumimoji="0" lang="zh-CN" altLang="en-US">
                <a:solidFill>
                  <a:srgbClr val="000000"/>
                </a:solidFill>
                <a:sym typeface="Symbol" pitchFamily="18" charset="2"/>
              </a:rPr>
              <a:t>时</a:t>
            </a:r>
            <a:r>
              <a:rPr kumimoji="0" lang="zh-CN" altLang="en-US" sz="3600">
                <a:solidFill>
                  <a:srgbClr val="CC3300"/>
                </a:solidFill>
                <a:sym typeface="Symbol" pitchFamily="18" charset="2"/>
              </a:rPr>
              <a:t>  </a:t>
            </a:r>
          </a:p>
        </p:txBody>
      </p:sp>
      <p:graphicFrame>
        <p:nvGraphicFramePr>
          <p:cNvPr id="58374" name="Object 6"/>
          <p:cNvGraphicFramePr>
            <a:graphicFrameLocks noChangeAspect="1"/>
          </p:cNvGraphicFramePr>
          <p:nvPr/>
        </p:nvGraphicFramePr>
        <p:xfrm>
          <a:off x="2574925" y="4978400"/>
          <a:ext cx="3587750" cy="1062038"/>
        </p:xfrm>
        <a:graphic>
          <a:graphicData uri="http://schemas.openxmlformats.org/presentationml/2006/ole">
            <mc:AlternateContent xmlns:mc="http://schemas.openxmlformats.org/markup-compatibility/2006">
              <mc:Choice xmlns:v="urn:schemas-microsoft-com:vml" Requires="v">
                <p:oleObj spid="_x0000_s15377" name="Equation" r:id="rId5" imgW="1409088" imgH="393529" progId="Equation.3">
                  <p:embed/>
                </p:oleObj>
              </mc:Choice>
              <mc:Fallback>
                <p:oleObj name="Equation" r:id="rId5" imgW="1409088" imgH="39352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4925" y="4978400"/>
                        <a:ext cx="3587750" cy="1062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8" name="Rectangle 7"/>
          <p:cNvSpPr>
            <a:spLocks noChangeArrowheads="1"/>
          </p:cNvSpPr>
          <p:nvPr/>
        </p:nvSpPr>
        <p:spPr bwMode="auto">
          <a:xfrm>
            <a:off x="684213" y="728663"/>
            <a:ext cx="14398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zh-CN" altLang="en-US">
                <a:solidFill>
                  <a:srgbClr val="CC0000"/>
                </a:solidFill>
              </a:rPr>
              <a:t>已知</a:t>
            </a:r>
            <a:r>
              <a:rPr kumimoji="0" lang="en-US" altLang="zh-CN">
                <a:solidFill>
                  <a:srgbClr val="CC0000"/>
                </a:solidFill>
              </a:rPr>
              <a:t>:</a:t>
            </a:r>
          </a:p>
        </p:txBody>
      </p:sp>
      <p:sp>
        <p:nvSpPr>
          <p:cNvPr id="15369" name="Rectangle 8"/>
          <p:cNvSpPr>
            <a:spLocks noChangeArrowheads="1"/>
          </p:cNvSpPr>
          <p:nvPr/>
        </p:nvSpPr>
        <p:spPr bwMode="auto">
          <a:xfrm>
            <a:off x="2008188" y="730250"/>
            <a:ext cx="22193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i="1">
                <a:sym typeface="Symbol" pitchFamily="18" charset="2"/>
              </a:rPr>
              <a:t></a:t>
            </a:r>
            <a:r>
              <a:rPr lang="en-US" altLang="zh-CN">
                <a:sym typeface="Symbol" pitchFamily="18" charset="2"/>
              </a:rPr>
              <a:t>=589.3 nm</a:t>
            </a:r>
          </a:p>
        </p:txBody>
      </p:sp>
      <p:sp>
        <p:nvSpPr>
          <p:cNvPr id="15370" name="Rectangle 9"/>
          <p:cNvSpPr>
            <a:spLocks noChangeArrowheads="1"/>
          </p:cNvSpPr>
          <p:nvPr/>
        </p:nvSpPr>
        <p:spPr bwMode="auto">
          <a:xfrm>
            <a:off x="4522788" y="730250"/>
            <a:ext cx="21415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en-US" altLang="zh-CN" i="1">
                <a:sym typeface="Symbol" pitchFamily="18" charset="2"/>
              </a:rPr>
              <a:t>d’</a:t>
            </a:r>
            <a:r>
              <a:rPr lang="en-US" altLang="zh-CN">
                <a:sym typeface="Symbol" pitchFamily="18" charset="2"/>
              </a:rPr>
              <a:t>=800 mm</a:t>
            </a:r>
          </a:p>
        </p:txBody>
      </p:sp>
      <p:sp>
        <p:nvSpPr>
          <p:cNvPr id="15371" name="Rectangle 10"/>
          <p:cNvSpPr>
            <a:spLocks noChangeArrowheads="1"/>
          </p:cNvSpPr>
          <p:nvPr/>
        </p:nvSpPr>
        <p:spPr bwMode="auto">
          <a:xfrm>
            <a:off x="1050925" y="1509713"/>
            <a:ext cx="12604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zh-CN" altLang="en-US">
                <a:solidFill>
                  <a:srgbClr val="CC0000"/>
                </a:solidFill>
              </a:rPr>
              <a:t>求</a:t>
            </a:r>
            <a:r>
              <a:rPr kumimoji="0" lang="en-US" altLang="zh-CN">
                <a:solidFill>
                  <a:srgbClr val="CC0000"/>
                </a:solidFill>
              </a:rPr>
              <a:t>:</a:t>
            </a:r>
          </a:p>
        </p:txBody>
      </p:sp>
      <p:sp>
        <p:nvSpPr>
          <p:cNvPr id="15372" name="Rectangle 11"/>
          <p:cNvSpPr>
            <a:spLocks noChangeArrowheads="1"/>
          </p:cNvSpPr>
          <p:nvPr/>
        </p:nvSpPr>
        <p:spPr bwMode="auto">
          <a:xfrm>
            <a:off x="1871663" y="1449388"/>
            <a:ext cx="4038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en-US" altLang="zh-CN">
                <a:solidFill>
                  <a:srgbClr val="CC3300"/>
                </a:solidFill>
                <a:latin typeface="宋体" charset="-122"/>
                <a:sym typeface="Symbol" pitchFamily="18" charset="2"/>
              </a:rPr>
              <a:t>(</a:t>
            </a:r>
            <a:r>
              <a:rPr kumimoji="0" lang="en-US" altLang="zh-CN">
                <a:solidFill>
                  <a:srgbClr val="CC3300"/>
                </a:solidFill>
                <a:sym typeface="Symbol" pitchFamily="18" charset="2"/>
              </a:rPr>
              <a:t>1</a:t>
            </a:r>
            <a:r>
              <a:rPr kumimoji="0" lang="en-US" altLang="zh-CN">
                <a:solidFill>
                  <a:srgbClr val="CC3300"/>
                </a:solidFill>
                <a:latin typeface="宋体" charset="-122"/>
                <a:sym typeface="Symbol" pitchFamily="18" charset="2"/>
              </a:rPr>
              <a:t>)</a:t>
            </a:r>
            <a:r>
              <a:rPr kumimoji="0" lang="en-US" altLang="zh-CN" sz="3600">
                <a:solidFill>
                  <a:srgbClr val="CC3300"/>
                </a:solidFill>
                <a:sym typeface="Symbol" pitchFamily="18" charset="2"/>
              </a:rPr>
              <a:t> </a:t>
            </a:r>
            <a:r>
              <a:rPr kumimoji="0" lang="en-US" altLang="zh-CN" i="1">
                <a:solidFill>
                  <a:srgbClr val="000000"/>
                </a:solidFill>
                <a:sym typeface="Symbol" pitchFamily="18" charset="2"/>
              </a:rPr>
              <a:t>d</a:t>
            </a:r>
            <a:r>
              <a:rPr kumimoji="0" lang="en-US" altLang="zh-CN">
                <a:solidFill>
                  <a:srgbClr val="000000"/>
                </a:solidFill>
                <a:sym typeface="Symbol" pitchFamily="18" charset="2"/>
              </a:rPr>
              <a:t>=1 mm</a:t>
            </a:r>
            <a:r>
              <a:rPr kumimoji="0" lang="zh-CN" altLang="en-US">
                <a:solidFill>
                  <a:srgbClr val="000000"/>
                </a:solidFill>
                <a:sym typeface="Symbol" pitchFamily="18" charset="2"/>
              </a:rPr>
              <a:t>时</a:t>
            </a:r>
            <a:r>
              <a:rPr kumimoji="0" lang="zh-CN" altLang="en-US" sz="3600">
                <a:solidFill>
                  <a:srgbClr val="CC3300"/>
                </a:solidFill>
                <a:sym typeface="Symbol" pitchFamily="18" charset="2"/>
              </a:rPr>
              <a:t>  </a:t>
            </a:r>
          </a:p>
        </p:txBody>
      </p:sp>
      <p:sp>
        <p:nvSpPr>
          <p:cNvPr id="15373" name="Rectangle 12"/>
          <p:cNvSpPr>
            <a:spLocks noChangeArrowheads="1"/>
          </p:cNvSpPr>
          <p:nvPr/>
        </p:nvSpPr>
        <p:spPr bwMode="auto">
          <a:xfrm>
            <a:off x="1828800" y="2133600"/>
            <a:ext cx="4191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en-US" altLang="zh-CN">
                <a:solidFill>
                  <a:srgbClr val="CC3300"/>
                </a:solidFill>
                <a:latin typeface="宋体" charset="-122"/>
                <a:sym typeface="Symbol" pitchFamily="18" charset="2"/>
              </a:rPr>
              <a:t>(</a:t>
            </a:r>
            <a:r>
              <a:rPr kumimoji="0" lang="en-US" altLang="zh-CN">
                <a:solidFill>
                  <a:srgbClr val="CC3300"/>
                </a:solidFill>
                <a:sym typeface="Symbol" pitchFamily="18" charset="2"/>
              </a:rPr>
              <a:t>2</a:t>
            </a:r>
            <a:r>
              <a:rPr kumimoji="0" lang="en-US" altLang="zh-CN">
                <a:solidFill>
                  <a:srgbClr val="CC3300"/>
                </a:solidFill>
                <a:latin typeface="宋体" charset="-122"/>
                <a:sym typeface="Symbol" pitchFamily="18" charset="2"/>
              </a:rPr>
              <a:t>)</a:t>
            </a:r>
            <a:r>
              <a:rPr kumimoji="0" lang="en-US" altLang="zh-CN" sz="3600">
                <a:solidFill>
                  <a:srgbClr val="CC3300"/>
                </a:solidFill>
                <a:sym typeface="Symbol" pitchFamily="18" charset="2"/>
              </a:rPr>
              <a:t> </a:t>
            </a:r>
            <a:r>
              <a:rPr kumimoji="0" lang="en-US" altLang="zh-CN" i="1">
                <a:solidFill>
                  <a:srgbClr val="000000"/>
                </a:solidFill>
                <a:sym typeface="Symbol" pitchFamily="18" charset="2"/>
              </a:rPr>
              <a:t>d</a:t>
            </a:r>
            <a:r>
              <a:rPr kumimoji="0" lang="en-US" altLang="zh-CN">
                <a:solidFill>
                  <a:srgbClr val="000000"/>
                </a:solidFill>
                <a:sym typeface="Symbol" pitchFamily="18" charset="2"/>
              </a:rPr>
              <a:t>=10 mm</a:t>
            </a:r>
            <a:r>
              <a:rPr kumimoji="0" lang="zh-CN" altLang="en-US">
                <a:solidFill>
                  <a:srgbClr val="000000"/>
                </a:solidFill>
                <a:sym typeface="Symbol" pitchFamily="18" charset="2"/>
              </a:rPr>
              <a:t>时</a:t>
            </a:r>
            <a:r>
              <a:rPr kumimoji="0" lang="zh-CN" altLang="en-US" sz="3600">
                <a:solidFill>
                  <a:srgbClr val="CC3300"/>
                </a:solidFill>
                <a:sym typeface="Symbol" pitchFamily="18" charset="2"/>
              </a:rPr>
              <a:t>  </a:t>
            </a:r>
          </a:p>
        </p:txBody>
      </p:sp>
      <p:graphicFrame>
        <p:nvGraphicFramePr>
          <p:cNvPr id="15374" name="Object 13"/>
          <p:cNvGraphicFramePr>
            <a:graphicFrameLocks noChangeAspect="1"/>
          </p:cNvGraphicFramePr>
          <p:nvPr/>
        </p:nvGraphicFramePr>
        <p:xfrm>
          <a:off x="4843463" y="1576388"/>
          <a:ext cx="1447800" cy="482600"/>
        </p:xfrm>
        <a:graphic>
          <a:graphicData uri="http://schemas.openxmlformats.org/presentationml/2006/ole">
            <mc:AlternateContent xmlns:mc="http://schemas.openxmlformats.org/markup-compatibility/2006">
              <mc:Choice xmlns:v="urn:schemas-microsoft-com:vml" Requires="v">
                <p:oleObj spid="_x0000_s15378" name="Equation" r:id="rId7" imgW="431425" imgH="177646" progId="Equation.3">
                  <p:embed/>
                </p:oleObj>
              </mc:Choice>
              <mc:Fallback>
                <p:oleObj name="Equation" r:id="rId7" imgW="431425" imgH="177646"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43463" y="1576388"/>
                        <a:ext cx="14478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5" name="Object 14"/>
          <p:cNvGraphicFramePr>
            <a:graphicFrameLocks noChangeAspect="1"/>
          </p:cNvGraphicFramePr>
          <p:nvPr/>
        </p:nvGraphicFramePr>
        <p:xfrm>
          <a:off x="4800600" y="2165350"/>
          <a:ext cx="1447800" cy="482600"/>
        </p:xfrm>
        <a:graphic>
          <a:graphicData uri="http://schemas.openxmlformats.org/presentationml/2006/ole">
            <mc:AlternateContent xmlns:mc="http://schemas.openxmlformats.org/markup-compatibility/2006">
              <mc:Choice xmlns:v="urn:schemas-microsoft-com:vml" Requires="v">
                <p:oleObj spid="_x0000_s15379" name="Equation" r:id="rId9" imgW="431425" imgH="177646" progId="Equation.3">
                  <p:embed/>
                </p:oleObj>
              </mc:Choice>
              <mc:Fallback>
                <p:oleObj name="Equation" r:id="rId9" imgW="431425" imgH="177646"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0600" y="2165350"/>
                        <a:ext cx="14478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blinds(horizontal)">
                                      <p:cBhvr>
                                        <p:cTn id="7" dur="500"/>
                                        <p:tgtEl>
                                          <p:spTgt spid="583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5837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58374"/>
                                        </p:tgtEl>
                                        <p:attrNameLst>
                                          <p:attrName>style.visibility</p:attrName>
                                        </p:attrNameLst>
                                      </p:cBhvr>
                                      <p:to>
                                        <p:strVal val="visible"/>
                                      </p:to>
                                    </p:set>
                                    <p:animEffect transition="in" filter="blinds(horizontal)">
                                      <p:cBhvr>
                                        <p:cTn id="16" dur="500"/>
                                        <p:tgtEl>
                                          <p:spTgt spid="58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1C4A4DFC-B141-47A5-9397-8BFC60D74232}" type="slidenum">
              <a:rPr kumimoji="0" lang="zh-CN" altLang="en-US" sz="1400" smtClean="0">
                <a:solidFill>
                  <a:schemeClr val="bg2"/>
                </a:solidFill>
              </a:rPr>
              <a:pPr>
                <a:spcBef>
                  <a:spcPct val="50000"/>
                </a:spcBef>
                <a:buClrTx/>
                <a:buFontTx/>
                <a:buNone/>
              </a:pPr>
              <a:t>14</a:t>
            </a:fld>
            <a:endParaRPr kumimoji="0" lang="en-US" altLang="zh-CN" sz="1400" smtClean="0">
              <a:solidFill>
                <a:schemeClr val="bg2"/>
              </a:solidFill>
            </a:endParaRPr>
          </a:p>
        </p:txBody>
      </p:sp>
      <p:sp>
        <p:nvSpPr>
          <p:cNvPr id="16387" name="Text Box 2"/>
          <p:cNvSpPr txBox="1">
            <a:spLocks noChangeArrowheads="1"/>
          </p:cNvSpPr>
          <p:nvPr/>
        </p:nvSpPr>
        <p:spPr bwMode="auto">
          <a:xfrm>
            <a:off x="573088" y="431800"/>
            <a:ext cx="8229600"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30000"/>
              </a:lnSpc>
              <a:buClrTx/>
              <a:buFontTx/>
              <a:buNone/>
            </a:pPr>
            <a:r>
              <a:rPr kumimoji="0" lang="zh-CN" altLang="en-US" sz="2800">
                <a:solidFill>
                  <a:srgbClr val="CC0000"/>
                </a:solidFill>
              </a:rPr>
              <a:t>例</a:t>
            </a:r>
            <a:r>
              <a:rPr kumimoji="0" lang="en-US" altLang="zh-CN" sz="2800">
                <a:solidFill>
                  <a:srgbClr val="CC0000"/>
                </a:solidFill>
              </a:rPr>
              <a:t>2</a:t>
            </a:r>
            <a:r>
              <a:rPr kumimoji="0" lang="en-US" altLang="zh-CN" sz="2800">
                <a:solidFill>
                  <a:srgbClr val="CC3300"/>
                </a:solidFill>
              </a:rPr>
              <a:t>  </a:t>
            </a:r>
            <a:r>
              <a:rPr lang="zh-CN" altLang="en-US" sz="2800"/>
              <a:t>以单色光照射到相距为</a:t>
            </a:r>
            <a:r>
              <a:rPr lang="en-US" altLang="zh-CN" sz="2800">
                <a:sym typeface="Symbol" pitchFamily="18" charset="2"/>
              </a:rPr>
              <a:t>0.2 mm</a:t>
            </a:r>
            <a:r>
              <a:rPr lang="zh-CN" altLang="en-US" sz="2800">
                <a:sym typeface="Symbol" pitchFamily="18" charset="2"/>
              </a:rPr>
              <a:t>的双缝上，双缝与屏幕的垂直距离为</a:t>
            </a:r>
            <a:r>
              <a:rPr lang="en-US" altLang="zh-CN" sz="2800">
                <a:sym typeface="Symbol" pitchFamily="18" charset="2"/>
              </a:rPr>
              <a:t>1 m.</a:t>
            </a:r>
            <a:endParaRPr kumimoji="0" lang="zh-CN" altLang="en-US" sz="2800">
              <a:solidFill>
                <a:srgbClr val="1C1C1C"/>
              </a:solidFill>
            </a:endParaRPr>
          </a:p>
        </p:txBody>
      </p:sp>
      <p:sp>
        <p:nvSpPr>
          <p:cNvPr id="16388" name="Rectangle 3"/>
          <p:cNvSpPr>
            <a:spLocks noChangeArrowheads="1"/>
          </p:cNvSpPr>
          <p:nvPr/>
        </p:nvSpPr>
        <p:spPr bwMode="auto">
          <a:xfrm>
            <a:off x="566738" y="1646238"/>
            <a:ext cx="805497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20000"/>
              </a:lnSpc>
              <a:spcBef>
                <a:spcPct val="0"/>
              </a:spcBef>
              <a:buClrTx/>
              <a:buFontTx/>
              <a:buNone/>
            </a:pPr>
            <a:r>
              <a:rPr kumimoji="0" lang="en-US" altLang="zh-CN" sz="2800">
                <a:solidFill>
                  <a:srgbClr val="CC3300"/>
                </a:solidFill>
                <a:sym typeface="Symbol" pitchFamily="18" charset="2"/>
              </a:rPr>
              <a:t>(1)</a:t>
            </a:r>
            <a:r>
              <a:rPr lang="zh-CN" altLang="en-US" sz="2800">
                <a:sym typeface="Symbol" pitchFamily="18" charset="2"/>
              </a:rPr>
              <a:t>从第</a:t>
            </a:r>
            <a:r>
              <a:rPr lang="zh-CN" altLang="en-US" sz="2800">
                <a:solidFill>
                  <a:srgbClr val="0000FF"/>
                </a:solidFill>
                <a:sym typeface="Symbol" pitchFamily="18" charset="2"/>
              </a:rPr>
              <a:t>一</a:t>
            </a:r>
            <a:r>
              <a:rPr lang="zh-CN" altLang="en-US" sz="2800">
                <a:sym typeface="Symbol" pitchFamily="18" charset="2"/>
              </a:rPr>
              <a:t>级明纹到同侧的第</a:t>
            </a:r>
            <a:r>
              <a:rPr lang="zh-CN" altLang="en-US" sz="2800">
                <a:solidFill>
                  <a:srgbClr val="0000FF"/>
                </a:solidFill>
                <a:sym typeface="Symbol" pitchFamily="18" charset="2"/>
              </a:rPr>
              <a:t>四</a:t>
            </a:r>
            <a:r>
              <a:rPr lang="zh-CN" altLang="en-US" sz="2800">
                <a:sym typeface="Symbol" pitchFamily="18" charset="2"/>
              </a:rPr>
              <a:t>级明纹间的距离为</a:t>
            </a:r>
            <a:r>
              <a:rPr lang="en-US" altLang="zh-CN" sz="2800">
                <a:sym typeface="Symbol" pitchFamily="18" charset="2"/>
              </a:rPr>
              <a:t>7.5 mm</a:t>
            </a:r>
            <a:r>
              <a:rPr lang="zh-CN" altLang="en-US" sz="2800">
                <a:sym typeface="Symbol" pitchFamily="18" charset="2"/>
              </a:rPr>
              <a:t>，</a:t>
            </a:r>
            <a:r>
              <a:rPr lang="zh-CN" altLang="en-US" sz="2800">
                <a:solidFill>
                  <a:srgbClr val="CC0000"/>
                </a:solidFill>
                <a:sym typeface="Symbol" pitchFamily="18" charset="2"/>
              </a:rPr>
              <a:t>求</a:t>
            </a:r>
            <a:r>
              <a:rPr lang="zh-CN" altLang="en-US" sz="2800">
                <a:sym typeface="Symbol" pitchFamily="18" charset="2"/>
              </a:rPr>
              <a:t>单色光的波长；</a:t>
            </a:r>
          </a:p>
          <a:p>
            <a:pPr>
              <a:lnSpc>
                <a:spcPct val="120000"/>
              </a:lnSpc>
              <a:spcBef>
                <a:spcPct val="0"/>
              </a:spcBef>
              <a:buClrTx/>
              <a:buFontTx/>
              <a:buNone/>
            </a:pPr>
            <a:r>
              <a:rPr kumimoji="0" lang="en-US" altLang="zh-CN" sz="2800">
                <a:solidFill>
                  <a:srgbClr val="CC3300"/>
                </a:solidFill>
                <a:sym typeface="Symbol" pitchFamily="18" charset="2"/>
              </a:rPr>
              <a:t>(2)</a:t>
            </a:r>
            <a:r>
              <a:rPr kumimoji="0" lang="zh-CN" altLang="en-US" sz="2800">
                <a:solidFill>
                  <a:srgbClr val="1C1C1C"/>
                </a:solidFill>
              </a:rPr>
              <a:t>若入射光的波长为</a:t>
            </a:r>
            <a:r>
              <a:rPr kumimoji="0" lang="en-US" altLang="zh-CN" sz="2800">
                <a:solidFill>
                  <a:srgbClr val="1C1C1C"/>
                </a:solidFill>
              </a:rPr>
              <a:t>600 nm,</a:t>
            </a:r>
            <a:r>
              <a:rPr kumimoji="0" lang="zh-CN" altLang="en-US" sz="2800">
                <a:solidFill>
                  <a:srgbClr val="1C1C1C"/>
                </a:solidFill>
              </a:rPr>
              <a:t>中央明纹中心距离最邻近的暗纹中心的距离是多少？</a:t>
            </a:r>
          </a:p>
        </p:txBody>
      </p:sp>
      <p:grpSp>
        <p:nvGrpSpPr>
          <p:cNvPr id="16389" name="Group 18"/>
          <p:cNvGrpSpPr>
            <a:grpSpLocks/>
          </p:cNvGrpSpPr>
          <p:nvPr/>
        </p:nvGrpSpPr>
        <p:grpSpPr bwMode="auto">
          <a:xfrm>
            <a:off x="671513" y="4014788"/>
            <a:ext cx="6162675" cy="1890712"/>
            <a:chOff x="423" y="2529"/>
            <a:chExt cx="3882" cy="1191"/>
          </a:xfrm>
        </p:grpSpPr>
        <p:sp>
          <p:nvSpPr>
            <p:cNvPr id="16390" name="Rectangle 4"/>
            <p:cNvSpPr>
              <a:spLocks noChangeArrowheads="1"/>
            </p:cNvSpPr>
            <p:nvPr/>
          </p:nvSpPr>
          <p:spPr bwMode="auto">
            <a:xfrm>
              <a:off x="423" y="2529"/>
              <a:ext cx="86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zh-CN" altLang="en-US" sz="2800">
                  <a:solidFill>
                    <a:srgbClr val="CC0000"/>
                  </a:solidFill>
                </a:rPr>
                <a:t>已知</a:t>
              </a:r>
              <a:r>
                <a:rPr kumimoji="0" lang="en-US" altLang="zh-CN" sz="2800">
                  <a:solidFill>
                    <a:srgbClr val="CC0000"/>
                  </a:solidFill>
                </a:rPr>
                <a:t>:</a:t>
              </a:r>
            </a:p>
          </p:txBody>
        </p:sp>
        <p:sp>
          <p:nvSpPr>
            <p:cNvPr id="16391" name="Rectangle 5"/>
            <p:cNvSpPr>
              <a:spLocks noChangeArrowheads="1"/>
            </p:cNvSpPr>
            <p:nvPr/>
          </p:nvSpPr>
          <p:spPr bwMode="auto">
            <a:xfrm>
              <a:off x="650" y="2996"/>
              <a:ext cx="61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zh-CN" altLang="en-US" sz="2800">
                  <a:solidFill>
                    <a:srgbClr val="CC0000"/>
                  </a:solidFill>
                </a:rPr>
                <a:t>求</a:t>
              </a:r>
              <a:r>
                <a:rPr kumimoji="0" lang="en-US" altLang="zh-CN" sz="2800">
                  <a:solidFill>
                    <a:srgbClr val="CC0000"/>
                  </a:solidFill>
                </a:rPr>
                <a:t>:</a:t>
              </a:r>
            </a:p>
          </p:txBody>
        </p:sp>
        <p:sp>
          <p:nvSpPr>
            <p:cNvPr id="16392" name="Rectangle 6"/>
            <p:cNvSpPr>
              <a:spLocks noChangeArrowheads="1"/>
            </p:cNvSpPr>
            <p:nvPr/>
          </p:nvSpPr>
          <p:spPr bwMode="auto">
            <a:xfrm>
              <a:off x="1062" y="2973"/>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en-US" altLang="zh-CN" sz="2800">
                  <a:solidFill>
                    <a:srgbClr val="CC3300"/>
                  </a:solidFill>
                  <a:sym typeface="Symbol" pitchFamily="18" charset="2"/>
                </a:rPr>
                <a:t>(1)   </a:t>
              </a:r>
            </a:p>
          </p:txBody>
        </p:sp>
        <p:graphicFrame>
          <p:nvGraphicFramePr>
            <p:cNvPr id="16393" name="Object 7"/>
            <p:cNvGraphicFramePr>
              <a:graphicFrameLocks noChangeAspect="1"/>
            </p:cNvGraphicFramePr>
            <p:nvPr/>
          </p:nvGraphicFramePr>
          <p:xfrm>
            <a:off x="3309" y="2989"/>
            <a:ext cx="733" cy="297"/>
          </p:xfrm>
          <a:graphic>
            <a:graphicData uri="http://schemas.openxmlformats.org/presentationml/2006/ole">
              <mc:AlternateContent xmlns:mc="http://schemas.openxmlformats.org/markup-compatibility/2006">
                <mc:Choice xmlns:v="urn:schemas-microsoft-com:vml" Requires="v">
                  <p:oleObj spid="_x0000_s16400" name="Equation" r:id="rId3" imgW="355138" imgH="177569" progId="Equation.3">
                    <p:embed/>
                  </p:oleObj>
                </mc:Choice>
                <mc:Fallback>
                  <p:oleObj name="Equation" r:id="rId3" imgW="355138" imgH="177569"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9" y="2989"/>
                          <a:ext cx="733"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4" name="Rectangle 8"/>
            <p:cNvSpPr>
              <a:spLocks noChangeArrowheads="1"/>
            </p:cNvSpPr>
            <p:nvPr/>
          </p:nvSpPr>
          <p:spPr bwMode="auto">
            <a:xfrm>
              <a:off x="1062" y="3393"/>
              <a:ext cx="26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en-US" altLang="zh-CN" sz="2800">
                  <a:solidFill>
                    <a:srgbClr val="CC3300"/>
                  </a:solidFill>
                  <a:sym typeface="Symbol" pitchFamily="18" charset="2"/>
                </a:rPr>
                <a:t>(2) </a:t>
              </a:r>
            </a:p>
          </p:txBody>
        </p:sp>
        <p:graphicFrame>
          <p:nvGraphicFramePr>
            <p:cNvPr id="16395" name="Object 9"/>
            <p:cNvGraphicFramePr>
              <a:graphicFrameLocks noChangeAspect="1"/>
            </p:cNvGraphicFramePr>
            <p:nvPr/>
          </p:nvGraphicFramePr>
          <p:xfrm>
            <a:off x="1378" y="2954"/>
            <a:ext cx="1718" cy="366"/>
          </p:xfrm>
          <a:graphic>
            <a:graphicData uri="http://schemas.openxmlformats.org/presentationml/2006/ole">
              <mc:AlternateContent xmlns:mc="http://schemas.openxmlformats.org/markup-compatibility/2006">
                <mc:Choice xmlns:v="urn:schemas-microsoft-com:vml" Requires="v">
                  <p:oleObj spid="_x0000_s16401" name="公式" r:id="rId5" imgW="1015559" imgH="215806" progId="Equation.3">
                    <p:embed/>
                  </p:oleObj>
                </mc:Choice>
                <mc:Fallback>
                  <p:oleObj name="公式" r:id="rId5" imgW="1015559" imgH="215806"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8" y="2954"/>
                          <a:ext cx="1718"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6" name="Object 10"/>
            <p:cNvGraphicFramePr>
              <a:graphicFrameLocks noChangeAspect="1"/>
            </p:cNvGraphicFramePr>
            <p:nvPr/>
          </p:nvGraphicFramePr>
          <p:xfrm>
            <a:off x="3305" y="3413"/>
            <a:ext cx="1000" cy="307"/>
          </p:xfrm>
          <a:graphic>
            <a:graphicData uri="http://schemas.openxmlformats.org/presentationml/2006/ole">
              <mc:AlternateContent xmlns:mc="http://schemas.openxmlformats.org/markup-compatibility/2006">
                <mc:Choice xmlns:v="urn:schemas-microsoft-com:vml" Requires="v">
                  <p:oleObj spid="_x0000_s16402" name="Equation" r:id="rId7" imgW="469696" imgH="177723" progId="Equation.3">
                    <p:embed/>
                  </p:oleObj>
                </mc:Choice>
                <mc:Fallback>
                  <p:oleObj name="Equation" r:id="rId7" imgW="469696" imgH="177723"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5" y="3413"/>
                          <a:ext cx="1000"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7" name="Object 11"/>
            <p:cNvGraphicFramePr>
              <a:graphicFrameLocks noChangeAspect="1"/>
            </p:cNvGraphicFramePr>
            <p:nvPr/>
          </p:nvGraphicFramePr>
          <p:xfrm>
            <a:off x="1066" y="2541"/>
            <a:ext cx="1333" cy="302"/>
          </p:xfrm>
          <a:graphic>
            <a:graphicData uri="http://schemas.openxmlformats.org/presentationml/2006/ole">
              <mc:AlternateContent xmlns:mc="http://schemas.openxmlformats.org/markup-compatibility/2006">
                <mc:Choice xmlns:v="urn:schemas-microsoft-com:vml" Requires="v">
                  <p:oleObj spid="_x0000_s16403" name="Equation" r:id="rId9" imgW="787058" imgH="177723" progId="Equation.3">
                    <p:embed/>
                  </p:oleObj>
                </mc:Choice>
                <mc:Fallback>
                  <p:oleObj name="Equation" r:id="rId9" imgW="787058" imgH="177723"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 y="2541"/>
                          <a:ext cx="1333"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8" name="Object 12"/>
            <p:cNvGraphicFramePr>
              <a:graphicFrameLocks noChangeAspect="1"/>
            </p:cNvGraphicFramePr>
            <p:nvPr/>
          </p:nvGraphicFramePr>
          <p:xfrm>
            <a:off x="2849" y="2541"/>
            <a:ext cx="924" cy="302"/>
          </p:xfrm>
          <a:graphic>
            <a:graphicData uri="http://schemas.openxmlformats.org/presentationml/2006/ole">
              <mc:AlternateContent xmlns:mc="http://schemas.openxmlformats.org/markup-compatibility/2006">
                <mc:Choice xmlns:v="urn:schemas-microsoft-com:vml" Requires="v">
                  <p:oleObj spid="_x0000_s16404" name="Equation" r:id="rId11" imgW="545626" imgH="177646" progId="Equation.3">
                    <p:embed/>
                  </p:oleObj>
                </mc:Choice>
                <mc:Fallback>
                  <p:oleObj name="Equation" r:id="rId11" imgW="545626" imgH="177646"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49" y="2541"/>
                          <a:ext cx="924"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9" name="Object 17"/>
            <p:cNvGraphicFramePr>
              <a:graphicFrameLocks noChangeAspect="1"/>
            </p:cNvGraphicFramePr>
            <p:nvPr/>
          </p:nvGraphicFramePr>
          <p:xfrm>
            <a:off x="1478" y="3408"/>
            <a:ext cx="1671" cy="306"/>
          </p:xfrm>
          <a:graphic>
            <a:graphicData uri="http://schemas.openxmlformats.org/presentationml/2006/ole">
              <mc:AlternateContent xmlns:mc="http://schemas.openxmlformats.org/markup-compatibility/2006">
                <mc:Choice xmlns:v="urn:schemas-microsoft-com:vml" Requires="v">
                  <p:oleObj spid="_x0000_s16405" name="公式" r:id="rId13" imgW="787058" imgH="177723" progId="Equation.3">
                    <p:embed/>
                  </p:oleObj>
                </mc:Choice>
                <mc:Fallback>
                  <p:oleObj name="公式" r:id="rId13" imgW="787058" imgH="177723"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78" y="3408"/>
                          <a:ext cx="1671" cy="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53D2250E-2F02-4231-AFF3-C7B21D743023}" type="slidenum">
              <a:rPr kumimoji="0" lang="zh-CN" altLang="en-US" sz="1400" smtClean="0">
                <a:solidFill>
                  <a:schemeClr val="bg2"/>
                </a:solidFill>
              </a:rPr>
              <a:pPr>
                <a:spcBef>
                  <a:spcPct val="50000"/>
                </a:spcBef>
                <a:buClrTx/>
                <a:buFontTx/>
                <a:buNone/>
              </a:pPr>
              <a:t>15</a:t>
            </a:fld>
            <a:endParaRPr kumimoji="0" lang="en-US" altLang="zh-CN" sz="1400" smtClean="0">
              <a:solidFill>
                <a:schemeClr val="bg2"/>
              </a:solidFill>
            </a:endParaRPr>
          </a:p>
        </p:txBody>
      </p:sp>
      <p:sp>
        <p:nvSpPr>
          <p:cNvPr id="60420" name="Rectangle 4"/>
          <p:cNvSpPr>
            <a:spLocks noChangeArrowheads="1"/>
          </p:cNvSpPr>
          <p:nvPr/>
        </p:nvSpPr>
        <p:spPr bwMode="auto">
          <a:xfrm>
            <a:off x="701675" y="4516438"/>
            <a:ext cx="8442325"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ClrTx/>
              <a:buFontTx/>
              <a:buNone/>
            </a:pPr>
            <a:r>
              <a:rPr kumimoji="0" lang="en-US" altLang="zh-CN" sz="2800">
                <a:solidFill>
                  <a:srgbClr val="CC3300"/>
                </a:solidFill>
                <a:sym typeface="Symbol" pitchFamily="18" charset="2"/>
              </a:rPr>
              <a:t>(2)  </a:t>
            </a:r>
            <a:r>
              <a:rPr kumimoji="0" lang="zh-CN" altLang="en-US" sz="2800">
                <a:sym typeface="Symbol" pitchFamily="18" charset="2"/>
              </a:rPr>
              <a:t>中央明纹与相邻暗纹的距离应等于半个条纹间距</a:t>
            </a:r>
            <a:endParaRPr kumimoji="0" lang="en-US" altLang="zh-CN" sz="2800">
              <a:sym typeface="Symbol" pitchFamily="18" charset="2"/>
            </a:endParaRPr>
          </a:p>
        </p:txBody>
      </p:sp>
      <p:graphicFrame>
        <p:nvGraphicFramePr>
          <p:cNvPr id="60422" name="Object 6"/>
          <p:cNvGraphicFramePr>
            <a:graphicFrameLocks noChangeAspect="1"/>
          </p:cNvGraphicFramePr>
          <p:nvPr/>
        </p:nvGraphicFramePr>
        <p:xfrm>
          <a:off x="1419225" y="2195513"/>
          <a:ext cx="4999038" cy="1062037"/>
        </p:xfrm>
        <a:graphic>
          <a:graphicData uri="http://schemas.openxmlformats.org/presentationml/2006/ole">
            <mc:AlternateContent xmlns:mc="http://schemas.openxmlformats.org/markup-compatibility/2006">
              <mc:Choice xmlns:v="urn:schemas-microsoft-com:vml" Requires="v">
                <p:oleObj spid="_x0000_s17423" name="公式" r:id="rId3" imgW="1916868" imgH="406224" progId="Equation.3">
                  <p:embed/>
                </p:oleObj>
              </mc:Choice>
              <mc:Fallback>
                <p:oleObj name="公式" r:id="rId3" imgW="1916868" imgH="406224"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9225" y="2195513"/>
                        <a:ext cx="4999038" cy="1062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3" name="Object 7"/>
          <p:cNvGraphicFramePr>
            <a:graphicFrameLocks noChangeAspect="1"/>
          </p:cNvGraphicFramePr>
          <p:nvPr/>
        </p:nvGraphicFramePr>
        <p:xfrm>
          <a:off x="1422400" y="3295650"/>
          <a:ext cx="4356100" cy="1182688"/>
        </p:xfrm>
        <a:graphic>
          <a:graphicData uri="http://schemas.openxmlformats.org/presentationml/2006/ole">
            <mc:AlternateContent xmlns:mc="http://schemas.openxmlformats.org/markup-compatibility/2006">
              <mc:Choice xmlns:v="urn:schemas-microsoft-com:vml" Requires="v">
                <p:oleObj spid="_x0000_s17424" name="公式" r:id="rId5" imgW="1651000" imgH="444500" progId="Equation.3">
                  <p:embed/>
                </p:oleObj>
              </mc:Choice>
              <mc:Fallback>
                <p:oleObj name="公式" r:id="rId5" imgW="1651000" imgH="4445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2400" y="3295650"/>
                        <a:ext cx="4356100" cy="1182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414" name="Group 21"/>
          <p:cNvGrpSpPr>
            <a:grpSpLocks/>
          </p:cNvGrpSpPr>
          <p:nvPr/>
        </p:nvGrpSpPr>
        <p:grpSpPr bwMode="auto">
          <a:xfrm>
            <a:off x="1466850" y="1042988"/>
            <a:ext cx="5400675" cy="1116012"/>
            <a:chOff x="1406" y="941"/>
            <a:chExt cx="3402" cy="703"/>
          </a:xfrm>
        </p:grpSpPr>
        <p:graphicFrame>
          <p:nvGraphicFramePr>
            <p:cNvPr id="17421" name="Object 5"/>
            <p:cNvGraphicFramePr>
              <a:graphicFrameLocks noChangeAspect="1"/>
            </p:cNvGraphicFramePr>
            <p:nvPr/>
          </p:nvGraphicFramePr>
          <p:xfrm>
            <a:off x="3078" y="1111"/>
            <a:ext cx="1730" cy="362"/>
          </p:xfrm>
          <a:graphic>
            <a:graphicData uri="http://schemas.openxmlformats.org/presentationml/2006/ole">
              <mc:AlternateContent xmlns:mc="http://schemas.openxmlformats.org/markup-compatibility/2006">
                <mc:Choice xmlns:v="urn:schemas-microsoft-com:vml" Requires="v">
                  <p:oleObj spid="_x0000_s17425" name="公式" r:id="rId7" imgW="1244060" imgH="215806" progId="Equation.3">
                    <p:embed/>
                  </p:oleObj>
                </mc:Choice>
                <mc:Fallback>
                  <p:oleObj name="公式" r:id="rId7" imgW="1244060" imgH="215806"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8" y="1111"/>
                          <a:ext cx="1730" cy="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22" name="Object 20"/>
            <p:cNvGraphicFramePr>
              <a:graphicFrameLocks noChangeAspect="1"/>
            </p:cNvGraphicFramePr>
            <p:nvPr/>
          </p:nvGraphicFramePr>
          <p:xfrm>
            <a:off x="1406" y="941"/>
            <a:ext cx="1595" cy="703"/>
          </p:xfrm>
          <a:graphic>
            <a:graphicData uri="http://schemas.openxmlformats.org/presentationml/2006/ole">
              <mc:AlternateContent xmlns:mc="http://schemas.openxmlformats.org/markup-compatibility/2006">
                <mc:Choice xmlns:v="urn:schemas-microsoft-com:vml" Requires="v">
                  <p:oleObj spid="_x0000_s17426" name="公式" r:id="rId9" imgW="901309" imgH="418918" progId="Equation.3">
                    <p:embed/>
                  </p:oleObj>
                </mc:Choice>
                <mc:Fallback>
                  <p:oleObj name="公式" r:id="rId9" imgW="901309" imgH="418918"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06" y="941"/>
                          <a:ext cx="1595" cy="7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415" name="Group 24"/>
          <p:cNvGrpSpPr>
            <a:grpSpLocks/>
          </p:cNvGrpSpPr>
          <p:nvPr/>
        </p:nvGrpSpPr>
        <p:grpSpPr bwMode="auto">
          <a:xfrm>
            <a:off x="701675" y="549275"/>
            <a:ext cx="6481763" cy="542925"/>
            <a:chOff x="442" y="431"/>
            <a:chExt cx="4083" cy="342"/>
          </a:xfrm>
        </p:grpSpPr>
        <p:grpSp>
          <p:nvGrpSpPr>
            <p:cNvPr id="17417" name="Group 19"/>
            <p:cNvGrpSpPr>
              <a:grpSpLocks/>
            </p:cNvGrpSpPr>
            <p:nvPr/>
          </p:nvGrpSpPr>
          <p:grpSpPr bwMode="auto">
            <a:xfrm>
              <a:off x="442" y="431"/>
              <a:ext cx="851" cy="327"/>
              <a:chOff x="243" y="346"/>
              <a:chExt cx="851" cy="327"/>
            </a:xfrm>
          </p:grpSpPr>
          <p:sp>
            <p:nvSpPr>
              <p:cNvPr id="17419" name="Rectangle 2"/>
              <p:cNvSpPr>
                <a:spLocks noChangeArrowheads="1"/>
              </p:cNvSpPr>
              <p:nvPr/>
            </p:nvSpPr>
            <p:spPr bwMode="auto">
              <a:xfrm>
                <a:off x="243" y="346"/>
                <a:ext cx="7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zh-CN" altLang="en-US" sz="2800">
                    <a:solidFill>
                      <a:srgbClr val="CC0000"/>
                    </a:solidFill>
                  </a:rPr>
                  <a:t>解：</a:t>
                </a:r>
              </a:p>
            </p:txBody>
          </p:sp>
          <p:sp>
            <p:nvSpPr>
              <p:cNvPr id="17420" name="Rectangle 3"/>
              <p:cNvSpPr>
                <a:spLocks noChangeArrowheads="1"/>
              </p:cNvSpPr>
              <p:nvPr/>
            </p:nvSpPr>
            <p:spPr bwMode="auto">
              <a:xfrm>
                <a:off x="614" y="346"/>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en-US" altLang="zh-CN" sz="2800">
                    <a:solidFill>
                      <a:srgbClr val="CC3300"/>
                    </a:solidFill>
                    <a:sym typeface="Symbol" pitchFamily="18" charset="2"/>
                  </a:rPr>
                  <a:t>(1)</a:t>
                </a:r>
              </a:p>
            </p:txBody>
          </p:sp>
        </p:grpSp>
        <p:sp>
          <p:nvSpPr>
            <p:cNvPr id="17418" name="Text Box 22"/>
            <p:cNvSpPr txBox="1">
              <a:spLocks noChangeArrowheads="1"/>
            </p:cNvSpPr>
            <p:nvPr/>
          </p:nvSpPr>
          <p:spPr bwMode="auto">
            <a:xfrm>
              <a:off x="1236" y="446"/>
              <a:ext cx="328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r>
                <a:rPr kumimoji="0" lang="zh-CN" altLang="en-US" sz="2800"/>
                <a:t>明条纹位置为：</a:t>
              </a:r>
              <a:endParaRPr kumimoji="0" lang="en-US" altLang="zh-CN" sz="2800"/>
            </a:p>
          </p:txBody>
        </p:sp>
      </p:grpSp>
      <p:graphicFrame>
        <p:nvGraphicFramePr>
          <p:cNvPr id="60439" name="Object 23"/>
          <p:cNvGraphicFramePr>
            <a:graphicFrameLocks noChangeAspect="1"/>
          </p:cNvGraphicFramePr>
          <p:nvPr/>
        </p:nvGraphicFramePr>
        <p:xfrm>
          <a:off x="1646238" y="5159375"/>
          <a:ext cx="3554412" cy="1014413"/>
        </p:xfrm>
        <a:graphic>
          <a:graphicData uri="http://schemas.openxmlformats.org/presentationml/2006/ole">
            <mc:AlternateContent xmlns:mc="http://schemas.openxmlformats.org/markup-compatibility/2006">
              <mc:Choice xmlns:v="urn:schemas-microsoft-com:vml" Requires="v">
                <p:oleObj spid="_x0000_s17427" name="公式" r:id="rId11" imgW="1422400" imgH="406400" progId="Equation.3">
                  <p:embed/>
                </p:oleObj>
              </mc:Choice>
              <mc:Fallback>
                <p:oleObj name="公式" r:id="rId11" imgW="1422400" imgH="406400" progId="Equation.3">
                  <p:embed/>
                  <p:pic>
                    <p:nvPicPr>
                      <p:cNvPr id="0"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46238" y="5159375"/>
                        <a:ext cx="3554412" cy="101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0422"/>
                                        </p:tgtEl>
                                        <p:attrNameLst>
                                          <p:attrName>style.visibility</p:attrName>
                                        </p:attrNameLst>
                                      </p:cBhvr>
                                      <p:to>
                                        <p:strVal val="visible"/>
                                      </p:to>
                                    </p:set>
                                    <p:animEffect transition="in" filter="box(in)">
                                      <p:cBhvr>
                                        <p:cTn id="7" dur="500"/>
                                        <p:tgtEl>
                                          <p:spTgt spid="604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0423"/>
                                        </p:tgtEl>
                                        <p:attrNameLst>
                                          <p:attrName>style.visibility</p:attrName>
                                        </p:attrNameLst>
                                      </p:cBhvr>
                                      <p:to>
                                        <p:strVal val="visible"/>
                                      </p:to>
                                    </p:set>
                                    <p:animEffect transition="in" filter="blinds(horizontal)">
                                      <p:cBhvr>
                                        <p:cTn id="12" dur="500"/>
                                        <p:tgtEl>
                                          <p:spTgt spid="604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042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60439"/>
                                        </p:tgtEl>
                                        <p:attrNameLst>
                                          <p:attrName>style.visibility</p:attrName>
                                        </p:attrNameLst>
                                      </p:cBhvr>
                                      <p:to>
                                        <p:strVal val="visible"/>
                                      </p:to>
                                    </p:set>
                                    <p:animEffect transition="in" filter="wipe(left)">
                                      <p:cBhvr>
                                        <p:cTn id="21" dur="500"/>
                                        <p:tgtEl>
                                          <p:spTgt spid="60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02BC0CAF-C166-4387-A9A5-E1232B4F6D1A}" type="slidenum">
              <a:rPr kumimoji="0" lang="zh-CN" altLang="en-US" sz="1400" smtClean="0">
                <a:solidFill>
                  <a:schemeClr val="bg2"/>
                </a:solidFill>
              </a:rPr>
              <a:pPr>
                <a:spcBef>
                  <a:spcPct val="50000"/>
                </a:spcBef>
                <a:buClrTx/>
                <a:buFontTx/>
                <a:buNone/>
              </a:pPr>
              <a:t>16</a:t>
            </a:fld>
            <a:endParaRPr kumimoji="0" lang="en-US" altLang="zh-CN" sz="1400" smtClean="0">
              <a:solidFill>
                <a:schemeClr val="bg2"/>
              </a:solidFill>
            </a:endParaRPr>
          </a:p>
        </p:txBody>
      </p:sp>
      <p:sp>
        <p:nvSpPr>
          <p:cNvPr id="18435" name="Rectangle 2"/>
          <p:cNvSpPr>
            <a:spLocks noChangeArrowheads="1"/>
          </p:cNvSpPr>
          <p:nvPr/>
        </p:nvSpPr>
        <p:spPr bwMode="auto">
          <a:xfrm>
            <a:off x="1095375" y="1290638"/>
            <a:ext cx="7315200" cy="3352800"/>
          </a:xfrm>
          <a:prstGeom prst="rect">
            <a:avLst/>
          </a:prstGeom>
          <a:solidFill>
            <a:schemeClr val="bg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8436" name="Text Box 3"/>
          <p:cNvSpPr txBox="1">
            <a:spLocks noChangeArrowheads="1"/>
          </p:cNvSpPr>
          <p:nvPr/>
        </p:nvSpPr>
        <p:spPr bwMode="auto">
          <a:xfrm>
            <a:off x="592138" y="458788"/>
            <a:ext cx="510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0000FF"/>
                </a:solidFill>
              </a:rPr>
              <a:t>三、洛埃德镜</a:t>
            </a:r>
          </a:p>
        </p:txBody>
      </p:sp>
      <p:grpSp>
        <p:nvGrpSpPr>
          <p:cNvPr id="62525" name="Group 61"/>
          <p:cNvGrpSpPr>
            <a:grpSpLocks/>
          </p:cNvGrpSpPr>
          <p:nvPr/>
        </p:nvGrpSpPr>
        <p:grpSpPr bwMode="auto">
          <a:xfrm>
            <a:off x="866775" y="4921250"/>
            <a:ext cx="7620000" cy="1117600"/>
            <a:chOff x="546" y="3100"/>
            <a:chExt cx="4800" cy="704"/>
          </a:xfrm>
        </p:grpSpPr>
        <p:sp>
          <p:nvSpPr>
            <p:cNvPr id="18491" name="Text Box 5"/>
            <p:cNvSpPr txBox="1">
              <a:spLocks noChangeArrowheads="1"/>
            </p:cNvSpPr>
            <p:nvPr/>
          </p:nvSpPr>
          <p:spPr bwMode="auto">
            <a:xfrm>
              <a:off x="546" y="3100"/>
              <a:ext cx="4800" cy="7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50000"/>
                </a:spcBef>
                <a:buClrTx/>
                <a:buFontTx/>
                <a:buNone/>
              </a:pPr>
              <a:r>
                <a:rPr kumimoji="0" lang="zh-CN" altLang="en-US" sz="2800">
                  <a:solidFill>
                    <a:srgbClr val="CC0000"/>
                  </a:solidFill>
                </a:rPr>
                <a:t>半波损失</a:t>
              </a:r>
              <a:r>
                <a:rPr kumimoji="0" lang="zh-CN" altLang="en-US" sz="2800">
                  <a:solidFill>
                    <a:srgbClr val="000000"/>
                  </a:solidFill>
                </a:rPr>
                <a:t> ：</a:t>
              </a:r>
              <a:r>
                <a:rPr lang="zh-CN" altLang="en-US" sz="2800"/>
                <a:t>光由光速较大的介质射向光速较小的介质时，反射光位相突变      </a:t>
              </a:r>
              <a:r>
                <a:rPr lang="en-US" altLang="zh-CN" sz="2800"/>
                <a:t>.</a:t>
              </a:r>
            </a:p>
          </p:txBody>
        </p:sp>
        <p:graphicFrame>
          <p:nvGraphicFramePr>
            <p:cNvPr id="18492" name="Object 6"/>
            <p:cNvGraphicFramePr>
              <a:graphicFrameLocks noChangeAspect="1"/>
            </p:cNvGraphicFramePr>
            <p:nvPr/>
          </p:nvGraphicFramePr>
          <p:xfrm>
            <a:off x="3334" y="3436"/>
            <a:ext cx="305" cy="359"/>
          </p:xfrm>
          <a:graphic>
            <a:graphicData uri="http://schemas.openxmlformats.org/presentationml/2006/ole">
              <mc:AlternateContent xmlns:mc="http://schemas.openxmlformats.org/markup-compatibility/2006">
                <mc:Choice xmlns:v="urn:schemas-microsoft-com:vml" Requires="v">
                  <p:oleObj spid="_x0000_s18493" name="Equation" r:id="rId3" imgW="126835" imgH="152202" progId="Equation.3">
                    <p:embed/>
                  </p:oleObj>
                </mc:Choice>
                <mc:Fallback>
                  <p:oleObj name="Equation" r:id="rId3" imgW="126835" imgH="152202"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4" y="3436"/>
                          <a:ext cx="305" cy="359"/>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rgbClr val="CC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8438" name="Rectangle 7" descr="深色下对角线"/>
          <p:cNvSpPr>
            <a:spLocks noChangeArrowheads="1"/>
          </p:cNvSpPr>
          <p:nvPr/>
        </p:nvSpPr>
        <p:spPr bwMode="auto">
          <a:xfrm>
            <a:off x="2543175" y="2128838"/>
            <a:ext cx="76200" cy="685800"/>
          </a:xfrm>
          <a:prstGeom prst="rect">
            <a:avLst/>
          </a:prstGeom>
          <a:pattFill prst="dkDnDiag">
            <a:fgClr>
              <a:srgbClr val="0000FF"/>
            </a:fgClr>
            <a:bgClr>
              <a:srgbClr val="00CC00"/>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8439" name="Rectangle 8" descr="深色下对角线"/>
          <p:cNvSpPr>
            <a:spLocks noChangeArrowheads="1"/>
          </p:cNvSpPr>
          <p:nvPr/>
        </p:nvSpPr>
        <p:spPr bwMode="auto">
          <a:xfrm>
            <a:off x="2543175" y="2967038"/>
            <a:ext cx="76200" cy="533400"/>
          </a:xfrm>
          <a:prstGeom prst="rect">
            <a:avLst/>
          </a:prstGeom>
          <a:pattFill prst="dkDnDiag">
            <a:fgClr>
              <a:srgbClr val="0000FF"/>
            </a:fgClr>
            <a:bgClr>
              <a:srgbClr val="00CC00"/>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8440" name="Rectangle 9" descr="深色下对角线"/>
          <p:cNvSpPr>
            <a:spLocks noChangeArrowheads="1"/>
          </p:cNvSpPr>
          <p:nvPr/>
        </p:nvSpPr>
        <p:spPr bwMode="auto">
          <a:xfrm>
            <a:off x="7419975" y="1443038"/>
            <a:ext cx="76200" cy="2971800"/>
          </a:xfrm>
          <a:prstGeom prst="rect">
            <a:avLst/>
          </a:prstGeom>
          <a:pattFill prst="dkDnDiag">
            <a:fgClr>
              <a:schemeClr val="tx2"/>
            </a:fgClr>
            <a:bgClr>
              <a:schemeClr val="accent2"/>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aphicFrame>
        <p:nvGraphicFramePr>
          <p:cNvPr id="18441" name="Object 10"/>
          <p:cNvGraphicFramePr>
            <a:graphicFrameLocks noChangeAspect="1"/>
          </p:cNvGraphicFramePr>
          <p:nvPr/>
        </p:nvGraphicFramePr>
        <p:xfrm>
          <a:off x="2108200" y="2379663"/>
          <a:ext cx="511175" cy="663575"/>
        </p:xfrm>
        <a:graphic>
          <a:graphicData uri="http://schemas.openxmlformats.org/presentationml/2006/ole">
            <mc:AlternateContent xmlns:mc="http://schemas.openxmlformats.org/markup-compatibility/2006">
              <mc:Choice xmlns:v="urn:schemas-microsoft-com:vml" Requires="v">
                <p:oleObj spid="_x0000_s18494" name="Equation" r:id="rId5" imgW="139579" imgH="215713" progId="Equation.3">
                  <p:embed/>
                </p:oleObj>
              </mc:Choice>
              <mc:Fallback>
                <p:oleObj name="Equation" r:id="rId5" imgW="139579" imgH="215713"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8200" y="2379663"/>
                        <a:ext cx="511175"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2" name="Text Box 11"/>
          <p:cNvSpPr txBox="1">
            <a:spLocks noChangeArrowheads="1"/>
          </p:cNvSpPr>
          <p:nvPr/>
        </p:nvSpPr>
        <p:spPr bwMode="auto">
          <a:xfrm>
            <a:off x="7572375" y="1214438"/>
            <a:ext cx="914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en-US" altLang="zh-CN" sz="2800" b="0">
                <a:solidFill>
                  <a:srgbClr val="000000"/>
                </a:solidFill>
              </a:rPr>
              <a:t>P</a:t>
            </a:r>
          </a:p>
        </p:txBody>
      </p:sp>
      <p:sp>
        <p:nvSpPr>
          <p:cNvPr id="18443" name="Rectangle 12" descr="深色上对角线"/>
          <p:cNvSpPr>
            <a:spLocks noChangeArrowheads="1"/>
          </p:cNvSpPr>
          <p:nvPr/>
        </p:nvSpPr>
        <p:spPr bwMode="auto">
          <a:xfrm>
            <a:off x="3533775" y="3576638"/>
            <a:ext cx="1524000" cy="76200"/>
          </a:xfrm>
          <a:prstGeom prst="rect">
            <a:avLst/>
          </a:prstGeom>
          <a:pattFill prst="dkUpDiag">
            <a:fgClr>
              <a:srgbClr val="000000"/>
            </a:fgClr>
            <a:bgClr>
              <a:srgbClr val="0099CC"/>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8444" name="Text Box 13"/>
          <p:cNvSpPr txBox="1">
            <a:spLocks noChangeArrowheads="1"/>
          </p:cNvSpPr>
          <p:nvPr/>
        </p:nvSpPr>
        <p:spPr bwMode="auto">
          <a:xfrm>
            <a:off x="4219575" y="3590925"/>
            <a:ext cx="1219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b="0">
                <a:solidFill>
                  <a:srgbClr val="000000"/>
                </a:solidFill>
              </a:rPr>
              <a:t>M</a:t>
            </a:r>
          </a:p>
        </p:txBody>
      </p:sp>
      <p:sp>
        <p:nvSpPr>
          <p:cNvPr id="62478" name="Freeform 14" descr="浅色上对角线"/>
          <p:cNvSpPr>
            <a:spLocks/>
          </p:cNvSpPr>
          <p:nvPr/>
        </p:nvSpPr>
        <p:spPr bwMode="auto">
          <a:xfrm>
            <a:off x="4067175" y="1595438"/>
            <a:ext cx="3352800" cy="1981200"/>
          </a:xfrm>
          <a:custGeom>
            <a:avLst/>
            <a:gdLst>
              <a:gd name="T0" fmla="*/ 120967500 w 2112"/>
              <a:gd name="T1" fmla="*/ 2147483647 h 1248"/>
              <a:gd name="T2" fmla="*/ 2147483647 w 2112"/>
              <a:gd name="T3" fmla="*/ 0 h 1248"/>
              <a:gd name="T4" fmla="*/ 2147483647 w 2112"/>
              <a:gd name="T5" fmla="*/ 2147483647 h 1248"/>
              <a:gd name="T6" fmla="*/ 1572577500 w 2112"/>
              <a:gd name="T7" fmla="*/ 2147483647 h 1248"/>
              <a:gd name="T8" fmla="*/ 0 w 2112"/>
              <a:gd name="T9" fmla="*/ 2147483647 h 12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2" h="1248">
                <a:moveTo>
                  <a:pt x="48" y="1056"/>
                </a:moveTo>
                <a:lnTo>
                  <a:pt x="2112" y="0"/>
                </a:lnTo>
                <a:lnTo>
                  <a:pt x="2112" y="912"/>
                </a:lnTo>
                <a:lnTo>
                  <a:pt x="624" y="1248"/>
                </a:lnTo>
                <a:lnTo>
                  <a:pt x="0" y="1056"/>
                </a:lnTo>
              </a:path>
            </a:pathLst>
          </a:custGeom>
          <a:pattFill prst="ltUpDiag">
            <a:fgClr>
              <a:srgbClr val="FFCC00"/>
            </a:fgClr>
            <a:bgClr>
              <a:schemeClr val="bg1"/>
            </a:bgClr>
          </a:patt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2479" name="Group 15"/>
          <p:cNvGrpSpPr>
            <a:grpSpLocks/>
          </p:cNvGrpSpPr>
          <p:nvPr/>
        </p:nvGrpSpPr>
        <p:grpSpPr bwMode="auto">
          <a:xfrm>
            <a:off x="2543175" y="1595438"/>
            <a:ext cx="4876800" cy="2590800"/>
            <a:chOff x="1584" y="624"/>
            <a:chExt cx="3072" cy="1632"/>
          </a:xfrm>
        </p:grpSpPr>
        <p:sp>
          <p:nvSpPr>
            <p:cNvPr id="18487" name="Line 16"/>
            <p:cNvSpPr>
              <a:spLocks noChangeShapeType="1"/>
            </p:cNvSpPr>
            <p:nvPr/>
          </p:nvSpPr>
          <p:spPr bwMode="auto">
            <a:xfrm>
              <a:off x="1584" y="1440"/>
              <a:ext cx="3072" cy="816"/>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8" name="Line 17"/>
            <p:cNvSpPr>
              <a:spLocks noChangeShapeType="1"/>
            </p:cNvSpPr>
            <p:nvPr/>
          </p:nvSpPr>
          <p:spPr bwMode="auto">
            <a:xfrm flipV="1">
              <a:off x="1584" y="624"/>
              <a:ext cx="3072" cy="816"/>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9" name="Line 18"/>
            <p:cNvSpPr>
              <a:spLocks noChangeShapeType="1"/>
            </p:cNvSpPr>
            <p:nvPr/>
          </p:nvSpPr>
          <p:spPr bwMode="auto">
            <a:xfrm rot="-803419">
              <a:off x="2185" y="1586"/>
              <a:ext cx="96" cy="48"/>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0" name="Line 19"/>
            <p:cNvSpPr>
              <a:spLocks noChangeShapeType="1"/>
            </p:cNvSpPr>
            <p:nvPr/>
          </p:nvSpPr>
          <p:spPr bwMode="auto">
            <a:xfrm flipV="1">
              <a:off x="2640" y="1104"/>
              <a:ext cx="192" cy="48"/>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484" name="Group 20"/>
          <p:cNvGrpSpPr>
            <a:grpSpLocks/>
          </p:cNvGrpSpPr>
          <p:nvPr/>
        </p:nvGrpSpPr>
        <p:grpSpPr bwMode="auto">
          <a:xfrm>
            <a:off x="3533775" y="1595438"/>
            <a:ext cx="3886200" cy="1981200"/>
            <a:chOff x="2112" y="960"/>
            <a:chExt cx="2448" cy="1248"/>
          </a:xfrm>
        </p:grpSpPr>
        <p:sp>
          <p:nvSpPr>
            <p:cNvPr id="18483" name="Line 21"/>
            <p:cNvSpPr>
              <a:spLocks noChangeShapeType="1"/>
            </p:cNvSpPr>
            <p:nvPr/>
          </p:nvSpPr>
          <p:spPr bwMode="auto">
            <a:xfrm flipV="1">
              <a:off x="3072" y="1872"/>
              <a:ext cx="1488" cy="336"/>
            </a:xfrm>
            <a:prstGeom prst="line">
              <a:avLst/>
            </a:prstGeom>
            <a:noFill/>
            <a:ln w="28575">
              <a:solidFill>
                <a:srgbClr val="FF66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4" name="Line 22"/>
            <p:cNvSpPr>
              <a:spLocks noChangeShapeType="1"/>
            </p:cNvSpPr>
            <p:nvPr/>
          </p:nvSpPr>
          <p:spPr bwMode="auto">
            <a:xfrm flipV="1">
              <a:off x="2112" y="960"/>
              <a:ext cx="2448" cy="1248"/>
            </a:xfrm>
            <a:prstGeom prst="line">
              <a:avLst/>
            </a:prstGeom>
            <a:noFill/>
            <a:ln w="28575">
              <a:solidFill>
                <a:srgbClr val="FF66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5" name="Freeform 23"/>
            <p:cNvSpPr>
              <a:spLocks/>
            </p:cNvSpPr>
            <p:nvPr/>
          </p:nvSpPr>
          <p:spPr bwMode="auto">
            <a:xfrm>
              <a:off x="3544" y="1392"/>
              <a:ext cx="152" cy="80"/>
            </a:xfrm>
            <a:custGeom>
              <a:avLst/>
              <a:gdLst>
                <a:gd name="T0" fmla="*/ 0 w 152"/>
                <a:gd name="T1" fmla="*/ 80 h 80"/>
                <a:gd name="T2" fmla="*/ 152 w 152"/>
                <a:gd name="T3" fmla="*/ 0 h 80"/>
                <a:gd name="T4" fmla="*/ 0 60000 65536"/>
                <a:gd name="T5" fmla="*/ 0 60000 65536"/>
              </a:gdLst>
              <a:ahLst/>
              <a:cxnLst>
                <a:cxn ang="T4">
                  <a:pos x="T0" y="T1"/>
                </a:cxn>
                <a:cxn ang="T5">
                  <a:pos x="T2" y="T3"/>
                </a:cxn>
              </a:cxnLst>
              <a:rect l="0" t="0" r="r" b="b"/>
              <a:pathLst>
                <a:path w="152" h="80">
                  <a:moveTo>
                    <a:pt x="0" y="80"/>
                  </a:moveTo>
                  <a:lnTo>
                    <a:pt x="152" y="0"/>
                  </a:lnTo>
                </a:path>
              </a:pathLst>
            </a:custGeom>
            <a:noFill/>
            <a:ln w="28575">
              <a:solidFill>
                <a:srgbClr val="FF6600"/>
              </a:solidFill>
              <a:round/>
              <a:headEnd type="non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6" name="Freeform 24"/>
            <p:cNvSpPr>
              <a:spLocks/>
            </p:cNvSpPr>
            <p:nvPr/>
          </p:nvSpPr>
          <p:spPr bwMode="auto">
            <a:xfrm>
              <a:off x="3924" y="1968"/>
              <a:ext cx="156" cy="44"/>
            </a:xfrm>
            <a:custGeom>
              <a:avLst/>
              <a:gdLst>
                <a:gd name="T0" fmla="*/ 0 w 156"/>
                <a:gd name="T1" fmla="*/ 44 h 44"/>
                <a:gd name="T2" fmla="*/ 156 w 156"/>
                <a:gd name="T3" fmla="*/ 0 h 44"/>
                <a:gd name="T4" fmla="*/ 0 60000 65536"/>
                <a:gd name="T5" fmla="*/ 0 60000 65536"/>
              </a:gdLst>
              <a:ahLst/>
              <a:cxnLst>
                <a:cxn ang="T4">
                  <a:pos x="T0" y="T1"/>
                </a:cxn>
                <a:cxn ang="T5">
                  <a:pos x="T2" y="T3"/>
                </a:cxn>
              </a:cxnLst>
              <a:rect l="0" t="0" r="r" b="b"/>
              <a:pathLst>
                <a:path w="156" h="44">
                  <a:moveTo>
                    <a:pt x="0" y="44"/>
                  </a:moveTo>
                  <a:lnTo>
                    <a:pt x="156" y="0"/>
                  </a:lnTo>
                </a:path>
              </a:pathLst>
            </a:custGeom>
            <a:noFill/>
            <a:ln w="28575">
              <a:solidFill>
                <a:srgbClr val="FF6600"/>
              </a:solidFill>
              <a:round/>
              <a:headEnd type="non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489" name="Group 25"/>
          <p:cNvGrpSpPr>
            <a:grpSpLocks/>
          </p:cNvGrpSpPr>
          <p:nvPr/>
        </p:nvGrpSpPr>
        <p:grpSpPr bwMode="auto">
          <a:xfrm>
            <a:off x="2085975" y="3576638"/>
            <a:ext cx="2971800" cy="914400"/>
            <a:chOff x="1296" y="2208"/>
            <a:chExt cx="1872" cy="576"/>
          </a:xfrm>
        </p:grpSpPr>
        <p:sp>
          <p:nvSpPr>
            <p:cNvPr id="18480" name="Line 26"/>
            <p:cNvSpPr>
              <a:spLocks noChangeShapeType="1"/>
            </p:cNvSpPr>
            <p:nvPr/>
          </p:nvSpPr>
          <p:spPr bwMode="auto">
            <a:xfrm flipH="1">
              <a:off x="1584" y="2208"/>
              <a:ext cx="624" cy="336"/>
            </a:xfrm>
            <a:prstGeom prst="line">
              <a:avLst/>
            </a:prstGeom>
            <a:noFill/>
            <a:ln w="28575">
              <a:solidFill>
                <a:srgbClr val="FF66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1" name="Line 27"/>
            <p:cNvSpPr>
              <a:spLocks noChangeShapeType="1"/>
            </p:cNvSpPr>
            <p:nvPr/>
          </p:nvSpPr>
          <p:spPr bwMode="auto">
            <a:xfrm flipV="1">
              <a:off x="1584" y="2208"/>
              <a:ext cx="1584" cy="336"/>
            </a:xfrm>
            <a:prstGeom prst="line">
              <a:avLst/>
            </a:prstGeom>
            <a:noFill/>
            <a:ln w="28575">
              <a:solidFill>
                <a:srgbClr val="FF66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482" name="Object 28"/>
            <p:cNvGraphicFramePr>
              <a:graphicFrameLocks noChangeAspect="1"/>
            </p:cNvGraphicFramePr>
            <p:nvPr/>
          </p:nvGraphicFramePr>
          <p:xfrm>
            <a:off x="1296" y="2352"/>
            <a:ext cx="288" cy="432"/>
          </p:xfrm>
          <a:graphic>
            <a:graphicData uri="http://schemas.openxmlformats.org/presentationml/2006/ole">
              <mc:AlternateContent xmlns:mc="http://schemas.openxmlformats.org/markup-compatibility/2006">
                <mc:Choice xmlns:v="urn:schemas-microsoft-com:vml" Requires="v">
                  <p:oleObj spid="_x0000_s18495" name="Equation" r:id="rId7" imgW="152268" imgH="215713" progId="Equation.3">
                    <p:embed/>
                  </p:oleObj>
                </mc:Choice>
                <mc:Fallback>
                  <p:oleObj name="Equation" r:id="rId7" imgW="152268" imgH="215713" progId="Equation.3">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6" y="2352"/>
                          <a:ext cx="288"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2493" name="Group 29"/>
          <p:cNvGrpSpPr>
            <a:grpSpLocks/>
          </p:cNvGrpSpPr>
          <p:nvPr/>
        </p:nvGrpSpPr>
        <p:grpSpPr bwMode="auto">
          <a:xfrm>
            <a:off x="2543175" y="2890838"/>
            <a:ext cx="2514600" cy="685800"/>
            <a:chOff x="1584" y="1680"/>
            <a:chExt cx="1584" cy="432"/>
          </a:xfrm>
        </p:grpSpPr>
        <p:sp>
          <p:nvSpPr>
            <p:cNvPr id="18476" name="Line 30"/>
            <p:cNvSpPr>
              <a:spLocks noChangeShapeType="1"/>
            </p:cNvSpPr>
            <p:nvPr/>
          </p:nvSpPr>
          <p:spPr bwMode="auto">
            <a:xfrm>
              <a:off x="1584" y="1680"/>
              <a:ext cx="624" cy="432"/>
            </a:xfrm>
            <a:prstGeom prst="line">
              <a:avLst/>
            </a:prstGeom>
            <a:noFill/>
            <a:ln w="28575">
              <a:solidFill>
                <a:srgbClr val="FF66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7" name="Line 31"/>
            <p:cNvSpPr>
              <a:spLocks noChangeShapeType="1"/>
            </p:cNvSpPr>
            <p:nvPr/>
          </p:nvSpPr>
          <p:spPr bwMode="auto">
            <a:xfrm>
              <a:off x="1584" y="1680"/>
              <a:ext cx="1584" cy="432"/>
            </a:xfrm>
            <a:prstGeom prst="line">
              <a:avLst/>
            </a:prstGeom>
            <a:noFill/>
            <a:ln w="28575">
              <a:solidFill>
                <a:srgbClr val="FF66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8" name="Line 32"/>
            <p:cNvSpPr>
              <a:spLocks noChangeShapeType="1"/>
            </p:cNvSpPr>
            <p:nvPr/>
          </p:nvSpPr>
          <p:spPr bwMode="auto">
            <a:xfrm>
              <a:off x="2304" y="1872"/>
              <a:ext cx="192" cy="48"/>
            </a:xfrm>
            <a:prstGeom prst="line">
              <a:avLst/>
            </a:prstGeom>
            <a:noFill/>
            <a:ln w="28575">
              <a:solidFill>
                <a:srgbClr val="FF66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9" name="Line 33"/>
            <p:cNvSpPr>
              <a:spLocks noChangeShapeType="1"/>
            </p:cNvSpPr>
            <p:nvPr/>
          </p:nvSpPr>
          <p:spPr bwMode="auto">
            <a:xfrm>
              <a:off x="1872" y="1872"/>
              <a:ext cx="144" cy="96"/>
            </a:xfrm>
            <a:prstGeom prst="line">
              <a:avLst/>
            </a:prstGeom>
            <a:noFill/>
            <a:ln w="28575">
              <a:solidFill>
                <a:srgbClr val="FF66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62498" name="Group 34"/>
          <p:cNvGrpSpPr>
            <a:grpSpLocks/>
          </p:cNvGrpSpPr>
          <p:nvPr/>
        </p:nvGrpSpPr>
        <p:grpSpPr bwMode="auto">
          <a:xfrm>
            <a:off x="1552575" y="2890838"/>
            <a:ext cx="990600" cy="1219200"/>
            <a:chOff x="960" y="1776"/>
            <a:chExt cx="624" cy="768"/>
          </a:xfrm>
        </p:grpSpPr>
        <p:sp>
          <p:nvSpPr>
            <p:cNvPr id="18472" name="Line 35"/>
            <p:cNvSpPr>
              <a:spLocks noChangeShapeType="1"/>
            </p:cNvSpPr>
            <p:nvPr/>
          </p:nvSpPr>
          <p:spPr bwMode="auto">
            <a:xfrm flipH="1">
              <a:off x="1056" y="1776"/>
              <a:ext cx="528" cy="0"/>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73" name="Line 36"/>
            <p:cNvSpPr>
              <a:spLocks noChangeShapeType="1"/>
            </p:cNvSpPr>
            <p:nvPr/>
          </p:nvSpPr>
          <p:spPr bwMode="auto">
            <a:xfrm flipH="1">
              <a:off x="1056" y="2544"/>
              <a:ext cx="528" cy="0"/>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74" name="Line 37"/>
            <p:cNvSpPr>
              <a:spLocks noChangeShapeType="1"/>
            </p:cNvSpPr>
            <p:nvPr/>
          </p:nvSpPr>
          <p:spPr bwMode="auto">
            <a:xfrm>
              <a:off x="1200" y="1776"/>
              <a:ext cx="0" cy="768"/>
            </a:xfrm>
            <a:prstGeom prst="line">
              <a:avLst/>
            </a:prstGeom>
            <a:noFill/>
            <a:ln w="28575">
              <a:solidFill>
                <a:srgbClr val="FF33CC"/>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18475" name="Object 38"/>
            <p:cNvGraphicFramePr>
              <a:graphicFrameLocks noChangeAspect="1"/>
            </p:cNvGraphicFramePr>
            <p:nvPr/>
          </p:nvGraphicFramePr>
          <p:xfrm>
            <a:off x="960" y="2064"/>
            <a:ext cx="216" cy="288"/>
          </p:xfrm>
          <a:graphic>
            <a:graphicData uri="http://schemas.openxmlformats.org/presentationml/2006/ole">
              <mc:AlternateContent xmlns:mc="http://schemas.openxmlformats.org/markup-compatibility/2006">
                <mc:Choice xmlns:v="urn:schemas-microsoft-com:vml" Requires="v">
                  <p:oleObj spid="_x0000_s18496" name="Equation" r:id="rId9" imgW="190417" imgH="253890" progId="Equation.3">
                    <p:embed/>
                  </p:oleObj>
                </mc:Choice>
                <mc:Fallback>
                  <p:oleObj name="Equation" r:id="rId9" imgW="190417" imgH="253890" progId="Equation.3">
                    <p:embed/>
                    <p:pic>
                      <p:nvPicPr>
                        <p:cNvPr id="0" name="Object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0" y="2064"/>
                          <a:ext cx="2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2503" name="Group 39"/>
          <p:cNvGrpSpPr>
            <a:grpSpLocks/>
          </p:cNvGrpSpPr>
          <p:nvPr/>
        </p:nvGrpSpPr>
        <p:grpSpPr bwMode="auto">
          <a:xfrm>
            <a:off x="2543175" y="3348038"/>
            <a:ext cx="4876800" cy="1219200"/>
            <a:chOff x="1488" y="2064"/>
            <a:chExt cx="3072" cy="768"/>
          </a:xfrm>
        </p:grpSpPr>
        <p:sp>
          <p:nvSpPr>
            <p:cNvPr id="18468" name="Line 40"/>
            <p:cNvSpPr>
              <a:spLocks noChangeShapeType="1"/>
            </p:cNvSpPr>
            <p:nvPr/>
          </p:nvSpPr>
          <p:spPr bwMode="auto">
            <a:xfrm>
              <a:off x="1488" y="2064"/>
              <a:ext cx="0" cy="720"/>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469" name="Object 41"/>
            <p:cNvGraphicFramePr>
              <a:graphicFrameLocks noChangeAspect="1"/>
            </p:cNvGraphicFramePr>
            <p:nvPr/>
          </p:nvGraphicFramePr>
          <p:xfrm>
            <a:off x="2688" y="2496"/>
            <a:ext cx="313" cy="336"/>
          </p:xfrm>
          <a:graphic>
            <a:graphicData uri="http://schemas.openxmlformats.org/presentationml/2006/ole">
              <mc:AlternateContent xmlns:mc="http://schemas.openxmlformats.org/markup-compatibility/2006">
                <mc:Choice xmlns:v="urn:schemas-microsoft-com:vml" Requires="v">
                  <p:oleObj spid="_x0000_s18497" name="Equation" r:id="rId11" imgW="164814" imgH="177492" progId="Equation.3">
                    <p:embed/>
                  </p:oleObj>
                </mc:Choice>
                <mc:Fallback>
                  <p:oleObj name="Equation" r:id="rId11" imgW="164814" imgH="177492" progId="Equation.3">
                    <p:embed/>
                    <p:pic>
                      <p:nvPicPr>
                        <p:cNvPr id="0" name="Object 4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88" y="2496"/>
                          <a:ext cx="313"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70" name="Line 42"/>
            <p:cNvSpPr>
              <a:spLocks noChangeShapeType="1"/>
            </p:cNvSpPr>
            <p:nvPr/>
          </p:nvSpPr>
          <p:spPr bwMode="auto">
            <a:xfrm>
              <a:off x="3072" y="2688"/>
              <a:ext cx="1488" cy="0"/>
            </a:xfrm>
            <a:prstGeom prst="line">
              <a:avLst/>
            </a:prstGeom>
            <a:noFill/>
            <a:ln w="19050">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71" name="Line 43"/>
            <p:cNvSpPr>
              <a:spLocks noChangeShapeType="1"/>
            </p:cNvSpPr>
            <p:nvPr/>
          </p:nvSpPr>
          <p:spPr bwMode="auto">
            <a:xfrm flipH="1" flipV="1">
              <a:off x="1488" y="2688"/>
              <a:ext cx="1056" cy="0"/>
            </a:xfrm>
            <a:prstGeom prst="line">
              <a:avLst/>
            </a:prstGeom>
            <a:noFill/>
            <a:ln w="19050">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508" name="Group 44"/>
          <p:cNvGrpSpPr>
            <a:grpSpLocks/>
          </p:cNvGrpSpPr>
          <p:nvPr/>
        </p:nvGrpSpPr>
        <p:grpSpPr bwMode="auto">
          <a:xfrm>
            <a:off x="2543175" y="1366838"/>
            <a:ext cx="5715000" cy="2667000"/>
            <a:chOff x="1488" y="816"/>
            <a:chExt cx="3600" cy="1680"/>
          </a:xfrm>
        </p:grpSpPr>
        <p:grpSp>
          <p:nvGrpSpPr>
            <p:cNvPr id="18453" name="Group 45"/>
            <p:cNvGrpSpPr>
              <a:grpSpLocks/>
            </p:cNvGrpSpPr>
            <p:nvPr/>
          </p:nvGrpSpPr>
          <p:grpSpPr bwMode="auto">
            <a:xfrm>
              <a:off x="1488" y="816"/>
              <a:ext cx="3600" cy="1680"/>
              <a:chOff x="1488" y="816"/>
              <a:chExt cx="3600" cy="1680"/>
            </a:xfrm>
          </p:grpSpPr>
          <p:sp>
            <p:nvSpPr>
              <p:cNvPr id="18455" name="Rectangle 46" descr="深色下对角线"/>
              <p:cNvSpPr>
                <a:spLocks noChangeArrowheads="1"/>
              </p:cNvSpPr>
              <p:nvPr/>
            </p:nvSpPr>
            <p:spPr bwMode="auto">
              <a:xfrm>
                <a:off x="3072" y="864"/>
                <a:ext cx="48" cy="1632"/>
              </a:xfrm>
              <a:prstGeom prst="rect">
                <a:avLst/>
              </a:prstGeom>
              <a:pattFill prst="dkDnDiag">
                <a:fgClr>
                  <a:schemeClr val="tx2"/>
                </a:fgClr>
                <a:bgClr>
                  <a:schemeClr val="accent2"/>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aphicFrame>
            <p:nvGraphicFramePr>
              <p:cNvPr id="18456" name="Object 47" descr="深色下对角线"/>
              <p:cNvGraphicFramePr>
                <a:graphicFrameLocks noChangeAspect="1"/>
              </p:cNvGraphicFramePr>
              <p:nvPr/>
            </p:nvGraphicFramePr>
            <p:xfrm>
              <a:off x="3112" y="816"/>
              <a:ext cx="223" cy="240"/>
            </p:xfrm>
            <a:graphic>
              <a:graphicData uri="http://schemas.openxmlformats.org/presentationml/2006/ole">
                <mc:AlternateContent xmlns:mc="http://schemas.openxmlformats.org/markup-compatibility/2006">
                  <mc:Choice xmlns:v="urn:schemas-microsoft-com:vml" Requires="v">
                    <p:oleObj spid="_x0000_s18498" name="Equation" r:id="rId13" imgW="152268" imgH="164957" progId="Equation.3">
                      <p:embed/>
                    </p:oleObj>
                  </mc:Choice>
                  <mc:Fallback>
                    <p:oleObj name="Equation" r:id="rId13" imgW="152268" imgH="164957" progId="Equation.3">
                      <p:embed/>
                      <p:pic>
                        <p:nvPicPr>
                          <p:cNvPr id="0" name="Object 47" descr="深色下对角线"/>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12" y="816"/>
                            <a:ext cx="223" cy="240"/>
                          </a:xfrm>
                          <a:prstGeom prst="rect">
                            <a:avLst/>
                          </a:prstGeom>
                          <a:noFill/>
                          <a:ln>
                            <a:noFill/>
                          </a:ln>
                          <a:effectLst/>
                          <a:extLst>
                            <a:ext uri="{909E8E84-426E-40DD-AFC4-6F175D3DCCD1}">
                              <a14:hiddenFill xmlns:a14="http://schemas.microsoft.com/office/drawing/2010/main">
                                <a:pattFill prst="dkDnDiag">
                                  <a:fgClr>
                                    <a:srgbClr val="0000FF"/>
                                  </a:fgClr>
                                  <a:bgClr>
                                    <a:srgbClr val="00CC00"/>
                                  </a:bgClr>
                                </a:patt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457" name="Group 48"/>
              <p:cNvGrpSpPr>
                <a:grpSpLocks/>
              </p:cNvGrpSpPr>
              <p:nvPr/>
            </p:nvGrpSpPr>
            <p:grpSpPr bwMode="auto">
              <a:xfrm>
                <a:off x="1488" y="1152"/>
                <a:ext cx="3600" cy="1056"/>
                <a:chOff x="1584" y="1200"/>
                <a:chExt cx="3600" cy="1056"/>
              </a:xfrm>
            </p:grpSpPr>
            <p:sp>
              <p:nvSpPr>
                <p:cNvPr id="18458" name="Line 49"/>
                <p:cNvSpPr>
                  <a:spLocks noChangeShapeType="1"/>
                </p:cNvSpPr>
                <p:nvPr/>
              </p:nvSpPr>
              <p:spPr bwMode="auto">
                <a:xfrm flipH="1">
                  <a:off x="1584" y="2256"/>
                  <a:ext cx="3600" cy="0"/>
                </a:xfrm>
                <a:prstGeom prst="line">
                  <a:avLst/>
                </a:prstGeom>
                <a:noFill/>
                <a:ln w="19050">
                  <a:solidFill>
                    <a:srgbClr val="000000"/>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8459" name="Group 50"/>
                <p:cNvGrpSpPr>
                  <a:grpSpLocks/>
                </p:cNvGrpSpPr>
                <p:nvPr/>
              </p:nvGrpSpPr>
              <p:grpSpPr bwMode="auto">
                <a:xfrm>
                  <a:off x="3216" y="1200"/>
                  <a:ext cx="288" cy="1056"/>
                  <a:chOff x="3216" y="1152"/>
                  <a:chExt cx="288" cy="1056"/>
                </a:xfrm>
              </p:grpSpPr>
              <p:grpSp>
                <p:nvGrpSpPr>
                  <p:cNvPr id="18460" name="Group 51"/>
                  <p:cNvGrpSpPr>
                    <a:grpSpLocks/>
                  </p:cNvGrpSpPr>
                  <p:nvPr/>
                </p:nvGrpSpPr>
                <p:grpSpPr bwMode="auto">
                  <a:xfrm>
                    <a:off x="3216" y="1680"/>
                    <a:ext cx="288" cy="528"/>
                    <a:chOff x="4512" y="3264"/>
                    <a:chExt cx="384" cy="480"/>
                  </a:xfrm>
                </p:grpSpPr>
                <p:grpSp>
                  <p:nvGrpSpPr>
                    <p:cNvPr id="18462" name="Group 52"/>
                    <p:cNvGrpSpPr>
                      <a:grpSpLocks/>
                    </p:cNvGrpSpPr>
                    <p:nvPr/>
                  </p:nvGrpSpPr>
                  <p:grpSpPr bwMode="auto">
                    <a:xfrm>
                      <a:off x="4512" y="3360"/>
                      <a:ext cx="384" cy="384"/>
                      <a:chOff x="4512" y="3360"/>
                      <a:chExt cx="384" cy="384"/>
                    </a:xfrm>
                  </p:grpSpPr>
                  <p:sp>
                    <p:nvSpPr>
                      <p:cNvPr id="18464" name="Rectangle 53"/>
                      <p:cNvSpPr>
                        <a:spLocks noChangeArrowheads="1"/>
                      </p:cNvSpPr>
                      <p:nvPr/>
                    </p:nvSpPr>
                    <p:spPr bwMode="auto">
                      <a:xfrm>
                        <a:off x="4512" y="3648"/>
                        <a:ext cx="384" cy="96"/>
                      </a:xfrm>
                      <a:prstGeom prst="rect">
                        <a:avLst/>
                      </a:prstGeom>
                      <a:gradFill rotWithShape="0">
                        <a:gsLst>
                          <a:gs pos="0">
                            <a:srgbClr val="000000"/>
                          </a:gs>
                          <a:gs pos="50000">
                            <a:srgbClr val="FFFF5D"/>
                          </a:gs>
                          <a:gs pos="100000">
                            <a:srgbClr val="0000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8465" name="Rectangle 54"/>
                      <p:cNvSpPr>
                        <a:spLocks noChangeArrowheads="1"/>
                      </p:cNvSpPr>
                      <p:nvPr/>
                    </p:nvSpPr>
                    <p:spPr bwMode="auto">
                      <a:xfrm>
                        <a:off x="4512" y="3552"/>
                        <a:ext cx="384" cy="96"/>
                      </a:xfrm>
                      <a:prstGeom prst="rect">
                        <a:avLst/>
                      </a:prstGeom>
                      <a:gradFill rotWithShape="0">
                        <a:gsLst>
                          <a:gs pos="0">
                            <a:srgbClr val="000000"/>
                          </a:gs>
                          <a:gs pos="50000">
                            <a:srgbClr val="FFFF5D"/>
                          </a:gs>
                          <a:gs pos="100000">
                            <a:srgbClr val="0000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8466" name="Rectangle 55"/>
                      <p:cNvSpPr>
                        <a:spLocks noChangeArrowheads="1"/>
                      </p:cNvSpPr>
                      <p:nvPr/>
                    </p:nvSpPr>
                    <p:spPr bwMode="auto">
                      <a:xfrm>
                        <a:off x="4512" y="3456"/>
                        <a:ext cx="384" cy="96"/>
                      </a:xfrm>
                      <a:prstGeom prst="rect">
                        <a:avLst/>
                      </a:prstGeom>
                      <a:gradFill rotWithShape="0">
                        <a:gsLst>
                          <a:gs pos="0">
                            <a:srgbClr val="000000"/>
                          </a:gs>
                          <a:gs pos="50000">
                            <a:srgbClr val="FFFF5D"/>
                          </a:gs>
                          <a:gs pos="100000">
                            <a:srgbClr val="0000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18467" name="Rectangle 56"/>
                      <p:cNvSpPr>
                        <a:spLocks noChangeArrowheads="1"/>
                      </p:cNvSpPr>
                      <p:nvPr/>
                    </p:nvSpPr>
                    <p:spPr bwMode="auto">
                      <a:xfrm>
                        <a:off x="4512" y="3360"/>
                        <a:ext cx="384" cy="96"/>
                      </a:xfrm>
                      <a:prstGeom prst="rect">
                        <a:avLst/>
                      </a:prstGeom>
                      <a:gradFill rotWithShape="0">
                        <a:gsLst>
                          <a:gs pos="0">
                            <a:srgbClr val="000000"/>
                          </a:gs>
                          <a:gs pos="50000">
                            <a:srgbClr val="FFFF5D"/>
                          </a:gs>
                          <a:gs pos="100000">
                            <a:srgbClr val="0000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pSp>
                <p:sp>
                  <p:nvSpPr>
                    <p:cNvPr id="18463" name="Rectangle 57"/>
                    <p:cNvSpPr>
                      <a:spLocks noChangeArrowheads="1"/>
                    </p:cNvSpPr>
                    <p:nvPr/>
                  </p:nvSpPr>
                  <p:spPr bwMode="auto">
                    <a:xfrm>
                      <a:off x="4512" y="3264"/>
                      <a:ext cx="384" cy="96"/>
                    </a:xfrm>
                    <a:prstGeom prst="rect">
                      <a:avLst/>
                    </a:prstGeom>
                    <a:gradFill rotWithShape="0">
                      <a:gsLst>
                        <a:gs pos="0">
                          <a:srgbClr val="000000"/>
                        </a:gs>
                        <a:gs pos="50000">
                          <a:srgbClr val="FFFF5D"/>
                        </a:gs>
                        <a:gs pos="100000">
                          <a:srgbClr val="0000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pSp>
              <p:sp>
                <p:nvSpPr>
                  <p:cNvPr id="18461" name="Rectangle 58"/>
                  <p:cNvSpPr>
                    <a:spLocks noChangeArrowheads="1"/>
                  </p:cNvSpPr>
                  <p:nvPr/>
                </p:nvSpPr>
                <p:spPr bwMode="auto">
                  <a:xfrm>
                    <a:off x="3216" y="1152"/>
                    <a:ext cx="288" cy="528"/>
                  </a:xfrm>
                  <a:prstGeom prst="rect">
                    <a:avLst/>
                  </a:prstGeom>
                  <a:gradFill rotWithShape="0">
                    <a:gsLst>
                      <a:gs pos="0">
                        <a:srgbClr val="FFFF5D"/>
                      </a:gs>
                      <a:gs pos="100000">
                        <a:srgbClr val="0000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pSp>
          </p:grpSp>
        </p:grpSp>
        <p:sp>
          <p:nvSpPr>
            <p:cNvPr id="18454" name="Text Box 59"/>
            <p:cNvSpPr txBox="1">
              <a:spLocks noChangeArrowheads="1"/>
            </p:cNvSpPr>
            <p:nvPr/>
          </p:nvSpPr>
          <p:spPr bwMode="auto">
            <a:xfrm>
              <a:off x="3072" y="2169"/>
              <a:ext cx="3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en-US" altLang="zh-CN" sz="2800" i="1">
                  <a:solidFill>
                    <a:srgbClr val="CC0000"/>
                  </a:solidFill>
                </a:rPr>
                <a:t>L</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62479"/>
                                        </p:tgtEl>
                                        <p:attrNameLst>
                                          <p:attrName>style.visibility</p:attrName>
                                        </p:attrNameLst>
                                      </p:cBhvr>
                                      <p:to>
                                        <p:strVal val="visible"/>
                                      </p:to>
                                    </p:set>
                                    <p:animEffect transition="in" filter="strips(upRight)">
                                      <p:cBhvr>
                                        <p:cTn id="7" dur="500"/>
                                        <p:tgtEl>
                                          <p:spTgt spid="624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62493"/>
                                        </p:tgtEl>
                                        <p:attrNameLst>
                                          <p:attrName>style.visibility</p:attrName>
                                        </p:attrNameLst>
                                      </p:cBhvr>
                                      <p:to>
                                        <p:strVal val="visible"/>
                                      </p:to>
                                    </p:set>
                                    <p:animEffect transition="in" filter="strips(downRight)">
                                      <p:cBhvr>
                                        <p:cTn id="12" dur="500"/>
                                        <p:tgtEl>
                                          <p:spTgt spid="624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nodeType="clickEffect">
                                  <p:stCondLst>
                                    <p:cond delay="0"/>
                                  </p:stCondLst>
                                  <p:childTnLst>
                                    <p:set>
                                      <p:cBhvr>
                                        <p:cTn id="16" dur="1" fill="hold">
                                          <p:stCondLst>
                                            <p:cond delay="0"/>
                                          </p:stCondLst>
                                        </p:cTn>
                                        <p:tgtEl>
                                          <p:spTgt spid="62484"/>
                                        </p:tgtEl>
                                        <p:attrNameLst>
                                          <p:attrName>style.visibility</p:attrName>
                                        </p:attrNameLst>
                                      </p:cBhvr>
                                      <p:to>
                                        <p:strVal val="visible"/>
                                      </p:to>
                                    </p:set>
                                    <p:animEffect transition="in" filter="strips(upRight)">
                                      <p:cBhvr>
                                        <p:cTn id="17" dur="500"/>
                                        <p:tgtEl>
                                          <p:spTgt spid="624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62478"/>
                                        </p:tgtEl>
                                        <p:attrNameLst>
                                          <p:attrName>style.visibility</p:attrName>
                                        </p:attrNameLst>
                                      </p:cBhvr>
                                      <p:to>
                                        <p:strVal val="visible"/>
                                      </p:to>
                                    </p:set>
                                    <p:animEffect transition="in" filter="strips(upRight)">
                                      <p:cBhvr>
                                        <p:cTn id="22" dur="500"/>
                                        <p:tgtEl>
                                          <p:spTgt spid="624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12" fill="hold" nodeType="clickEffect">
                                  <p:stCondLst>
                                    <p:cond delay="0"/>
                                  </p:stCondLst>
                                  <p:childTnLst>
                                    <p:set>
                                      <p:cBhvr>
                                        <p:cTn id="26" dur="1" fill="hold">
                                          <p:stCondLst>
                                            <p:cond delay="0"/>
                                          </p:stCondLst>
                                        </p:cTn>
                                        <p:tgtEl>
                                          <p:spTgt spid="62489"/>
                                        </p:tgtEl>
                                        <p:attrNameLst>
                                          <p:attrName>style.visibility</p:attrName>
                                        </p:attrNameLst>
                                      </p:cBhvr>
                                      <p:to>
                                        <p:strVal val="visible"/>
                                      </p:to>
                                    </p:set>
                                    <p:animEffect transition="in" filter="strips(downLeft)">
                                      <p:cBhvr>
                                        <p:cTn id="27" dur="500"/>
                                        <p:tgtEl>
                                          <p:spTgt spid="6248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62498"/>
                                        </p:tgtEl>
                                        <p:attrNameLst>
                                          <p:attrName>style.visibility</p:attrName>
                                        </p:attrNameLst>
                                      </p:cBhvr>
                                      <p:to>
                                        <p:strVal val="visible"/>
                                      </p:to>
                                    </p:set>
                                    <p:animEffect transition="in" filter="barn(outHorizontal)">
                                      <p:cBhvr>
                                        <p:cTn id="32" dur="500"/>
                                        <p:tgtEl>
                                          <p:spTgt spid="624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37" fill="hold" nodeType="clickEffect">
                                  <p:stCondLst>
                                    <p:cond delay="0"/>
                                  </p:stCondLst>
                                  <p:childTnLst>
                                    <p:set>
                                      <p:cBhvr>
                                        <p:cTn id="36" dur="1" fill="hold">
                                          <p:stCondLst>
                                            <p:cond delay="0"/>
                                          </p:stCondLst>
                                        </p:cTn>
                                        <p:tgtEl>
                                          <p:spTgt spid="62503"/>
                                        </p:tgtEl>
                                        <p:attrNameLst>
                                          <p:attrName>style.visibility</p:attrName>
                                        </p:attrNameLst>
                                      </p:cBhvr>
                                      <p:to>
                                        <p:strVal val="visible"/>
                                      </p:to>
                                    </p:set>
                                    <p:animEffect transition="in" filter="barn(outVertical)">
                                      <p:cBhvr>
                                        <p:cTn id="37" dur="500"/>
                                        <p:tgtEl>
                                          <p:spTgt spid="625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272" fill="hold" nodeType="clickEffect">
                                  <p:stCondLst>
                                    <p:cond delay="0"/>
                                  </p:stCondLst>
                                  <p:childTnLst>
                                    <p:set>
                                      <p:cBhvr>
                                        <p:cTn id="41" dur="1" fill="hold">
                                          <p:stCondLst>
                                            <p:cond delay="0"/>
                                          </p:stCondLst>
                                        </p:cTn>
                                        <p:tgtEl>
                                          <p:spTgt spid="62508"/>
                                        </p:tgtEl>
                                        <p:attrNameLst>
                                          <p:attrName>style.visibility</p:attrName>
                                        </p:attrNameLst>
                                      </p:cBhvr>
                                      <p:to>
                                        <p:strVal val="visible"/>
                                      </p:to>
                                    </p:set>
                                    <p:anim calcmode="lin" valueType="num">
                                      <p:cBhvr>
                                        <p:cTn id="42" dur="500" fill="hold"/>
                                        <p:tgtEl>
                                          <p:spTgt spid="62508"/>
                                        </p:tgtEl>
                                        <p:attrNameLst>
                                          <p:attrName>ppt_w</p:attrName>
                                        </p:attrNameLst>
                                      </p:cBhvr>
                                      <p:tavLst>
                                        <p:tav tm="0">
                                          <p:val>
                                            <p:strVal val="2/3*#ppt_w"/>
                                          </p:val>
                                        </p:tav>
                                        <p:tav tm="100000">
                                          <p:val>
                                            <p:strVal val="#ppt_w"/>
                                          </p:val>
                                        </p:tav>
                                      </p:tavLst>
                                    </p:anim>
                                    <p:anim calcmode="lin" valueType="num">
                                      <p:cBhvr>
                                        <p:cTn id="43" dur="500" fill="hold"/>
                                        <p:tgtEl>
                                          <p:spTgt spid="62508"/>
                                        </p:tgtEl>
                                        <p:attrNameLst>
                                          <p:attrName>ppt_h</p:attrName>
                                        </p:attrNameLst>
                                      </p:cBhvr>
                                      <p:tavLst>
                                        <p:tav tm="0">
                                          <p:val>
                                            <p:strVal val="2/3*#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62525"/>
                                        </p:tgtEl>
                                        <p:attrNameLst>
                                          <p:attrName>style.visibility</p:attrName>
                                        </p:attrNameLst>
                                      </p:cBhvr>
                                      <p:to>
                                        <p:strVal val="visible"/>
                                      </p:to>
                                    </p:set>
                                    <p:animEffect transition="in" filter="wipe(left)">
                                      <p:cBhvr>
                                        <p:cTn id="48" dur="500"/>
                                        <p:tgtEl>
                                          <p:spTgt spid="62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78E7EEF5-8194-4AF4-B3F5-004A6A4AC833}" type="slidenum">
              <a:rPr kumimoji="0" lang="zh-CN" altLang="en-US" sz="1400" smtClean="0">
                <a:solidFill>
                  <a:schemeClr val="bg2"/>
                </a:solidFill>
              </a:rPr>
              <a:pPr>
                <a:spcBef>
                  <a:spcPct val="50000"/>
                </a:spcBef>
                <a:buClrTx/>
                <a:buFontTx/>
                <a:buNone/>
              </a:pPr>
              <a:t>17</a:t>
            </a:fld>
            <a:endParaRPr kumimoji="0" lang="en-US" altLang="zh-CN" sz="1400" smtClean="0">
              <a:solidFill>
                <a:schemeClr val="bg2"/>
              </a:solidFill>
            </a:endParaRPr>
          </a:p>
        </p:txBody>
      </p:sp>
      <p:grpSp>
        <p:nvGrpSpPr>
          <p:cNvPr id="70690" name="Group 34"/>
          <p:cNvGrpSpPr>
            <a:grpSpLocks/>
          </p:cNvGrpSpPr>
          <p:nvPr/>
        </p:nvGrpSpPr>
        <p:grpSpPr bwMode="auto">
          <a:xfrm>
            <a:off x="611188" y="3833813"/>
            <a:ext cx="8010525" cy="2386012"/>
            <a:chOff x="385" y="2443"/>
            <a:chExt cx="5046" cy="1503"/>
          </a:xfrm>
        </p:grpSpPr>
        <p:sp>
          <p:nvSpPr>
            <p:cNvPr id="22538" name="Text Box 24"/>
            <p:cNvSpPr txBox="1">
              <a:spLocks noChangeArrowheads="1"/>
            </p:cNvSpPr>
            <p:nvPr/>
          </p:nvSpPr>
          <p:spPr bwMode="auto">
            <a:xfrm>
              <a:off x="385" y="2471"/>
              <a:ext cx="5046" cy="1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40000"/>
                </a:lnSpc>
                <a:spcBef>
                  <a:spcPct val="50000"/>
                </a:spcBef>
                <a:buClrTx/>
                <a:buFontTx/>
                <a:buNone/>
              </a:pPr>
              <a:r>
                <a:rPr kumimoji="0" lang="zh-CN" altLang="en-US" sz="2800"/>
                <a:t>    设频率为    的单色光在真空中的波长为           </a:t>
              </a:r>
              <a:r>
                <a:rPr kumimoji="0" lang="en-US" altLang="zh-CN" sz="2800"/>
                <a:t>，</a:t>
              </a:r>
              <a:r>
                <a:rPr kumimoji="0" lang="zh-CN" altLang="en-US" sz="2800"/>
                <a:t>传播速度为</a:t>
              </a:r>
              <a:r>
                <a:rPr kumimoji="0" lang="en-US" altLang="zh-CN" sz="2800" i="1"/>
                <a:t>c </a:t>
              </a:r>
              <a:r>
                <a:rPr kumimoji="0" lang="en-US" altLang="zh-CN" sz="2800"/>
                <a:t>,</a:t>
              </a:r>
              <a:r>
                <a:rPr kumimoji="0" lang="zh-CN" altLang="en-US" sz="2800"/>
                <a:t>它在折射率为 </a:t>
              </a:r>
              <a:r>
                <a:rPr kumimoji="0" lang="en-US" altLang="zh-CN" sz="2800" i="1"/>
                <a:t>n</a:t>
              </a:r>
              <a:r>
                <a:rPr kumimoji="0" lang="en-US" altLang="zh-CN" sz="2800"/>
                <a:t> </a:t>
              </a:r>
              <a:r>
                <a:rPr kumimoji="0" lang="zh-CN" altLang="en-US" sz="2800"/>
                <a:t>的介质中传播时波</a:t>
              </a:r>
            </a:p>
            <a:p>
              <a:pPr>
                <a:lnSpc>
                  <a:spcPct val="140000"/>
                </a:lnSpc>
                <a:spcBef>
                  <a:spcPct val="50000"/>
                </a:spcBef>
                <a:buClrTx/>
                <a:buFontTx/>
                <a:buNone/>
              </a:pPr>
              <a:r>
                <a:rPr kumimoji="0" lang="zh-CN" altLang="en-US" sz="2800"/>
                <a:t>速变为：</a:t>
              </a:r>
              <a:endParaRPr kumimoji="0" lang="en-US" altLang="zh-CN" sz="2800" i="1"/>
            </a:p>
          </p:txBody>
        </p:sp>
        <p:graphicFrame>
          <p:nvGraphicFramePr>
            <p:cNvPr id="22539" name="Object 28"/>
            <p:cNvGraphicFramePr>
              <a:graphicFrameLocks noChangeAspect="1"/>
            </p:cNvGraphicFramePr>
            <p:nvPr/>
          </p:nvGraphicFramePr>
          <p:xfrm>
            <a:off x="4468" y="2443"/>
            <a:ext cx="514" cy="548"/>
          </p:xfrm>
          <a:graphic>
            <a:graphicData uri="http://schemas.openxmlformats.org/presentationml/2006/ole">
              <mc:AlternateContent xmlns:mc="http://schemas.openxmlformats.org/markup-compatibility/2006">
                <mc:Choice xmlns:v="urn:schemas-microsoft-com:vml" Requires="v">
                  <p:oleObj spid="_x0000_s22542" name="公式" r:id="rId3" imgW="380835" imgH="406224" progId="Equation.3">
                    <p:embed/>
                  </p:oleObj>
                </mc:Choice>
                <mc:Fallback>
                  <p:oleObj name="公式" r:id="rId3" imgW="380835" imgH="406224" progId="Equation.3">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8" y="2443"/>
                          <a:ext cx="514" cy="5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40" name="Object 29"/>
            <p:cNvGraphicFramePr>
              <a:graphicFrameLocks noChangeAspect="1"/>
            </p:cNvGraphicFramePr>
            <p:nvPr/>
          </p:nvGraphicFramePr>
          <p:xfrm>
            <a:off x="1548" y="2642"/>
            <a:ext cx="202" cy="223"/>
          </p:xfrm>
          <a:graphic>
            <a:graphicData uri="http://schemas.openxmlformats.org/presentationml/2006/ole">
              <mc:AlternateContent xmlns:mc="http://schemas.openxmlformats.org/markup-compatibility/2006">
                <mc:Choice xmlns:v="urn:schemas-microsoft-com:vml" Requires="v">
                  <p:oleObj spid="_x0000_s22543" name="公式" r:id="rId5" imgW="126835" imgH="139518" progId="Equation.3">
                    <p:embed/>
                  </p:oleObj>
                </mc:Choice>
                <mc:Fallback>
                  <p:oleObj name="公式" r:id="rId5" imgW="126835" imgH="139518" progId="Equation.3">
                    <p:embed/>
                    <p:pic>
                      <p:nvPicPr>
                        <p:cNvPr id="0"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8" y="2642"/>
                          <a:ext cx="202"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41" name="Object 30"/>
            <p:cNvGraphicFramePr>
              <a:graphicFrameLocks noChangeAspect="1"/>
            </p:cNvGraphicFramePr>
            <p:nvPr/>
          </p:nvGraphicFramePr>
          <p:xfrm>
            <a:off x="1349" y="3296"/>
            <a:ext cx="648" cy="650"/>
          </p:xfrm>
          <a:graphic>
            <a:graphicData uri="http://schemas.openxmlformats.org/presentationml/2006/ole">
              <mc:AlternateContent xmlns:mc="http://schemas.openxmlformats.org/markup-compatibility/2006">
                <mc:Choice xmlns:v="urn:schemas-microsoft-com:vml" Requires="v">
                  <p:oleObj spid="_x0000_s22544" name="公式" r:id="rId7" imgW="406048" imgH="406048" progId="Equation.3">
                    <p:embed/>
                  </p:oleObj>
                </mc:Choice>
                <mc:Fallback>
                  <p:oleObj name="公式" r:id="rId7" imgW="406048" imgH="406048" progId="Equation.3">
                    <p:embed/>
                    <p:pic>
                      <p:nvPicPr>
                        <p:cNvPr id="0" name="Object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49" y="3296"/>
                          <a:ext cx="648" cy="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2532" name="Text Box 2"/>
          <p:cNvSpPr txBox="1">
            <a:spLocks noChangeArrowheads="1"/>
          </p:cNvSpPr>
          <p:nvPr/>
        </p:nvSpPr>
        <p:spPr bwMode="auto">
          <a:xfrm>
            <a:off x="522288" y="1179513"/>
            <a:ext cx="567055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50000"/>
              </a:spcBef>
              <a:buClrTx/>
              <a:buFontTx/>
              <a:buNone/>
            </a:pPr>
            <a:r>
              <a:rPr kumimoji="0" lang="zh-CN" altLang="en-US" sz="2800">
                <a:solidFill>
                  <a:srgbClr val="0000FF"/>
                </a:solidFill>
              </a:rPr>
              <a:t>一 、光程   光程差</a:t>
            </a:r>
          </a:p>
        </p:txBody>
      </p:sp>
      <p:sp>
        <p:nvSpPr>
          <p:cNvPr id="22533" name="Text Box 21"/>
          <p:cNvSpPr txBox="1">
            <a:spLocks noChangeArrowheads="1"/>
          </p:cNvSpPr>
          <p:nvPr/>
        </p:nvSpPr>
        <p:spPr bwMode="auto">
          <a:xfrm>
            <a:off x="1939925" y="368300"/>
            <a:ext cx="5062538" cy="68262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lnSpc>
                <a:spcPct val="120000"/>
              </a:lnSpc>
              <a:spcBef>
                <a:spcPct val="0"/>
              </a:spcBef>
              <a:buClrTx/>
              <a:buFontTx/>
              <a:buNone/>
            </a:pPr>
            <a:r>
              <a:rPr lang="en-US" altLang="zh-CN">
                <a:solidFill>
                  <a:srgbClr val="000000"/>
                </a:solidFill>
              </a:rPr>
              <a:t>§12.2 </a:t>
            </a:r>
            <a:r>
              <a:rPr lang="zh-CN" altLang="en-US">
                <a:solidFill>
                  <a:srgbClr val="000000"/>
                </a:solidFill>
              </a:rPr>
              <a:t>  薄膜干涉</a:t>
            </a:r>
            <a:endParaRPr lang="en-US" altLang="zh-CN">
              <a:solidFill>
                <a:srgbClr val="000000"/>
              </a:solidFill>
            </a:endParaRPr>
          </a:p>
        </p:txBody>
      </p:sp>
      <p:sp>
        <p:nvSpPr>
          <p:cNvPr id="70679" name="Text Box 23"/>
          <p:cNvSpPr txBox="1">
            <a:spLocks noChangeArrowheads="1"/>
          </p:cNvSpPr>
          <p:nvPr/>
        </p:nvSpPr>
        <p:spPr bwMode="auto">
          <a:xfrm>
            <a:off x="611188" y="1735138"/>
            <a:ext cx="7831137"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20000"/>
              </a:lnSpc>
              <a:spcBef>
                <a:spcPct val="50000"/>
              </a:spcBef>
              <a:buClrTx/>
              <a:buFontTx/>
              <a:buNone/>
            </a:pPr>
            <a:r>
              <a:rPr kumimoji="0" lang="zh-CN" altLang="en-US" sz="2800"/>
              <a:t>        同一频率的光在不同的介质中传播时速度不同，因此在不同介质中的光波波长也不同，这时就不能用几何路程来计算相位差。为此引入光程的概念。</a:t>
            </a:r>
          </a:p>
        </p:txBody>
      </p:sp>
      <p:grpSp>
        <p:nvGrpSpPr>
          <p:cNvPr id="70688" name="Group 32"/>
          <p:cNvGrpSpPr>
            <a:grpSpLocks/>
          </p:cNvGrpSpPr>
          <p:nvPr/>
        </p:nvGrpSpPr>
        <p:grpSpPr bwMode="auto">
          <a:xfrm>
            <a:off x="3625850" y="5184775"/>
            <a:ext cx="4460875" cy="1035050"/>
            <a:chOff x="2398" y="3181"/>
            <a:chExt cx="2810" cy="652"/>
          </a:xfrm>
        </p:grpSpPr>
        <p:sp>
          <p:nvSpPr>
            <p:cNvPr id="22536" name="Text Box 26"/>
            <p:cNvSpPr txBox="1">
              <a:spLocks noChangeArrowheads="1"/>
            </p:cNvSpPr>
            <p:nvPr/>
          </p:nvSpPr>
          <p:spPr bwMode="auto">
            <a:xfrm>
              <a:off x="2398" y="3351"/>
              <a:ext cx="13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r>
                <a:rPr kumimoji="0" lang="zh-CN" altLang="en-US" sz="2800"/>
                <a:t>其波长为：</a:t>
              </a:r>
            </a:p>
          </p:txBody>
        </p:sp>
        <p:graphicFrame>
          <p:nvGraphicFramePr>
            <p:cNvPr id="22537" name="Object 27"/>
            <p:cNvGraphicFramePr>
              <a:graphicFrameLocks noChangeAspect="1"/>
            </p:cNvGraphicFramePr>
            <p:nvPr/>
          </p:nvGraphicFramePr>
          <p:xfrm>
            <a:off x="3556" y="3181"/>
            <a:ext cx="1652" cy="652"/>
          </p:xfrm>
          <a:graphic>
            <a:graphicData uri="http://schemas.openxmlformats.org/presentationml/2006/ole">
              <mc:AlternateContent xmlns:mc="http://schemas.openxmlformats.org/markup-compatibility/2006">
                <mc:Choice xmlns:v="urn:schemas-microsoft-com:vml" Requires="v">
                  <p:oleObj spid="_x0000_s22545" name="公式" r:id="rId9" imgW="1028254" imgH="406224" progId="Equation.3">
                    <p:embed/>
                  </p:oleObj>
                </mc:Choice>
                <mc:Fallback>
                  <p:oleObj name="公式" r:id="rId9" imgW="1028254" imgH="406224" progId="Equation.3">
                    <p:embed/>
                    <p:pic>
                      <p:nvPicPr>
                        <p:cNvPr id="0" name="Object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56" y="3181"/>
                          <a:ext cx="1652" cy="6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679"/>
                                        </p:tgtEl>
                                        <p:attrNameLst>
                                          <p:attrName>style.visibility</p:attrName>
                                        </p:attrNameLst>
                                      </p:cBhvr>
                                      <p:to>
                                        <p:strVal val="visible"/>
                                      </p:to>
                                    </p:set>
                                    <p:anim calcmode="lin" valueType="num">
                                      <p:cBhvr additive="base">
                                        <p:cTn id="7" dur="500" fill="hold"/>
                                        <p:tgtEl>
                                          <p:spTgt spid="70679"/>
                                        </p:tgtEl>
                                        <p:attrNameLst>
                                          <p:attrName>ppt_x</p:attrName>
                                        </p:attrNameLst>
                                      </p:cBhvr>
                                      <p:tavLst>
                                        <p:tav tm="0">
                                          <p:val>
                                            <p:strVal val="#ppt_x"/>
                                          </p:val>
                                        </p:tav>
                                        <p:tav tm="100000">
                                          <p:val>
                                            <p:strVal val="#ppt_x"/>
                                          </p:val>
                                        </p:tav>
                                      </p:tavLst>
                                    </p:anim>
                                    <p:anim calcmode="lin" valueType="num">
                                      <p:cBhvr additive="base">
                                        <p:cTn id="8" dur="500" fill="hold"/>
                                        <p:tgtEl>
                                          <p:spTgt spid="7067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70690"/>
                                        </p:tgtEl>
                                        <p:attrNameLst>
                                          <p:attrName>style.visibility</p:attrName>
                                        </p:attrNameLst>
                                      </p:cBhvr>
                                      <p:to>
                                        <p:strVal val="visible"/>
                                      </p:to>
                                    </p:set>
                                    <p:animEffect transition="in" filter="wipe(left)">
                                      <p:cBhvr>
                                        <p:cTn id="13" dur="500"/>
                                        <p:tgtEl>
                                          <p:spTgt spid="7069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70688"/>
                                        </p:tgtEl>
                                        <p:attrNameLst>
                                          <p:attrName>style.visibility</p:attrName>
                                        </p:attrNameLst>
                                      </p:cBhvr>
                                      <p:to>
                                        <p:strVal val="visible"/>
                                      </p:to>
                                    </p:set>
                                    <p:animEffect transition="in" filter="wipe(left)">
                                      <p:cBhvr>
                                        <p:cTn id="18" dur="500"/>
                                        <p:tgtEl>
                                          <p:spTgt spid="70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7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4"/>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3C777E94-C19C-4A59-8FF0-74499440C1FA}" type="slidenum">
              <a:rPr kumimoji="0" lang="zh-CN" altLang="en-US" sz="1400" smtClean="0">
                <a:solidFill>
                  <a:schemeClr val="bg2"/>
                </a:solidFill>
              </a:rPr>
              <a:pPr>
                <a:spcBef>
                  <a:spcPct val="50000"/>
                </a:spcBef>
                <a:buClrTx/>
                <a:buFontTx/>
                <a:buNone/>
              </a:pPr>
              <a:t>18</a:t>
            </a:fld>
            <a:endParaRPr kumimoji="0" lang="en-US" altLang="zh-CN" sz="1400" smtClean="0">
              <a:solidFill>
                <a:schemeClr val="bg2"/>
              </a:solidFill>
            </a:endParaRPr>
          </a:p>
        </p:txBody>
      </p:sp>
      <p:grpSp>
        <p:nvGrpSpPr>
          <p:cNvPr id="72747" name="Group 43"/>
          <p:cNvGrpSpPr>
            <a:grpSpLocks/>
          </p:cNvGrpSpPr>
          <p:nvPr/>
        </p:nvGrpSpPr>
        <p:grpSpPr bwMode="auto">
          <a:xfrm>
            <a:off x="701675" y="2779713"/>
            <a:ext cx="7156450" cy="990600"/>
            <a:chOff x="442" y="1751"/>
            <a:chExt cx="4508" cy="624"/>
          </a:xfrm>
        </p:grpSpPr>
        <p:sp>
          <p:nvSpPr>
            <p:cNvPr id="23582" name="Text Box 6"/>
            <p:cNvSpPr txBox="1">
              <a:spLocks noChangeArrowheads="1"/>
            </p:cNvSpPr>
            <p:nvPr/>
          </p:nvSpPr>
          <p:spPr bwMode="auto">
            <a:xfrm>
              <a:off x="442" y="1893"/>
              <a:ext cx="14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
                  <a:srgbClr val="0000FF"/>
                </a:buClr>
                <a:buFont typeface="Wingdings" pitchFamily="2" charset="2"/>
                <a:buChar char="Ø"/>
              </a:pPr>
              <a:r>
                <a:rPr kumimoji="0" lang="zh-CN" altLang="en-US" sz="2800">
                  <a:solidFill>
                    <a:srgbClr val="CC0000"/>
                  </a:solidFill>
                </a:rPr>
                <a:t>  相位差 </a:t>
              </a:r>
              <a:r>
                <a:rPr kumimoji="0" lang="en-US" altLang="zh-CN" sz="2800">
                  <a:solidFill>
                    <a:srgbClr val="CC0000"/>
                  </a:solidFill>
                </a:rPr>
                <a:t>:</a:t>
              </a:r>
            </a:p>
          </p:txBody>
        </p:sp>
        <p:graphicFrame>
          <p:nvGraphicFramePr>
            <p:cNvPr id="23583" name="Object 7"/>
            <p:cNvGraphicFramePr>
              <a:graphicFrameLocks noChangeAspect="1"/>
            </p:cNvGraphicFramePr>
            <p:nvPr/>
          </p:nvGraphicFramePr>
          <p:xfrm>
            <a:off x="1625" y="1751"/>
            <a:ext cx="3325" cy="624"/>
          </p:xfrm>
          <a:graphic>
            <a:graphicData uri="http://schemas.openxmlformats.org/presentationml/2006/ole">
              <mc:AlternateContent xmlns:mc="http://schemas.openxmlformats.org/markup-compatibility/2006">
                <mc:Choice xmlns:v="urn:schemas-microsoft-com:vml" Requires="v">
                  <p:oleObj spid="_x0000_s23584" name="公式" r:id="rId3" imgW="3251200" imgH="673100" progId="Equation.3">
                    <p:embed/>
                  </p:oleObj>
                </mc:Choice>
                <mc:Fallback>
                  <p:oleObj name="公式" r:id="rId3" imgW="3251200" imgH="6731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5" y="1751"/>
                          <a:ext cx="3325" cy="6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3556" name="Group 8"/>
          <p:cNvGrpSpPr>
            <a:grpSpLocks/>
          </p:cNvGrpSpPr>
          <p:nvPr/>
        </p:nvGrpSpPr>
        <p:grpSpPr bwMode="auto">
          <a:xfrm>
            <a:off x="4843463" y="530225"/>
            <a:ext cx="4049712" cy="2166938"/>
            <a:chOff x="528" y="397"/>
            <a:chExt cx="2396" cy="1331"/>
          </a:xfrm>
        </p:grpSpPr>
        <p:sp>
          <p:nvSpPr>
            <p:cNvPr id="23567" name="Rectangle 9"/>
            <p:cNvSpPr>
              <a:spLocks noChangeArrowheads="1"/>
            </p:cNvSpPr>
            <p:nvPr/>
          </p:nvSpPr>
          <p:spPr bwMode="auto">
            <a:xfrm>
              <a:off x="528" y="480"/>
              <a:ext cx="2304" cy="12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pSp>
          <p:nvGrpSpPr>
            <p:cNvPr id="23568" name="Group 10"/>
            <p:cNvGrpSpPr>
              <a:grpSpLocks/>
            </p:cNvGrpSpPr>
            <p:nvPr/>
          </p:nvGrpSpPr>
          <p:grpSpPr bwMode="auto">
            <a:xfrm>
              <a:off x="624" y="397"/>
              <a:ext cx="2300" cy="1235"/>
              <a:chOff x="532" y="384"/>
              <a:chExt cx="2300" cy="1235"/>
            </a:xfrm>
          </p:grpSpPr>
          <p:sp>
            <p:nvSpPr>
              <p:cNvPr id="23569" name="Line 11"/>
              <p:cNvSpPr>
                <a:spLocks noChangeShapeType="1"/>
              </p:cNvSpPr>
              <p:nvPr/>
            </p:nvSpPr>
            <p:spPr bwMode="auto">
              <a:xfrm flipV="1">
                <a:off x="882" y="1043"/>
                <a:ext cx="1500" cy="336"/>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0" name="Text Box 12"/>
              <p:cNvSpPr txBox="1">
                <a:spLocks noChangeArrowheads="1"/>
              </p:cNvSpPr>
              <p:nvPr/>
            </p:nvSpPr>
            <p:spPr bwMode="auto">
              <a:xfrm>
                <a:off x="782" y="1235"/>
                <a:ext cx="214"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000000"/>
                    </a:solidFill>
                  </a:rPr>
                  <a:t>*</a:t>
                </a:r>
              </a:p>
            </p:txBody>
          </p:sp>
          <p:sp>
            <p:nvSpPr>
              <p:cNvPr id="23571" name="Line 13"/>
              <p:cNvSpPr>
                <a:spLocks noChangeShapeType="1"/>
              </p:cNvSpPr>
              <p:nvPr/>
            </p:nvSpPr>
            <p:spPr bwMode="auto">
              <a:xfrm>
                <a:off x="882" y="659"/>
                <a:ext cx="1500" cy="384"/>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3572" name="Object 14"/>
              <p:cNvGraphicFramePr>
                <a:graphicFrameLocks noChangeAspect="1"/>
              </p:cNvGraphicFramePr>
              <p:nvPr/>
            </p:nvGraphicFramePr>
            <p:xfrm>
              <a:off x="543" y="384"/>
              <a:ext cx="289" cy="419"/>
            </p:xfrm>
            <a:graphic>
              <a:graphicData uri="http://schemas.openxmlformats.org/presentationml/2006/ole">
                <mc:AlternateContent xmlns:mc="http://schemas.openxmlformats.org/markup-compatibility/2006">
                  <mc:Choice xmlns:v="urn:schemas-microsoft-com:vml" Requires="v">
                    <p:oleObj spid="_x0000_s23585" name="Equation" r:id="rId5" imgW="139579" imgH="215713" progId="Equation.3">
                      <p:embed/>
                    </p:oleObj>
                  </mc:Choice>
                  <mc:Fallback>
                    <p:oleObj name="Equation" r:id="rId5" imgW="139579" imgH="215713"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 y="384"/>
                            <a:ext cx="289" cy="4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73" name="Line 15"/>
              <p:cNvSpPr>
                <a:spLocks noChangeShapeType="1"/>
              </p:cNvSpPr>
              <p:nvPr/>
            </p:nvSpPr>
            <p:spPr bwMode="auto">
              <a:xfrm flipV="1">
                <a:off x="1532" y="1187"/>
                <a:ext cx="150" cy="48"/>
              </a:xfrm>
              <a:prstGeom prst="line">
                <a:avLst/>
              </a:prstGeom>
              <a:noFill/>
              <a:ln w="381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4" name="Line 16"/>
              <p:cNvSpPr>
                <a:spLocks noChangeShapeType="1"/>
              </p:cNvSpPr>
              <p:nvPr/>
            </p:nvSpPr>
            <p:spPr bwMode="auto">
              <a:xfrm>
                <a:off x="1532" y="827"/>
                <a:ext cx="150" cy="48"/>
              </a:xfrm>
              <a:prstGeom prst="line">
                <a:avLst/>
              </a:prstGeom>
              <a:noFill/>
              <a:ln w="381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5" name="Text Box 17"/>
              <p:cNvSpPr txBox="1">
                <a:spLocks noChangeArrowheads="1"/>
              </p:cNvSpPr>
              <p:nvPr/>
            </p:nvSpPr>
            <p:spPr bwMode="auto">
              <a:xfrm>
                <a:off x="2232" y="754"/>
                <a:ext cx="600"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en-US" altLang="zh-CN" sz="2800" b="0" i="1">
                    <a:solidFill>
                      <a:srgbClr val="000000"/>
                    </a:solidFill>
                  </a:rPr>
                  <a:t>P</a:t>
                </a:r>
              </a:p>
            </p:txBody>
          </p:sp>
          <p:graphicFrame>
            <p:nvGraphicFramePr>
              <p:cNvPr id="23576" name="Object 18"/>
              <p:cNvGraphicFramePr>
                <a:graphicFrameLocks noChangeAspect="1"/>
              </p:cNvGraphicFramePr>
              <p:nvPr/>
            </p:nvGraphicFramePr>
            <p:xfrm>
              <a:off x="1532" y="419"/>
              <a:ext cx="281" cy="432"/>
            </p:xfrm>
            <a:graphic>
              <a:graphicData uri="http://schemas.openxmlformats.org/presentationml/2006/ole">
                <mc:AlternateContent xmlns:mc="http://schemas.openxmlformats.org/markup-compatibility/2006">
                  <mc:Choice xmlns:v="urn:schemas-microsoft-com:vml" Requires="v">
                    <p:oleObj spid="_x0000_s23586" name="Equation" r:id="rId7" imgW="126780" imgH="215526" progId="Equation.3">
                      <p:embed/>
                    </p:oleObj>
                  </mc:Choice>
                  <mc:Fallback>
                    <p:oleObj name="Equation" r:id="rId7" imgW="126780" imgH="215526"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2" y="419"/>
                            <a:ext cx="281"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77" name="Text Box 19"/>
              <p:cNvSpPr txBox="1">
                <a:spLocks noChangeArrowheads="1"/>
              </p:cNvSpPr>
              <p:nvPr/>
            </p:nvSpPr>
            <p:spPr bwMode="auto">
              <a:xfrm>
                <a:off x="782" y="524"/>
                <a:ext cx="214"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000000"/>
                    </a:solidFill>
                  </a:rPr>
                  <a:t>*</a:t>
                </a:r>
              </a:p>
            </p:txBody>
          </p:sp>
          <p:sp>
            <p:nvSpPr>
              <p:cNvPr id="23578" name="Rectangle 20"/>
              <p:cNvSpPr>
                <a:spLocks noChangeArrowheads="1"/>
              </p:cNvSpPr>
              <p:nvPr/>
            </p:nvSpPr>
            <p:spPr bwMode="auto">
              <a:xfrm>
                <a:off x="532" y="1043"/>
                <a:ext cx="2100" cy="576"/>
              </a:xfrm>
              <a:prstGeom prst="rect">
                <a:avLst/>
              </a:prstGeom>
              <a:solidFill>
                <a:srgbClr val="CEFAF2">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aphicFrame>
            <p:nvGraphicFramePr>
              <p:cNvPr id="23579" name="Object 21"/>
              <p:cNvGraphicFramePr>
                <a:graphicFrameLocks noChangeAspect="1"/>
              </p:cNvGraphicFramePr>
              <p:nvPr/>
            </p:nvGraphicFramePr>
            <p:xfrm>
              <a:off x="573" y="1139"/>
              <a:ext cx="309" cy="432"/>
            </p:xfrm>
            <a:graphic>
              <a:graphicData uri="http://schemas.openxmlformats.org/presentationml/2006/ole">
                <mc:AlternateContent xmlns:mc="http://schemas.openxmlformats.org/markup-compatibility/2006">
                  <mc:Choice xmlns:v="urn:schemas-microsoft-com:vml" Requires="v">
                    <p:oleObj spid="_x0000_s23587" name="Equation" r:id="rId9" imgW="152268" imgH="215713" progId="Equation.3">
                      <p:embed/>
                    </p:oleObj>
                  </mc:Choice>
                  <mc:Fallback>
                    <p:oleObj name="Equation" r:id="rId9" imgW="152268" imgH="215713" progId="Equation.3">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3" y="1139"/>
                            <a:ext cx="309"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80" name="Object 22"/>
              <p:cNvGraphicFramePr>
                <a:graphicFrameLocks noChangeAspect="1"/>
              </p:cNvGraphicFramePr>
              <p:nvPr/>
            </p:nvGraphicFramePr>
            <p:xfrm>
              <a:off x="1498" y="1235"/>
              <a:ext cx="249" cy="336"/>
            </p:xfrm>
            <a:graphic>
              <a:graphicData uri="http://schemas.openxmlformats.org/presentationml/2006/ole">
                <mc:AlternateContent xmlns:mc="http://schemas.openxmlformats.org/markup-compatibility/2006">
                  <mc:Choice xmlns:v="urn:schemas-microsoft-com:vml" Requires="v">
                    <p:oleObj spid="_x0000_s23588" name="公式" r:id="rId11" imgW="190335" imgH="317225" progId="Equation.3">
                      <p:embed/>
                    </p:oleObj>
                  </mc:Choice>
                  <mc:Fallback>
                    <p:oleObj name="公式" r:id="rId11" imgW="190335" imgH="317225" progId="Equation.3">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98" y="1235"/>
                            <a:ext cx="249"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81" name="Object 23"/>
              <p:cNvGraphicFramePr>
                <a:graphicFrameLocks noChangeAspect="1"/>
              </p:cNvGraphicFramePr>
              <p:nvPr/>
            </p:nvGraphicFramePr>
            <p:xfrm>
              <a:off x="2182" y="1283"/>
              <a:ext cx="236" cy="245"/>
            </p:xfrm>
            <a:graphic>
              <a:graphicData uri="http://schemas.openxmlformats.org/presentationml/2006/ole">
                <mc:AlternateContent xmlns:mc="http://schemas.openxmlformats.org/markup-compatibility/2006">
                  <mc:Choice xmlns:v="urn:schemas-microsoft-com:vml" Requires="v">
                    <p:oleObj spid="_x0000_s23589" name="公式" r:id="rId13" imgW="177646" imgH="190335" progId="Equation.3">
                      <p:embed/>
                    </p:oleObj>
                  </mc:Choice>
                  <mc:Fallback>
                    <p:oleObj name="公式" r:id="rId13" imgW="177646" imgH="190335" progId="Equation.3">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82" y="1283"/>
                            <a:ext cx="236" cy="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23557" name="Group 31"/>
          <p:cNvGrpSpPr>
            <a:grpSpLocks/>
          </p:cNvGrpSpPr>
          <p:nvPr/>
        </p:nvGrpSpPr>
        <p:grpSpPr bwMode="auto">
          <a:xfrm>
            <a:off x="657225" y="1655763"/>
            <a:ext cx="3913188" cy="1011237"/>
            <a:chOff x="335" y="743"/>
            <a:chExt cx="2465" cy="637"/>
          </a:xfrm>
        </p:grpSpPr>
        <p:graphicFrame>
          <p:nvGraphicFramePr>
            <p:cNvPr id="23565" name="Object 25"/>
            <p:cNvGraphicFramePr>
              <a:graphicFrameLocks noChangeAspect="1"/>
            </p:cNvGraphicFramePr>
            <p:nvPr/>
          </p:nvGraphicFramePr>
          <p:xfrm>
            <a:off x="1831" y="743"/>
            <a:ext cx="969" cy="637"/>
          </p:xfrm>
          <a:graphic>
            <a:graphicData uri="http://schemas.openxmlformats.org/presentationml/2006/ole">
              <mc:AlternateContent xmlns:mc="http://schemas.openxmlformats.org/markup-compatibility/2006">
                <mc:Choice xmlns:v="urn:schemas-microsoft-com:vml" Requires="v">
                  <p:oleObj spid="_x0000_s23590" name="Equation" r:id="rId15" imgW="647700" imgH="609600" progId="Equation.3">
                    <p:embed/>
                  </p:oleObj>
                </mc:Choice>
                <mc:Fallback>
                  <p:oleObj name="Equation" r:id="rId15" imgW="647700" imgH="609600" progId="Equation.3">
                    <p:embed/>
                    <p:pic>
                      <p:nvPicPr>
                        <p:cNvPr id="0" name="Object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31" y="743"/>
                          <a:ext cx="969" cy="637"/>
                        </a:xfrm>
                        <a:prstGeom prst="rect">
                          <a:avLst/>
                        </a:prstGeom>
                        <a:gradFill rotWithShape="0">
                          <a:gsLst>
                            <a:gs pos="0">
                              <a:srgbClr val="D9EDEF"/>
                            </a:gs>
                            <a:gs pos="50000">
                              <a:srgbClr val="FFFFFF"/>
                            </a:gs>
                            <a:gs pos="100000">
                              <a:srgbClr val="D9EDEF"/>
                            </a:gs>
                          </a:gsLst>
                          <a:lin ang="5400000" scaled="1"/>
                        </a:gra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66" name="Text Box 26"/>
            <p:cNvSpPr txBox="1">
              <a:spLocks noChangeArrowheads="1"/>
            </p:cNvSpPr>
            <p:nvPr/>
          </p:nvSpPr>
          <p:spPr bwMode="auto">
            <a:xfrm>
              <a:off x="335" y="881"/>
              <a:ext cx="2151" cy="32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000000"/>
                  </a:solidFill>
                </a:rPr>
                <a:t>介质中的波长</a:t>
              </a:r>
            </a:p>
          </p:txBody>
        </p:sp>
      </p:grpSp>
      <p:graphicFrame>
        <p:nvGraphicFramePr>
          <p:cNvPr id="72736" name="Object 32"/>
          <p:cNvGraphicFramePr>
            <a:graphicFrameLocks noChangeAspect="1"/>
          </p:cNvGraphicFramePr>
          <p:nvPr/>
        </p:nvGraphicFramePr>
        <p:xfrm>
          <a:off x="3259138" y="3905250"/>
          <a:ext cx="2438400" cy="977900"/>
        </p:xfrm>
        <a:graphic>
          <a:graphicData uri="http://schemas.openxmlformats.org/presentationml/2006/ole">
            <mc:AlternateContent xmlns:mc="http://schemas.openxmlformats.org/markup-compatibility/2006">
              <mc:Choice xmlns:v="urn:schemas-microsoft-com:vml" Requires="v">
                <p:oleObj spid="_x0000_s23591" name="Equation" r:id="rId17" imgW="1586811" imgH="672808" progId="Equation.3">
                  <p:embed/>
                </p:oleObj>
              </mc:Choice>
              <mc:Fallback>
                <p:oleObj name="Equation" r:id="rId17" imgW="1586811" imgH="672808" progId="Equation.3">
                  <p:embed/>
                  <p:pic>
                    <p:nvPicPr>
                      <p:cNvPr id="0" name="Object 3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259138" y="3905250"/>
                        <a:ext cx="24384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37" name="Object 33"/>
          <p:cNvGraphicFramePr>
            <a:graphicFrameLocks noChangeAspect="1"/>
          </p:cNvGraphicFramePr>
          <p:nvPr/>
        </p:nvGraphicFramePr>
        <p:xfrm>
          <a:off x="5786438" y="3860800"/>
          <a:ext cx="2514600" cy="1052513"/>
        </p:xfrm>
        <a:graphic>
          <a:graphicData uri="http://schemas.openxmlformats.org/presentationml/2006/ole">
            <mc:AlternateContent xmlns:mc="http://schemas.openxmlformats.org/markup-compatibility/2006">
              <mc:Choice xmlns:v="urn:schemas-microsoft-com:vml" Requires="v">
                <p:oleObj spid="_x0000_s23592" name="Equation" r:id="rId19" imgW="1040948" imgH="431613" progId="Equation.3">
                  <p:embed/>
                </p:oleObj>
              </mc:Choice>
              <mc:Fallback>
                <p:oleObj name="Equation" r:id="rId19" imgW="1040948" imgH="431613" progId="Equation.3">
                  <p:embed/>
                  <p:pic>
                    <p:nvPicPr>
                      <p:cNvPr id="0" name="Object 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86438" y="3860800"/>
                        <a:ext cx="2514600" cy="1052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0" name="Object 34"/>
          <p:cNvGraphicFramePr>
            <a:graphicFrameLocks noChangeAspect="1"/>
          </p:cNvGraphicFramePr>
          <p:nvPr/>
        </p:nvGraphicFramePr>
        <p:xfrm>
          <a:off x="792163" y="458788"/>
          <a:ext cx="3824287" cy="1017587"/>
        </p:xfrm>
        <a:graphic>
          <a:graphicData uri="http://schemas.openxmlformats.org/presentationml/2006/ole">
            <mc:AlternateContent xmlns:mc="http://schemas.openxmlformats.org/markup-compatibility/2006">
              <mc:Choice xmlns:v="urn:schemas-microsoft-com:vml" Requires="v">
                <p:oleObj spid="_x0000_s23593" name="公式" r:id="rId21" imgW="1383699" imgH="406224" progId="Equation.3">
                  <p:embed/>
                </p:oleObj>
              </mc:Choice>
              <mc:Fallback>
                <p:oleObj name="公式" r:id="rId21" imgW="1383699" imgH="406224" progId="Equation.3">
                  <p:embed/>
                  <p:pic>
                    <p:nvPicPr>
                      <p:cNvPr id="0" name="Object 3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92163" y="458788"/>
                        <a:ext cx="3824287" cy="1017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39" name="Text Box 35"/>
          <p:cNvSpPr txBox="1">
            <a:spLocks noChangeArrowheads="1"/>
          </p:cNvSpPr>
          <p:nvPr/>
        </p:nvSpPr>
        <p:spPr bwMode="auto">
          <a:xfrm>
            <a:off x="746125" y="4986338"/>
            <a:ext cx="77866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
                <a:srgbClr val="0000FF"/>
              </a:buClr>
              <a:buFont typeface="Wingdings" pitchFamily="2" charset="2"/>
              <a:buChar char="Ø"/>
            </a:pPr>
            <a:r>
              <a:rPr kumimoji="0" lang="zh-CN" altLang="en-US" sz="2800">
                <a:solidFill>
                  <a:srgbClr val="CC0000"/>
                </a:solidFill>
              </a:rPr>
              <a:t>定义光程</a:t>
            </a:r>
            <a:r>
              <a:rPr kumimoji="0" lang="en-US" altLang="zh-CN" sz="2800">
                <a:solidFill>
                  <a:srgbClr val="CC0000"/>
                </a:solidFill>
              </a:rPr>
              <a:t>:  </a:t>
            </a:r>
            <a:r>
              <a:rPr kumimoji="0" lang="zh-CN" altLang="en-US" sz="2800"/>
              <a:t>介质折射率与光的几何路程之积</a:t>
            </a:r>
            <a:endParaRPr kumimoji="0" lang="en-US" altLang="zh-CN" sz="2800"/>
          </a:p>
        </p:txBody>
      </p:sp>
      <p:grpSp>
        <p:nvGrpSpPr>
          <p:cNvPr id="72746" name="Group 42"/>
          <p:cNvGrpSpPr>
            <a:grpSpLocks/>
          </p:cNvGrpSpPr>
          <p:nvPr/>
        </p:nvGrpSpPr>
        <p:grpSpPr bwMode="auto">
          <a:xfrm>
            <a:off x="2816225" y="5634038"/>
            <a:ext cx="1844675" cy="539750"/>
            <a:chOff x="1831" y="3549"/>
            <a:chExt cx="1162" cy="340"/>
          </a:xfrm>
        </p:grpSpPr>
        <p:sp>
          <p:nvSpPr>
            <p:cNvPr id="23563" name="Rectangle 39"/>
            <p:cNvSpPr>
              <a:spLocks noChangeArrowheads="1"/>
            </p:cNvSpPr>
            <p:nvPr/>
          </p:nvSpPr>
          <p:spPr bwMode="auto">
            <a:xfrm>
              <a:off x="1831" y="3549"/>
              <a:ext cx="82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r>
                <a:rPr kumimoji="0" lang="zh-CN" altLang="en-US" sz="2800">
                  <a:solidFill>
                    <a:srgbClr val="0000FF"/>
                  </a:solidFill>
                </a:rPr>
                <a:t>光程</a:t>
              </a:r>
            </a:p>
          </p:txBody>
        </p:sp>
        <p:graphicFrame>
          <p:nvGraphicFramePr>
            <p:cNvPr id="23564" name="Object 40"/>
            <p:cNvGraphicFramePr>
              <a:graphicFrameLocks noChangeAspect="1"/>
            </p:cNvGraphicFramePr>
            <p:nvPr/>
          </p:nvGraphicFramePr>
          <p:xfrm>
            <a:off x="2370" y="3625"/>
            <a:ext cx="623" cy="264"/>
          </p:xfrm>
          <a:graphic>
            <a:graphicData uri="http://schemas.openxmlformats.org/presentationml/2006/ole">
              <mc:AlternateContent xmlns:mc="http://schemas.openxmlformats.org/markup-compatibility/2006">
                <mc:Choice xmlns:v="urn:schemas-microsoft-com:vml" Requires="v">
                  <p:oleObj spid="_x0000_s23594" name="公式" r:id="rId23" imgW="314435" imgH="123930" progId="Equation.3">
                    <p:embed/>
                  </p:oleObj>
                </mc:Choice>
                <mc:Fallback>
                  <p:oleObj name="公式" r:id="rId23" imgW="314435" imgH="123930" progId="Equation.3">
                    <p:embed/>
                    <p:pic>
                      <p:nvPicPr>
                        <p:cNvPr id="0" name="Object 4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370" y="3625"/>
                          <a:ext cx="62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2747"/>
                                        </p:tgtEl>
                                        <p:attrNameLst>
                                          <p:attrName>style.visibility</p:attrName>
                                        </p:attrNameLst>
                                      </p:cBhvr>
                                      <p:to>
                                        <p:strVal val="visible"/>
                                      </p:to>
                                    </p:set>
                                    <p:animEffect transition="in" filter="wipe(left)">
                                      <p:cBhvr>
                                        <p:cTn id="7" dur="500"/>
                                        <p:tgtEl>
                                          <p:spTgt spid="727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2736"/>
                                        </p:tgtEl>
                                        <p:attrNameLst>
                                          <p:attrName>style.visibility</p:attrName>
                                        </p:attrNameLst>
                                      </p:cBhvr>
                                      <p:to>
                                        <p:strVal val="visible"/>
                                      </p:to>
                                    </p:set>
                                    <p:animEffect transition="in" filter="blinds(horizontal)">
                                      <p:cBhvr>
                                        <p:cTn id="12" dur="500"/>
                                        <p:tgtEl>
                                          <p:spTgt spid="727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2737"/>
                                        </p:tgtEl>
                                        <p:attrNameLst>
                                          <p:attrName>style.visibility</p:attrName>
                                        </p:attrNameLst>
                                      </p:cBhvr>
                                      <p:to>
                                        <p:strVal val="visible"/>
                                      </p:to>
                                    </p:set>
                                    <p:animEffect transition="in" filter="blinds(horizontal)">
                                      <p:cBhvr>
                                        <p:cTn id="17" dur="500"/>
                                        <p:tgtEl>
                                          <p:spTgt spid="727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2739"/>
                                        </p:tgtEl>
                                        <p:attrNameLst>
                                          <p:attrName>style.visibility</p:attrName>
                                        </p:attrNameLst>
                                      </p:cBhvr>
                                      <p:to>
                                        <p:strVal val="visible"/>
                                      </p:to>
                                    </p:set>
                                    <p:animEffect transition="in" filter="blinds(horizontal)">
                                      <p:cBhvr>
                                        <p:cTn id="22" dur="500"/>
                                        <p:tgtEl>
                                          <p:spTgt spid="72739"/>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72746"/>
                                        </p:tgtEl>
                                        <p:attrNameLst>
                                          <p:attrName>style.visibility</p:attrName>
                                        </p:attrNameLst>
                                      </p:cBhvr>
                                      <p:to>
                                        <p:strVal val="visible"/>
                                      </p:to>
                                    </p:set>
                                    <p:animEffect transition="in" filter="wipe(left)">
                                      <p:cBhvr>
                                        <p:cTn id="26" dur="500"/>
                                        <p:tgtEl>
                                          <p:spTgt spid="72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39"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C5585212-C98D-4B4D-93F5-4D276FF6B8CF}" type="slidenum">
              <a:rPr kumimoji="0" lang="zh-CN" altLang="en-US" sz="1400" smtClean="0">
                <a:solidFill>
                  <a:schemeClr val="bg2"/>
                </a:solidFill>
              </a:rPr>
              <a:pPr>
                <a:spcBef>
                  <a:spcPct val="50000"/>
                </a:spcBef>
                <a:buClrTx/>
                <a:buFontTx/>
                <a:buNone/>
              </a:pPr>
              <a:t>19</a:t>
            </a:fld>
            <a:endParaRPr kumimoji="0" lang="en-US" altLang="zh-CN" sz="1400" smtClean="0">
              <a:solidFill>
                <a:schemeClr val="bg2"/>
              </a:solidFill>
            </a:endParaRPr>
          </a:p>
        </p:txBody>
      </p:sp>
      <p:sp>
        <p:nvSpPr>
          <p:cNvPr id="73732" name="Text Box 4"/>
          <p:cNvSpPr txBox="1">
            <a:spLocks noChangeArrowheads="1"/>
          </p:cNvSpPr>
          <p:nvPr/>
        </p:nvSpPr>
        <p:spPr bwMode="auto">
          <a:xfrm>
            <a:off x="476250" y="2100263"/>
            <a:ext cx="5583238"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
                <a:srgbClr val="0000FF"/>
              </a:buClr>
              <a:buFont typeface="Wingdings" pitchFamily="2" charset="2"/>
              <a:buChar char="Ø"/>
            </a:pPr>
            <a:r>
              <a:rPr kumimoji="0" lang="zh-CN" altLang="en-US" sz="2800">
                <a:solidFill>
                  <a:srgbClr val="CC0000"/>
                </a:solidFill>
              </a:rPr>
              <a:t>光程的物理意义：</a:t>
            </a:r>
            <a:r>
              <a:rPr kumimoji="0" lang="zh-CN" altLang="en-US" sz="2800"/>
              <a:t>光程就是光在介质中通过的几何路程按相位差相等折合到真空中的路程</a:t>
            </a:r>
            <a:r>
              <a:rPr kumimoji="0" lang="en-US" altLang="zh-CN" sz="2800"/>
              <a:t>.</a:t>
            </a:r>
          </a:p>
        </p:txBody>
      </p:sp>
      <p:graphicFrame>
        <p:nvGraphicFramePr>
          <p:cNvPr id="73733" name="Object 5"/>
          <p:cNvGraphicFramePr>
            <a:graphicFrameLocks noChangeAspect="1"/>
          </p:cNvGraphicFramePr>
          <p:nvPr/>
        </p:nvGraphicFramePr>
        <p:xfrm>
          <a:off x="6346825" y="2214563"/>
          <a:ext cx="2411413" cy="1090612"/>
        </p:xfrm>
        <a:graphic>
          <a:graphicData uri="http://schemas.openxmlformats.org/presentationml/2006/ole">
            <mc:AlternateContent xmlns:mc="http://schemas.openxmlformats.org/markup-compatibility/2006">
              <mc:Choice xmlns:v="urn:schemas-microsoft-com:vml" Requires="v">
                <p:oleObj spid="_x0000_s24601" name="公式" r:id="rId3" imgW="939392" imgH="406224" progId="Equation.3">
                  <p:embed/>
                </p:oleObj>
              </mc:Choice>
              <mc:Fallback>
                <p:oleObj name="公式" r:id="rId3" imgW="939392" imgH="406224"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6825" y="2214563"/>
                        <a:ext cx="2411413" cy="1090612"/>
                      </a:xfrm>
                      <a:prstGeom prst="rect">
                        <a:avLst/>
                      </a:prstGeom>
                      <a:gradFill rotWithShape="1">
                        <a:gsLst>
                          <a:gs pos="0">
                            <a:schemeClr val="folHlink"/>
                          </a:gs>
                          <a:gs pos="50000">
                            <a:srgbClr val="FFCCFF">
                              <a:alpha val="10001"/>
                            </a:srgbClr>
                          </a:gs>
                          <a:gs pos="100000">
                            <a:schemeClr val="folHlink"/>
                          </a:gs>
                        </a:gsLst>
                        <a:lin ang="5400000" scaled="1"/>
                      </a:gradFill>
                      <a:ln>
                        <a:noFill/>
                      </a:ln>
                      <a:effectLst/>
                      <a:extLs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4581" name="Group 30"/>
          <p:cNvGrpSpPr>
            <a:grpSpLocks/>
          </p:cNvGrpSpPr>
          <p:nvPr/>
        </p:nvGrpSpPr>
        <p:grpSpPr bwMode="auto">
          <a:xfrm>
            <a:off x="503238" y="1025525"/>
            <a:ext cx="3587750" cy="1098550"/>
            <a:chOff x="555" y="788"/>
            <a:chExt cx="2260" cy="692"/>
          </a:xfrm>
        </p:grpSpPr>
        <p:graphicFrame>
          <p:nvGraphicFramePr>
            <p:cNvPr id="24599" name="Object 25"/>
            <p:cNvGraphicFramePr>
              <a:graphicFrameLocks noChangeAspect="1"/>
            </p:cNvGraphicFramePr>
            <p:nvPr/>
          </p:nvGraphicFramePr>
          <p:xfrm>
            <a:off x="1661" y="788"/>
            <a:ext cx="1154" cy="692"/>
          </p:xfrm>
          <a:graphic>
            <a:graphicData uri="http://schemas.openxmlformats.org/presentationml/2006/ole">
              <mc:AlternateContent xmlns:mc="http://schemas.openxmlformats.org/markup-compatibility/2006">
                <mc:Choice xmlns:v="urn:schemas-microsoft-com:vml" Requires="v">
                  <p:oleObj spid="_x0000_s24602" name="公式" r:id="rId5" imgW="710891" imgH="406224" progId="Equation.3">
                    <p:embed/>
                  </p:oleObj>
                </mc:Choice>
                <mc:Fallback>
                  <p:oleObj name="公式" r:id="rId5" imgW="710891" imgH="406224" progId="Equation.3">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61" y="788"/>
                          <a:ext cx="1154" cy="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600" name="Text Box 26"/>
            <p:cNvSpPr txBox="1">
              <a:spLocks noChangeArrowheads="1"/>
            </p:cNvSpPr>
            <p:nvPr/>
          </p:nvSpPr>
          <p:spPr bwMode="auto">
            <a:xfrm>
              <a:off x="555" y="951"/>
              <a:ext cx="15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
                  <a:srgbClr val="0000FF"/>
                </a:buClr>
                <a:buFont typeface="Wingdings" pitchFamily="2" charset="2"/>
                <a:buChar char="Ø"/>
              </a:pPr>
              <a:r>
                <a:rPr kumimoji="0" lang="zh-CN" altLang="en-US" sz="2800">
                  <a:solidFill>
                    <a:srgbClr val="CC0000"/>
                  </a:solidFill>
                </a:rPr>
                <a:t>相位差：</a:t>
              </a:r>
            </a:p>
          </p:txBody>
        </p:sp>
      </p:grpSp>
      <p:grpSp>
        <p:nvGrpSpPr>
          <p:cNvPr id="24582" name="Group 31"/>
          <p:cNvGrpSpPr>
            <a:grpSpLocks/>
          </p:cNvGrpSpPr>
          <p:nvPr/>
        </p:nvGrpSpPr>
        <p:grpSpPr bwMode="auto">
          <a:xfrm>
            <a:off x="503238" y="549275"/>
            <a:ext cx="4173537" cy="579438"/>
            <a:chOff x="555" y="420"/>
            <a:chExt cx="2629" cy="365"/>
          </a:xfrm>
        </p:grpSpPr>
        <p:graphicFrame>
          <p:nvGraphicFramePr>
            <p:cNvPr id="24597" name="Object 28"/>
            <p:cNvGraphicFramePr>
              <a:graphicFrameLocks noChangeAspect="1"/>
            </p:cNvGraphicFramePr>
            <p:nvPr/>
          </p:nvGraphicFramePr>
          <p:xfrm>
            <a:off x="1661" y="420"/>
            <a:ext cx="1523" cy="365"/>
          </p:xfrm>
          <a:graphic>
            <a:graphicData uri="http://schemas.openxmlformats.org/presentationml/2006/ole">
              <mc:AlternateContent xmlns:mc="http://schemas.openxmlformats.org/markup-compatibility/2006">
                <mc:Choice xmlns:v="urn:schemas-microsoft-com:vml" Requires="v">
                  <p:oleObj spid="_x0000_s24603" name="公式" r:id="rId7" imgW="901309" imgH="215806" progId="Equation.3">
                    <p:embed/>
                  </p:oleObj>
                </mc:Choice>
                <mc:Fallback>
                  <p:oleObj name="公式" r:id="rId7" imgW="901309" imgH="215806" progId="Equation.3">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61" y="420"/>
                          <a:ext cx="1523" cy="365"/>
                        </a:xfrm>
                        <a:prstGeom prst="rect">
                          <a:avLst/>
                        </a:prstGeom>
                        <a:noFill/>
                        <a:ln>
                          <a:noFill/>
                        </a:ln>
                        <a:effectLst/>
                        <a:extLst>
                          <a:ext uri="{909E8E84-426E-40DD-AFC4-6F175D3DCCD1}">
                            <a14:hiddenFill xmlns:a14="http://schemas.microsoft.com/office/drawing/2010/main">
                              <a:solidFill>
                                <a:srgbClr val="FFDD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98" name="Rectangle 29"/>
            <p:cNvSpPr>
              <a:spLocks noChangeArrowheads="1"/>
            </p:cNvSpPr>
            <p:nvPr/>
          </p:nvSpPr>
          <p:spPr bwMode="auto">
            <a:xfrm>
              <a:off x="555" y="444"/>
              <a:ext cx="121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
                  <a:srgbClr val="0000FF"/>
                </a:buClr>
                <a:buFont typeface="Wingdings" pitchFamily="2" charset="2"/>
                <a:buChar char="Ø"/>
              </a:pPr>
              <a:r>
                <a:rPr kumimoji="0" lang="zh-CN" altLang="en-US" sz="2800">
                  <a:solidFill>
                    <a:srgbClr val="CC0000"/>
                  </a:solidFill>
                </a:rPr>
                <a:t>光程差 </a:t>
              </a:r>
              <a:r>
                <a:rPr kumimoji="0" lang="en-US" altLang="zh-CN" sz="2800">
                  <a:solidFill>
                    <a:srgbClr val="CC0000"/>
                  </a:solidFill>
                </a:rPr>
                <a:t>:</a:t>
              </a:r>
              <a:endParaRPr kumimoji="0" lang="zh-CN" altLang="en-US" sz="2800">
                <a:solidFill>
                  <a:srgbClr val="CC0000"/>
                </a:solidFill>
              </a:endParaRPr>
            </a:p>
          </p:txBody>
        </p:sp>
      </p:grpSp>
      <p:graphicFrame>
        <p:nvGraphicFramePr>
          <p:cNvPr id="73762" name="Object 34"/>
          <p:cNvGraphicFramePr>
            <a:graphicFrameLocks noChangeAspect="1"/>
          </p:cNvGraphicFramePr>
          <p:nvPr/>
        </p:nvGraphicFramePr>
        <p:xfrm>
          <a:off x="2951163" y="4416425"/>
          <a:ext cx="1312862" cy="407988"/>
        </p:xfrm>
        <a:graphic>
          <a:graphicData uri="http://schemas.openxmlformats.org/presentationml/2006/ole">
            <mc:AlternateContent xmlns:mc="http://schemas.openxmlformats.org/markup-compatibility/2006">
              <mc:Choice xmlns:v="urn:schemas-microsoft-com:vml" Requires="v">
                <p:oleObj spid="_x0000_s24604" name="公式" r:id="rId9" imgW="571004" imgH="177646" progId="Equation.3">
                  <p:embed/>
                </p:oleObj>
              </mc:Choice>
              <mc:Fallback>
                <p:oleObj name="公式" r:id="rId9" imgW="571004" imgH="177646" progId="Equation.3">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51163" y="4416425"/>
                        <a:ext cx="1312862"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68" name="Object 40"/>
          <p:cNvGraphicFramePr>
            <a:graphicFrameLocks noChangeAspect="1"/>
          </p:cNvGraphicFramePr>
          <p:nvPr/>
        </p:nvGraphicFramePr>
        <p:xfrm>
          <a:off x="2951163" y="5556250"/>
          <a:ext cx="2335212" cy="933450"/>
        </p:xfrm>
        <a:graphic>
          <a:graphicData uri="http://schemas.openxmlformats.org/presentationml/2006/ole">
            <mc:AlternateContent xmlns:mc="http://schemas.openxmlformats.org/markup-compatibility/2006">
              <mc:Choice xmlns:v="urn:schemas-microsoft-com:vml" Requires="v">
                <p:oleObj spid="_x0000_s24605" name="公式" r:id="rId11" imgW="1015559" imgH="406224" progId="Equation.3">
                  <p:embed/>
                </p:oleObj>
              </mc:Choice>
              <mc:Fallback>
                <p:oleObj name="公式" r:id="rId11" imgW="1015559" imgH="406224" progId="Equation.3">
                  <p:embed/>
                  <p:pic>
                    <p:nvPicPr>
                      <p:cNvPr id="0" name="Object 4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51163" y="5556250"/>
                        <a:ext cx="2335212" cy="93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3776" name="Group 48"/>
          <p:cNvGrpSpPr>
            <a:grpSpLocks/>
          </p:cNvGrpSpPr>
          <p:nvPr/>
        </p:nvGrpSpPr>
        <p:grpSpPr bwMode="auto">
          <a:xfrm>
            <a:off x="539750" y="5243513"/>
            <a:ext cx="2997200" cy="750887"/>
            <a:chOff x="340" y="3303"/>
            <a:chExt cx="1888" cy="473"/>
          </a:xfrm>
        </p:grpSpPr>
        <p:sp>
          <p:nvSpPr>
            <p:cNvPr id="24595" name="Text Box 38"/>
            <p:cNvSpPr txBox="1">
              <a:spLocks noChangeArrowheads="1"/>
            </p:cNvSpPr>
            <p:nvPr/>
          </p:nvSpPr>
          <p:spPr bwMode="auto">
            <a:xfrm>
              <a:off x="340" y="3379"/>
              <a:ext cx="18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
                  <a:srgbClr val="0000FF"/>
                </a:buClr>
                <a:buFont typeface="Wingdings" pitchFamily="2" charset="2"/>
                <a:buChar char="Ø"/>
              </a:pPr>
              <a:r>
                <a:rPr kumimoji="0" lang="zh-CN" altLang="en-US" sz="2800">
                  <a:solidFill>
                    <a:srgbClr val="1C1C1C"/>
                  </a:solidFill>
                </a:rPr>
                <a:t>  干涉</a:t>
              </a:r>
              <a:r>
                <a:rPr kumimoji="0" lang="zh-CN" altLang="en-US" sz="2800">
                  <a:solidFill>
                    <a:srgbClr val="CC0000"/>
                  </a:solidFill>
                </a:rPr>
                <a:t>减弱</a:t>
              </a:r>
            </a:p>
          </p:txBody>
        </p:sp>
        <p:sp>
          <p:nvSpPr>
            <p:cNvPr id="24596" name="AutoShape 42"/>
            <p:cNvSpPr>
              <a:spLocks/>
            </p:cNvSpPr>
            <p:nvPr/>
          </p:nvSpPr>
          <p:spPr bwMode="auto">
            <a:xfrm>
              <a:off x="1718" y="3303"/>
              <a:ext cx="113" cy="473"/>
            </a:xfrm>
            <a:prstGeom prst="leftBrace">
              <a:avLst>
                <a:gd name="adj1" fmla="val 34882"/>
                <a:gd name="adj2" fmla="val 53907"/>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lang="zh-CN" altLang="en-US" sz="2800" b="0"/>
            </a:p>
          </p:txBody>
        </p:sp>
      </p:grpSp>
      <p:grpSp>
        <p:nvGrpSpPr>
          <p:cNvPr id="73775" name="Group 47"/>
          <p:cNvGrpSpPr>
            <a:grpSpLocks/>
          </p:cNvGrpSpPr>
          <p:nvPr/>
        </p:nvGrpSpPr>
        <p:grpSpPr bwMode="auto">
          <a:xfrm>
            <a:off x="2951163" y="3683000"/>
            <a:ext cx="4891087" cy="754063"/>
            <a:chOff x="1859" y="2320"/>
            <a:chExt cx="3081" cy="475"/>
          </a:xfrm>
        </p:grpSpPr>
        <p:graphicFrame>
          <p:nvGraphicFramePr>
            <p:cNvPr id="24593" name="Object 35"/>
            <p:cNvGraphicFramePr>
              <a:graphicFrameLocks noChangeAspect="1"/>
            </p:cNvGraphicFramePr>
            <p:nvPr/>
          </p:nvGraphicFramePr>
          <p:xfrm>
            <a:off x="1859" y="2320"/>
            <a:ext cx="1067" cy="294"/>
          </p:xfrm>
          <a:graphic>
            <a:graphicData uri="http://schemas.openxmlformats.org/presentationml/2006/ole">
              <mc:AlternateContent xmlns:mc="http://schemas.openxmlformats.org/markup-compatibility/2006">
                <mc:Choice xmlns:v="urn:schemas-microsoft-com:vml" Requires="v">
                  <p:oleObj spid="_x0000_s24606" name="公式" r:id="rId13" imgW="736600" imgH="203200" progId="Equation.3">
                    <p:embed/>
                  </p:oleObj>
                </mc:Choice>
                <mc:Fallback>
                  <p:oleObj name="公式" r:id="rId13" imgW="736600" imgH="203200" progId="Equation.3">
                    <p:embed/>
                    <p:pic>
                      <p:nvPicPr>
                        <p:cNvPr id="0" name="Object 3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59" y="2320"/>
                          <a:ext cx="1067"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94" name="Object 43"/>
            <p:cNvGraphicFramePr>
              <a:graphicFrameLocks noChangeAspect="1"/>
            </p:cNvGraphicFramePr>
            <p:nvPr/>
          </p:nvGraphicFramePr>
          <p:xfrm>
            <a:off x="3816" y="2500"/>
            <a:ext cx="1124" cy="295"/>
          </p:xfrm>
          <a:graphic>
            <a:graphicData uri="http://schemas.openxmlformats.org/presentationml/2006/ole">
              <mc:AlternateContent xmlns:mc="http://schemas.openxmlformats.org/markup-compatibility/2006">
                <mc:Choice xmlns:v="urn:schemas-microsoft-com:vml" Requires="v">
                  <p:oleObj spid="_x0000_s24607" name="公式" r:id="rId15" imgW="752590" imgH="180900" progId="Equation.3">
                    <p:embed/>
                  </p:oleObj>
                </mc:Choice>
                <mc:Fallback>
                  <p:oleObj name="公式" r:id="rId15" imgW="752590" imgH="180900" progId="Equation.3">
                    <p:embed/>
                    <p:pic>
                      <p:nvPicPr>
                        <p:cNvPr id="0" name="Object 4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16" y="2500"/>
                          <a:ext cx="1124"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3777" name="Group 49"/>
          <p:cNvGrpSpPr>
            <a:grpSpLocks/>
          </p:cNvGrpSpPr>
          <p:nvPr/>
        </p:nvGrpSpPr>
        <p:grpSpPr bwMode="auto">
          <a:xfrm>
            <a:off x="2951163" y="5049838"/>
            <a:ext cx="4891087" cy="871537"/>
            <a:chOff x="1859" y="3181"/>
            <a:chExt cx="3081" cy="549"/>
          </a:xfrm>
        </p:grpSpPr>
        <p:graphicFrame>
          <p:nvGraphicFramePr>
            <p:cNvPr id="24591" name="Object 41"/>
            <p:cNvGraphicFramePr>
              <a:graphicFrameLocks noChangeAspect="1"/>
            </p:cNvGraphicFramePr>
            <p:nvPr/>
          </p:nvGraphicFramePr>
          <p:xfrm>
            <a:off x="1859" y="3181"/>
            <a:ext cx="1545" cy="294"/>
          </p:xfrm>
          <a:graphic>
            <a:graphicData uri="http://schemas.openxmlformats.org/presentationml/2006/ole">
              <mc:AlternateContent xmlns:mc="http://schemas.openxmlformats.org/markup-compatibility/2006">
                <mc:Choice xmlns:v="urn:schemas-microsoft-com:vml" Requires="v">
                  <p:oleObj spid="_x0000_s24608" name="公式" r:id="rId17" imgW="1066337" imgH="203112" progId="Equation.3">
                    <p:embed/>
                  </p:oleObj>
                </mc:Choice>
                <mc:Fallback>
                  <p:oleObj name="公式" r:id="rId17" imgW="1066337" imgH="203112" progId="Equation.3">
                    <p:embed/>
                    <p:pic>
                      <p:nvPicPr>
                        <p:cNvPr id="0" name="Object 4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59" y="3181"/>
                          <a:ext cx="1545"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92" name="Object 44"/>
            <p:cNvGraphicFramePr>
              <a:graphicFrameLocks noChangeAspect="1"/>
            </p:cNvGraphicFramePr>
            <p:nvPr/>
          </p:nvGraphicFramePr>
          <p:xfrm>
            <a:off x="3816" y="3435"/>
            <a:ext cx="1124" cy="295"/>
          </p:xfrm>
          <a:graphic>
            <a:graphicData uri="http://schemas.openxmlformats.org/presentationml/2006/ole">
              <mc:AlternateContent xmlns:mc="http://schemas.openxmlformats.org/markup-compatibility/2006">
                <mc:Choice xmlns:v="urn:schemas-microsoft-com:vml" Requires="v">
                  <p:oleObj spid="_x0000_s24609" name="公式" r:id="rId19" imgW="752590" imgH="180900" progId="Equation.3">
                    <p:embed/>
                  </p:oleObj>
                </mc:Choice>
                <mc:Fallback>
                  <p:oleObj name="公式" r:id="rId19" imgW="752590" imgH="180900" progId="Equation.3">
                    <p:embed/>
                    <p:pic>
                      <p:nvPicPr>
                        <p:cNvPr id="0" name="Object 4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816" y="3435"/>
                          <a:ext cx="1124"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3774" name="Group 46"/>
          <p:cNvGrpSpPr>
            <a:grpSpLocks/>
          </p:cNvGrpSpPr>
          <p:nvPr/>
        </p:nvGrpSpPr>
        <p:grpSpPr bwMode="auto">
          <a:xfrm>
            <a:off x="503238" y="3924300"/>
            <a:ext cx="3398837" cy="750888"/>
            <a:chOff x="317" y="2472"/>
            <a:chExt cx="2141" cy="473"/>
          </a:xfrm>
        </p:grpSpPr>
        <p:sp>
          <p:nvSpPr>
            <p:cNvPr id="24589" name="Text Box 33"/>
            <p:cNvSpPr txBox="1">
              <a:spLocks noChangeArrowheads="1"/>
            </p:cNvSpPr>
            <p:nvPr/>
          </p:nvSpPr>
          <p:spPr bwMode="auto">
            <a:xfrm>
              <a:off x="317" y="2542"/>
              <a:ext cx="21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
                  <a:srgbClr val="0000FF"/>
                </a:buClr>
                <a:buFont typeface="Wingdings" pitchFamily="2" charset="2"/>
                <a:buChar char="Ø"/>
              </a:pPr>
              <a:r>
                <a:rPr kumimoji="0" lang="zh-CN" altLang="en-US" sz="2800">
                  <a:solidFill>
                    <a:srgbClr val="1C1C1C"/>
                  </a:solidFill>
                </a:rPr>
                <a:t>  干涉</a:t>
              </a:r>
              <a:r>
                <a:rPr kumimoji="0" lang="zh-CN" altLang="en-US" sz="2800">
                  <a:solidFill>
                    <a:srgbClr val="CC0000"/>
                  </a:solidFill>
                </a:rPr>
                <a:t>加强</a:t>
              </a:r>
            </a:p>
          </p:txBody>
        </p:sp>
        <p:sp>
          <p:nvSpPr>
            <p:cNvPr id="24590" name="AutoShape 45"/>
            <p:cNvSpPr>
              <a:spLocks/>
            </p:cNvSpPr>
            <p:nvPr/>
          </p:nvSpPr>
          <p:spPr bwMode="auto">
            <a:xfrm>
              <a:off x="1718" y="2472"/>
              <a:ext cx="113" cy="473"/>
            </a:xfrm>
            <a:prstGeom prst="leftBrace">
              <a:avLst>
                <a:gd name="adj1" fmla="val 34882"/>
                <a:gd name="adj2" fmla="val 53907"/>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lang="zh-CN" altLang="en-US" sz="2800" b="0"/>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2"/>
                                        </p:tgtEl>
                                        <p:attrNameLst>
                                          <p:attrName>style.visibility</p:attrName>
                                        </p:attrNameLst>
                                      </p:cBhvr>
                                      <p:to>
                                        <p:strVal val="visible"/>
                                      </p:to>
                                    </p:set>
                                    <p:animEffect transition="in" filter="blinds(horizontal)">
                                      <p:cBhvr>
                                        <p:cTn id="7" dur="500"/>
                                        <p:tgtEl>
                                          <p:spTgt spid="737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3733"/>
                                        </p:tgtEl>
                                        <p:attrNameLst>
                                          <p:attrName>style.visibility</p:attrName>
                                        </p:attrNameLst>
                                      </p:cBhvr>
                                      <p:to>
                                        <p:strVal val="visible"/>
                                      </p:to>
                                    </p:set>
                                    <p:animEffect transition="in" filter="blinds(horizontal)">
                                      <p:cBhvr>
                                        <p:cTn id="12" dur="500"/>
                                        <p:tgtEl>
                                          <p:spTgt spid="737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3774"/>
                                        </p:tgtEl>
                                        <p:attrNameLst>
                                          <p:attrName>style.visibility</p:attrName>
                                        </p:attrNameLst>
                                      </p:cBhvr>
                                      <p:to>
                                        <p:strVal val="visible"/>
                                      </p:to>
                                    </p:set>
                                    <p:animEffect transition="in" filter="wipe(left)">
                                      <p:cBhvr>
                                        <p:cTn id="17" dur="500"/>
                                        <p:tgtEl>
                                          <p:spTgt spid="737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3775"/>
                                        </p:tgtEl>
                                        <p:attrNameLst>
                                          <p:attrName>style.visibility</p:attrName>
                                        </p:attrNameLst>
                                      </p:cBhvr>
                                      <p:to>
                                        <p:strVal val="visible"/>
                                      </p:to>
                                    </p:set>
                                    <p:animEffect transition="in" filter="wipe(left)">
                                      <p:cBhvr>
                                        <p:cTn id="22" dur="500"/>
                                        <p:tgtEl>
                                          <p:spTgt spid="737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3762"/>
                                        </p:tgtEl>
                                        <p:attrNameLst>
                                          <p:attrName>style.visibility</p:attrName>
                                        </p:attrNameLst>
                                      </p:cBhvr>
                                      <p:to>
                                        <p:strVal val="visible"/>
                                      </p:to>
                                    </p:set>
                                    <p:animEffect transition="in" filter="wipe(left)">
                                      <p:cBhvr>
                                        <p:cTn id="27" dur="500"/>
                                        <p:tgtEl>
                                          <p:spTgt spid="7376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3776"/>
                                        </p:tgtEl>
                                        <p:attrNameLst>
                                          <p:attrName>style.visibility</p:attrName>
                                        </p:attrNameLst>
                                      </p:cBhvr>
                                      <p:to>
                                        <p:strVal val="visible"/>
                                      </p:to>
                                    </p:set>
                                    <p:animEffect transition="in" filter="wipe(left)">
                                      <p:cBhvr>
                                        <p:cTn id="32" dur="500"/>
                                        <p:tgtEl>
                                          <p:spTgt spid="7377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3777"/>
                                        </p:tgtEl>
                                        <p:attrNameLst>
                                          <p:attrName>style.visibility</p:attrName>
                                        </p:attrNameLst>
                                      </p:cBhvr>
                                      <p:to>
                                        <p:strVal val="visible"/>
                                      </p:to>
                                    </p:set>
                                    <p:animEffect transition="in" filter="wipe(left)">
                                      <p:cBhvr>
                                        <p:cTn id="37" dur="500"/>
                                        <p:tgtEl>
                                          <p:spTgt spid="7377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3768"/>
                                        </p:tgtEl>
                                        <p:attrNameLst>
                                          <p:attrName>style.visibility</p:attrName>
                                        </p:attrNameLst>
                                      </p:cBhvr>
                                      <p:to>
                                        <p:strVal val="visible"/>
                                      </p:to>
                                    </p:set>
                                    <p:animEffect transition="in" filter="wipe(left)">
                                      <p:cBhvr>
                                        <p:cTn id="42" dur="500"/>
                                        <p:tgtEl>
                                          <p:spTgt spid="737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44203A84-0C3E-4216-BD59-7C3CFF397198}" type="slidenum">
              <a:rPr kumimoji="0" lang="zh-CN" altLang="en-US" sz="1400" smtClean="0">
                <a:solidFill>
                  <a:schemeClr val="bg2"/>
                </a:solidFill>
              </a:rPr>
              <a:pPr>
                <a:spcBef>
                  <a:spcPct val="50000"/>
                </a:spcBef>
                <a:buClrTx/>
                <a:buFontTx/>
                <a:buNone/>
              </a:pPr>
              <a:t>20</a:t>
            </a:fld>
            <a:endParaRPr kumimoji="0" lang="en-US" altLang="zh-CN" sz="1400" smtClean="0">
              <a:solidFill>
                <a:schemeClr val="bg2"/>
              </a:solidFill>
            </a:endParaRPr>
          </a:p>
        </p:txBody>
      </p:sp>
      <p:grpSp>
        <p:nvGrpSpPr>
          <p:cNvPr id="76802" name="Group 2"/>
          <p:cNvGrpSpPr>
            <a:grpSpLocks/>
          </p:cNvGrpSpPr>
          <p:nvPr/>
        </p:nvGrpSpPr>
        <p:grpSpPr bwMode="auto">
          <a:xfrm>
            <a:off x="558800" y="1331913"/>
            <a:ext cx="8001000" cy="4572000"/>
            <a:chOff x="384" y="1008"/>
            <a:chExt cx="5040" cy="2880"/>
          </a:xfrm>
        </p:grpSpPr>
        <p:sp>
          <p:nvSpPr>
            <p:cNvPr id="25636" name="Rectangle 3"/>
            <p:cNvSpPr>
              <a:spLocks noChangeArrowheads="1"/>
            </p:cNvSpPr>
            <p:nvPr/>
          </p:nvSpPr>
          <p:spPr bwMode="auto">
            <a:xfrm>
              <a:off x="384" y="1008"/>
              <a:ext cx="5040" cy="2880"/>
            </a:xfrm>
            <a:prstGeom prst="rect">
              <a:avLst/>
            </a:prstGeom>
            <a:solidFill>
              <a:schemeClr val="bg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sp>
          <p:nvSpPr>
            <p:cNvPr id="25637" name="Line 4"/>
            <p:cNvSpPr>
              <a:spLocks noChangeShapeType="1"/>
            </p:cNvSpPr>
            <p:nvPr/>
          </p:nvSpPr>
          <p:spPr bwMode="auto">
            <a:xfrm>
              <a:off x="1440" y="1248"/>
              <a:ext cx="0" cy="1152"/>
            </a:xfrm>
            <a:prstGeom prst="line">
              <a:avLst/>
            </a:prstGeom>
            <a:noFill/>
            <a:ln w="28575">
              <a:solidFill>
                <a:srgbClr val="CC0066"/>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8" name="Line 5"/>
            <p:cNvSpPr>
              <a:spLocks noChangeShapeType="1"/>
            </p:cNvSpPr>
            <p:nvPr/>
          </p:nvSpPr>
          <p:spPr bwMode="auto">
            <a:xfrm>
              <a:off x="624" y="1824"/>
              <a:ext cx="3072" cy="0"/>
            </a:xfrm>
            <a:prstGeom prst="line">
              <a:avLst/>
            </a:prstGeom>
            <a:noFill/>
            <a:ln w="2857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9" name="Line 6"/>
            <p:cNvSpPr>
              <a:spLocks noChangeShapeType="1"/>
            </p:cNvSpPr>
            <p:nvPr/>
          </p:nvSpPr>
          <p:spPr bwMode="auto">
            <a:xfrm>
              <a:off x="864" y="1536"/>
              <a:ext cx="1296" cy="0"/>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0" name="Line 7"/>
            <p:cNvSpPr>
              <a:spLocks noChangeShapeType="1"/>
            </p:cNvSpPr>
            <p:nvPr/>
          </p:nvSpPr>
          <p:spPr bwMode="auto">
            <a:xfrm>
              <a:off x="864" y="1680"/>
              <a:ext cx="1296" cy="0"/>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1" name="Line 8"/>
            <p:cNvSpPr>
              <a:spLocks noChangeShapeType="1"/>
            </p:cNvSpPr>
            <p:nvPr/>
          </p:nvSpPr>
          <p:spPr bwMode="auto">
            <a:xfrm>
              <a:off x="864" y="1824"/>
              <a:ext cx="2352" cy="0"/>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2" name="Line 9"/>
            <p:cNvSpPr>
              <a:spLocks noChangeShapeType="1"/>
            </p:cNvSpPr>
            <p:nvPr/>
          </p:nvSpPr>
          <p:spPr bwMode="auto">
            <a:xfrm>
              <a:off x="864" y="1968"/>
              <a:ext cx="1296" cy="0"/>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3" name="Line 10"/>
            <p:cNvSpPr>
              <a:spLocks noChangeShapeType="1"/>
            </p:cNvSpPr>
            <p:nvPr/>
          </p:nvSpPr>
          <p:spPr bwMode="auto">
            <a:xfrm>
              <a:off x="864" y="2112"/>
              <a:ext cx="1296" cy="0"/>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4" name="Line 11"/>
            <p:cNvSpPr>
              <a:spLocks noChangeShapeType="1"/>
            </p:cNvSpPr>
            <p:nvPr/>
          </p:nvSpPr>
          <p:spPr bwMode="auto">
            <a:xfrm>
              <a:off x="2352" y="1824"/>
              <a:ext cx="174" cy="0"/>
            </a:xfrm>
            <a:prstGeom prst="line">
              <a:avLst/>
            </a:prstGeom>
            <a:noFill/>
            <a:ln w="381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5" name="Line 12"/>
            <p:cNvSpPr>
              <a:spLocks noChangeShapeType="1"/>
            </p:cNvSpPr>
            <p:nvPr/>
          </p:nvSpPr>
          <p:spPr bwMode="auto">
            <a:xfrm flipV="1">
              <a:off x="2160" y="1824"/>
              <a:ext cx="1056" cy="288"/>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6" name="Line 13"/>
            <p:cNvSpPr>
              <a:spLocks noChangeShapeType="1"/>
            </p:cNvSpPr>
            <p:nvPr/>
          </p:nvSpPr>
          <p:spPr bwMode="auto">
            <a:xfrm flipV="1">
              <a:off x="2160" y="1824"/>
              <a:ext cx="1056" cy="144"/>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7" name="Line 14"/>
            <p:cNvSpPr>
              <a:spLocks noChangeShapeType="1"/>
            </p:cNvSpPr>
            <p:nvPr/>
          </p:nvSpPr>
          <p:spPr bwMode="auto">
            <a:xfrm>
              <a:off x="2160" y="1536"/>
              <a:ext cx="1056" cy="288"/>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8" name="Line 15"/>
            <p:cNvSpPr>
              <a:spLocks noChangeShapeType="1"/>
            </p:cNvSpPr>
            <p:nvPr/>
          </p:nvSpPr>
          <p:spPr bwMode="auto">
            <a:xfrm>
              <a:off x="2160" y="1680"/>
              <a:ext cx="1056" cy="144"/>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9" name="Freeform 16"/>
            <p:cNvSpPr>
              <a:spLocks/>
            </p:cNvSpPr>
            <p:nvPr/>
          </p:nvSpPr>
          <p:spPr bwMode="auto">
            <a:xfrm>
              <a:off x="2380" y="1596"/>
              <a:ext cx="164" cy="36"/>
            </a:xfrm>
            <a:custGeom>
              <a:avLst/>
              <a:gdLst>
                <a:gd name="T0" fmla="*/ 0 w 164"/>
                <a:gd name="T1" fmla="*/ 0 h 36"/>
                <a:gd name="T2" fmla="*/ 164 w 164"/>
                <a:gd name="T3" fmla="*/ 36 h 36"/>
                <a:gd name="T4" fmla="*/ 0 60000 65536"/>
                <a:gd name="T5" fmla="*/ 0 60000 65536"/>
              </a:gdLst>
              <a:ahLst/>
              <a:cxnLst>
                <a:cxn ang="T4">
                  <a:pos x="T0" y="T1"/>
                </a:cxn>
                <a:cxn ang="T5">
                  <a:pos x="T2" y="T3"/>
                </a:cxn>
              </a:cxnLst>
              <a:rect l="0" t="0" r="r" b="b"/>
              <a:pathLst>
                <a:path w="164" h="36">
                  <a:moveTo>
                    <a:pt x="0" y="0"/>
                  </a:moveTo>
                  <a:lnTo>
                    <a:pt x="164" y="36"/>
                  </a:lnTo>
                </a:path>
              </a:pathLst>
            </a:custGeom>
            <a:noFill/>
            <a:ln w="38100">
              <a:solidFill>
                <a:srgbClr val="0000FF"/>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0" name="Freeform 17"/>
            <p:cNvSpPr>
              <a:spLocks/>
            </p:cNvSpPr>
            <p:nvPr/>
          </p:nvSpPr>
          <p:spPr bwMode="auto">
            <a:xfrm>
              <a:off x="2336" y="2016"/>
              <a:ext cx="160" cy="40"/>
            </a:xfrm>
            <a:custGeom>
              <a:avLst/>
              <a:gdLst>
                <a:gd name="T0" fmla="*/ 0 w 160"/>
                <a:gd name="T1" fmla="*/ 40 h 40"/>
                <a:gd name="T2" fmla="*/ 160 w 160"/>
                <a:gd name="T3" fmla="*/ 0 h 40"/>
                <a:gd name="T4" fmla="*/ 0 60000 65536"/>
                <a:gd name="T5" fmla="*/ 0 60000 65536"/>
              </a:gdLst>
              <a:ahLst/>
              <a:cxnLst>
                <a:cxn ang="T4">
                  <a:pos x="T0" y="T1"/>
                </a:cxn>
                <a:cxn ang="T5">
                  <a:pos x="T2" y="T3"/>
                </a:cxn>
              </a:cxnLst>
              <a:rect l="0" t="0" r="r" b="b"/>
              <a:pathLst>
                <a:path w="160" h="40">
                  <a:moveTo>
                    <a:pt x="0" y="40"/>
                  </a:moveTo>
                  <a:lnTo>
                    <a:pt x="160" y="0"/>
                  </a:lnTo>
                </a:path>
              </a:pathLst>
            </a:custGeom>
            <a:noFill/>
            <a:ln w="38100">
              <a:solidFill>
                <a:srgbClr val="0000FF"/>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1" name="Freeform 18"/>
            <p:cNvSpPr>
              <a:spLocks/>
            </p:cNvSpPr>
            <p:nvPr/>
          </p:nvSpPr>
          <p:spPr bwMode="auto">
            <a:xfrm>
              <a:off x="2404" y="1921"/>
              <a:ext cx="92" cy="7"/>
            </a:xfrm>
            <a:custGeom>
              <a:avLst/>
              <a:gdLst>
                <a:gd name="T0" fmla="*/ 0 w 92"/>
                <a:gd name="T1" fmla="*/ 7 h 7"/>
                <a:gd name="T2" fmla="*/ 92 w 92"/>
                <a:gd name="T3" fmla="*/ 0 h 7"/>
                <a:gd name="T4" fmla="*/ 0 60000 65536"/>
                <a:gd name="T5" fmla="*/ 0 60000 65536"/>
              </a:gdLst>
              <a:ahLst/>
              <a:cxnLst>
                <a:cxn ang="T4">
                  <a:pos x="T0" y="T1"/>
                </a:cxn>
                <a:cxn ang="T5">
                  <a:pos x="T2" y="T3"/>
                </a:cxn>
              </a:cxnLst>
              <a:rect l="0" t="0" r="r" b="b"/>
              <a:pathLst>
                <a:path w="92" h="7">
                  <a:moveTo>
                    <a:pt x="0" y="7"/>
                  </a:moveTo>
                  <a:lnTo>
                    <a:pt x="92" y="0"/>
                  </a:lnTo>
                </a:path>
              </a:pathLst>
            </a:custGeom>
            <a:noFill/>
            <a:ln w="38100">
              <a:solidFill>
                <a:srgbClr val="0000FF"/>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2" name="Freeform 19"/>
            <p:cNvSpPr>
              <a:spLocks/>
            </p:cNvSpPr>
            <p:nvPr/>
          </p:nvSpPr>
          <p:spPr bwMode="auto">
            <a:xfrm>
              <a:off x="2392" y="1712"/>
              <a:ext cx="104" cy="17"/>
            </a:xfrm>
            <a:custGeom>
              <a:avLst/>
              <a:gdLst>
                <a:gd name="T0" fmla="*/ 0 w 104"/>
                <a:gd name="T1" fmla="*/ 0 h 17"/>
                <a:gd name="T2" fmla="*/ 104 w 104"/>
                <a:gd name="T3" fmla="*/ 17 h 17"/>
                <a:gd name="T4" fmla="*/ 0 60000 65536"/>
                <a:gd name="T5" fmla="*/ 0 60000 65536"/>
              </a:gdLst>
              <a:ahLst/>
              <a:cxnLst>
                <a:cxn ang="T4">
                  <a:pos x="T0" y="T1"/>
                </a:cxn>
                <a:cxn ang="T5">
                  <a:pos x="T2" y="T3"/>
                </a:cxn>
              </a:cxnLst>
              <a:rect l="0" t="0" r="r" b="b"/>
              <a:pathLst>
                <a:path w="104" h="17">
                  <a:moveTo>
                    <a:pt x="0" y="0"/>
                  </a:moveTo>
                  <a:lnTo>
                    <a:pt x="104" y="17"/>
                  </a:lnTo>
                </a:path>
              </a:pathLst>
            </a:custGeom>
            <a:noFill/>
            <a:ln w="38100">
              <a:solidFill>
                <a:srgbClr val="0000FF"/>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3" name="Line 20"/>
            <p:cNvSpPr>
              <a:spLocks noChangeShapeType="1"/>
            </p:cNvSpPr>
            <p:nvPr/>
          </p:nvSpPr>
          <p:spPr bwMode="auto">
            <a:xfrm>
              <a:off x="3216" y="1344"/>
              <a:ext cx="0" cy="960"/>
            </a:xfrm>
            <a:prstGeom prst="line">
              <a:avLst/>
            </a:prstGeom>
            <a:noFill/>
            <a:ln w="28575">
              <a:solidFill>
                <a:srgbClr val="000000"/>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654" name="Object 21"/>
            <p:cNvGraphicFramePr>
              <a:graphicFrameLocks noChangeAspect="1"/>
            </p:cNvGraphicFramePr>
            <p:nvPr/>
          </p:nvGraphicFramePr>
          <p:xfrm>
            <a:off x="3216" y="1440"/>
            <a:ext cx="240" cy="240"/>
          </p:xfrm>
          <a:graphic>
            <a:graphicData uri="http://schemas.openxmlformats.org/presentationml/2006/ole">
              <mc:AlternateContent xmlns:mc="http://schemas.openxmlformats.org/markup-compatibility/2006">
                <mc:Choice xmlns:v="urn:schemas-microsoft-com:vml" Requires="v">
                  <p:oleObj spid="_x0000_s25664" name="公式" r:id="rId3" imgW="228600" imgH="228600" progId="Equation.3">
                    <p:embed/>
                  </p:oleObj>
                </mc:Choice>
                <mc:Fallback>
                  <p:oleObj name="公式" r:id="rId3" imgW="228600" imgH="22860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6" y="1440"/>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55" name="Text Box 22"/>
            <p:cNvSpPr txBox="1">
              <a:spLocks noChangeArrowheads="1"/>
            </p:cNvSpPr>
            <p:nvPr/>
          </p:nvSpPr>
          <p:spPr bwMode="auto">
            <a:xfrm>
              <a:off x="1440" y="1248"/>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b="0" i="1">
                  <a:solidFill>
                    <a:srgbClr val="0000FF"/>
                  </a:solidFill>
                </a:rPr>
                <a:t>A</a:t>
              </a:r>
            </a:p>
          </p:txBody>
        </p:sp>
        <p:sp>
          <p:nvSpPr>
            <p:cNvPr id="25656" name="Text Box 23"/>
            <p:cNvSpPr txBox="1">
              <a:spLocks noChangeArrowheads="1"/>
            </p:cNvSpPr>
            <p:nvPr/>
          </p:nvSpPr>
          <p:spPr bwMode="auto">
            <a:xfrm>
              <a:off x="1392" y="2064"/>
              <a:ext cx="62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b="0" i="1">
                  <a:solidFill>
                    <a:srgbClr val="0000FF"/>
                  </a:solidFill>
                </a:rPr>
                <a:t>B</a:t>
              </a:r>
            </a:p>
          </p:txBody>
        </p:sp>
        <p:graphicFrame>
          <p:nvGraphicFramePr>
            <p:cNvPr id="25657" name="Object 24"/>
            <p:cNvGraphicFramePr>
              <a:graphicFrameLocks noChangeAspect="1"/>
            </p:cNvGraphicFramePr>
            <p:nvPr/>
          </p:nvGraphicFramePr>
          <p:xfrm>
            <a:off x="1488" y="1704"/>
            <a:ext cx="192" cy="216"/>
          </p:xfrm>
          <a:graphic>
            <a:graphicData uri="http://schemas.openxmlformats.org/presentationml/2006/ole">
              <mc:AlternateContent xmlns:mc="http://schemas.openxmlformats.org/markup-compatibility/2006">
                <mc:Choice xmlns:v="urn:schemas-microsoft-com:vml" Requires="v">
                  <p:oleObj spid="_x0000_s25665" name="Equation" r:id="rId5" imgW="164957" imgH="190335" progId="Equation.3">
                    <p:embed/>
                  </p:oleObj>
                </mc:Choice>
                <mc:Fallback>
                  <p:oleObj name="Equation" r:id="rId5" imgW="164957" imgH="190335" progId="Equation.3">
                    <p:embed/>
                    <p:pic>
                      <p:nvPicPr>
                        <p:cNvPr id="0"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8" y="1704"/>
                          <a:ext cx="192"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58" name="Line 25"/>
            <p:cNvSpPr>
              <a:spLocks noChangeShapeType="1"/>
            </p:cNvSpPr>
            <p:nvPr/>
          </p:nvSpPr>
          <p:spPr bwMode="auto">
            <a:xfrm>
              <a:off x="1152" y="1536"/>
              <a:ext cx="96" cy="0"/>
            </a:xfrm>
            <a:prstGeom prst="line">
              <a:avLst/>
            </a:prstGeom>
            <a:noFill/>
            <a:ln w="381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9" name="Line 26"/>
            <p:cNvSpPr>
              <a:spLocks noChangeShapeType="1"/>
            </p:cNvSpPr>
            <p:nvPr/>
          </p:nvSpPr>
          <p:spPr bwMode="auto">
            <a:xfrm>
              <a:off x="1152" y="1680"/>
              <a:ext cx="96" cy="0"/>
            </a:xfrm>
            <a:prstGeom prst="line">
              <a:avLst/>
            </a:prstGeom>
            <a:noFill/>
            <a:ln w="381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0" name="Line 27"/>
            <p:cNvSpPr>
              <a:spLocks noChangeShapeType="1"/>
            </p:cNvSpPr>
            <p:nvPr/>
          </p:nvSpPr>
          <p:spPr bwMode="auto">
            <a:xfrm>
              <a:off x="1152" y="1968"/>
              <a:ext cx="96" cy="0"/>
            </a:xfrm>
            <a:prstGeom prst="line">
              <a:avLst/>
            </a:prstGeom>
            <a:noFill/>
            <a:ln w="381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1" name="Line 28"/>
            <p:cNvSpPr>
              <a:spLocks noChangeShapeType="1"/>
            </p:cNvSpPr>
            <p:nvPr/>
          </p:nvSpPr>
          <p:spPr bwMode="auto">
            <a:xfrm>
              <a:off x="1152" y="2112"/>
              <a:ext cx="96" cy="0"/>
            </a:xfrm>
            <a:prstGeom prst="line">
              <a:avLst/>
            </a:prstGeom>
            <a:noFill/>
            <a:ln w="381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2" name="Line 29"/>
            <p:cNvSpPr>
              <a:spLocks noChangeShapeType="1"/>
            </p:cNvSpPr>
            <p:nvPr/>
          </p:nvSpPr>
          <p:spPr bwMode="auto">
            <a:xfrm>
              <a:off x="1056" y="1824"/>
              <a:ext cx="174" cy="0"/>
            </a:xfrm>
            <a:prstGeom prst="line">
              <a:avLst/>
            </a:prstGeom>
            <a:noFill/>
            <a:ln w="381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3" name="Oval 30"/>
            <p:cNvSpPr>
              <a:spLocks noChangeArrowheads="1"/>
            </p:cNvSpPr>
            <p:nvPr/>
          </p:nvSpPr>
          <p:spPr bwMode="auto">
            <a:xfrm>
              <a:off x="2112" y="1344"/>
              <a:ext cx="144" cy="960"/>
            </a:xfrm>
            <a:prstGeom prst="ellipse">
              <a:avLst/>
            </a:prstGeom>
            <a:solidFill>
              <a:srgbClr val="00FFCC">
                <a:alpha val="50195"/>
              </a:srgbClr>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pSp>
      <p:sp>
        <p:nvSpPr>
          <p:cNvPr id="25604" name="Text Box 31"/>
          <p:cNvSpPr txBox="1">
            <a:spLocks noChangeArrowheads="1"/>
          </p:cNvSpPr>
          <p:nvPr/>
        </p:nvSpPr>
        <p:spPr bwMode="auto">
          <a:xfrm>
            <a:off x="522288" y="503238"/>
            <a:ext cx="6629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0000FF"/>
                </a:solidFill>
              </a:rPr>
              <a:t>二、透镜不引起附加的光程差</a:t>
            </a:r>
          </a:p>
        </p:txBody>
      </p:sp>
      <p:grpSp>
        <p:nvGrpSpPr>
          <p:cNvPr id="76832" name="Group 32"/>
          <p:cNvGrpSpPr>
            <a:grpSpLocks/>
          </p:cNvGrpSpPr>
          <p:nvPr/>
        </p:nvGrpSpPr>
        <p:grpSpPr bwMode="auto">
          <a:xfrm>
            <a:off x="939800" y="3694113"/>
            <a:ext cx="4876800" cy="1890712"/>
            <a:chOff x="624" y="2496"/>
            <a:chExt cx="3072" cy="1191"/>
          </a:xfrm>
        </p:grpSpPr>
        <p:sp>
          <p:nvSpPr>
            <p:cNvPr id="25610" name="Line 33"/>
            <p:cNvSpPr>
              <a:spLocks noChangeShapeType="1"/>
            </p:cNvSpPr>
            <p:nvPr/>
          </p:nvSpPr>
          <p:spPr bwMode="auto">
            <a:xfrm>
              <a:off x="624" y="2976"/>
              <a:ext cx="3072" cy="0"/>
            </a:xfrm>
            <a:prstGeom prst="line">
              <a:avLst/>
            </a:prstGeom>
            <a:noFill/>
            <a:ln w="2857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1" name="Line 34"/>
            <p:cNvSpPr>
              <a:spLocks noChangeShapeType="1"/>
            </p:cNvSpPr>
            <p:nvPr/>
          </p:nvSpPr>
          <p:spPr bwMode="auto">
            <a:xfrm flipV="1">
              <a:off x="720" y="2688"/>
              <a:ext cx="1488" cy="288"/>
            </a:xfrm>
            <a:prstGeom prst="line">
              <a:avLst/>
            </a:prstGeom>
            <a:noFill/>
            <a:ln w="19050">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2" name="Line 35"/>
            <p:cNvSpPr>
              <a:spLocks noChangeShapeType="1"/>
            </p:cNvSpPr>
            <p:nvPr/>
          </p:nvSpPr>
          <p:spPr bwMode="auto">
            <a:xfrm flipV="1">
              <a:off x="720" y="2832"/>
              <a:ext cx="1440" cy="288"/>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3" name="Line 36"/>
            <p:cNvSpPr>
              <a:spLocks noChangeShapeType="1"/>
            </p:cNvSpPr>
            <p:nvPr/>
          </p:nvSpPr>
          <p:spPr bwMode="auto">
            <a:xfrm flipV="1">
              <a:off x="768" y="2736"/>
              <a:ext cx="2448" cy="528"/>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4" name="Line 37"/>
            <p:cNvSpPr>
              <a:spLocks noChangeShapeType="1"/>
            </p:cNvSpPr>
            <p:nvPr/>
          </p:nvSpPr>
          <p:spPr bwMode="auto">
            <a:xfrm flipV="1">
              <a:off x="816" y="3120"/>
              <a:ext cx="1344" cy="288"/>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5" name="Line 38"/>
            <p:cNvSpPr>
              <a:spLocks noChangeShapeType="1"/>
            </p:cNvSpPr>
            <p:nvPr/>
          </p:nvSpPr>
          <p:spPr bwMode="auto">
            <a:xfrm flipV="1">
              <a:off x="864" y="3264"/>
              <a:ext cx="1296" cy="288"/>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6" name="Freeform 39"/>
            <p:cNvSpPr>
              <a:spLocks/>
            </p:cNvSpPr>
            <p:nvPr/>
          </p:nvSpPr>
          <p:spPr bwMode="auto">
            <a:xfrm>
              <a:off x="1052" y="3320"/>
              <a:ext cx="160" cy="28"/>
            </a:xfrm>
            <a:custGeom>
              <a:avLst/>
              <a:gdLst>
                <a:gd name="T0" fmla="*/ 0 w 160"/>
                <a:gd name="T1" fmla="*/ 28 h 28"/>
                <a:gd name="T2" fmla="*/ 160 w 160"/>
                <a:gd name="T3" fmla="*/ 0 h 28"/>
                <a:gd name="T4" fmla="*/ 0 60000 65536"/>
                <a:gd name="T5" fmla="*/ 0 60000 65536"/>
              </a:gdLst>
              <a:ahLst/>
              <a:cxnLst>
                <a:cxn ang="T4">
                  <a:pos x="T0" y="T1"/>
                </a:cxn>
                <a:cxn ang="T5">
                  <a:pos x="T2" y="T3"/>
                </a:cxn>
              </a:cxnLst>
              <a:rect l="0" t="0" r="r" b="b"/>
              <a:pathLst>
                <a:path w="160" h="28">
                  <a:moveTo>
                    <a:pt x="0" y="28"/>
                  </a:moveTo>
                  <a:lnTo>
                    <a:pt x="160" y="0"/>
                  </a:lnTo>
                </a:path>
              </a:pathLst>
            </a:custGeom>
            <a:noFill/>
            <a:ln w="38100">
              <a:solidFill>
                <a:srgbClr val="0000FF"/>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7" name="Line 40"/>
            <p:cNvSpPr>
              <a:spLocks noChangeShapeType="1"/>
            </p:cNvSpPr>
            <p:nvPr/>
          </p:nvSpPr>
          <p:spPr bwMode="auto">
            <a:xfrm flipV="1">
              <a:off x="2160" y="2736"/>
              <a:ext cx="1056" cy="528"/>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8" name="Line 41"/>
            <p:cNvSpPr>
              <a:spLocks noChangeShapeType="1"/>
            </p:cNvSpPr>
            <p:nvPr/>
          </p:nvSpPr>
          <p:spPr bwMode="auto">
            <a:xfrm flipV="1">
              <a:off x="2160" y="2736"/>
              <a:ext cx="1056" cy="384"/>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9" name="Line 42"/>
            <p:cNvSpPr>
              <a:spLocks noChangeShapeType="1"/>
            </p:cNvSpPr>
            <p:nvPr/>
          </p:nvSpPr>
          <p:spPr bwMode="auto">
            <a:xfrm flipV="1">
              <a:off x="2160" y="2736"/>
              <a:ext cx="1056" cy="96"/>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0" name="Freeform 43"/>
            <p:cNvSpPr>
              <a:spLocks/>
            </p:cNvSpPr>
            <p:nvPr/>
          </p:nvSpPr>
          <p:spPr bwMode="auto">
            <a:xfrm>
              <a:off x="996" y="3172"/>
              <a:ext cx="168" cy="40"/>
            </a:xfrm>
            <a:custGeom>
              <a:avLst/>
              <a:gdLst>
                <a:gd name="T0" fmla="*/ 0 w 168"/>
                <a:gd name="T1" fmla="*/ 40 h 40"/>
                <a:gd name="T2" fmla="*/ 168 w 168"/>
                <a:gd name="T3" fmla="*/ 0 h 40"/>
                <a:gd name="T4" fmla="*/ 0 60000 65536"/>
                <a:gd name="T5" fmla="*/ 0 60000 65536"/>
              </a:gdLst>
              <a:ahLst/>
              <a:cxnLst>
                <a:cxn ang="T4">
                  <a:pos x="T0" y="T1"/>
                </a:cxn>
                <a:cxn ang="T5">
                  <a:pos x="T2" y="T3"/>
                </a:cxn>
              </a:cxnLst>
              <a:rect l="0" t="0" r="r" b="b"/>
              <a:pathLst>
                <a:path w="168" h="40">
                  <a:moveTo>
                    <a:pt x="0" y="40"/>
                  </a:moveTo>
                  <a:lnTo>
                    <a:pt x="168" y="0"/>
                  </a:lnTo>
                </a:path>
              </a:pathLst>
            </a:custGeom>
            <a:noFill/>
            <a:ln w="38100">
              <a:solidFill>
                <a:srgbClr val="0000FF"/>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1" name="Freeform 44"/>
            <p:cNvSpPr>
              <a:spLocks/>
            </p:cNvSpPr>
            <p:nvPr/>
          </p:nvSpPr>
          <p:spPr bwMode="auto">
            <a:xfrm>
              <a:off x="2376" y="2880"/>
              <a:ext cx="168" cy="40"/>
            </a:xfrm>
            <a:custGeom>
              <a:avLst/>
              <a:gdLst>
                <a:gd name="T0" fmla="*/ 0 w 168"/>
                <a:gd name="T1" fmla="*/ 40 h 40"/>
                <a:gd name="T2" fmla="*/ 168 w 168"/>
                <a:gd name="T3" fmla="*/ 0 h 40"/>
                <a:gd name="T4" fmla="*/ 0 60000 65536"/>
                <a:gd name="T5" fmla="*/ 0 60000 65536"/>
              </a:gdLst>
              <a:ahLst/>
              <a:cxnLst>
                <a:cxn ang="T4">
                  <a:pos x="T0" y="T1"/>
                </a:cxn>
                <a:cxn ang="T5">
                  <a:pos x="T2" y="T3"/>
                </a:cxn>
              </a:cxnLst>
              <a:rect l="0" t="0" r="r" b="b"/>
              <a:pathLst>
                <a:path w="168" h="40">
                  <a:moveTo>
                    <a:pt x="0" y="40"/>
                  </a:moveTo>
                  <a:lnTo>
                    <a:pt x="168" y="0"/>
                  </a:lnTo>
                </a:path>
              </a:pathLst>
            </a:custGeom>
            <a:noFill/>
            <a:ln w="38100">
              <a:solidFill>
                <a:srgbClr val="0000FF"/>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2" name="Line 45"/>
            <p:cNvSpPr>
              <a:spLocks noChangeShapeType="1"/>
            </p:cNvSpPr>
            <p:nvPr/>
          </p:nvSpPr>
          <p:spPr bwMode="auto">
            <a:xfrm>
              <a:off x="1152" y="2640"/>
              <a:ext cx="240" cy="1008"/>
            </a:xfrm>
            <a:prstGeom prst="line">
              <a:avLst/>
            </a:prstGeom>
            <a:noFill/>
            <a:ln w="28575">
              <a:solidFill>
                <a:srgbClr val="CC0066"/>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3" name="Line 46"/>
            <p:cNvSpPr>
              <a:spLocks noChangeShapeType="1"/>
            </p:cNvSpPr>
            <p:nvPr/>
          </p:nvSpPr>
          <p:spPr bwMode="auto">
            <a:xfrm>
              <a:off x="3216" y="2496"/>
              <a:ext cx="0" cy="960"/>
            </a:xfrm>
            <a:prstGeom prst="line">
              <a:avLst/>
            </a:prstGeom>
            <a:noFill/>
            <a:ln w="28575">
              <a:solidFill>
                <a:srgbClr val="000000"/>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4" name="Freeform 47"/>
            <p:cNvSpPr>
              <a:spLocks/>
            </p:cNvSpPr>
            <p:nvPr/>
          </p:nvSpPr>
          <p:spPr bwMode="auto">
            <a:xfrm>
              <a:off x="1080" y="3456"/>
              <a:ext cx="176" cy="44"/>
            </a:xfrm>
            <a:custGeom>
              <a:avLst/>
              <a:gdLst>
                <a:gd name="T0" fmla="*/ 0 w 176"/>
                <a:gd name="T1" fmla="*/ 44 h 44"/>
                <a:gd name="T2" fmla="*/ 176 w 176"/>
                <a:gd name="T3" fmla="*/ 0 h 44"/>
                <a:gd name="T4" fmla="*/ 0 60000 65536"/>
                <a:gd name="T5" fmla="*/ 0 60000 65536"/>
              </a:gdLst>
              <a:ahLst/>
              <a:cxnLst>
                <a:cxn ang="T4">
                  <a:pos x="T0" y="T1"/>
                </a:cxn>
                <a:cxn ang="T5">
                  <a:pos x="T2" y="T3"/>
                </a:cxn>
              </a:cxnLst>
              <a:rect l="0" t="0" r="r" b="b"/>
              <a:pathLst>
                <a:path w="176" h="44">
                  <a:moveTo>
                    <a:pt x="0" y="44"/>
                  </a:moveTo>
                  <a:lnTo>
                    <a:pt x="176" y="0"/>
                  </a:lnTo>
                </a:path>
              </a:pathLst>
            </a:custGeom>
            <a:noFill/>
            <a:ln w="38100">
              <a:solidFill>
                <a:srgbClr val="0000FF"/>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5" name="Freeform 48"/>
            <p:cNvSpPr>
              <a:spLocks/>
            </p:cNvSpPr>
            <p:nvPr/>
          </p:nvSpPr>
          <p:spPr bwMode="auto">
            <a:xfrm>
              <a:off x="940" y="3036"/>
              <a:ext cx="164" cy="32"/>
            </a:xfrm>
            <a:custGeom>
              <a:avLst/>
              <a:gdLst>
                <a:gd name="T0" fmla="*/ 0 w 164"/>
                <a:gd name="T1" fmla="*/ 32 h 32"/>
                <a:gd name="T2" fmla="*/ 164 w 164"/>
                <a:gd name="T3" fmla="*/ 0 h 32"/>
                <a:gd name="T4" fmla="*/ 0 60000 65536"/>
                <a:gd name="T5" fmla="*/ 0 60000 65536"/>
              </a:gdLst>
              <a:ahLst/>
              <a:cxnLst>
                <a:cxn ang="T4">
                  <a:pos x="T0" y="T1"/>
                </a:cxn>
                <a:cxn ang="T5">
                  <a:pos x="T2" y="T3"/>
                </a:cxn>
              </a:cxnLst>
              <a:rect l="0" t="0" r="r" b="b"/>
              <a:pathLst>
                <a:path w="164" h="32">
                  <a:moveTo>
                    <a:pt x="0" y="32"/>
                  </a:moveTo>
                  <a:lnTo>
                    <a:pt x="164" y="0"/>
                  </a:lnTo>
                </a:path>
              </a:pathLst>
            </a:custGeom>
            <a:noFill/>
            <a:ln w="38100">
              <a:solidFill>
                <a:srgbClr val="0000FF"/>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6" name="Freeform 49"/>
            <p:cNvSpPr>
              <a:spLocks/>
            </p:cNvSpPr>
            <p:nvPr/>
          </p:nvSpPr>
          <p:spPr bwMode="auto">
            <a:xfrm>
              <a:off x="860" y="2928"/>
              <a:ext cx="148" cy="20"/>
            </a:xfrm>
            <a:custGeom>
              <a:avLst/>
              <a:gdLst>
                <a:gd name="T0" fmla="*/ 0 w 148"/>
                <a:gd name="T1" fmla="*/ 20 h 20"/>
                <a:gd name="T2" fmla="*/ 148 w 148"/>
                <a:gd name="T3" fmla="*/ 0 h 20"/>
                <a:gd name="T4" fmla="*/ 0 60000 65536"/>
                <a:gd name="T5" fmla="*/ 0 60000 65536"/>
              </a:gdLst>
              <a:ahLst/>
              <a:cxnLst>
                <a:cxn ang="T4">
                  <a:pos x="T0" y="T1"/>
                </a:cxn>
                <a:cxn ang="T5">
                  <a:pos x="T2" y="T3"/>
                </a:cxn>
              </a:cxnLst>
              <a:rect l="0" t="0" r="r" b="b"/>
              <a:pathLst>
                <a:path w="148" h="20">
                  <a:moveTo>
                    <a:pt x="0" y="20"/>
                  </a:moveTo>
                  <a:lnTo>
                    <a:pt x="148" y="0"/>
                  </a:lnTo>
                </a:path>
              </a:pathLst>
            </a:custGeom>
            <a:noFill/>
            <a:ln w="38100">
              <a:solidFill>
                <a:srgbClr val="0000FF"/>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7" name="Line 50"/>
            <p:cNvSpPr>
              <a:spLocks noChangeShapeType="1"/>
            </p:cNvSpPr>
            <p:nvPr/>
          </p:nvSpPr>
          <p:spPr bwMode="auto">
            <a:xfrm flipV="1">
              <a:off x="2400" y="2976"/>
              <a:ext cx="144" cy="48"/>
            </a:xfrm>
            <a:prstGeom prst="line">
              <a:avLst/>
            </a:prstGeom>
            <a:noFill/>
            <a:ln w="381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8" name="Freeform 51"/>
            <p:cNvSpPr>
              <a:spLocks/>
            </p:cNvSpPr>
            <p:nvPr/>
          </p:nvSpPr>
          <p:spPr bwMode="auto">
            <a:xfrm>
              <a:off x="2388" y="3072"/>
              <a:ext cx="156" cy="76"/>
            </a:xfrm>
            <a:custGeom>
              <a:avLst/>
              <a:gdLst>
                <a:gd name="T0" fmla="*/ 0 w 156"/>
                <a:gd name="T1" fmla="*/ 76 h 76"/>
                <a:gd name="T2" fmla="*/ 156 w 156"/>
                <a:gd name="T3" fmla="*/ 0 h 76"/>
                <a:gd name="T4" fmla="*/ 0 60000 65536"/>
                <a:gd name="T5" fmla="*/ 0 60000 65536"/>
              </a:gdLst>
              <a:ahLst/>
              <a:cxnLst>
                <a:cxn ang="T4">
                  <a:pos x="T0" y="T1"/>
                </a:cxn>
                <a:cxn ang="T5">
                  <a:pos x="T2" y="T3"/>
                </a:cxn>
              </a:cxnLst>
              <a:rect l="0" t="0" r="r" b="b"/>
              <a:pathLst>
                <a:path w="156" h="76">
                  <a:moveTo>
                    <a:pt x="0" y="76"/>
                  </a:moveTo>
                  <a:lnTo>
                    <a:pt x="156" y="0"/>
                  </a:lnTo>
                </a:path>
              </a:pathLst>
            </a:custGeom>
            <a:noFill/>
            <a:ln w="38100">
              <a:solidFill>
                <a:srgbClr val="0000FF"/>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9" name="Freeform 52"/>
            <p:cNvSpPr>
              <a:spLocks/>
            </p:cNvSpPr>
            <p:nvPr/>
          </p:nvSpPr>
          <p:spPr bwMode="auto">
            <a:xfrm>
              <a:off x="2380" y="2688"/>
              <a:ext cx="160" cy="8"/>
            </a:xfrm>
            <a:custGeom>
              <a:avLst/>
              <a:gdLst>
                <a:gd name="T0" fmla="*/ 0 w 160"/>
                <a:gd name="T1" fmla="*/ 0 h 8"/>
                <a:gd name="T2" fmla="*/ 160 w 160"/>
                <a:gd name="T3" fmla="*/ 8 h 8"/>
                <a:gd name="T4" fmla="*/ 0 60000 65536"/>
                <a:gd name="T5" fmla="*/ 0 60000 65536"/>
              </a:gdLst>
              <a:ahLst/>
              <a:cxnLst>
                <a:cxn ang="T4">
                  <a:pos x="T0" y="T1"/>
                </a:cxn>
                <a:cxn ang="T5">
                  <a:pos x="T2" y="T3"/>
                </a:cxn>
              </a:cxnLst>
              <a:rect l="0" t="0" r="r" b="b"/>
              <a:pathLst>
                <a:path w="160" h="8">
                  <a:moveTo>
                    <a:pt x="0" y="0"/>
                  </a:moveTo>
                  <a:lnTo>
                    <a:pt x="160" y="8"/>
                  </a:lnTo>
                </a:path>
              </a:pathLst>
            </a:custGeom>
            <a:noFill/>
            <a:ln w="38100">
              <a:solidFill>
                <a:srgbClr val="0000FF"/>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630" name="Object 53"/>
            <p:cNvGraphicFramePr>
              <a:graphicFrameLocks noChangeAspect="1"/>
            </p:cNvGraphicFramePr>
            <p:nvPr/>
          </p:nvGraphicFramePr>
          <p:xfrm>
            <a:off x="3216" y="3024"/>
            <a:ext cx="288" cy="288"/>
          </p:xfrm>
          <a:graphic>
            <a:graphicData uri="http://schemas.openxmlformats.org/presentationml/2006/ole">
              <mc:AlternateContent xmlns:mc="http://schemas.openxmlformats.org/markup-compatibility/2006">
                <mc:Choice xmlns:v="urn:schemas-microsoft-com:vml" Requires="v">
                  <p:oleObj spid="_x0000_s25666" name="公式" r:id="rId7" imgW="266353" imgH="266353" progId="Equation.3">
                    <p:embed/>
                  </p:oleObj>
                </mc:Choice>
                <mc:Fallback>
                  <p:oleObj name="公式" r:id="rId7" imgW="266353" imgH="266353" progId="Equation.3">
                    <p:embed/>
                    <p:pic>
                      <p:nvPicPr>
                        <p:cNvPr id="0" name="Object 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16" y="3024"/>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31" name="Freeform 54"/>
            <p:cNvSpPr>
              <a:spLocks/>
            </p:cNvSpPr>
            <p:nvPr/>
          </p:nvSpPr>
          <p:spPr bwMode="auto">
            <a:xfrm>
              <a:off x="2208" y="2688"/>
              <a:ext cx="1000" cy="52"/>
            </a:xfrm>
            <a:custGeom>
              <a:avLst/>
              <a:gdLst>
                <a:gd name="T0" fmla="*/ 0 w 1000"/>
                <a:gd name="T1" fmla="*/ 0 h 52"/>
                <a:gd name="T2" fmla="*/ 1000 w 1000"/>
                <a:gd name="T3" fmla="*/ 52 h 52"/>
                <a:gd name="T4" fmla="*/ 0 60000 65536"/>
                <a:gd name="T5" fmla="*/ 0 60000 65536"/>
              </a:gdLst>
              <a:ahLst/>
              <a:cxnLst>
                <a:cxn ang="T4">
                  <a:pos x="T0" y="T1"/>
                </a:cxn>
                <a:cxn ang="T5">
                  <a:pos x="T2" y="T3"/>
                </a:cxn>
              </a:cxnLst>
              <a:rect l="0" t="0" r="r" b="b"/>
              <a:pathLst>
                <a:path w="1000" h="52">
                  <a:moveTo>
                    <a:pt x="0" y="0"/>
                  </a:moveTo>
                  <a:lnTo>
                    <a:pt x="1000" y="52"/>
                  </a:lnTo>
                </a:path>
              </a:pathLst>
            </a:custGeom>
            <a:noFill/>
            <a:ln w="28575">
              <a:solidFill>
                <a:srgbClr val="0000FF"/>
              </a:solidFill>
              <a:round/>
              <a:headE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5632" name="Freeform 55"/>
            <p:cNvSpPr>
              <a:spLocks/>
            </p:cNvSpPr>
            <p:nvPr/>
          </p:nvSpPr>
          <p:spPr bwMode="auto">
            <a:xfrm>
              <a:off x="2324" y="2784"/>
              <a:ext cx="172" cy="32"/>
            </a:xfrm>
            <a:custGeom>
              <a:avLst/>
              <a:gdLst>
                <a:gd name="T0" fmla="*/ 0 w 172"/>
                <a:gd name="T1" fmla="*/ 32 h 32"/>
                <a:gd name="T2" fmla="*/ 172 w 172"/>
                <a:gd name="T3" fmla="*/ 0 h 32"/>
                <a:gd name="T4" fmla="*/ 0 60000 65536"/>
                <a:gd name="T5" fmla="*/ 0 60000 65536"/>
              </a:gdLst>
              <a:ahLst/>
              <a:cxnLst>
                <a:cxn ang="T4">
                  <a:pos x="T0" y="T1"/>
                </a:cxn>
                <a:cxn ang="T5">
                  <a:pos x="T2" y="T3"/>
                </a:cxn>
              </a:cxnLst>
              <a:rect l="0" t="0" r="r" b="b"/>
              <a:pathLst>
                <a:path w="172" h="32">
                  <a:moveTo>
                    <a:pt x="0" y="32"/>
                  </a:moveTo>
                  <a:lnTo>
                    <a:pt x="172" y="0"/>
                  </a:lnTo>
                </a:path>
              </a:pathLst>
            </a:custGeom>
            <a:noFill/>
            <a:ln w="38100">
              <a:solidFill>
                <a:srgbClr val="0000FF"/>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5633" name="Text Box 56"/>
            <p:cNvSpPr txBox="1">
              <a:spLocks noChangeArrowheads="1"/>
            </p:cNvSpPr>
            <p:nvPr/>
          </p:nvSpPr>
          <p:spPr bwMode="auto">
            <a:xfrm>
              <a:off x="1152" y="2544"/>
              <a:ext cx="5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b="0" i="1">
                  <a:solidFill>
                    <a:srgbClr val="0000FF"/>
                  </a:solidFill>
                </a:rPr>
                <a:t>A</a:t>
              </a:r>
            </a:p>
          </p:txBody>
        </p:sp>
        <p:sp>
          <p:nvSpPr>
            <p:cNvPr id="25634" name="Text Box 57"/>
            <p:cNvSpPr txBox="1">
              <a:spLocks noChangeArrowheads="1"/>
            </p:cNvSpPr>
            <p:nvPr/>
          </p:nvSpPr>
          <p:spPr bwMode="auto">
            <a:xfrm>
              <a:off x="1344" y="3360"/>
              <a:ext cx="48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b="0" i="1">
                  <a:solidFill>
                    <a:srgbClr val="0000FF"/>
                  </a:solidFill>
                </a:rPr>
                <a:t>B</a:t>
              </a:r>
            </a:p>
          </p:txBody>
        </p:sp>
        <p:sp>
          <p:nvSpPr>
            <p:cNvPr id="25635" name="Oval 58"/>
            <p:cNvSpPr>
              <a:spLocks noChangeArrowheads="1"/>
            </p:cNvSpPr>
            <p:nvPr/>
          </p:nvSpPr>
          <p:spPr bwMode="auto">
            <a:xfrm>
              <a:off x="2112" y="2496"/>
              <a:ext cx="144" cy="960"/>
            </a:xfrm>
            <a:prstGeom prst="ellipse">
              <a:avLst/>
            </a:prstGeom>
            <a:solidFill>
              <a:srgbClr val="00FFCC">
                <a:alpha val="50195"/>
              </a:srgbClr>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0"/>
                </a:spcBef>
                <a:buClrTx/>
                <a:buFontTx/>
                <a:buNone/>
              </a:pPr>
              <a:endParaRPr kumimoji="0" lang="zh-CN" altLang="en-US" sz="2800"/>
            </a:p>
          </p:txBody>
        </p:sp>
      </p:grpSp>
      <p:grpSp>
        <p:nvGrpSpPr>
          <p:cNvPr id="76859" name="Group 59"/>
          <p:cNvGrpSpPr>
            <a:grpSpLocks/>
          </p:cNvGrpSpPr>
          <p:nvPr/>
        </p:nvGrpSpPr>
        <p:grpSpPr bwMode="auto">
          <a:xfrm>
            <a:off x="6507163" y="3159125"/>
            <a:ext cx="2209800" cy="609600"/>
            <a:chOff x="4224" y="2208"/>
            <a:chExt cx="1392" cy="384"/>
          </a:xfrm>
        </p:grpSpPr>
        <p:sp>
          <p:nvSpPr>
            <p:cNvPr id="76860" name="AutoShape 60"/>
            <p:cNvSpPr>
              <a:spLocks noChangeArrowheads="1"/>
            </p:cNvSpPr>
            <p:nvPr/>
          </p:nvSpPr>
          <p:spPr bwMode="auto">
            <a:xfrm flipV="1">
              <a:off x="4224" y="2208"/>
              <a:ext cx="912" cy="384"/>
            </a:xfrm>
            <a:prstGeom prst="wedgeRectCallout">
              <a:avLst>
                <a:gd name="adj1" fmla="val -144630"/>
                <a:gd name="adj2" fmla="val -120315"/>
              </a:avLst>
            </a:prstGeom>
            <a:gradFill rotWithShape="0">
              <a:gsLst>
                <a:gs pos="0">
                  <a:schemeClr val="folHlink"/>
                </a:gs>
                <a:gs pos="50000">
                  <a:schemeClr val="bg1"/>
                </a:gs>
                <a:gs pos="100000">
                  <a:schemeClr val="folHlink"/>
                </a:gs>
              </a:gsLst>
              <a:lin ang="5400000" scaled="1"/>
            </a:gradFill>
            <a:ln w="9525">
              <a:solidFill>
                <a:srgbClr val="CC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p>
              <a:pPr algn="ctr" eaLnBrk="1" hangingPunct="1">
                <a:defRPr/>
              </a:pPr>
              <a:endParaRPr lang="zh-CN" altLang="en-US">
                <a:solidFill>
                  <a:srgbClr val="0000FF"/>
                </a:solidFill>
              </a:endParaRPr>
            </a:p>
          </p:txBody>
        </p:sp>
        <p:sp>
          <p:nvSpPr>
            <p:cNvPr id="76861" name="AutoShape 61"/>
            <p:cNvSpPr>
              <a:spLocks noChangeArrowheads="1"/>
            </p:cNvSpPr>
            <p:nvPr/>
          </p:nvSpPr>
          <p:spPr bwMode="auto">
            <a:xfrm>
              <a:off x="4224" y="2208"/>
              <a:ext cx="912" cy="384"/>
            </a:xfrm>
            <a:prstGeom prst="wedgeRectCallout">
              <a:avLst>
                <a:gd name="adj1" fmla="val -145065"/>
                <a:gd name="adj2" fmla="val -127380"/>
              </a:avLst>
            </a:prstGeom>
            <a:gradFill rotWithShape="0">
              <a:gsLst>
                <a:gs pos="0">
                  <a:schemeClr val="folHlink"/>
                </a:gs>
                <a:gs pos="50000">
                  <a:schemeClr val="bg1"/>
                </a:gs>
                <a:gs pos="100000">
                  <a:schemeClr val="folHlink"/>
                </a:gs>
              </a:gsLst>
              <a:lin ang="5400000" scaled="1"/>
            </a:gradFill>
            <a:ln w="9525">
              <a:solidFill>
                <a:srgbClr val="CC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defRPr/>
              </a:pPr>
              <a:endParaRPr lang="zh-CN" altLang="en-US">
                <a:solidFill>
                  <a:srgbClr val="0000FF"/>
                </a:solidFill>
              </a:endParaRPr>
            </a:p>
          </p:txBody>
        </p:sp>
        <p:sp>
          <p:nvSpPr>
            <p:cNvPr id="76862" name="Text Box 62"/>
            <p:cNvSpPr txBox="1">
              <a:spLocks noChangeArrowheads="1"/>
            </p:cNvSpPr>
            <p:nvPr/>
          </p:nvSpPr>
          <p:spPr bwMode="auto">
            <a:xfrm>
              <a:off x="4272" y="2256"/>
              <a:ext cx="1344" cy="327"/>
            </a:xfrm>
            <a:prstGeom prst="rect">
              <a:avLst/>
            </a:prstGeom>
            <a:noFill/>
            <a:ln>
              <a:noFill/>
            </a:ln>
            <a:effectLst/>
            <a:extLst>
              <a:ext uri="{909E8E84-426E-40DD-AFC4-6F175D3DCCD1}">
                <a14:hiddenFill xmlns:a14="http://schemas.microsoft.com/office/drawing/2010/main">
                  <a:gradFill rotWithShape="0">
                    <a:gsLst>
                      <a:gs pos="0">
                        <a:schemeClr val="folHlink"/>
                      </a:gs>
                      <a:gs pos="50000">
                        <a:schemeClr val="bg1"/>
                      </a:gs>
                      <a:gs pos="100000">
                        <a:schemeClr val="folHlink"/>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zh-CN" altLang="en-US">
                  <a:solidFill>
                    <a:srgbClr val="0000FF"/>
                  </a:solidFill>
                </a:rPr>
                <a:t>焦平面</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76802"/>
                                        </p:tgtEl>
                                        <p:attrNameLst>
                                          <p:attrName>style.visibility</p:attrName>
                                        </p:attrNameLst>
                                      </p:cBhvr>
                                      <p:to>
                                        <p:strVal val="visible"/>
                                      </p:to>
                                    </p:set>
                                    <p:animEffect transition="in" filter="box(out)">
                                      <p:cBhvr>
                                        <p:cTn id="7" dur="500"/>
                                        <p:tgtEl>
                                          <p:spTgt spid="768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76832"/>
                                        </p:tgtEl>
                                        <p:attrNameLst>
                                          <p:attrName>style.visibility</p:attrName>
                                        </p:attrNameLst>
                                      </p:cBhvr>
                                      <p:to>
                                        <p:strVal val="visible"/>
                                      </p:to>
                                    </p:set>
                                    <p:animEffect transition="in" filter="box(out)">
                                      <p:cBhvr>
                                        <p:cTn id="12" dur="500"/>
                                        <p:tgtEl>
                                          <p:spTgt spid="76832"/>
                                        </p:tgtEl>
                                      </p:cBhvr>
                                    </p:animEffect>
                                  </p:childTnLst>
                                </p:cTn>
                              </p:par>
                              <p:par>
                                <p:cTn id="13" presetID="3" presetClass="entr" presetSubtype="10" fill="hold" nodeType="withEffect">
                                  <p:stCondLst>
                                    <p:cond delay="0"/>
                                  </p:stCondLst>
                                  <p:childTnLst>
                                    <p:set>
                                      <p:cBhvr>
                                        <p:cTn id="14" dur="1" fill="hold">
                                          <p:stCondLst>
                                            <p:cond delay="0"/>
                                          </p:stCondLst>
                                        </p:cTn>
                                        <p:tgtEl>
                                          <p:spTgt spid="76859"/>
                                        </p:tgtEl>
                                        <p:attrNameLst>
                                          <p:attrName>style.visibility</p:attrName>
                                        </p:attrNameLst>
                                      </p:cBhvr>
                                      <p:to>
                                        <p:strVal val="visible"/>
                                      </p:to>
                                    </p:set>
                                    <p:animEffect transition="in" filter="blinds(horizontal)">
                                      <p:cBhvr>
                                        <p:cTn id="15" dur="500"/>
                                        <p:tgtEl>
                                          <p:spTgt spid="76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5825E2CA-A730-4556-99C7-7CD8A7E84A3D}" type="slidenum">
              <a:rPr lang="en-US" altLang="zh-CN" sz="1400" smtClean="0"/>
              <a:pPr>
                <a:spcBef>
                  <a:spcPct val="50000"/>
                </a:spcBef>
                <a:buClrTx/>
                <a:buFontTx/>
                <a:buNone/>
              </a:pPr>
              <a:t>21</a:t>
            </a:fld>
            <a:endParaRPr lang="en-US" altLang="zh-CN" sz="1400" smtClean="0"/>
          </a:p>
        </p:txBody>
      </p:sp>
      <p:sp>
        <p:nvSpPr>
          <p:cNvPr id="29699" name="Rectangle 3"/>
          <p:cNvSpPr>
            <a:spLocks noChangeArrowheads="1"/>
          </p:cNvSpPr>
          <p:nvPr/>
        </p:nvSpPr>
        <p:spPr bwMode="auto">
          <a:xfrm>
            <a:off x="2951163" y="1493838"/>
            <a:ext cx="5181600" cy="3581400"/>
          </a:xfrm>
          <a:prstGeom prst="rect">
            <a:avLst/>
          </a:prstGeom>
          <a:solidFill>
            <a:schemeClr val="bg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sp>
        <p:nvSpPr>
          <p:cNvPr id="29700" name="Rectangle 4"/>
          <p:cNvSpPr>
            <a:spLocks noChangeArrowheads="1"/>
          </p:cNvSpPr>
          <p:nvPr/>
        </p:nvSpPr>
        <p:spPr bwMode="auto">
          <a:xfrm>
            <a:off x="3636963" y="3475038"/>
            <a:ext cx="3962400" cy="914400"/>
          </a:xfrm>
          <a:prstGeom prst="rect">
            <a:avLst/>
          </a:prstGeom>
          <a:solidFill>
            <a:srgbClr val="CAEDF2">
              <a:alpha val="50195"/>
            </a:srgbClr>
          </a:solidFill>
          <a:ln>
            <a:noFill/>
          </a:ln>
          <a:effectLst/>
          <a:extLs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p:txBody>
      </p:sp>
      <p:graphicFrame>
        <p:nvGraphicFramePr>
          <p:cNvPr id="29701" name="Object 7"/>
          <p:cNvGraphicFramePr>
            <a:graphicFrameLocks noChangeAspect="1"/>
          </p:cNvGraphicFramePr>
          <p:nvPr/>
        </p:nvGraphicFramePr>
        <p:xfrm>
          <a:off x="3784600" y="2941638"/>
          <a:ext cx="361950" cy="533400"/>
        </p:xfrm>
        <a:graphic>
          <a:graphicData uri="http://schemas.openxmlformats.org/presentationml/2006/ole">
            <mc:AlternateContent xmlns:mc="http://schemas.openxmlformats.org/markup-compatibility/2006">
              <mc:Choice xmlns:v="urn:schemas-microsoft-com:vml" Requires="v">
                <p:oleObj spid="_x0000_s29765" name="公式" r:id="rId3" imgW="215619" imgH="317087" progId="Equation.3">
                  <p:embed/>
                </p:oleObj>
              </mc:Choice>
              <mc:Fallback>
                <p:oleObj name="公式" r:id="rId3" imgW="215619" imgH="317087"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4600" y="2941638"/>
                        <a:ext cx="3619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2" name="Object 8"/>
          <p:cNvGraphicFramePr>
            <a:graphicFrameLocks noChangeAspect="1"/>
          </p:cNvGraphicFramePr>
          <p:nvPr/>
        </p:nvGraphicFramePr>
        <p:xfrm>
          <a:off x="3789363" y="4313238"/>
          <a:ext cx="361950" cy="533400"/>
        </p:xfrm>
        <a:graphic>
          <a:graphicData uri="http://schemas.openxmlformats.org/presentationml/2006/ole">
            <mc:AlternateContent xmlns:mc="http://schemas.openxmlformats.org/markup-compatibility/2006">
              <mc:Choice xmlns:v="urn:schemas-microsoft-com:vml" Requires="v">
                <p:oleObj spid="_x0000_s29766" name="公式" r:id="rId5" imgW="215619" imgH="317087" progId="Equation.3">
                  <p:embed/>
                </p:oleObj>
              </mc:Choice>
              <mc:Fallback>
                <p:oleObj name="公式" r:id="rId5" imgW="215619" imgH="317087"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9363" y="4313238"/>
                        <a:ext cx="3619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3" name="Object 9"/>
          <p:cNvGraphicFramePr>
            <a:graphicFrameLocks noChangeAspect="1"/>
          </p:cNvGraphicFramePr>
          <p:nvPr/>
        </p:nvGraphicFramePr>
        <p:xfrm>
          <a:off x="3789363" y="3627438"/>
          <a:ext cx="404812" cy="533400"/>
        </p:xfrm>
        <a:graphic>
          <a:graphicData uri="http://schemas.openxmlformats.org/presentationml/2006/ole">
            <mc:AlternateContent xmlns:mc="http://schemas.openxmlformats.org/markup-compatibility/2006">
              <mc:Choice xmlns:v="urn:schemas-microsoft-com:vml" Requires="v">
                <p:oleObj spid="_x0000_s29767" name="公式" r:id="rId6" imgW="241091" imgH="317225" progId="Equation.3">
                  <p:embed/>
                </p:oleObj>
              </mc:Choice>
              <mc:Fallback>
                <p:oleObj name="公式" r:id="rId6" imgW="241091" imgH="317225"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9363" y="3627438"/>
                        <a:ext cx="404812"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4" name="Object 10"/>
          <p:cNvGraphicFramePr>
            <a:graphicFrameLocks noChangeAspect="1"/>
          </p:cNvGraphicFramePr>
          <p:nvPr/>
        </p:nvGraphicFramePr>
        <p:xfrm>
          <a:off x="3103563" y="3170238"/>
          <a:ext cx="482600" cy="454025"/>
        </p:xfrm>
        <a:graphic>
          <a:graphicData uri="http://schemas.openxmlformats.org/presentationml/2006/ole">
            <mc:AlternateContent xmlns:mc="http://schemas.openxmlformats.org/markup-compatibility/2006">
              <mc:Choice xmlns:v="urn:schemas-microsoft-com:vml" Requires="v">
                <p:oleObj spid="_x0000_s29768" name="Equation" r:id="rId8" imgW="228501" imgH="215806" progId="Equation.3">
                  <p:embed/>
                </p:oleObj>
              </mc:Choice>
              <mc:Fallback>
                <p:oleObj name="Equation" r:id="rId8" imgW="228501" imgH="215806"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03563" y="3170238"/>
                        <a:ext cx="482600"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5" name="Object 11"/>
          <p:cNvGraphicFramePr>
            <a:graphicFrameLocks noChangeAspect="1"/>
          </p:cNvGraphicFramePr>
          <p:nvPr/>
        </p:nvGraphicFramePr>
        <p:xfrm>
          <a:off x="3103563" y="4160838"/>
          <a:ext cx="509587" cy="454025"/>
        </p:xfrm>
        <a:graphic>
          <a:graphicData uri="http://schemas.openxmlformats.org/presentationml/2006/ole">
            <mc:AlternateContent xmlns:mc="http://schemas.openxmlformats.org/markup-compatibility/2006">
              <mc:Choice xmlns:v="urn:schemas-microsoft-com:vml" Requires="v">
                <p:oleObj spid="_x0000_s29769" name="Equation" r:id="rId10" imgW="241091" imgH="215713" progId="Equation.3">
                  <p:embed/>
                </p:oleObj>
              </mc:Choice>
              <mc:Fallback>
                <p:oleObj name="Equation" r:id="rId10" imgW="241091" imgH="215713"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03563" y="4160838"/>
                        <a:ext cx="509587"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6" name="Line 12"/>
          <p:cNvSpPr>
            <a:spLocks noChangeShapeType="1"/>
          </p:cNvSpPr>
          <p:nvPr/>
        </p:nvSpPr>
        <p:spPr bwMode="auto">
          <a:xfrm>
            <a:off x="3636963" y="3475038"/>
            <a:ext cx="3962400" cy="0"/>
          </a:xfrm>
          <a:prstGeom prst="line">
            <a:avLst/>
          </a:prstGeom>
          <a:noFill/>
          <a:ln w="1905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707" name="Line 13"/>
          <p:cNvSpPr>
            <a:spLocks noChangeShapeType="1"/>
          </p:cNvSpPr>
          <p:nvPr/>
        </p:nvSpPr>
        <p:spPr bwMode="auto">
          <a:xfrm>
            <a:off x="3636963" y="4389438"/>
            <a:ext cx="3962400" cy="0"/>
          </a:xfrm>
          <a:prstGeom prst="line">
            <a:avLst/>
          </a:prstGeom>
          <a:noFill/>
          <a:ln w="1905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29708" name="Object 14"/>
          <p:cNvGraphicFramePr>
            <a:graphicFrameLocks noChangeAspect="1"/>
          </p:cNvGraphicFramePr>
          <p:nvPr/>
        </p:nvGraphicFramePr>
        <p:xfrm>
          <a:off x="7218363" y="3675063"/>
          <a:ext cx="279400" cy="446087"/>
        </p:xfrm>
        <a:graphic>
          <a:graphicData uri="http://schemas.openxmlformats.org/presentationml/2006/ole">
            <mc:AlternateContent xmlns:mc="http://schemas.openxmlformats.org/markup-compatibility/2006">
              <mc:Choice xmlns:v="urn:schemas-microsoft-com:vml" Requires="v">
                <p:oleObj spid="_x0000_s29770" name="Equation" r:id="rId12" imgW="190417" imgH="253890" progId="Equation.3">
                  <p:embed/>
                </p:oleObj>
              </mc:Choice>
              <mc:Fallback>
                <p:oleObj name="Equation" r:id="rId12" imgW="190417" imgH="253890" progId="Equation.3">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18363" y="3675063"/>
                        <a:ext cx="279400"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9" name="Line 15"/>
          <p:cNvSpPr>
            <a:spLocks noChangeShapeType="1"/>
          </p:cNvSpPr>
          <p:nvPr/>
        </p:nvSpPr>
        <p:spPr bwMode="auto">
          <a:xfrm flipH="1" flipV="1">
            <a:off x="7218363" y="3475038"/>
            <a:ext cx="0" cy="914400"/>
          </a:xfrm>
          <a:prstGeom prst="line">
            <a:avLst/>
          </a:prstGeom>
          <a:noFill/>
          <a:ln w="19050">
            <a:solidFill>
              <a:srgbClr val="FF33CC"/>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710" name="Text Box 17"/>
          <p:cNvSpPr txBox="1">
            <a:spLocks noChangeArrowheads="1"/>
          </p:cNvSpPr>
          <p:nvPr/>
        </p:nvSpPr>
        <p:spPr bwMode="auto">
          <a:xfrm>
            <a:off x="495300" y="549275"/>
            <a:ext cx="4648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zh-CN" altLang="en-US" sz="2800">
                <a:solidFill>
                  <a:srgbClr val="0000FF"/>
                </a:solidFill>
              </a:rPr>
              <a:t>三、薄膜干涉</a:t>
            </a:r>
          </a:p>
        </p:txBody>
      </p:sp>
      <p:graphicFrame>
        <p:nvGraphicFramePr>
          <p:cNvPr id="30738" name="Object 18"/>
          <p:cNvGraphicFramePr>
            <a:graphicFrameLocks noChangeAspect="1"/>
          </p:cNvGraphicFramePr>
          <p:nvPr/>
        </p:nvGraphicFramePr>
        <p:xfrm>
          <a:off x="758825" y="4473575"/>
          <a:ext cx="1517650" cy="407988"/>
        </p:xfrm>
        <a:graphic>
          <a:graphicData uri="http://schemas.openxmlformats.org/presentationml/2006/ole">
            <mc:AlternateContent xmlns:mc="http://schemas.openxmlformats.org/markup-compatibility/2006">
              <mc:Choice xmlns:v="urn:schemas-microsoft-com:vml" Requires="v">
                <p:oleObj spid="_x0000_s29771" name="公式" r:id="rId14" imgW="660113" imgH="177723" progId="Equation.3">
                  <p:embed/>
                </p:oleObj>
              </mc:Choice>
              <mc:Fallback>
                <p:oleObj name="公式" r:id="rId14" imgW="660113" imgH="177723" progId="Equation.3">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8825" y="4473575"/>
                        <a:ext cx="1517650"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39" name="Object 19"/>
          <p:cNvGraphicFramePr>
            <a:graphicFrameLocks noChangeAspect="1"/>
          </p:cNvGraphicFramePr>
          <p:nvPr/>
        </p:nvGraphicFramePr>
        <p:xfrm>
          <a:off x="804863" y="2852738"/>
          <a:ext cx="1606550" cy="1020762"/>
        </p:xfrm>
        <a:graphic>
          <a:graphicData uri="http://schemas.openxmlformats.org/presentationml/2006/ole">
            <mc:AlternateContent xmlns:mc="http://schemas.openxmlformats.org/markup-compatibility/2006">
              <mc:Choice xmlns:v="urn:schemas-microsoft-com:vml" Requires="v">
                <p:oleObj spid="_x0000_s29772" name="公式" r:id="rId16" imgW="698197" imgH="444307" progId="Equation.3">
                  <p:embed/>
                </p:oleObj>
              </mc:Choice>
              <mc:Fallback>
                <p:oleObj name="公式" r:id="rId16" imgW="698197" imgH="444307" progId="Equation.3">
                  <p:embed/>
                  <p:pic>
                    <p:nvPicPr>
                      <p:cNvPr id="0"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04863" y="2852738"/>
                        <a:ext cx="1606550" cy="1020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40" name="Object 20"/>
          <p:cNvGraphicFramePr>
            <a:graphicFrameLocks noChangeAspect="1"/>
          </p:cNvGraphicFramePr>
          <p:nvPr/>
        </p:nvGraphicFramePr>
        <p:xfrm>
          <a:off x="882650" y="1773238"/>
          <a:ext cx="1079500" cy="495300"/>
        </p:xfrm>
        <a:graphic>
          <a:graphicData uri="http://schemas.openxmlformats.org/presentationml/2006/ole">
            <mc:AlternateContent xmlns:mc="http://schemas.openxmlformats.org/markup-compatibility/2006">
              <mc:Choice xmlns:v="urn:schemas-microsoft-com:vml" Requires="v">
                <p:oleObj spid="_x0000_s29773" name="公式" r:id="rId18" imgW="469696" imgH="215806" progId="Equation.3">
                  <p:embed/>
                </p:oleObj>
              </mc:Choice>
              <mc:Fallback>
                <p:oleObj name="公式" r:id="rId18" imgW="469696" imgH="215806" progId="Equation.3">
                  <p:embed/>
                  <p:pic>
                    <p:nvPicPr>
                      <p:cNvPr id="0" name="Object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82650" y="1773238"/>
                        <a:ext cx="10795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0741" name="Group 21"/>
          <p:cNvGrpSpPr>
            <a:grpSpLocks/>
          </p:cNvGrpSpPr>
          <p:nvPr/>
        </p:nvGrpSpPr>
        <p:grpSpPr bwMode="auto">
          <a:xfrm>
            <a:off x="4551363" y="2636838"/>
            <a:ext cx="381000" cy="1600200"/>
            <a:chOff x="2976" y="1440"/>
            <a:chExt cx="240" cy="1008"/>
          </a:xfrm>
        </p:grpSpPr>
        <p:sp>
          <p:nvSpPr>
            <p:cNvPr id="29761" name="Line 22"/>
            <p:cNvSpPr>
              <a:spLocks noChangeShapeType="1"/>
            </p:cNvSpPr>
            <p:nvPr/>
          </p:nvSpPr>
          <p:spPr bwMode="auto">
            <a:xfrm flipV="1">
              <a:off x="3216" y="1440"/>
              <a:ext cx="0" cy="1008"/>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9762" name="Group 23"/>
            <p:cNvGrpSpPr>
              <a:grpSpLocks/>
            </p:cNvGrpSpPr>
            <p:nvPr/>
          </p:nvGrpSpPr>
          <p:grpSpPr bwMode="auto">
            <a:xfrm>
              <a:off x="2976" y="1440"/>
              <a:ext cx="240" cy="336"/>
              <a:chOff x="2976" y="1440"/>
              <a:chExt cx="240" cy="336"/>
            </a:xfrm>
          </p:grpSpPr>
          <p:sp>
            <p:nvSpPr>
              <p:cNvPr id="29763" name="Arc 24"/>
              <p:cNvSpPr>
                <a:spLocks/>
              </p:cNvSpPr>
              <p:nvPr/>
            </p:nvSpPr>
            <p:spPr bwMode="auto">
              <a:xfrm flipH="1">
                <a:off x="3024" y="1680"/>
                <a:ext cx="192" cy="96"/>
              </a:xfrm>
              <a:custGeom>
                <a:avLst/>
                <a:gdLst>
                  <a:gd name="T0" fmla="*/ 0 w 21600"/>
                  <a:gd name="T1" fmla="*/ 0 h 21600"/>
                  <a:gd name="T2" fmla="*/ 2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9900"/>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64" name="Object 25"/>
              <p:cNvGraphicFramePr>
                <a:graphicFrameLocks noChangeAspect="1"/>
              </p:cNvGraphicFramePr>
              <p:nvPr/>
            </p:nvGraphicFramePr>
            <p:xfrm>
              <a:off x="2976" y="1440"/>
              <a:ext cx="119" cy="243"/>
            </p:xfrm>
            <a:graphic>
              <a:graphicData uri="http://schemas.openxmlformats.org/presentationml/2006/ole">
                <mc:AlternateContent xmlns:mc="http://schemas.openxmlformats.org/markup-compatibility/2006">
                  <mc:Choice xmlns:v="urn:schemas-microsoft-com:vml" Requires="v">
                    <p:oleObj spid="_x0000_s29774" name="公式" r:id="rId20" imgW="114250" imgH="228501" progId="Equation.3">
                      <p:embed/>
                    </p:oleObj>
                  </mc:Choice>
                  <mc:Fallback>
                    <p:oleObj name="公式" r:id="rId20" imgW="114250" imgH="228501" progId="Equation.3">
                      <p:embed/>
                      <p:pic>
                        <p:nvPicPr>
                          <p:cNvPr id="0" name="Object 2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976" y="1440"/>
                            <a:ext cx="119"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30746" name="Group 26"/>
          <p:cNvGrpSpPr>
            <a:grpSpLocks/>
          </p:cNvGrpSpPr>
          <p:nvPr/>
        </p:nvGrpSpPr>
        <p:grpSpPr bwMode="auto">
          <a:xfrm>
            <a:off x="5143500" y="2606675"/>
            <a:ext cx="779463" cy="868363"/>
            <a:chOff x="3349" y="1421"/>
            <a:chExt cx="491" cy="547"/>
          </a:xfrm>
        </p:grpSpPr>
        <p:sp>
          <p:nvSpPr>
            <p:cNvPr id="29759" name="Line 27"/>
            <p:cNvSpPr>
              <a:spLocks noChangeShapeType="1"/>
            </p:cNvSpPr>
            <p:nvPr/>
          </p:nvSpPr>
          <p:spPr bwMode="auto">
            <a:xfrm flipH="1" flipV="1">
              <a:off x="3552" y="1680"/>
              <a:ext cx="240" cy="288"/>
            </a:xfrm>
            <a:prstGeom prst="line">
              <a:avLst/>
            </a:prstGeom>
            <a:noFill/>
            <a:ln w="28575">
              <a:solidFill>
                <a:srgbClr val="CC0099"/>
              </a:solidFill>
              <a:prstDash val="sys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60" name="Text Box 28"/>
            <p:cNvSpPr txBox="1">
              <a:spLocks noChangeArrowheads="1"/>
            </p:cNvSpPr>
            <p:nvPr/>
          </p:nvSpPr>
          <p:spPr bwMode="auto">
            <a:xfrm>
              <a:off x="3349" y="1421"/>
              <a:ext cx="49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i="1">
                  <a:solidFill>
                    <a:schemeClr val="tx2"/>
                  </a:solidFill>
                </a:rPr>
                <a:t>D</a:t>
              </a:r>
            </a:p>
          </p:txBody>
        </p:sp>
      </p:grpSp>
      <p:grpSp>
        <p:nvGrpSpPr>
          <p:cNvPr id="30791" name="Group 71"/>
          <p:cNvGrpSpPr>
            <a:grpSpLocks/>
          </p:cNvGrpSpPr>
          <p:nvPr/>
        </p:nvGrpSpPr>
        <p:grpSpPr bwMode="auto">
          <a:xfrm>
            <a:off x="5405438" y="2451100"/>
            <a:ext cx="1665287" cy="2652713"/>
            <a:chOff x="3419" y="1884"/>
            <a:chExt cx="1049" cy="1671"/>
          </a:xfrm>
        </p:grpSpPr>
        <p:sp>
          <p:nvSpPr>
            <p:cNvPr id="29752" name="Line 30"/>
            <p:cNvSpPr>
              <a:spLocks noChangeShapeType="1"/>
            </p:cNvSpPr>
            <p:nvPr/>
          </p:nvSpPr>
          <p:spPr bwMode="auto">
            <a:xfrm flipV="1">
              <a:off x="4235" y="1901"/>
              <a:ext cx="233" cy="194"/>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53" name="Line 31"/>
            <p:cNvSpPr>
              <a:spLocks noChangeShapeType="1"/>
            </p:cNvSpPr>
            <p:nvPr/>
          </p:nvSpPr>
          <p:spPr bwMode="auto">
            <a:xfrm flipV="1">
              <a:off x="3419" y="2527"/>
              <a:ext cx="288" cy="576"/>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54" name="Line 32"/>
            <p:cNvSpPr>
              <a:spLocks noChangeShapeType="1"/>
            </p:cNvSpPr>
            <p:nvPr/>
          </p:nvSpPr>
          <p:spPr bwMode="auto">
            <a:xfrm flipV="1">
              <a:off x="3707" y="1999"/>
              <a:ext cx="624" cy="528"/>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55" name="Line 33"/>
            <p:cNvSpPr>
              <a:spLocks noChangeShapeType="1"/>
            </p:cNvSpPr>
            <p:nvPr/>
          </p:nvSpPr>
          <p:spPr bwMode="auto">
            <a:xfrm>
              <a:off x="3419" y="3103"/>
              <a:ext cx="336" cy="384"/>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56" name="Text Box 35"/>
            <p:cNvSpPr txBox="1">
              <a:spLocks noChangeArrowheads="1"/>
            </p:cNvSpPr>
            <p:nvPr/>
          </p:nvSpPr>
          <p:spPr bwMode="auto">
            <a:xfrm>
              <a:off x="3707" y="2412"/>
              <a:ext cx="58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i="1">
                  <a:solidFill>
                    <a:schemeClr val="tx2"/>
                  </a:solidFill>
                </a:rPr>
                <a:t>C</a:t>
              </a:r>
            </a:p>
          </p:txBody>
        </p:sp>
        <p:sp>
          <p:nvSpPr>
            <p:cNvPr id="29757" name="Text Box 36"/>
            <p:cNvSpPr txBox="1">
              <a:spLocks noChangeArrowheads="1"/>
            </p:cNvSpPr>
            <p:nvPr/>
          </p:nvSpPr>
          <p:spPr bwMode="auto">
            <a:xfrm>
              <a:off x="3975" y="1884"/>
              <a:ext cx="40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FF0000"/>
                  </a:solidFill>
                </a:rPr>
                <a:t>3</a:t>
              </a:r>
            </a:p>
          </p:txBody>
        </p:sp>
        <p:sp>
          <p:nvSpPr>
            <p:cNvPr id="29758" name="Text Box 37"/>
            <p:cNvSpPr txBox="1">
              <a:spLocks noChangeArrowheads="1"/>
            </p:cNvSpPr>
            <p:nvPr/>
          </p:nvSpPr>
          <p:spPr bwMode="auto">
            <a:xfrm>
              <a:off x="3419" y="3228"/>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0000FF"/>
                  </a:solidFill>
                </a:rPr>
                <a:t>4</a:t>
              </a:r>
            </a:p>
          </p:txBody>
        </p:sp>
      </p:grpSp>
      <p:grpSp>
        <p:nvGrpSpPr>
          <p:cNvPr id="30758" name="Group 38"/>
          <p:cNvGrpSpPr>
            <a:grpSpLocks/>
          </p:cNvGrpSpPr>
          <p:nvPr/>
        </p:nvGrpSpPr>
        <p:grpSpPr bwMode="auto">
          <a:xfrm>
            <a:off x="5846763" y="3475038"/>
            <a:ext cx="2073275" cy="1631950"/>
            <a:chOff x="3792" y="1968"/>
            <a:chExt cx="1306" cy="1028"/>
          </a:xfrm>
        </p:grpSpPr>
        <p:sp>
          <p:nvSpPr>
            <p:cNvPr id="29747" name="Line 39"/>
            <p:cNvSpPr>
              <a:spLocks noChangeShapeType="1"/>
            </p:cNvSpPr>
            <p:nvPr/>
          </p:nvSpPr>
          <p:spPr bwMode="auto">
            <a:xfrm>
              <a:off x="3792" y="1968"/>
              <a:ext cx="288" cy="576"/>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8" name="Line 40"/>
            <p:cNvSpPr>
              <a:spLocks noChangeShapeType="1"/>
            </p:cNvSpPr>
            <p:nvPr/>
          </p:nvSpPr>
          <p:spPr bwMode="auto">
            <a:xfrm flipV="1">
              <a:off x="4080" y="2112"/>
              <a:ext cx="192" cy="432"/>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9" name="Line 41"/>
            <p:cNvSpPr>
              <a:spLocks noChangeShapeType="1"/>
            </p:cNvSpPr>
            <p:nvPr/>
          </p:nvSpPr>
          <p:spPr bwMode="auto">
            <a:xfrm>
              <a:off x="4080" y="2544"/>
              <a:ext cx="336" cy="384"/>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50" name="Text Box 42"/>
            <p:cNvSpPr txBox="1">
              <a:spLocks noChangeArrowheads="1"/>
            </p:cNvSpPr>
            <p:nvPr/>
          </p:nvSpPr>
          <p:spPr bwMode="auto">
            <a:xfrm>
              <a:off x="4176" y="2477"/>
              <a:ext cx="92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i="1">
                  <a:solidFill>
                    <a:schemeClr val="tx2"/>
                  </a:solidFill>
                </a:rPr>
                <a:t>E</a:t>
              </a:r>
            </a:p>
          </p:txBody>
        </p:sp>
        <p:sp>
          <p:nvSpPr>
            <p:cNvPr id="29751" name="Text Box 43"/>
            <p:cNvSpPr txBox="1">
              <a:spLocks noChangeArrowheads="1"/>
            </p:cNvSpPr>
            <p:nvPr/>
          </p:nvSpPr>
          <p:spPr bwMode="auto">
            <a:xfrm>
              <a:off x="4080" y="2669"/>
              <a:ext cx="67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0000FF"/>
                  </a:solidFill>
                </a:rPr>
                <a:t>5</a:t>
              </a:r>
            </a:p>
          </p:txBody>
        </p:sp>
      </p:grpSp>
      <p:grpSp>
        <p:nvGrpSpPr>
          <p:cNvPr id="30764" name="Group 44"/>
          <p:cNvGrpSpPr>
            <a:grpSpLocks/>
          </p:cNvGrpSpPr>
          <p:nvPr/>
        </p:nvGrpSpPr>
        <p:grpSpPr bwMode="auto">
          <a:xfrm>
            <a:off x="3789363" y="2149475"/>
            <a:ext cx="1600200" cy="1662113"/>
            <a:chOff x="2496" y="1133"/>
            <a:chExt cx="1008" cy="1047"/>
          </a:xfrm>
        </p:grpSpPr>
        <p:sp>
          <p:nvSpPr>
            <p:cNvPr id="29743" name="Line 45"/>
            <p:cNvSpPr>
              <a:spLocks noChangeShapeType="1"/>
            </p:cNvSpPr>
            <p:nvPr/>
          </p:nvSpPr>
          <p:spPr bwMode="auto">
            <a:xfrm rot="396450" flipH="1" flipV="1">
              <a:off x="2641" y="1440"/>
              <a:ext cx="144" cy="96"/>
            </a:xfrm>
            <a:prstGeom prst="line">
              <a:avLst/>
            </a:prstGeom>
            <a:noFill/>
            <a:ln w="38100">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4" name="Text Box 46"/>
            <p:cNvSpPr txBox="1">
              <a:spLocks noChangeArrowheads="1"/>
            </p:cNvSpPr>
            <p:nvPr/>
          </p:nvSpPr>
          <p:spPr bwMode="auto">
            <a:xfrm>
              <a:off x="2971" y="1853"/>
              <a:ext cx="53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i="1">
                  <a:solidFill>
                    <a:schemeClr val="tx2"/>
                  </a:solidFill>
                </a:rPr>
                <a:t>A</a:t>
              </a:r>
            </a:p>
          </p:txBody>
        </p:sp>
        <p:sp>
          <p:nvSpPr>
            <p:cNvPr id="29745" name="Line 47"/>
            <p:cNvSpPr>
              <a:spLocks noChangeShapeType="1"/>
            </p:cNvSpPr>
            <p:nvPr/>
          </p:nvSpPr>
          <p:spPr bwMode="auto">
            <a:xfrm>
              <a:off x="2496" y="1296"/>
              <a:ext cx="720" cy="672"/>
            </a:xfrm>
            <a:prstGeom prst="line">
              <a:avLst/>
            </a:prstGeom>
            <a:noFill/>
            <a:ln w="38100">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6" name="Text Box 48"/>
            <p:cNvSpPr txBox="1">
              <a:spLocks noChangeArrowheads="1"/>
            </p:cNvSpPr>
            <p:nvPr/>
          </p:nvSpPr>
          <p:spPr bwMode="auto">
            <a:xfrm>
              <a:off x="2592" y="1133"/>
              <a:ext cx="43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FF0000"/>
                  </a:solidFill>
                </a:rPr>
                <a:t>1</a:t>
              </a:r>
              <a:endParaRPr kumimoji="0" lang="en-US" altLang="zh-CN" sz="2800"/>
            </a:p>
          </p:txBody>
        </p:sp>
      </p:grpSp>
      <p:grpSp>
        <p:nvGrpSpPr>
          <p:cNvPr id="30787" name="Group 67"/>
          <p:cNvGrpSpPr>
            <a:grpSpLocks/>
          </p:cNvGrpSpPr>
          <p:nvPr/>
        </p:nvGrpSpPr>
        <p:grpSpPr bwMode="auto">
          <a:xfrm>
            <a:off x="4943475" y="3735388"/>
            <a:ext cx="236538" cy="549275"/>
            <a:chOff x="5120" y="3514"/>
            <a:chExt cx="149" cy="346"/>
          </a:xfrm>
        </p:grpSpPr>
        <p:sp>
          <p:nvSpPr>
            <p:cNvPr id="29741" name="Arc 51"/>
            <p:cNvSpPr>
              <a:spLocks/>
            </p:cNvSpPr>
            <p:nvPr/>
          </p:nvSpPr>
          <p:spPr bwMode="auto">
            <a:xfrm rot="13394629" flipH="1">
              <a:off x="5121" y="3514"/>
              <a:ext cx="96" cy="137"/>
            </a:xfrm>
            <a:custGeom>
              <a:avLst/>
              <a:gdLst>
                <a:gd name="T0" fmla="*/ 0 w 21600"/>
                <a:gd name="T1" fmla="*/ 0 h 20614"/>
                <a:gd name="T2" fmla="*/ 0 w 21600"/>
                <a:gd name="T3" fmla="*/ 1 h 20614"/>
                <a:gd name="T4" fmla="*/ 0 w 21600"/>
                <a:gd name="T5" fmla="*/ 1 h 20614"/>
                <a:gd name="T6" fmla="*/ 0 60000 65536"/>
                <a:gd name="T7" fmla="*/ 0 60000 65536"/>
                <a:gd name="T8" fmla="*/ 0 60000 65536"/>
              </a:gdLst>
              <a:ahLst/>
              <a:cxnLst>
                <a:cxn ang="T6">
                  <a:pos x="T0" y="T1"/>
                </a:cxn>
                <a:cxn ang="T7">
                  <a:pos x="T2" y="T3"/>
                </a:cxn>
                <a:cxn ang="T8">
                  <a:pos x="T4" y="T5"/>
                </a:cxn>
              </a:cxnLst>
              <a:rect l="0" t="0" r="r" b="b"/>
              <a:pathLst>
                <a:path w="21600" h="20614" fill="none" extrusionOk="0">
                  <a:moveTo>
                    <a:pt x="6451" y="-1"/>
                  </a:moveTo>
                  <a:cubicBezTo>
                    <a:pt x="15464" y="2820"/>
                    <a:pt x="21600" y="11169"/>
                    <a:pt x="21600" y="20614"/>
                  </a:cubicBezTo>
                </a:path>
                <a:path w="21600" h="20614" stroke="0" extrusionOk="0">
                  <a:moveTo>
                    <a:pt x="6451" y="-1"/>
                  </a:moveTo>
                  <a:cubicBezTo>
                    <a:pt x="15464" y="2820"/>
                    <a:pt x="21600" y="11169"/>
                    <a:pt x="21600" y="20614"/>
                  </a:cubicBezTo>
                  <a:lnTo>
                    <a:pt x="0" y="20614"/>
                  </a:lnTo>
                  <a:lnTo>
                    <a:pt x="6451" y="-1"/>
                  </a:lnTo>
                  <a:close/>
                </a:path>
              </a:pathLst>
            </a:custGeom>
            <a:noFill/>
            <a:ln w="28575">
              <a:solidFill>
                <a:srgbClr val="FF9900"/>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42" name="Object 53"/>
            <p:cNvGraphicFramePr>
              <a:graphicFrameLocks noChangeAspect="1"/>
            </p:cNvGraphicFramePr>
            <p:nvPr/>
          </p:nvGraphicFramePr>
          <p:xfrm>
            <a:off x="5120" y="3658"/>
            <a:ext cx="149" cy="202"/>
          </p:xfrm>
          <a:graphic>
            <a:graphicData uri="http://schemas.openxmlformats.org/presentationml/2006/ole">
              <mc:AlternateContent xmlns:mc="http://schemas.openxmlformats.org/markup-compatibility/2006">
                <mc:Choice xmlns:v="urn:schemas-microsoft-com:vml" Requires="v">
                  <p:oleObj spid="_x0000_s29775" name="公式" r:id="rId22" imgW="177646" imgH="241091" progId="Equation.3">
                    <p:embed/>
                  </p:oleObj>
                </mc:Choice>
                <mc:Fallback>
                  <p:oleObj name="公式" r:id="rId22" imgW="177646" imgH="241091" progId="Equation.3">
                    <p:embed/>
                    <p:pic>
                      <p:nvPicPr>
                        <p:cNvPr id="0" name="Object 5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120" y="3658"/>
                          <a:ext cx="149"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0790" name="Group 70"/>
          <p:cNvGrpSpPr>
            <a:grpSpLocks/>
          </p:cNvGrpSpPr>
          <p:nvPr/>
        </p:nvGrpSpPr>
        <p:grpSpPr bwMode="auto">
          <a:xfrm>
            <a:off x="5180013" y="3475038"/>
            <a:ext cx="282575" cy="1219200"/>
            <a:chOff x="5264" y="3322"/>
            <a:chExt cx="178" cy="768"/>
          </a:xfrm>
        </p:grpSpPr>
        <p:grpSp>
          <p:nvGrpSpPr>
            <p:cNvPr id="29737" name="Group 69"/>
            <p:cNvGrpSpPr>
              <a:grpSpLocks/>
            </p:cNvGrpSpPr>
            <p:nvPr/>
          </p:nvGrpSpPr>
          <p:grpSpPr bwMode="auto">
            <a:xfrm>
              <a:off x="5264" y="3370"/>
              <a:ext cx="178" cy="288"/>
              <a:chOff x="5264" y="3370"/>
              <a:chExt cx="178" cy="288"/>
            </a:xfrm>
          </p:grpSpPr>
          <p:sp>
            <p:nvSpPr>
              <p:cNvPr id="29739" name="Arc 52"/>
              <p:cNvSpPr>
                <a:spLocks/>
              </p:cNvSpPr>
              <p:nvPr/>
            </p:nvSpPr>
            <p:spPr bwMode="auto">
              <a:xfrm rot="10986807" flipV="1">
                <a:off x="5265" y="3608"/>
                <a:ext cx="177" cy="50"/>
              </a:xfrm>
              <a:custGeom>
                <a:avLst/>
                <a:gdLst>
                  <a:gd name="T0" fmla="*/ 0 w 18917"/>
                  <a:gd name="T1" fmla="*/ 0 h 21245"/>
                  <a:gd name="T2" fmla="*/ 2 w 18917"/>
                  <a:gd name="T3" fmla="*/ 0 h 21245"/>
                  <a:gd name="T4" fmla="*/ 0 w 18917"/>
                  <a:gd name="T5" fmla="*/ 0 h 21245"/>
                  <a:gd name="T6" fmla="*/ 0 60000 65536"/>
                  <a:gd name="T7" fmla="*/ 0 60000 65536"/>
                  <a:gd name="T8" fmla="*/ 0 60000 65536"/>
                </a:gdLst>
                <a:ahLst/>
                <a:cxnLst>
                  <a:cxn ang="T6">
                    <a:pos x="T0" y="T1"/>
                  </a:cxn>
                  <a:cxn ang="T7">
                    <a:pos x="T2" y="T3"/>
                  </a:cxn>
                  <a:cxn ang="T8">
                    <a:pos x="T4" y="T5"/>
                  </a:cxn>
                </a:cxnLst>
                <a:rect l="0" t="0" r="r" b="b"/>
                <a:pathLst>
                  <a:path w="18917" h="21245" fill="none" extrusionOk="0">
                    <a:moveTo>
                      <a:pt x="3899" y="-1"/>
                    </a:moveTo>
                    <a:cubicBezTo>
                      <a:pt x="10274" y="1169"/>
                      <a:pt x="15788" y="5141"/>
                      <a:pt x="18917" y="10818"/>
                    </a:cubicBezTo>
                  </a:path>
                  <a:path w="18917" h="21245" stroke="0" extrusionOk="0">
                    <a:moveTo>
                      <a:pt x="3899" y="-1"/>
                    </a:moveTo>
                    <a:cubicBezTo>
                      <a:pt x="10274" y="1169"/>
                      <a:pt x="15788" y="5141"/>
                      <a:pt x="18917" y="10818"/>
                    </a:cubicBezTo>
                    <a:lnTo>
                      <a:pt x="0" y="21245"/>
                    </a:lnTo>
                    <a:lnTo>
                      <a:pt x="3899" y="-1"/>
                    </a:lnTo>
                    <a:close/>
                  </a:path>
                </a:pathLst>
              </a:custGeom>
              <a:noFill/>
              <a:ln w="28575">
                <a:solidFill>
                  <a:srgbClr val="FF9900"/>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40" name="Object 54"/>
              <p:cNvGraphicFramePr>
                <a:graphicFrameLocks noChangeAspect="1"/>
              </p:cNvGraphicFramePr>
              <p:nvPr/>
            </p:nvGraphicFramePr>
            <p:xfrm>
              <a:off x="5264" y="3370"/>
              <a:ext cx="149" cy="202"/>
            </p:xfrm>
            <a:graphic>
              <a:graphicData uri="http://schemas.openxmlformats.org/presentationml/2006/ole">
                <mc:AlternateContent xmlns:mc="http://schemas.openxmlformats.org/markup-compatibility/2006">
                  <mc:Choice xmlns:v="urn:schemas-microsoft-com:vml" Requires="v">
                    <p:oleObj spid="_x0000_s29776" name="公式" r:id="rId24" imgW="177646" imgH="241091" progId="Equation.3">
                      <p:embed/>
                    </p:oleObj>
                  </mc:Choice>
                  <mc:Fallback>
                    <p:oleObj name="公式" r:id="rId24" imgW="177646" imgH="241091" progId="Equation.3">
                      <p:embed/>
                      <p:pic>
                        <p:nvPicPr>
                          <p:cNvPr id="0" name="Object 5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264" y="3370"/>
                            <a:ext cx="149"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9738" name="Line 55"/>
            <p:cNvSpPr>
              <a:spLocks noChangeShapeType="1"/>
            </p:cNvSpPr>
            <p:nvPr/>
          </p:nvSpPr>
          <p:spPr bwMode="auto">
            <a:xfrm flipV="1">
              <a:off x="5408" y="3322"/>
              <a:ext cx="0" cy="768"/>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0794" name="Group 74"/>
          <p:cNvGrpSpPr>
            <a:grpSpLocks/>
          </p:cNvGrpSpPr>
          <p:nvPr/>
        </p:nvGrpSpPr>
        <p:grpSpPr bwMode="auto">
          <a:xfrm>
            <a:off x="4954588" y="3475038"/>
            <a:ext cx="855662" cy="1393825"/>
            <a:chOff x="3135" y="2529"/>
            <a:chExt cx="539" cy="878"/>
          </a:xfrm>
        </p:grpSpPr>
        <p:sp>
          <p:nvSpPr>
            <p:cNvPr id="29735" name="Line 57"/>
            <p:cNvSpPr>
              <a:spLocks noChangeShapeType="1"/>
            </p:cNvSpPr>
            <p:nvPr/>
          </p:nvSpPr>
          <p:spPr bwMode="auto">
            <a:xfrm>
              <a:off x="3135" y="2529"/>
              <a:ext cx="288" cy="576"/>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36" name="Text Box 58"/>
            <p:cNvSpPr txBox="1">
              <a:spLocks noChangeArrowheads="1"/>
            </p:cNvSpPr>
            <p:nvPr/>
          </p:nvSpPr>
          <p:spPr bwMode="auto">
            <a:xfrm>
              <a:off x="3146" y="3080"/>
              <a:ext cx="5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i="1">
                  <a:solidFill>
                    <a:schemeClr val="tx2"/>
                  </a:solidFill>
                </a:rPr>
                <a:t>B</a:t>
              </a:r>
            </a:p>
          </p:txBody>
        </p:sp>
      </p:grpSp>
      <p:grpSp>
        <p:nvGrpSpPr>
          <p:cNvPr id="30786" name="Group 66"/>
          <p:cNvGrpSpPr>
            <a:grpSpLocks/>
          </p:cNvGrpSpPr>
          <p:nvPr/>
        </p:nvGrpSpPr>
        <p:grpSpPr bwMode="auto">
          <a:xfrm>
            <a:off x="4910138" y="1920875"/>
            <a:ext cx="1752600" cy="1554163"/>
            <a:chOff x="3135" y="1521"/>
            <a:chExt cx="1104" cy="979"/>
          </a:xfrm>
        </p:grpSpPr>
        <p:grpSp>
          <p:nvGrpSpPr>
            <p:cNvPr id="29731" name="Group 65"/>
            <p:cNvGrpSpPr>
              <a:grpSpLocks/>
            </p:cNvGrpSpPr>
            <p:nvPr/>
          </p:nvGrpSpPr>
          <p:grpSpPr bwMode="auto">
            <a:xfrm>
              <a:off x="3135" y="1521"/>
              <a:ext cx="1104" cy="979"/>
              <a:chOff x="5318" y="1066"/>
              <a:chExt cx="1104" cy="979"/>
            </a:xfrm>
          </p:grpSpPr>
          <p:sp>
            <p:nvSpPr>
              <p:cNvPr id="29733" name="Text Box 60"/>
              <p:cNvSpPr txBox="1">
                <a:spLocks noChangeArrowheads="1"/>
              </p:cNvSpPr>
              <p:nvPr/>
            </p:nvSpPr>
            <p:spPr bwMode="auto">
              <a:xfrm>
                <a:off x="5894" y="1066"/>
                <a:ext cx="48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FF0000"/>
                    </a:solidFill>
                  </a:rPr>
                  <a:t>2</a:t>
                </a:r>
              </a:p>
            </p:txBody>
          </p:sp>
          <p:sp>
            <p:nvSpPr>
              <p:cNvPr id="29734" name="Line 61"/>
              <p:cNvSpPr>
                <a:spLocks noChangeShapeType="1"/>
              </p:cNvSpPr>
              <p:nvPr/>
            </p:nvSpPr>
            <p:spPr bwMode="auto">
              <a:xfrm flipV="1">
                <a:off x="5318" y="1085"/>
                <a:ext cx="1104" cy="960"/>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732" name="Line 62"/>
            <p:cNvSpPr>
              <a:spLocks noChangeShapeType="1"/>
            </p:cNvSpPr>
            <p:nvPr/>
          </p:nvSpPr>
          <p:spPr bwMode="auto">
            <a:xfrm flipV="1">
              <a:off x="4099" y="1565"/>
              <a:ext cx="96" cy="96"/>
            </a:xfrm>
            <a:prstGeom prst="line">
              <a:avLst/>
            </a:prstGeom>
            <a:noFill/>
            <a:ln w="381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0796" name="Group 76"/>
          <p:cNvGrpSpPr>
            <a:grpSpLocks/>
          </p:cNvGrpSpPr>
          <p:nvPr/>
        </p:nvGrpSpPr>
        <p:grpSpPr bwMode="auto">
          <a:xfrm>
            <a:off x="6215063" y="1493838"/>
            <a:ext cx="2035175" cy="1157287"/>
            <a:chOff x="3929" y="1281"/>
            <a:chExt cx="1282" cy="729"/>
          </a:xfrm>
        </p:grpSpPr>
        <p:sp>
          <p:nvSpPr>
            <p:cNvPr id="29724" name="Text Box 16"/>
            <p:cNvSpPr txBox="1">
              <a:spLocks noChangeArrowheads="1"/>
            </p:cNvSpPr>
            <p:nvPr/>
          </p:nvSpPr>
          <p:spPr bwMode="auto">
            <a:xfrm>
              <a:off x="3929" y="1281"/>
              <a:ext cx="4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chemeClr val="tx2"/>
                  </a:solidFill>
                </a:rPr>
                <a:t>L</a:t>
              </a:r>
            </a:p>
          </p:txBody>
        </p:sp>
        <p:grpSp>
          <p:nvGrpSpPr>
            <p:cNvPr id="29725" name="Group 75"/>
            <p:cNvGrpSpPr>
              <a:grpSpLocks/>
            </p:cNvGrpSpPr>
            <p:nvPr/>
          </p:nvGrpSpPr>
          <p:grpSpPr bwMode="auto">
            <a:xfrm>
              <a:off x="4297" y="1304"/>
              <a:ext cx="914" cy="706"/>
              <a:chOff x="4297" y="1304"/>
              <a:chExt cx="914" cy="706"/>
            </a:xfrm>
          </p:grpSpPr>
          <p:sp>
            <p:nvSpPr>
              <p:cNvPr id="29726" name="Line 5"/>
              <p:cNvSpPr>
                <a:spLocks noChangeShapeType="1"/>
              </p:cNvSpPr>
              <p:nvPr/>
            </p:nvSpPr>
            <p:spPr bwMode="auto">
              <a:xfrm>
                <a:off x="4581" y="1304"/>
                <a:ext cx="240" cy="288"/>
              </a:xfrm>
              <a:prstGeom prst="line">
                <a:avLst/>
              </a:prstGeom>
              <a:noFill/>
              <a:ln w="28575">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7" name="Text Box 6"/>
              <p:cNvSpPr txBox="1">
                <a:spLocks noChangeArrowheads="1"/>
              </p:cNvSpPr>
              <p:nvPr/>
            </p:nvSpPr>
            <p:spPr bwMode="auto">
              <a:xfrm>
                <a:off x="4779" y="1550"/>
                <a:ext cx="43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i="1">
                    <a:solidFill>
                      <a:srgbClr val="990099"/>
                    </a:solidFill>
                  </a:rPr>
                  <a:t>P</a:t>
                </a:r>
              </a:p>
            </p:txBody>
          </p:sp>
          <p:sp>
            <p:nvSpPr>
              <p:cNvPr id="29728" name="Line 59"/>
              <p:cNvSpPr>
                <a:spLocks noChangeShapeType="1"/>
              </p:cNvSpPr>
              <p:nvPr/>
            </p:nvSpPr>
            <p:spPr bwMode="auto">
              <a:xfrm flipV="1">
                <a:off x="4326" y="1451"/>
                <a:ext cx="397" cy="59"/>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9" name="Oval 63"/>
              <p:cNvSpPr>
                <a:spLocks noChangeArrowheads="1"/>
              </p:cNvSpPr>
              <p:nvPr/>
            </p:nvSpPr>
            <p:spPr bwMode="auto">
              <a:xfrm rot="-2219371">
                <a:off x="4297" y="1338"/>
                <a:ext cx="144" cy="672"/>
              </a:xfrm>
              <a:prstGeom prst="ellipse">
                <a:avLst/>
              </a:prstGeom>
              <a:solidFill>
                <a:srgbClr val="00FFCC">
                  <a:alpha val="50195"/>
                </a:srgbClr>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sp>
            <p:nvSpPr>
              <p:cNvPr id="29730" name="Line 73"/>
              <p:cNvSpPr>
                <a:spLocks noChangeShapeType="1"/>
              </p:cNvSpPr>
              <p:nvPr/>
            </p:nvSpPr>
            <p:spPr bwMode="auto">
              <a:xfrm flipH="1">
                <a:off x="4524" y="1451"/>
                <a:ext cx="170" cy="369"/>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740"/>
                                        </p:tgtEl>
                                        <p:attrNameLst>
                                          <p:attrName>style.visibility</p:attrName>
                                        </p:attrNameLst>
                                      </p:cBhvr>
                                      <p:to>
                                        <p:strVal val="visible"/>
                                      </p:to>
                                    </p:set>
                                    <p:animEffect transition="in" filter="blinds(horizontal)">
                                      <p:cBhvr>
                                        <p:cTn id="7" dur="500"/>
                                        <p:tgtEl>
                                          <p:spTgt spid="307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30764"/>
                                        </p:tgtEl>
                                        <p:attrNameLst>
                                          <p:attrName>style.visibility</p:attrName>
                                        </p:attrNameLst>
                                      </p:cBhvr>
                                      <p:to>
                                        <p:strVal val="visible"/>
                                      </p:to>
                                    </p:set>
                                    <p:animEffect transition="in" filter="strips(downRight)">
                                      <p:cBhvr>
                                        <p:cTn id="12" dur="500"/>
                                        <p:tgtEl>
                                          <p:spTgt spid="307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0786"/>
                                        </p:tgtEl>
                                        <p:attrNameLst>
                                          <p:attrName>style.visibility</p:attrName>
                                        </p:attrNameLst>
                                      </p:cBhvr>
                                      <p:to>
                                        <p:strVal val="visible"/>
                                      </p:to>
                                    </p:set>
                                    <p:animEffect transition="in" filter="wipe(down)">
                                      <p:cBhvr>
                                        <p:cTn id="17" dur="500"/>
                                        <p:tgtEl>
                                          <p:spTgt spid="307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0794"/>
                                        </p:tgtEl>
                                        <p:attrNameLst>
                                          <p:attrName>style.visibility</p:attrName>
                                        </p:attrNameLst>
                                      </p:cBhvr>
                                      <p:to>
                                        <p:strVal val="visible"/>
                                      </p:to>
                                    </p:set>
                                    <p:animEffect transition="in" filter="wipe(up)">
                                      <p:cBhvr>
                                        <p:cTn id="22" dur="500"/>
                                        <p:tgtEl>
                                          <p:spTgt spid="307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0741"/>
                                        </p:tgtEl>
                                        <p:attrNameLst>
                                          <p:attrName>style.visibility</p:attrName>
                                        </p:attrNameLst>
                                      </p:cBhvr>
                                      <p:to>
                                        <p:strVal val="visible"/>
                                      </p:to>
                                    </p:set>
                                    <p:animEffect transition="in" filter="wipe(up)">
                                      <p:cBhvr>
                                        <p:cTn id="27" dur="500"/>
                                        <p:tgtEl>
                                          <p:spTgt spid="30741"/>
                                        </p:tgtEl>
                                      </p:cBhvr>
                                    </p:animEffect>
                                  </p:childTnLst>
                                </p:cTn>
                              </p:par>
                            </p:childTnLst>
                          </p:cTn>
                        </p:par>
                        <p:par>
                          <p:cTn id="28" fill="hold" nodeType="afterGroup">
                            <p:stCondLst>
                              <p:cond delay="500"/>
                            </p:stCondLst>
                            <p:childTnLst>
                              <p:par>
                                <p:cTn id="29" presetID="22" presetClass="entr" presetSubtype="4" fill="hold" nodeType="afterEffect">
                                  <p:stCondLst>
                                    <p:cond delay="0"/>
                                  </p:stCondLst>
                                  <p:childTnLst>
                                    <p:set>
                                      <p:cBhvr>
                                        <p:cTn id="30" dur="1" fill="hold">
                                          <p:stCondLst>
                                            <p:cond delay="0"/>
                                          </p:stCondLst>
                                        </p:cTn>
                                        <p:tgtEl>
                                          <p:spTgt spid="30787"/>
                                        </p:tgtEl>
                                        <p:attrNameLst>
                                          <p:attrName>style.visibility</p:attrName>
                                        </p:attrNameLst>
                                      </p:cBhvr>
                                      <p:to>
                                        <p:strVal val="visible"/>
                                      </p:to>
                                    </p:set>
                                    <p:animEffect transition="in" filter="wipe(down)">
                                      <p:cBhvr>
                                        <p:cTn id="31" dur="500"/>
                                        <p:tgtEl>
                                          <p:spTgt spid="30787"/>
                                        </p:tgtEl>
                                      </p:cBhvr>
                                    </p:animEffect>
                                  </p:childTnLst>
                                </p:cTn>
                              </p:par>
                              <p:par>
                                <p:cTn id="32" presetID="3" presetClass="entr" presetSubtype="10" fill="hold" nodeType="withEffect">
                                  <p:stCondLst>
                                    <p:cond delay="0"/>
                                  </p:stCondLst>
                                  <p:childTnLst>
                                    <p:set>
                                      <p:cBhvr>
                                        <p:cTn id="33" dur="1" fill="hold">
                                          <p:stCondLst>
                                            <p:cond delay="0"/>
                                          </p:stCondLst>
                                        </p:cTn>
                                        <p:tgtEl>
                                          <p:spTgt spid="30739"/>
                                        </p:tgtEl>
                                        <p:attrNameLst>
                                          <p:attrName>style.visibility</p:attrName>
                                        </p:attrNameLst>
                                      </p:cBhvr>
                                      <p:to>
                                        <p:strVal val="visible"/>
                                      </p:to>
                                    </p:set>
                                    <p:animEffect transition="in" filter="blinds(horizontal)">
                                      <p:cBhvr>
                                        <p:cTn id="34" dur="500"/>
                                        <p:tgtEl>
                                          <p:spTgt spid="3073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30791"/>
                                        </p:tgtEl>
                                        <p:attrNameLst>
                                          <p:attrName>style.visibility</p:attrName>
                                        </p:attrNameLst>
                                      </p:cBhvr>
                                      <p:to>
                                        <p:strVal val="visible"/>
                                      </p:to>
                                    </p:set>
                                    <p:animEffect transition="in" filter="wipe(left)">
                                      <p:cBhvr>
                                        <p:cTn id="39" dur="500"/>
                                        <p:tgtEl>
                                          <p:spTgt spid="3079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nodeType="clickEffect">
                                  <p:stCondLst>
                                    <p:cond delay="0"/>
                                  </p:stCondLst>
                                  <p:childTnLst>
                                    <p:set>
                                      <p:cBhvr>
                                        <p:cTn id="43" dur="1" fill="hold">
                                          <p:stCondLst>
                                            <p:cond delay="0"/>
                                          </p:stCondLst>
                                        </p:cTn>
                                        <p:tgtEl>
                                          <p:spTgt spid="30790"/>
                                        </p:tgtEl>
                                        <p:attrNameLst>
                                          <p:attrName>style.visibility</p:attrName>
                                        </p:attrNameLst>
                                      </p:cBhvr>
                                      <p:to>
                                        <p:strVal val="visible"/>
                                      </p:to>
                                    </p:set>
                                    <p:animEffect transition="in" filter="wipe(down)">
                                      <p:cBhvr>
                                        <p:cTn id="44" dur="500"/>
                                        <p:tgtEl>
                                          <p:spTgt spid="3079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8" presetClass="entr" presetSubtype="6" fill="hold" nodeType="clickEffect">
                                  <p:stCondLst>
                                    <p:cond delay="0"/>
                                  </p:stCondLst>
                                  <p:childTnLst>
                                    <p:set>
                                      <p:cBhvr>
                                        <p:cTn id="48" dur="1" fill="hold">
                                          <p:stCondLst>
                                            <p:cond delay="0"/>
                                          </p:stCondLst>
                                        </p:cTn>
                                        <p:tgtEl>
                                          <p:spTgt spid="30758"/>
                                        </p:tgtEl>
                                        <p:attrNameLst>
                                          <p:attrName>style.visibility</p:attrName>
                                        </p:attrNameLst>
                                      </p:cBhvr>
                                      <p:to>
                                        <p:strVal val="visible"/>
                                      </p:to>
                                    </p:set>
                                    <p:animEffect transition="in" filter="strips(downRight)">
                                      <p:cBhvr>
                                        <p:cTn id="49" dur="500"/>
                                        <p:tgtEl>
                                          <p:spTgt spid="3075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30796"/>
                                        </p:tgtEl>
                                        <p:attrNameLst>
                                          <p:attrName>style.visibility</p:attrName>
                                        </p:attrNameLst>
                                      </p:cBhvr>
                                      <p:to>
                                        <p:strVal val="visible"/>
                                      </p:to>
                                    </p:set>
                                    <p:animEffect transition="in" filter="wipe(left)">
                                      <p:cBhvr>
                                        <p:cTn id="54" dur="500"/>
                                        <p:tgtEl>
                                          <p:spTgt spid="3079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8" presetClass="entr" presetSubtype="9" fill="hold" nodeType="clickEffect">
                                  <p:stCondLst>
                                    <p:cond delay="0"/>
                                  </p:stCondLst>
                                  <p:childTnLst>
                                    <p:set>
                                      <p:cBhvr>
                                        <p:cTn id="58" dur="1" fill="hold">
                                          <p:stCondLst>
                                            <p:cond delay="0"/>
                                          </p:stCondLst>
                                        </p:cTn>
                                        <p:tgtEl>
                                          <p:spTgt spid="30746"/>
                                        </p:tgtEl>
                                        <p:attrNameLst>
                                          <p:attrName>style.visibility</p:attrName>
                                        </p:attrNameLst>
                                      </p:cBhvr>
                                      <p:to>
                                        <p:strVal val="visible"/>
                                      </p:to>
                                    </p:set>
                                    <p:animEffect transition="in" filter="strips(upLeft)">
                                      <p:cBhvr>
                                        <p:cTn id="59" dur="500"/>
                                        <p:tgtEl>
                                          <p:spTgt spid="30746"/>
                                        </p:tgtEl>
                                      </p:cBhvr>
                                    </p:animEffect>
                                  </p:childTnLst>
                                </p:cTn>
                              </p:par>
                              <p:par>
                                <p:cTn id="60" presetID="3" presetClass="entr" presetSubtype="10" fill="hold" nodeType="withEffect">
                                  <p:stCondLst>
                                    <p:cond delay="0"/>
                                  </p:stCondLst>
                                  <p:childTnLst>
                                    <p:set>
                                      <p:cBhvr>
                                        <p:cTn id="61" dur="1" fill="hold">
                                          <p:stCondLst>
                                            <p:cond delay="0"/>
                                          </p:stCondLst>
                                        </p:cTn>
                                        <p:tgtEl>
                                          <p:spTgt spid="30738"/>
                                        </p:tgtEl>
                                        <p:attrNameLst>
                                          <p:attrName>style.visibility</p:attrName>
                                        </p:attrNameLst>
                                      </p:cBhvr>
                                      <p:to>
                                        <p:strVal val="visible"/>
                                      </p:to>
                                    </p:set>
                                    <p:animEffect transition="in" filter="blinds(horizontal)">
                                      <p:cBhvr>
                                        <p:cTn id="62" dur="500"/>
                                        <p:tgtEl>
                                          <p:spTgt spid="30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1365B954-CA8A-4753-810A-8D539AD77A2E}" type="slidenum">
              <a:rPr lang="en-US" altLang="zh-CN" sz="1400" smtClean="0"/>
              <a:pPr>
                <a:spcBef>
                  <a:spcPct val="50000"/>
                </a:spcBef>
                <a:buClrTx/>
                <a:buFontTx/>
                <a:buNone/>
              </a:pPr>
              <a:t>22</a:t>
            </a:fld>
            <a:endParaRPr lang="en-US" altLang="zh-CN" sz="1400" smtClean="0"/>
          </a:p>
        </p:txBody>
      </p:sp>
      <p:graphicFrame>
        <p:nvGraphicFramePr>
          <p:cNvPr id="31747" name="Object 3"/>
          <p:cNvGraphicFramePr>
            <a:graphicFrameLocks noChangeAspect="1"/>
          </p:cNvGraphicFramePr>
          <p:nvPr/>
        </p:nvGraphicFramePr>
        <p:xfrm>
          <a:off x="1016000" y="3049588"/>
          <a:ext cx="2890838" cy="495300"/>
        </p:xfrm>
        <a:graphic>
          <a:graphicData uri="http://schemas.openxmlformats.org/presentationml/2006/ole">
            <mc:AlternateContent xmlns:mc="http://schemas.openxmlformats.org/markup-compatibility/2006">
              <mc:Choice xmlns:v="urn:schemas-microsoft-com:vml" Requires="v">
                <p:oleObj spid="_x0000_s30786" name="公式" r:id="rId3" imgW="1256755" imgH="215806" progId="Equation.3">
                  <p:embed/>
                </p:oleObj>
              </mc:Choice>
              <mc:Fallback>
                <p:oleObj name="公式" r:id="rId3" imgW="1256755" imgH="215806"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6000" y="3049588"/>
                        <a:ext cx="2890838"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8" name="Object 4"/>
          <p:cNvGraphicFramePr>
            <a:graphicFrameLocks noChangeAspect="1"/>
          </p:cNvGraphicFramePr>
          <p:nvPr/>
        </p:nvGraphicFramePr>
        <p:xfrm>
          <a:off x="1016000" y="4627563"/>
          <a:ext cx="2509838" cy="466725"/>
        </p:xfrm>
        <a:graphic>
          <a:graphicData uri="http://schemas.openxmlformats.org/presentationml/2006/ole">
            <mc:AlternateContent xmlns:mc="http://schemas.openxmlformats.org/markup-compatibility/2006">
              <mc:Choice xmlns:v="urn:schemas-microsoft-com:vml" Requires="v">
                <p:oleObj spid="_x0000_s30787" name="公式" r:id="rId5" imgW="1091726" imgH="203112" progId="Equation.3">
                  <p:embed/>
                </p:oleObj>
              </mc:Choice>
              <mc:Fallback>
                <p:oleObj name="公式" r:id="rId5" imgW="1091726" imgH="203112"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6000" y="4627563"/>
                        <a:ext cx="2509838"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0725" name="Group 74"/>
          <p:cNvGrpSpPr>
            <a:grpSpLocks/>
          </p:cNvGrpSpPr>
          <p:nvPr/>
        </p:nvGrpSpPr>
        <p:grpSpPr bwMode="auto">
          <a:xfrm>
            <a:off x="735013" y="1089025"/>
            <a:ext cx="4464050" cy="1035050"/>
            <a:chOff x="463" y="686"/>
            <a:chExt cx="2812" cy="652"/>
          </a:xfrm>
        </p:grpSpPr>
        <p:graphicFrame>
          <p:nvGraphicFramePr>
            <p:cNvPr id="30784" name="Object 2"/>
            <p:cNvGraphicFramePr>
              <a:graphicFrameLocks noChangeAspect="1"/>
            </p:cNvGraphicFramePr>
            <p:nvPr/>
          </p:nvGraphicFramePr>
          <p:xfrm>
            <a:off x="463" y="856"/>
            <a:ext cx="2401" cy="313"/>
          </p:xfrm>
          <a:graphic>
            <a:graphicData uri="http://schemas.openxmlformats.org/presentationml/2006/ole">
              <mc:AlternateContent xmlns:mc="http://schemas.openxmlformats.org/markup-compatibility/2006">
                <mc:Choice xmlns:v="urn:schemas-microsoft-com:vml" Requires="v">
                  <p:oleObj spid="_x0000_s30788" name="公式" r:id="rId7" imgW="1688367" imgH="215806" progId="Equation.3">
                    <p:embed/>
                  </p:oleObj>
                </mc:Choice>
                <mc:Fallback>
                  <p:oleObj name="公式" r:id="rId7" imgW="1688367" imgH="215806"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 y="856"/>
                          <a:ext cx="2401"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85" name="Object 5"/>
            <p:cNvGraphicFramePr>
              <a:graphicFrameLocks noChangeAspect="1"/>
            </p:cNvGraphicFramePr>
            <p:nvPr/>
          </p:nvGraphicFramePr>
          <p:xfrm>
            <a:off x="2824" y="686"/>
            <a:ext cx="451" cy="652"/>
          </p:xfrm>
          <a:graphic>
            <a:graphicData uri="http://schemas.openxmlformats.org/presentationml/2006/ole">
              <mc:AlternateContent xmlns:mc="http://schemas.openxmlformats.org/markup-compatibility/2006">
                <mc:Choice xmlns:v="urn:schemas-microsoft-com:vml" Requires="v">
                  <p:oleObj spid="_x0000_s30789" name="公式" r:id="rId9" imgW="406224" imgH="609336" progId="Equation.3">
                    <p:embed/>
                  </p:oleObj>
                </mc:Choice>
                <mc:Fallback>
                  <p:oleObj name="公式" r:id="rId9" imgW="406224" imgH="609336"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24" y="686"/>
                          <a:ext cx="451" cy="652"/>
                        </a:xfrm>
                        <a:prstGeom prst="rect">
                          <a:avLst/>
                        </a:prstGeom>
                        <a:gradFill rotWithShape="0">
                          <a:gsLst>
                            <a:gs pos="0">
                              <a:srgbClr val="FFE1FF"/>
                            </a:gs>
                            <a:gs pos="50000">
                              <a:srgbClr val="FFFFFF"/>
                            </a:gs>
                            <a:gs pos="100000">
                              <a:srgbClr val="FFE1FF"/>
                            </a:gs>
                          </a:gsLst>
                          <a:lin ang="5400000" scaled="1"/>
                        </a:gradFill>
                        <a:ln>
                          <a:noFill/>
                        </a:ln>
                        <a:effectLst/>
                        <a:extLst>
                          <a:ext uri="{91240B29-F687-4F45-9708-019B960494DF}">
                            <a14:hiddenLine xmlns:a14="http://schemas.microsoft.com/office/drawing/2010/main" w="12700">
                              <a:solidFill>
                                <a:srgbClr val="CC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0726" name="Group 69"/>
          <p:cNvGrpSpPr>
            <a:grpSpLocks/>
          </p:cNvGrpSpPr>
          <p:nvPr/>
        </p:nvGrpSpPr>
        <p:grpSpPr bwMode="auto">
          <a:xfrm>
            <a:off x="4605338" y="2214563"/>
            <a:ext cx="4152900" cy="2971800"/>
            <a:chOff x="2674" y="1847"/>
            <a:chExt cx="2616" cy="1872"/>
          </a:xfrm>
        </p:grpSpPr>
        <p:sp>
          <p:nvSpPr>
            <p:cNvPr id="30733" name="Rectangle 9"/>
            <p:cNvSpPr>
              <a:spLocks noChangeArrowheads="1"/>
            </p:cNvSpPr>
            <p:nvPr/>
          </p:nvSpPr>
          <p:spPr bwMode="auto">
            <a:xfrm>
              <a:off x="2674" y="1847"/>
              <a:ext cx="2541" cy="1813"/>
            </a:xfrm>
            <a:prstGeom prst="rect">
              <a:avLst/>
            </a:prstGeom>
            <a:solidFill>
              <a:schemeClr val="bg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sp>
          <p:nvSpPr>
            <p:cNvPr id="30734" name="Rectangle 10"/>
            <p:cNvSpPr>
              <a:spLocks noChangeArrowheads="1"/>
            </p:cNvSpPr>
            <p:nvPr/>
          </p:nvSpPr>
          <p:spPr bwMode="auto">
            <a:xfrm>
              <a:off x="3010" y="2850"/>
              <a:ext cx="1944" cy="463"/>
            </a:xfrm>
            <a:prstGeom prst="rect">
              <a:avLst/>
            </a:prstGeom>
            <a:solidFill>
              <a:srgbClr val="CAEDF2">
                <a:alpha val="50195"/>
              </a:srgbClr>
            </a:solidFill>
            <a:ln>
              <a:noFill/>
            </a:ln>
            <a:effectLst/>
            <a:extLs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p:txBody>
        </p:sp>
        <p:sp>
          <p:nvSpPr>
            <p:cNvPr id="30735" name="Line 11"/>
            <p:cNvSpPr>
              <a:spLocks noChangeShapeType="1"/>
            </p:cNvSpPr>
            <p:nvPr/>
          </p:nvSpPr>
          <p:spPr bwMode="auto">
            <a:xfrm>
              <a:off x="4821" y="1865"/>
              <a:ext cx="187" cy="232"/>
            </a:xfrm>
            <a:prstGeom prst="line">
              <a:avLst/>
            </a:prstGeom>
            <a:noFill/>
            <a:ln w="28575">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6" name="Text Box 12"/>
            <p:cNvSpPr txBox="1">
              <a:spLocks noChangeArrowheads="1"/>
            </p:cNvSpPr>
            <p:nvPr/>
          </p:nvSpPr>
          <p:spPr bwMode="auto">
            <a:xfrm>
              <a:off x="4954" y="1992"/>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i="1">
                  <a:solidFill>
                    <a:srgbClr val="990099"/>
                  </a:solidFill>
                </a:rPr>
                <a:t>P</a:t>
              </a:r>
            </a:p>
          </p:txBody>
        </p:sp>
        <p:graphicFrame>
          <p:nvGraphicFramePr>
            <p:cNvPr id="30737" name="Object 13"/>
            <p:cNvGraphicFramePr>
              <a:graphicFrameLocks noChangeAspect="1"/>
            </p:cNvGraphicFramePr>
            <p:nvPr/>
          </p:nvGraphicFramePr>
          <p:xfrm>
            <a:off x="3083" y="2580"/>
            <a:ext cx="177" cy="270"/>
          </p:xfrm>
          <a:graphic>
            <a:graphicData uri="http://schemas.openxmlformats.org/presentationml/2006/ole">
              <mc:AlternateContent xmlns:mc="http://schemas.openxmlformats.org/markup-compatibility/2006">
                <mc:Choice xmlns:v="urn:schemas-microsoft-com:vml" Requires="v">
                  <p:oleObj spid="_x0000_s30790" name="公式" r:id="rId11" imgW="215619" imgH="317087" progId="Equation.3">
                    <p:embed/>
                  </p:oleObj>
                </mc:Choice>
                <mc:Fallback>
                  <p:oleObj name="公式" r:id="rId11" imgW="215619" imgH="317087"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83" y="2580"/>
                          <a:ext cx="177"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38" name="Object 14"/>
            <p:cNvGraphicFramePr>
              <a:graphicFrameLocks noChangeAspect="1"/>
            </p:cNvGraphicFramePr>
            <p:nvPr/>
          </p:nvGraphicFramePr>
          <p:xfrm>
            <a:off x="3085" y="3274"/>
            <a:ext cx="178" cy="270"/>
          </p:xfrm>
          <a:graphic>
            <a:graphicData uri="http://schemas.openxmlformats.org/presentationml/2006/ole">
              <mc:AlternateContent xmlns:mc="http://schemas.openxmlformats.org/markup-compatibility/2006">
                <mc:Choice xmlns:v="urn:schemas-microsoft-com:vml" Requires="v">
                  <p:oleObj spid="_x0000_s30791" name="公式" r:id="rId13" imgW="215619" imgH="317087" progId="Equation.3">
                    <p:embed/>
                  </p:oleObj>
                </mc:Choice>
                <mc:Fallback>
                  <p:oleObj name="公式" r:id="rId13" imgW="215619" imgH="317087"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85" y="3274"/>
                          <a:ext cx="178"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39" name="Object 15"/>
            <p:cNvGraphicFramePr>
              <a:graphicFrameLocks noChangeAspect="1"/>
            </p:cNvGraphicFramePr>
            <p:nvPr/>
          </p:nvGraphicFramePr>
          <p:xfrm>
            <a:off x="3085" y="2927"/>
            <a:ext cx="199" cy="270"/>
          </p:xfrm>
          <a:graphic>
            <a:graphicData uri="http://schemas.openxmlformats.org/presentationml/2006/ole">
              <mc:AlternateContent xmlns:mc="http://schemas.openxmlformats.org/markup-compatibility/2006">
                <mc:Choice xmlns:v="urn:schemas-microsoft-com:vml" Requires="v">
                  <p:oleObj spid="_x0000_s30792" name="公式" r:id="rId14" imgW="241091" imgH="317225" progId="Equation.3">
                    <p:embed/>
                  </p:oleObj>
                </mc:Choice>
                <mc:Fallback>
                  <p:oleObj name="公式" r:id="rId14" imgW="241091" imgH="317225" progId="Equation.3">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85" y="2927"/>
                          <a:ext cx="199"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40" name="Object 16"/>
            <p:cNvGraphicFramePr>
              <a:graphicFrameLocks noChangeAspect="1"/>
            </p:cNvGraphicFramePr>
            <p:nvPr/>
          </p:nvGraphicFramePr>
          <p:xfrm>
            <a:off x="2749" y="2696"/>
            <a:ext cx="236" cy="229"/>
          </p:xfrm>
          <a:graphic>
            <a:graphicData uri="http://schemas.openxmlformats.org/presentationml/2006/ole">
              <mc:AlternateContent xmlns:mc="http://schemas.openxmlformats.org/markup-compatibility/2006">
                <mc:Choice xmlns:v="urn:schemas-microsoft-com:vml" Requires="v">
                  <p:oleObj spid="_x0000_s30793" name="Equation" r:id="rId16" imgW="228501" imgH="215806" progId="Equation.3">
                    <p:embed/>
                  </p:oleObj>
                </mc:Choice>
                <mc:Fallback>
                  <p:oleObj name="Equation" r:id="rId16" imgW="228501" imgH="215806" progId="Equation.3">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49" y="2696"/>
                          <a:ext cx="236"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41" name="Object 17"/>
            <p:cNvGraphicFramePr>
              <a:graphicFrameLocks noChangeAspect="1"/>
            </p:cNvGraphicFramePr>
            <p:nvPr/>
          </p:nvGraphicFramePr>
          <p:xfrm>
            <a:off x="2749" y="3197"/>
            <a:ext cx="250" cy="230"/>
          </p:xfrm>
          <a:graphic>
            <a:graphicData uri="http://schemas.openxmlformats.org/presentationml/2006/ole">
              <mc:AlternateContent xmlns:mc="http://schemas.openxmlformats.org/markup-compatibility/2006">
                <mc:Choice xmlns:v="urn:schemas-microsoft-com:vml" Requires="v">
                  <p:oleObj spid="_x0000_s30794" name="Equation" r:id="rId18" imgW="241091" imgH="215713" progId="Equation.3">
                    <p:embed/>
                  </p:oleObj>
                </mc:Choice>
                <mc:Fallback>
                  <p:oleObj name="Equation" r:id="rId18" imgW="241091" imgH="215713" progId="Equation.3">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49" y="3197"/>
                          <a:ext cx="250"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2" name="Line 18"/>
            <p:cNvSpPr>
              <a:spLocks noChangeShapeType="1"/>
            </p:cNvSpPr>
            <p:nvPr/>
          </p:nvSpPr>
          <p:spPr bwMode="auto">
            <a:xfrm>
              <a:off x="3010" y="2850"/>
              <a:ext cx="1944" cy="0"/>
            </a:xfrm>
            <a:prstGeom prst="line">
              <a:avLst/>
            </a:prstGeom>
            <a:noFill/>
            <a:ln w="1905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43" name="Line 19"/>
            <p:cNvSpPr>
              <a:spLocks noChangeShapeType="1"/>
            </p:cNvSpPr>
            <p:nvPr/>
          </p:nvSpPr>
          <p:spPr bwMode="auto">
            <a:xfrm>
              <a:off x="3010" y="3313"/>
              <a:ext cx="1944" cy="0"/>
            </a:xfrm>
            <a:prstGeom prst="line">
              <a:avLst/>
            </a:prstGeom>
            <a:noFill/>
            <a:ln w="1905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30744" name="Object 20"/>
            <p:cNvGraphicFramePr>
              <a:graphicFrameLocks noChangeAspect="1"/>
            </p:cNvGraphicFramePr>
            <p:nvPr/>
          </p:nvGraphicFramePr>
          <p:xfrm>
            <a:off x="4767" y="2951"/>
            <a:ext cx="137" cy="226"/>
          </p:xfrm>
          <a:graphic>
            <a:graphicData uri="http://schemas.openxmlformats.org/presentationml/2006/ole">
              <mc:AlternateContent xmlns:mc="http://schemas.openxmlformats.org/markup-compatibility/2006">
                <mc:Choice xmlns:v="urn:schemas-microsoft-com:vml" Requires="v">
                  <p:oleObj spid="_x0000_s30795" name="Equation" r:id="rId20" imgW="190417" imgH="253890" progId="Equation.3">
                    <p:embed/>
                  </p:oleObj>
                </mc:Choice>
                <mc:Fallback>
                  <p:oleObj name="Equation" r:id="rId20" imgW="190417" imgH="253890" progId="Equation.3">
                    <p:embed/>
                    <p:pic>
                      <p:nvPicPr>
                        <p:cNvPr id="0" name="Object 2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767" y="2951"/>
                          <a:ext cx="137"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5" name="Line 21"/>
            <p:cNvSpPr>
              <a:spLocks noChangeShapeType="1"/>
            </p:cNvSpPr>
            <p:nvPr/>
          </p:nvSpPr>
          <p:spPr bwMode="auto">
            <a:xfrm flipH="1" flipV="1">
              <a:off x="4767" y="2850"/>
              <a:ext cx="0" cy="463"/>
            </a:xfrm>
            <a:prstGeom prst="line">
              <a:avLst/>
            </a:prstGeom>
            <a:noFill/>
            <a:ln w="19050">
              <a:solidFill>
                <a:srgbClr val="FF33CC"/>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46" name="Text Box 22"/>
            <p:cNvSpPr txBox="1">
              <a:spLocks noChangeArrowheads="1"/>
            </p:cNvSpPr>
            <p:nvPr/>
          </p:nvSpPr>
          <p:spPr bwMode="auto">
            <a:xfrm>
              <a:off x="4241" y="1896"/>
              <a:ext cx="34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400">
                  <a:solidFill>
                    <a:schemeClr val="tx2"/>
                  </a:solidFill>
                </a:rPr>
                <a:t>L</a:t>
              </a:r>
            </a:p>
          </p:txBody>
        </p:sp>
        <p:sp>
          <p:nvSpPr>
            <p:cNvPr id="30747" name="Line 24"/>
            <p:cNvSpPr>
              <a:spLocks noChangeShapeType="1"/>
            </p:cNvSpPr>
            <p:nvPr/>
          </p:nvSpPr>
          <p:spPr bwMode="auto">
            <a:xfrm flipV="1">
              <a:off x="3646" y="2426"/>
              <a:ext cx="0" cy="810"/>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0748" name="Group 25"/>
            <p:cNvGrpSpPr>
              <a:grpSpLocks/>
            </p:cNvGrpSpPr>
            <p:nvPr/>
          </p:nvGrpSpPr>
          <p:grpSpPr bwMode="auto">
            <a:xfrm>
              <a:off x="3459" y="2426"/>
              <a:ext cx="187" cy="270"/>
              <a:chOff x="2976" y="1440"/>
              <a:chExt cx="240" cy="336"/>
            </a:xfrm>
          </p:grpSpPr>
          <p:sp>
            <p:nvSpPr>
              <p:cNvPr id="30782" name="Arc 26"/>
              <p:cNvSpPr>
                <a:spLocks/>
              </p:cNvSpPr>
              <p:nvPr/>
            </p:nvSpPr>
            <p:spPr bwMode="auto">
              <a:xfrm flipH="1">
                <a:off x="3024" y="1680"/>
                <a:ext cx="192" cy="96"/>
              </a:xfrm>
              <a:custGeom>
                <a:avLst/>
                <a:gdLst>
                  <a:gd name="T0" fmla="*/ 0 w 21600"/>
                  <a:gd name="T1" fmla="*/ 0 h 21600"/>
                  <a:gd name="T2" fmla="*/ 2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9900"/>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0783" name="Object 27"/>
              <p:cNvGraphicFramePr>
                <a:graphicFrameLocks noChangeAspect="1"/>
              </p:cNvGraphicFramePr>
              <p:nvPr/>
            </p:nvGraphicFramePr>
            <p:xfrm>
              <a:off x="2976" y="1440"/>
              <a:ext cx="119" cy="243"/>
            </p:xfrm>
            <a:graphic>
              <a:graphicData uri="http://schemas.openxmlformats.org/presentationml/2006/ole">
                <mc:AlternateContent xmlns:mc="http://schemas.openxmlformats.org/markup-compatibility/2006">
                  <mc:Choice xmlns:v="urn:schemas-microsoft-com:vml" Requires="v">
                    <p:oleObj spid="_x0000_s30796" name="公式" r:id="rId22" imgW="114250" imgH="228501" progId="Equation.3">
                      <p:embed/>
                    </p:oleObj>
                  </mc:Choice>
                  <mc:Fallback>
                    <p:oleObj name="公式" r:id="rId22" imgW="114250" imgH="228501" progId="Equation.3">
                      <p:embed/>
                      <p:pic>
                        <p:nvPicPr>
                          <p:cNvPr id="0" name="Object 2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976" y="1440"/>
                            <a:ext cx="119"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0749" name="Line 29"/>
            <p:cNvSpPr>
              <a:spLocks noChangeShapeType="1"/>
            </p:cNvSpPr>
            <p:nvPr/>
          </p:nvSpPr>
          <p:spPr bwMode="auto">
            <a:xfrm flipH="1" flipV="1">
              <a:off x="3907" y="2619"/>
              <a:ext cx="187" cy="231"/>
            </a:xfrm>
            <a:prstGeom prst="line">
              <a:avLst/>
            </a:prstGeom>
            <a:noFill/>
            <a:ln w="28575">
              <a:solidFill>
                <a:srgbClr val="CC0099"/>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0" name="Text Box 30"/>
            <p:cNvSpPr txBox="1">
              <a:spLocks noChangeArrowheads="1"/>
            </p:cNvSpPr>
            <p:nvPr/>
          </p:nvSpPr>
          <p:spPr bwMode="auto">
            <a:xfrm>
              <a:off x="3750" y="2419"/>
              <a:ext cx="38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000" i="1">
                  <a:solidFill>
                    <a:schemeClr val="tx2"/>
                  </a:solidFill>
                </a:rPr>
                <a:t>D</a:t>
              </a:r>
            </a:p>
          </p:txBody>
        </p:sp>
        <p:sp>
          <p:nvSpPr>
            <p:cNvPr id="30751" name="Line 32"/>
            <p:cNvSpPr>
              <a:spLocks noChangeShapeType="1"/>
            </p:cNvSpPr>
            <p:nvPr/>
          </p:nvSpPr>
          <p:spPr bwMode="auto">
            <a:xfrm flipV="1">
              <a:off x="4505" y="2310"/>
              <a:ext cx="224" cy="193"/>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2" name="Line 33"/>
            <p:cNvSpPr>
              <a:spLocks noChangeShapeType="1"/>
            </p:cNvSpPr>
            <p:nvPr/>
          </p:nvSpPr>
          <p:spPr bwMode="auto">
            <a:xfrm flipV="1">
              <a:off x="3870" y="2850"/>
              <a:ext cx="224" cy="463"/>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3" name="Line 34"/>
            <p:cNvSpPr>
              <a:spLocks noChangeShapeType="1"/>
            </p:cNvSpPr>
            <p:nvPr/>
          </p:nvSpPr>
          <p:spPr bwMode="auto">
            <a:xfrm flipV="1">
              <a:off x="4094" y="2426"/>
              <a:ext cx="486" cy="424"/>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4" name="Line 35"/>
            <p:cNvSpPr>
              <a:spLocks noChangeShapeType="1"/>
            </p:cNvSpPr>
            <p:nvPr/>
          </p:nvSpPr>
          <p:spPr bwMode="auto">
            <a:xfrm>
              <a:off x="3870" y="3313"/>
              <a:ext cx="262" cy="308"/>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5" name="Line 36"/>
            <p:cNvSpPr>
              <a:spLocks noChangeShapeType="1"/>
            </p:cNvSpPr>
            <p:nvPr/>
          </p:nvSpPr>
          <p:spPr bwMode="auto">
            <a:xfrm flipV="1">
              <a:off x="4692" y="1963"/>
              <a:ext cx="224" cy="386"/>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6" name="Text Box 37"/>
            <p:cNvSpPr txBox="1">
              <a:spLocks noChangeArrowheads="1"/>
            </p:cNvSpPr>
            <p:nvPr/>
          </p:nvSpPr>
          <p:spPr bwMode="auto">
            <a:xfrm>
              <a:off x="4096" y="2789"/>
              <a:ext cx="45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000" i="1">
                  <a:solidFill>
                    <a:schemeClr val="tx2"/>
                  </a:solidFill>
                </a:rPr>
                <a:t>C</a:t>
              </a:r>
            </a:p>
          </p:txBody>
        </p:sp>
        <p:sp>
          <p:nvSpPr>
            <p:cNvPr id="30757" name="Text Box 38"/>
            <p:cNvSpPr txBox="1">
              <a:spLocks noChangeArrowheads="1"/>
            </p:cNvSpPr>
            <p:nvPr/>
          </p:nvSpPr>
          <p:spPr bwMode="auto">
            <a:xfrm>
              <a:off x="4303" y="2302"/>
              <a:ext cx="31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FF0000"/>
                  </a:solidFill>
                </a:rPr>
                <a:t>3</a:t>
              </a:r>
            </a:p>
          </p:txBody>
        </p:sp>
        <p:sp>
          <p:nvSpPr>
            <p:cNvPr id="30758" name="Text Box 39"/>
            <p:cNvSpPr txBox="1">
              <a:spLocks noChangeArrowheads="1"/>
            </p:cNvSpPr>
            <p:nvPr/>
          </p:nvSpPr>
          <p:spPr bwMode="auto">
            <a:xfrm>
              <a:off x="3844" y="3392"/>
              <a:ext cx="44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0000FF"/>
                  </a:solidFill>
                </a:rPr>
                <a:t>4</a:t>
              </a:r>
            </a:p>
          </p:txBody>
        </p:sp>
        <p:sp>
          <p:nvSpPr>
            <p:cNvPr id="30759" name="Line 41"/>
            <p:cNvSpPr>
              <a:spLocks noChangeShapeType="1"/>
            </p:cNvSpPr>
            <p:nvPr/>
          </p:nvSpPr>
          <p:spPr bwMode="auto">
            <a:xfrm>
              <a:off x="4094" y="2850"/>
              <a:ext cx="224" cy="463"/>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0" name="Line 42"/>
            <p:cNvSpPr>
              <a:spLocks noChangeShapeType="1"/>
            </p:cNvSpPr>
            <p:nvPr/>
          </p:nvSpPr>
          <p:spPr bwMode="auto">
            <a:xfrm flipV="1">
              <a:off x="4318" y="2966"/>
              <a:ext cx="150" cy="347"/>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1" name="Line 43"/>
            <p:cNvSpPr>
              <a:spLocks noChangeShapeType="1"/>
            </p:cNvSpPr>
            <p:nvPr/>
          </p:nvSpPr>
          <p:spPr bwMode="auto">
            <a:xfrm>
              <a:off x="4318" y="3313"/>
              <a:ext cx="262" cy="308"/>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2" name="Text Box 44"/>
            <p:cNvSpPr txBox="1">
              <a:spLocks noChangeArrowheads="1"/>
            </p:cNvSpPr>
            <p:nvPr/>
          </p:nvSpPr>
          <p:spPr bwMode="auto">
            <a:xfrm>
              <a:off x="4402" y="3247"/>
              <a:ext cx="71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400" i="1">
                  <a:solidFill>
                    <a:schemeClr val="tx2"/>
                  </a:solidFill>
                </a:rPr>
                <a:t>E</a:t>
              </a:r>
            </a:p>
          </p:txBody>
        </p:sp>
        <p:sp>
          <p:nvSpPr>
            <p:cNvPr id="30763" name="Text Box 45"/>
            <p:cNvSpPr txBox="1">
              <a:spLocks noChangeArrowheads="1"/>
            </p:cNvSpPr>
            <p:nvPr/>
          </p:nvSpPr>
          <p:spPr bwMode="auto">
            <a:xfrm>
              <a:off x="4297" y="3392"/>
              <a:ext cx="52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0000FF"/>
                  </a:solidFill>
                </a:rPr>
                <a:t>5</a:t>
              </a:r>
            </a:p>
          </p:txBody>
        </p:sp>
        <p:sp>
          <p:nvSpPr>
            <p:cNvPr id="30764" name="Line 47"/>
            <p:cNvSpPr>
              <a:spLocks noChangeShapeType="1"/>
            </p:cNvSpPr>
            <p:nvPr/>
          </p:nvSpPr>
          <p:spPr bwMode="auto">
            <a:xfrm rot="396450" flipH="1" flipV="1">
              <a:off x="3198" y="2425"/>
              <a:ext cx="112" cy="78"/>
            </a:xfrm>
            <a:prstGeom prst="line">
              <a:avLst/>
            </a:prstGeom>
            <a:noFill/>
            <a:ln w="38100">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5" name="Text Box 48"/>
            <p:cNvSpPr txBox="1">
              <a:spLocks noChangeArrowheads="1"/>
            </p:cNvSpPr>
            <p:nvPr/>
          </p:nvSpPr>
          <p:spPr bwMode="auto">
            <a:xfrm>
              <a:off x="3456" y="2770"/>
              <a:ext cx="41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400" i="1">
                  <a:solidFill>
                    <a:schemeClr val="tx2"/>
                  </a:solidFill>
                </a:rPr>
                <a:t>A</a:t>
              </a:r>
            </a:p>
          </p:txBody>
        </p:sp>
        <p:sp>
          <p:nvSpPr>
            <p:cNvPr id="30766" name="Line 49"/>
            <p:cNvSpPr>
              <a:spLocks noChangeShapeType="1"/>
            </p:cNvSpPr>
            <p:nvPr/>
          </p:nvSpPr>
          <p:spPr bwMode="auto">
            <a:xfrm>
              <a:off x="3085" y="2310"/>
              <a:ext cx="561" cy="540"/>
            </a:xfrm>
            <a:prstGeom prst="line">
              <a:avLst/>
            </a:prstGeom>
            <a:noFill/>
            <a:ln w="38100">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7" name="Text Box 50"/>
            <p:cNvSpPr txBox="1">
              <a:spLocks noChangeArrowheads="1"/>
            </p:cNvSpPr>
            <p:nvPr/>
          </p:nvSpPr>
          <p:spPr bwMode="auto">
            <a:xfrm>
              <a:off x="3159" y="2149"/>
              <a:ext cx="3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FF0000"/>
                  </a:solidFill>
                </a:rPr>
                <a:t>1</a:t>
              </a:r>
              <a:endParaRPr kumimoji="0" lang="en-US" altLang="zh-CN" sz="2800"/>
            </a:p>
          </p:txBody>
        </p:sp>
        <p:grpSp>
          <p:nvGrpSpPr>
            <p:cNvPr id="30768" name="Group 52"/>
            <p:cNvGrpSpPr>
              <a:grpSpLocks/>
            </p:cNvGrpSpPr>
            <p:nvPr/>
          </p:nvGrpSpPr>
          <p:grpSpPr bwMode="auto">
            <a:xfrm>
              <a:off x="3646" y="2889"/>
              <a:ext cx="250" cy="393"/>
              <a:chOff x="3216" y="2016"/>
              <a:chExt cx="322" cy="490"/>
            </a:xfrm>
          </p:grpSpPr>
          <p:sp>
            <p:nvSpPr>
              <p:cNvPr id="30778" name="Arc 53"/>
              <p:cNvSpPr>
                <a:spLocks/>
              </p:cNvSpPr>
              <p:nvPr/>
            </p:nvSpPr>
            <p:spPr bwMode="auto">
              <a:xfrm rot="13394629" flipH="1">
                <a:off x="3217" y="2160"/>
                <a:ext cx="96" cy="137"/>
              </a:xfrm>
              <a:custGeom>
                <a:avLst/>
                <a:gdLst>
                  <a:gd name="T0" fmla="*/ 0 w 21600"/>
                  <a:gd name="T1" fmla="*/ 0 h 20614"/>
                  <a:gd name="T2" fmla="*/ 0 w 21600"/>
                  <a:gd name="T3" fmla="*/ 1 h 20614"/>
                  <a:gd name="T4" fmla="*/ 0 w 21600"/>
                  <a:gd name="T5" fmla="*/ 1 h 20614"/>
                  <a:gd name="T6" fmla="*/ 0 60000 65536"/>
                  <a:gd name="T7" fmla="*/ 0 60000 65536"/>
                  <a:gd name="T8" fmla="*/ 0 60000 65536"/>
                </a:gdLst>
                <a:ahLst/>
                <a:cxnLst>
                  <a:cxn ang="T6">
                    <a:pos x="T0" y="T1"/>
                  </a:cxn>
                  <a:cxn ang="T7">
                    <a:pos x="T2" y="T3"/>
                  </a:cxn>
                  <a:cxn ang="T8">
                    <a:pos x="T4" y="T5"/>
                  </a:cxn>
                </a:cxnLst>
                <a:rect l="0" t="0" r="r" b="b"/>
                <a:pathLst>
                  <a:path w="21600" h="20614" fill="none" extrusionOk="0">
                    <a:moveTo>
                      <a:pt x="6451" y="-1"/>
                    </a:moveTo>
                    <a:cubicBezTo>
                      <a:pt x="15464" y="2820"/>
                      <a:pt x="21600" y="11169"/>
                      <a:pt x="21600" y="20614"/>
                    </a:cubicBezTo>
                  </a:path>
                  <a:path w="21600" h="20614" stroke="0" extrusionOk="0">
                    <a:moveTo>
                      <a:pt x="6451" y="-1"/>
                    </a:moveTo>
                    <a:cubicBezTo>
                      <a:pt x="15464" y="2820"/>
                      <a:pt x="21600" y="11169"/>
                      <a:pt x="21600" y="20614"/>
                    </a:cubicBezTo>
                    <a:lnTo>
                      <a:pt x="0" y="20614"/>
                    </a:lnTo>
                    <a:lnTo>
                      <a:pt x="6451" y="-1"/>
                    </a:lnTo>
                    <a:close/>
                  </a:path>
                </a:pathLst>
              </a:custGeom>
              <a:noFill/>
              <a:ln w="28575">
                <a:solidFill>
                  <a:srgbClr val="FF9900"/>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9" name="Arc 54"/>
              <p:cNvSpPr>
                <a:spLocks/>
              </p:cNvSpPr>
              <p:nvPr/>
            </p:nvSpPr>
            <p:spPr bwMode="auto">
              <a:xfrm rot="10986807" flipV="1">
                <a:off x="3361" y="2254"/>
                <a:ext cx="177" cy="50"/>
              </a:xfrm>
              <a:custGeom>
                <a:avLst/>
                <a:gdLst>
                  <a:gd name="T0" fmla="*/ 0 w 18917"/>
                  <a:gd name="T1" fmla="*/ 0 h 21245"/>
                  <a:gd name="T2" fmla="*/ 2 w 18917"/>
                  <a:gd name="T3" fmla="*/ 0 h 21245"/>
                  <a:gd name="T4" fmla="*/ 0 w 18917"/>
                  <a:gd name="T5" fmla="*/ 0 h 21245"/>
                  <a:gd name="T6" fmla="*/ 0 60000 65536"/>
                  <a:gd name="T7" fmla="*/ 0 60000 65536"/>
                  <a:gd name="T8" fmla="*/ 0 60000 65536"/>
                </a:gdLst>
                <a:ahLst/>
                <a:cxnLst>
                  <a:cxn ang="T6">
                    <a:pos x="T0" y="T1"/>
                  </a:cxn>
                  <a:cxn ang="T7">
                    <a:pos x="T2" y="T3"/>
                  </a:cxn>
                  <a:cxn ang="T8">
                    <a:pos x="T4" y="T5"/>
                  </a:cxn>
                </a:cxnLst>
                <a:rect l="0" t="0" r="r" b="b"/>
                <a:pathLst>
                  <a:path w="18917" h="21245" fill="none" extrusionOk="0">
                    <a:moveTo>
                      <a:pt x="3899" y="-1"/>
                    </a:moveTo>
                    <a:cubicBezTo>
                      <a:pt x="10274" y="1169"/>
                      <a:pt x="15788" y="5141"/>
                      <a:pt x="18917" y="10818"/>
                    </a:cubicBezTo>
                  </a:path>
                  <a:path w="18917" h="21245" stroke="0" extrusionOk="0">
                    <a:moveTo>
                      <a:pt x="3899" y="-1"/>
                    </a:moveTo>
                    <a:cubicBezTo>
                      <a:pt x="10274" y="1169"/>
                      <a:pt x="15788" y="5141"/>
                      <a:pt x="18917" y="10818"/>
                    </a:cubicBezTo>
                    <a:lnTo>
                      <a:pt x="0" y="21245"/>
                    </a:lnTo>
                    <a:lnTo>
                      <a:pt x="3899" y="-1"/>
                    </a:lnTo>
                    <a:close/>
                  </a:path>
                </a:pathLst>
              </a:custGeom>
              <a:noFill/>
              <a:ln w="28575">
                <a:solidFill>
                  <a:srgbClr val="FF9900"/>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0780" name="Object 55"/>
              <p:cNvGraphicFramePr>
                <a:graphicFrameLocks noChangeAspect="1"/>
              </p:cNvGraphicFramePr>
              <p:nvPr/>
            </p:nvGraphicFramePr>
            <p:xfrm>
              <a:off x="3216" y="2304"/>
              <a:ext cx="149" cy="202"/>
            </p:xfrm>
            <a:graphic>
              <a:graphicData uri="http://schemas.openxmlformats.org/presentationml/2006/ole">
                <mc:AlternateContent xmlns:mc="http://schemas.openxmlformats.org/markup-compatibility/2006">
                  <mc:Choice xmlns:v="urn:schemas-microsoft-com:vml" Requires="v">
                    <p:oleObj spid="_x0000_s30797" name="公式" r:id="rId24" imgW="177646" imgH="241091" progId="Equation.3">
                      <p:embed/>
                    </p:oleObj>
                  </mc:Choice>
                  <mc:Fallback>
                    <p:oleObj name="公式" r:id="rId24" imgW="177646" imgH="241091" progId="Equation.3">
                      <p:embed/>
                      <p:pic>
                        <p:nvPicPr>
                          <p:cNvPr id="0" name="Object 5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216" y="2304"/>
                            <a:ext cx="149"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81" name="Object 56"/>
              <p:cNvGraphicFramePr>
                <a:graphicFrameLocks noChangeAspect="1"/>
              </p:cNvGraphicFramePr>
              <p:nvPr/>
            </p:nvGraphicFramePr>
            <p:xfrm>
              <a:off x="3360" y="2016"/>
              <a:ext cx="149" cy="202"/>
            </p:xfrm>
            <a:graphic>
              <a:graphicData uri="http://schemas.openxmlformats.org/presentationml/2006/ole">
                <mc:AlternateContent xmlns:mc="http://schemas.openxmlformats.org/markup-compatibility/2006">
                  <mc:Choice xmlns:v="urn:schemas-microsoft-com:vml" Requires="v">
                    <p:oleObj spid="_x0000_s30798" name="公式" r:id="rId26" imgW="177646" imgH="241091" progId="Equation.3">
                      <p:embed/>
                    </p:oleObj>
                  </mc:Choice>
                  <mc:Fallback>
                    <p:oleObj name="公式" r:id="rId26" imgW="177646" imgH="241091" progId="Equation.3">
                      <p:embed/>
                      <p:pic>
                        <p:nvPicPr>
                          <p:cNvPr id="0" name="Object 5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60" y="2016"/>
                            <a:ext cx="149"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0769" name="Line 57"/>
            <p:cNvSpPr>
              <a:spLocks noChangeShapeType="1"/>
            </p:cNvSpPr>
            <p:nvPr/>
          </p:nvSpPr>
          <p:spPr bwMode="auto">
            <a:xfrm flipV="1">
              <a:off x="3870" y="2850"/>
              <a:ext cx="0" cy="617"/>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0" name="Line 59"/>
            <p:cNvSpPr>
              <a:spLocks noChangeShapeType="1"/>
            </p:cNvSpPr>
            <p:nvPr/>
          </p:nvSpPr>
          <p:spPr bwMode="auto">
            <a:xfrm>
              <a:off x="3646" y="2850"/>
              <a:ext cx="224" cy="463"/>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1" name="Text Box 60"/>
            <p:cNvSpPr txBox="1">
              <a:spLocks noChangeArrowheads="1"/>
            </p:cNvSpPr>
            <p:nvPr/>
          </p:nvSpPr>
          <p:spPr bwMode="auto">
            <a:xfrm>
              <a:off x="3683" y="3262"/>
              <a:ext cx="41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400" i="1">
                  <a:solidFill>
                    <a:schemeClr val="tx2"/>
                  </a:solidFill>
                </a:rPr>
                <a:t>B</a:t>
              </a:r>
            </a:p>
          </p:txBody>
        </p:sp>
        <p:sp>
          <p:nvSpPr>
            <p:cNvPr id="30772" name="Line 61"/>
            <p:cNvSpPr>
              <a:spLocks noChangeShapeType="1"/>
            </p:cNvSpPr>
            <p:nvPr/>
          </p:nvSpPr>
          <p:spPr bwMode="auto">
            <a:xfrm flipV="1">
              <a:off x="4505" y="1963"/>
              <a:ext cx="411" cy="116"/>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3" name="Text Box 62"/>
            <p:cNvSpPr txBox="1">
              <a:spLocks noChangeArrowheads="1"/>
            </p:cNvSpPr>
            <p:nvPr/>
          </p:nvSpPr>
          <p:spPr bwMode="auto">
            <a:xfrm>
              <a:off x="4094" y="2031"/>
              <a:ext cx="37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FF0000"/>
                  </a:solidFill>
                </a:rPr>
                <a:t>2</a:t>
              </a:r>
            </a:p>
          </p:txBody>
        </p:sp>
        <p:sp>
          <p:nvSpPr>
            <p:cNvPr id="30774" name="Line 63"/>
            <p:cNvSpPr>
              <a:spLocks noChangeShapeType="1"/>
            </p:cNvSpPr>
            <p:nvPr/>
          </p:nvSpPr>
          <p:spPr bwMode="auto">
            <a:xfrm flipV="1">
              <a:off x="3646" y="2079"/>
              <a:ext cx="859" cy="771"/>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5" name="Line 64"/>
            <p:cNvSpPr>
              <a:spLocks noChangeShapeType="1"/>
            </p:cNvSpPr>
            <p:nvPr/>
          </p:nvSpPr>
          <p:spPr bwMode="auto">
            <a:xfrm flipV="1">
              <a:off x="4206" y="2272"/>
              <a:ext cx="75" cy="77"/>
            </a:xfrm>
            <a:prstGeom prst="line">
              <a:avLst/>
            </a:prstGeom>
            <a:noFill/>
            <a:ln w="381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76" name="Oval 65"/>
            <p:cNvSpPr>
              <a:spLocks noChangeArrowheads="1"/>
            </p:cNvSpPr>
            <p:nvPr/>
          </p:nvSpPr>
          <p:spPr bwMode="auto">
            <a:xfrm rot="-2219371">
              <a:off x="4546" y="1935"/>
              <a:ext cx="112" cy="540"/>
            </a:xfrm>
            <a:prstGeom prst="ellipse">
              <a:avLst/>
            </a:prstGeom>
            <a:solidFill>
              <a:srgbClr val="00FFCC">
                <a:alpha val="50195"/>
              </a:srgbClr>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graphicFrame>
          <p:nvGraphicFramePr>
            <p:cNvPr id="30777" name="Object 66"/>
            <p:cNvGraphicFramePr>
              <a:graphicFrameLocks noChangeAspect="1"/>
            </p:cNvGraphicFramePr>
            <p:nvPr/>
          </p:nvGraphicFramePr>
          <p:xfrm>
            <a:off x="2760" y="1847"/>
            <a:ext cx="686" cy="316"/>
          </p:xfrm>
          <a:graphic>
            <a:graphicData uri="http://schemas.openxmlformats.org/presentationml/2006/ole">
              <mc:AlternateContent xmlns:mc="http://schemas.openxmlformats.org/markup-compatibility/2006">
                <mc:Choice xmlns:v="urn:schemas-microsoft-com:vml" Requires="v">
                  <p:oleObj spid="_x0000_s30799" name="公式" r:id="rId27" imgW="685502" imgH="317362" progId="Equation.3">
                    <p:embed/>
                  </p:oleObj>
                </mc:Choice>
                <mc:Fallback>
                  <p:oleObj name="公式" r:id="rId27" imgW="685502" imgH="317362" progId="Equation.3">
                    <p:embed/>
                    <p:pic>
                      <p:nvPicPr>
                        <p:cNvPr id="0" name="Object 6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760" y="1847"/>
                          <a:ext cx="686"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1811" name="Object 67"/>
          <p:cNvGraphicFramePr>
            <a:graphicFrameLocks noChangeAspect="1"/>
          </p:cNvGraphicFramePr>
          <p:nvPr/>
        </p:nvGraphicFramePr>
        <p:xfrm>
          <a:off x="1016000" y="3881438"/>
          <a:ext cx="2189163" cy="407987"/>
        </p:xfrm>
        <a:graphic>
          <a:graphicData uri="http://schemas.openxmlformats.org/presentationml/2006/ole">
            <mc:AlternateContent xmlns:mc="http://schemas.openxmlformats.org/markup-compatibility/2006">
              <mc:Choice xmlns:v="urn:schemas-microsoft-com:vml" Requires="v">
                <p:oleObj spid="_x0000_s30800" name="公式" r:id="rId29" imgW="952087" imgH="177723" progId="Equation.3">
                  <p:embed/>
                </p:oleObj>
              </mc:Choice>
              <mc:Fallback>
                <p:oleObj name="公式" r:id="rId29" imgW="952087" imgH="177723" progId="Equation.3">
                  <p:embed/>
                  <p:pic>
                    <p:nvPicPr>
                      <p:cNvPr id="0" name="Object 6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016000" y="3881438"/>
                        <a:ext cx="2189163"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8" name="Text Box 68"/>
          <p:cNvSpPr txBox="1">
            <a:spLocks noChangeArrowheads="1"/>
          </p:cNvSpPr>
          <p:nvPr/>
        </p:nvSpPr>
        <p:spPr bwMode="auto">
          <a:xfrm>
            <a:off x="566738" y="593725"/>
            <a:ext cx="4214812" cy="51911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
                <a:srgbClr val="0000FF"/>
              </a:buClr>
              <a:buFont typeface="Wingdings" pitchFamily="2" charset="2"/>
              <a:buNone/>
            </a:pPr>
            <a:r>
              <a:rPr kumimoji="0" lang="en-US" altLang="zh-CN" sz="2800">
                <a:solidFill>
                  <a:srgbClr val="CC0000"/>
                </a:solidFill>
              </a:rPr>
              <a:t>1. </a:t>
            </a:r>
            <a:r>
              <a:rPr kumimoji="0" lang="zh-CN" altLang="en-US" sz="2800">
                <a:solidFill>
                  <a:srgbClr val="CC0000"/>
                </a:solidFill>
              </a:rPr>
              <a:t>反射光的光程差</a:t>
            </a:r>
          </a:p>
        </p:txBody>
      </p:sp>
      <p:sp>
        <p:nvSpPr>
          <p:cNvPr id="31815" name="Text Box 71"/>
          <p:cNvSpPr txBox="1">
            <a:spLocks noChangeArrowheads="1"/>
          </p:cNvSpPr>
          <p:nvPr/>
        </p:nvSpPr>
        <p:spPr bwMode="auto">
          <a:xfrm>
            <a:off x="657225" y="2192338"/>
            <a:ext cx="4214813" cy="51911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
                <a:srgbClr val="0000FF"/>
              </a:buClr>
              <a:buFont typeface="Wingdings" pitchFamily="2" charset="2"/>
              <a:buNone/>
            </a:pPr>
            <a:r>
              <a:rPr kumimoji="0" lang="zh-CN" altLang="en-US" sz="2800">
                <a:solidFill>
                  <a:srgbClr val="000000"/>
                </a:solidFill>
              </a:rPr>
              <a:t>由图中几何关系可知：</a:t>
            </a:r>
          </a:p>
        </p:txBody>
      </p:sp>
      <p:grpSp>
        <p:nvGrpSpPr>
          <p:cNvPr id="31819" name="Group 75"/>
          <p:cNvGrpSpPr>
            <a:grpSpLocks/>
          </p:cNvGrpSpPr>
          <p:nvPr/>
        </p:nvGrpSpPr>
        <p:grpSpPr bwMode="auto">
          <a:xfrm>
            <a:off x="717550" y="5343525"/>
            <a:ext cx="6067425" cy="1011238"/>
            <a:chOff x="452" y="3366"/>
            <a:chExt cx="3822" cy="637"/>
          </a:xfrm>
        </p:grpSpPr>
        <p:sp>
          <p:nvSpPr>
            <p:cNvPr id="30731" name="Text Box 72"/>
            <p:cNvSpPr txBox="1">
              <a:spLocks noChangeArrowheads="1"/>
            </p:cNvSpPr>
            <p:nvPr/>
          </p:nvSpPr>
          <p:spPr bwMode="auto">
            <a:xfrm>
              <a:off x="452" y="3506"/>
              <a:ext cx="2655" cy="32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
                  <a:srgbClr val="0000FF"/>
                </a:buClr>
                <a:buFont typeface="Wingdings" pitchFamily="2" charset="2"/>
                <a:buNone/>
              </a:pPr>
              <a:r>
                <a:rPr kumimoji="0" lang="zh-CN" altLang="en-US" sz="2800">
                  <a:solidFill>
                    <a:srgbClr val="000000"/>
                  </a:solidFill>
                </a:rPr>
                <a:t>整理得：</a:t>
              </a:r>
            </a:p>
          </p:txBody>
        </p:sp>
        <p:graphicFrame>
          <p:nvGraphicFramePr>
            <p:cNvPr id="30732" name="Object 73"/>
            <p:cNvGraphicFramePr>
              <a:graphicFrameLocks noChangeAspect="1"/>
            </p:cNvGraphicFramePr>
            <p:nvPr/>
          </p:nvGraphicFramePr>
          <p:xfrm>
            <a:off x="1377" y="3366"/>
            <a:ext cx="2897" cy="637"/>
          </p:xfrm>
          <a:graphic>
            <a:graphicData uri="http://schemas.openxmlformats.org/presentationml/2006/ole">
              <mc:AlternateContent xmlns:mc="http://schemas.openxmlformats.org/markup-compatibility/2006">
                <mc:Choice xmlns:v="urn:schemas-microsoft-com:vml" Requires="v">
                  <p:oleObj spid="_x0000_s30801" name="公式" r:id="rId31" imgW="1666990" imgH="390420" progId="Equation.3">
                    <p:embed/>
                  </p:oleObj>
                </mc:Choice>
                <mc:Fallback>
                  <p:oleObj name="公式" r:id="rId31" imgW="1666990" imgH="390420" progId="Equation.3">
                    <p:embed/>
                    <p:pic>
                      <p:nvPicPr>
                        <p:cNvPr id="0" name="Object 7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377" y="3366"/>
                          <a:ext cx="2897" cy="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815"/>
                                        </p:tgtEl>
                                        <p:attrNameLst>
                                          <p:attrName>style.visibility</p:attrName>
                                        </p:attrNameLst>
                                      </p:cBhvr>
                                      <p:to>
                                        <p:strVal val="visible"/>
                                      </p:to>
                                    </p:set>
                                    <p:animEffect transition="in" filter="wipe(left)">
                                      <p:cBhvr>
                                        <p:cTn id="7" dur="500"/>
                                        <p:tgtEl>
                                          <p:spTgt spid="318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1747"/>
                                        </p:tgtEl>
                                        <p:attrNameLst>
                                          <p:attrName>style.visibility</p:attrName>
                                        </p:attrNameLst>
                                      </p:cBhvr>
                                      <p:to>
                                        <p:strVal val="visible"/>
                                      </p:to>
                                    </p:set>
                                    <p:animEffect transition="in" filter="blinds(horizontal)">
                                      <p:cBhvr>
                                        <p:cTn id="12" dur="500"/>
                                        <p:tgtEl>
                                          <p:spTgt spid="317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1811"/>
                                        </p:tgtEl>
                                        <p:attrNameLst>
                                          <p:attrName>style.visibility</p:attrName>
                                        </p:attrNameLst>
                                      </p:cBhvr>
                                      <p:to>
                                        <p:strVal val="visible"/>
                                      </p:to>
                                    </p:set>
                                    <p:animEffect transition="in" filter="blinds(horizontal)">
                                      <p:cBhvr>
                                        <p:cTn id="17" dur="500"/>
                                        <p:tgtEl>
                                          <p:spTgt spid="318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nodeType="clickEffect">
                                  <p:stCondLst>
                                    <p:cond delay="0"/>
                                  </p:stCondLst>
                                  <p:childTnLst>
                                    <p:set>
                                      <p:cBhvr>
                                        <p:cTn id="21" dur="1" fill="hold">
                                          <p:stCondLst>
                                            <p:cond delay="0"/>
                                          </p:stCondLst>
                                        </p:cTn>
                                        <p:tgtEl>
                                          <p:spTgt spid="31748"/>
                                        </p:tgtEl>
                                        <p:attrNameLst>
                                          <p:attrName>style.visibility</p:attrName>
                                        </p:attrNameLst>
                                      </p:cBhvr>
                                      <p:to>
                                        <p:strVal val="visible"/>
                                      </p:to>
                                    </p:set>
                                    <p:animEffect transition="in" filter="blinds(vertical)">
                                      <p:cBhvr>
                                        <p:cTn id="22" dur="500"/>
                                        <p:tgtEl>
                                          <p:spTgt spid="3174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1819"/>
                                        </p:tgtEl>
                                        <p:attrNameLst>
                                          <p:attrName>style.visibility</p:attrName>
                                        </p:attrNameLst>
                                      </p:cBhvr>
                                      <p:to>
                                        <p:strVal val="visible"/>
                                      </p:to>
                                    </p:set>
                                    <p:animEffect transition="in" filter="wipe(left)">
                                      <p:cBhvr>
                                        <p:cTn id="27" dur="500"/>
                                        <p:tgtEl>
                                          <p:spTgt spid="31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1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ED3A6E43-D08D-4C3F-8839-BB5CB63FBF7B}" type="slidenum">
              <a:rPr lang="en-US" altLang="zh-CN" sz="1400" smtClean="0"/>
              <a:pPr>
                <a:spcBef>
                  <a:spcPct val="50000"/>
                </a:spcBef>
                <a:buClrTx/>
                <a:buFontTx/>
                <a:buNone/>
              </a:pPr>
              <a:t>23</a:t>
            </a:fld>
            <a:endParaRPr lang="en-US" altLang="zh-CN" sz="1400" smtClean="0"/>
          </a:p>
        </p:txBody>
      </p:sp>
      <p:grpSp>
        <p:nvGrpSpPr>
          <p:cNvPr id="32914" name="Group 146"/>
          <p:cNvGrpSpPr>
            <a:grpSpLocks/>
          </p:cNvGrpSpPr>
          <p:nvPr/>
        </p:nvGrpSpPr>
        <p:grpSpPr bwMode="auto">
          <a:xfrm>
            <a:off x="696913" y="4562475"/>
            <a:ext cx="2859087" cy="1106488"/>
            <a:chOff x="439" y="2874"/>
            <a:chExt cx="1801" cy="697"/>
          </a:xfrm>
        </p:grpSpPr>
        <p:graphicFrame>
          <p:nvGraphicFramePr>
            <p:cNvPr id="31764" name="Object 7"/>
            <p:cNvGraphicFramePr>
              <a:graphicFrameLocks noChangeAspect="1"/>
            </p:cNvGraphicFramePr>
            <p:nvPr/>
          </p:nvGraphicFramePr>
          <p:xfrm>
            <a:off x="439" y="2944"/>
            <a:ext cx="1591" cy="587"/>
          </p:xfrm>
          <a:graphic>
            <a:graphicData uri="http://schemas.openxmlformats.org/presentationml/2006/ole">
              <mc:AlternateContent xmlns:mc="http://schemas.openxmlformats.org/markup-compatibility/2006">
                <mc:Choice xmlns:v="urn:schemas-microsoft-com:vml" Requires="v">
                  <p:oleObj spid="_x0000_s31766" name="公式" r:id="rId3" imgW="1040948" imgH="406224" progId="Equation.3">
                    <p:embed/>
                  </p:oleObj>
                </mc:Choice>
                <mc:Fallback>
                  <p:oleObj name="公式" r:id="rId3" imgW="1040948" imgH="406224"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 y="2944"/>
                          <a:ext cx="1591" cy="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65" name="AutoShape 8"/>
            <p:cNvSpPr>
              <a:spLocks/>
            </p:cNvSpPr>
            <p:nvPr/>
          </p:nvSpPr>
          <p:spPr bwMode="auto">
            <a:xfrm>
              <a:off x="2118" y="2874"/>
              <a:ext cx="122" cy="697"/>
            </a:xfrm>
            <a:prstGeom prst="leftBrace">
              <a:avLst>
                <a:gd name="adj1" fmla="val 47609"/>
                <a:gd name="adj2" fmla="val 50000"/>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grpSp>
      <p:grpSp>
        <p:nvGrpSpPr>
          <p:cNvPr id="32912" name="Group 144"/>
          <p:cNvGrpSpPr>
            <a:grpSpLocks/>
          </p:cNvGrpSpPr>
          <p:nvPr/>
        </p:nvGrpSpPr>
        <p:grpSpPr bwMode="auto">
          <a:xfrm>
            <a:off x="3695700" y="4381500"/>
            <a:ext cx="4162425" cy="519113"/>
            <a:chOff x="2224" y="2672"/>
            <a:chExt cx="2622" cy="327"/>
          </a:xfrm>
        </p:grpSpPr>
        <p:graphicFrame>
          <p:nvGraphicFramePr>
            <p:cNvPr id="31761" name="Object 10"/>
            <p:cNvGraphicFramePr>
              <a:graphicFrameLocks noChangeAspect="1"/>
            </p:cNvGraphicFramePr>
            <p:nvPr/>
          </p:nvGraphicFramePr>
          <p:xfrm>
            <a:off x="2224" y="2706"/>
            <a:ext cx="331" cy="257"/>
          </p:xfrm>
          <a:graphic>
            <a:graphicData uri="http://schemas.openxmlformats.org/presentationml/2006/ole">
              <mc:AlternateContent xmlns:mc="http://schemas.openxmlformats.org/markup-compatibility/2006">
                <mc:Choice xmlns:v="urn:schemas-microsoft-com:vml" Requires="v">
                  <p:oleObj spid="_x0000_s31767" name="公式" r:id="rId5" imgW="228402" imgH="177646" progId="Equation.3">
                    <p:embed/>
                  </p:oleObj>
                </mc:Choice>
                <mc:Fallback>
                  <p:oleObj name="公式" r:id="rId5" imgW="228402" imgH="177646"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4" y="2706"/>
                          <a:ext cx="331"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62" name="Text Box 11"/>
            <p:cNvSpPr txBox="1">
              <a:spLocks noChangeArrowheads="1"/>
            </p:cNvSpPr>
            <p:nvPr/>
          </p:nvSpPr>
          <p:spPr bwMode="auto">
            <a:xfrm>
              <a:off x="3121" y="2672"/>
              <a:ext cx="860" cy="327"/>
            </a:xfrm>
            <a:prstGeom prst="rect">
              <a:avLst/>
            </a:prstGeom>
            <a:noFill/>
            <a:ln>
              <a:noFill/>
            </a:ln>
            <a:effectLst/>
            <a:extLst>
              <a:ext uri="{909E8E84-426E-40DD-AFC4-6F175D3DCCD1}">
                <a14:hiddenFill xmlns:a14="http://schemas.microsoft.com/office/drawing/2010/main">
                  <a:solidFill>
                    <a:srgbClr val="FFD9FF"/>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zh-CN" altLang="en-US" sz="2800">
                  <a:solidFill>
                    <a:srgbClr val="CC0000"/>
                  </a:solidFill>
                </a:rPr>
                <a:t>加 强</a:t>
              </a:r>
            </a:p>
          </p:txBody>
        </p:sp>
        <p:graphicFrame>
          <p:nvGraphicFramePr>
            <p:cNvPr id="31763" name="Object 12"/>
            <p:cNvGraphicFramePr>
              <a:graphicFrameLocks noChangeAspect="1"/>
            </p:cNvGraphicFramePr>
            <p:nvPr/>
          </p:nvGraphicFramePr>
          <p:xfrm>
            <a:off x="3743" y="2680"/>
            <a:ext cx="1103" cy="294"/>
          </p:xfrm>
          <a:graphic>
            <a:graphicData uri="http://schemas.openxmlformats.org/presentationml/2006/ole">
              <mc:AlternateContent xmlns:mc="http://schemas.openxmlformats.org/markup-compatibility/2006">
                <mc:Choice xmlns:v="urn:schemas-microsoft-com:vml" Requires="v">
                  <p:oleObj spid="_x0000_s31768" name="公式" r:id="rId7" imgW="761669" imgH="203112" progId="Equation.3">
                    <p:embed/>
                  </p:oleObj>
                </mc:Choice>
                <mc:Fallback>
                  <p:oleObj name="公式" r:id="rId7" imgW="761669" imgH="203112"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3" y="2680"/>
                          <a:ext cx="1103"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2913" name="Group 145"/>
          <p:cNvGrpSpPr>
            <a:grpSpLocks/>
          </p:cNvGrpSpPr>
          <p:nvPr/>
        </p:nvGrpSpPr>
        <p:grpSpPr bwMode="auto">
          <a:xfrm>
            <a:off x="3567113" y="5168900"/>
            <a:ext cx="4545012" cy="933450"/>
            <a:chOff x="2127" y="3168"/>
            <a:chExt cx="2863" cy="588"/>
          </a:xfrm>
        </p:grpSpPr>
        <p:graphicFrame>
          <p:nvGraphicFramePr>
            <p:cNvPr id="31758" name="Object 14"/>
            <p:cNvGraphicFramePr>
              <a:graphicFrameLocks noChangeAspect="1"/>
            </p:cNvGraphicFramePr>
            <p:nvPr/>
          </p:nvGraphicFramePr>
          <p:xfrm>
            <a:off x="2127" y="3168"/>
            <a:ext cx="956" cy="588"/>
          </p:xfrm>
          <a:graphic>
            <a:graphicData uri="http://schemas.openxmlformats.org/presentationml/2006/ole">
              <mc:AlternateContent xmlns:mc="http://schemas.openxmlformats.org/markup-compatibility/2006">
                <mc:Choice xmlns:v="urn:schemas-microsoft-com:vml" Requires="v">
                  <p:oleObj spid="_x0000_s31769" name="公式" r:id="rId9" imgW="660113" imgH="406224" progId="Equation.3">
                    <p:embed/>
                  </p:oleObj>
                </mc:Choice>
                <mc:Fallback>
                  <p:oleObj name="公式" r:id="rId9" imgW="660113" imgH="406224"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27" y="3168"/>
                          <a:ext cx="956" cy="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9" name="Text Box 15"/>
            <p:cNvSpPr txBox="1">
              <a:spLocks noChangeArrowheads="1"/>
            </p:cNvSpPr>
            <p:nvPr/>
          </p:nvSpPr>
          <p:spPr bwMode="auto">
            <a:xfrm>
              <a:off x="3121" y="3299"/>
              <a:ext cx="1025" cy="327"/>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zh-CN" altLang="en-US" sz="2800">
                  <a:solidFill>
                    <a:srgbClr val="CC0000"/>
                  </a:solidFill>
                </a:rPr>
                <a:t>减 弱</a:t>
              </a:r>
            </a:p>
          </p:txBody>
        </p:sp>
        <p:graphicFrame>
          <p:nvGraphicFramePr>
            <p:cNvPr id="31760" name="Object 16"/>
            <p:cNvGraphicFramePr>
              <a:graphicFrameLocks noChangeAspect="1"/>
            </p:cNvGraphicFramePr>
            <p:nvPr/>
          </p:nvGraphicFramePr>
          <p:xfrm>
            <a:off x="3721" y="3307"/>
            <a:ext cx="1269" cy="294"/>
          </p:xfrm>
          <a:graphic>
            <a:graphicData uri="http://schemas.openxmlformats.org/presentationml/2006/ole">
              <mc:AlternateContent xmlns:mc="http://schemas.openxmlformats.org/markup-compatibility/2006">
                <mc:Choice xmlns:v="urn:schemas-microsoft-com:vml" Requires="v">
                  <p:oleObj spid="_x0000_s31770" name="公式" r:id="rId11" imgW="876300" imgH="203200" progId="Equation.3">
                    <p:embed/>
                  </p:oleObj>
                </mc:Choice>
                <mc:Fallback>
                  <p:oleObj name="公式" r:id="rId11" imgW="876300" imgH="20320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21" y="3307"/>
                          <a:ext cx="1269"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1750" name="Text Box 134"/>
          <p:cNvSpPr txBox="1">
            <a:spLocks noChangeArrowheads="1"/>
          </p:cNvSpPr>
          <p:nvPr/>
        </p:nvSpPr>
        <p:spPr bwMode="auto">
          <a:xfrm>
            <a:off x="558800" y="746125"/>
            <a:ext cx="4214813" cy="51911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
                <a:srgbClr val="0000FF"/>
              </a:buClr>
              <a:buFont typeface="Wingdings" pitchFamily="2" charset="2"/>
              <a:buChar char="Ø"/>
            </a:pPr>
            <a:r>
              <a:rPr kumimoji="0" lang="en-US" altLang="zh-CN" sz="2800">
                <a:solidFill>
                  <a:srgbClr val="CC0000"/>
                </a:solidFill>
              </a:rPr>
              <a:t>  </a:t>
            </a:r>
            <a:r>
              <a:rPr kumimoji="0" lang="zh-CN" altLang="en-US" sz="2800">
                <a:solidFill>
                  <a:srgbClr val="CC0000"/>
                </a:solidFill>
              </a:rPr>
              <a:t>反</a:t>
            </a:r>
            <a:r>
              <a:rPr kumimoji="0" lang="zh-CN" altLang="en-US" sz="2800">
                <a:solidFill>
                  <a:srgbClr val="000000"/>
                </a:solidFill>
              </a:rPr>
              <a:t>射光的光程差：</a:t>
            </a:r>
          </a:p>
        </p:txBody>
      </p:sp>
      <p:sp>
        <p:nvSpPr>
          <p:cNvPr id="32904" name="Text Box 136"/>
          <p:cNvSpPr txBox="1">
            <a:spLocks noChangeArrowheads="1"/>
          </p:cNvSpPr>
          <p:nvPr/>
        </p:nvSpPr>
        <p:spPr bwMode="auto">
          <a:xfrm>
            <a:off x="558800" y="2501900"/>
            <a:ext cx="8380413" cy="51911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
                <a:srgbClr val="0000FF"/>
              </a:buClr>
              <a:buFont typeface="Wingdings" pitchFamily="2" charset="2"/>
              <a:buChar char="Ø"/>
            </a:pPr>
            <a:r>
              <a:rPr kumimoji="0" lang="en-US" altLang="zh-CN" sz="2800">
                <a:solidFill>
                  <a:srgbClr val="000000"/>
                </a:solidFill>
              </a:rPr>
              <a:t>  </a:t>
            </a:r>
            <a:r>
              <a:rPr kumimoji="0" lang="zh-CN" altLang="en-US" sz="2800">
                <a:solidFill>
                  <a:srgbClr val="CC0000"/>
                </a:solidFill>
              </a:rPr>
              <a:t>特殊情况：</a:t>
            </a:r>
            <a:r>
              <a:rPr kumimoji="0" lang="zh-CN" altLang="en-US" sz="2800">
                <a:solidFill>
                  <a:srgbClr val="000000"/>
                </a:solidFill>
              </a:rPr>
              <a:t>当光垂直照射时，即 </a:t>
            </a:r>
            <a:r>
              <a:rPr kumimoji="0" lang="en-US" altLang="zh-CN" sz="2800">
                <a:solidFill>
                  <a:srgbClr val="000000"/>
                </a:solidFill>
              </a:rPr>
              <a:t>i = 0  (</a:t>
            </a:r>
            <a:r>
              <a:rPr kumimoji="0" lang="zh-CN" altLang="en-US" sz="2800">
                <a:solidFill>
                  <a:srgbClr val="000000"/>
                </a:solidFill>
              </a:rPr>
              <a:t>等厚干涉</a:t>
            </a:r>
            <a:r>
              <a:rPr kumimoji="0" lang="en-US" altLang="zh-CN" sz="2800">
                <a:solidFill>
                  <a:srgbClr val="000000"/>
                </a:solidFill>
              </a:rPr>
              <a:t>)</a:t>
            </a:r>
          </a:p>
        </p:txBody>
      </p:sp>
      <p:graphicFrame>
        <p:nvGraphicFramePr>
          <p:cNvPr id="32905" name="Object 137"/>
          <p:cNvGraphicFramePr>
            <a:graphicFrameLocks noChangeAspect="1"/>
          </p:cNvGraphicFramePr>
          <p:nvPr/>
        </p:nvGraphicFramePr>
        <p:xfrm>
          <a:off x="1692275" y="3019425"/>
          <a:ext cx="2490788" cy="1011238"/>
        </p:xfrm>
        <a:graphic>
          <a:graphicData uri="http://schemas.openxmlformats.org/presentationml/2006/ole">
            <mc:AlternateContent xmlns:mc="http://schemas.openxmlformats.org/markup-compatibility/2006">
              <mc:Choice xmlns:v="urn:schemas-microsoft-com:vml" Requires="v">
                <p:oleObj spid="_x0000_s31771" name="公式" r:id="rId13" imgW="895221" imgH="390420" progId="Equation.3">
                  <p:embed/>
                </p:oleObj>
              </mc:Choice>
              <mc:Fallback>
                <p:oleObj name="公式" r:id="rId13" imgW="895221" imgH="390420" progId="Equation.3">
                  <p:embed/>
                  <p:pic>
                    <p:nvPicPr>
                      <p:cNvPr id="0" name="Object 13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92275" y="3019425"/>
                        <a:ext cx="2490788" cy="1011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753" name="Group 143"/>
          <p:cNvGrpSpPr>
            <a:grpSpLocks/>
          </p:cNvGrpSpPr>
          <p:nvPr/>
        </p:nvGrpSpPr>
        <p:grpSpPr bwMode="auto">
          <a:xfrm>
            <a:off x="1692275" y="1338263"/>
            <a:ext cx="6840538" cy="1011237"/>
            <a:chOff x="1066" y="771"/>
            <a:chExt cx="4309" cy="637"/>
          </a:xfrm>
        </p:grpSpPr>
        <p:sp>
          <p:nvSpPr>
            <p:cNvPr id="31754" name="Rectangle 138"/>
            <p:cNvSpPr>
              <a:spLocks noChangeArrowheads="1"/>
            </p:cNvSpPr>
            <p:nvPr/>
          </p:nvSpPr>
          <p:spPr bwMode="auto">
            <a:xfrm>
              <a:off x="3645" y="771"/>
              <a:ext cx="341" cy="624"/>
            </a:xfrm>
            <a:prstGeom prst="rect">
              <a:avLst/>
            </a:prstGeom>
            <a:solidFill>
              <a:srgbClr val="0000FF">
                <a:alpha val="10196"/>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grpSp>
          <p:nvGrpSpPr>
            <p:cNvPr id="31755" name="Group 142"/>
            <p:cNvGrpSpPr>
              <a:grpSpLocks/>
            </p:cNvGrpSpPr>
            <p:nvPr/>
          </p:nvGrpSpPr>
          <p:grpSpPr bwMode="auto">
            <a:xfrm>
              <a:off x="1066" y="771"/>
              <a:ext cx="4309" cy="637"/>
              <a:chOff x="1066" y="771"/>
              <a:chExt cx="4309" cy="637"/>
            </a:xfrm>
          </p:grpSpPr>
          <p:graphicFrame>
            <p:nvGraphicFramePr>
              <p:cNvPr id="31756" name="Object 135"/>
              <p:cNvGraphicFramePr>
                <a:graphicFrameLocks noChangeAspect="1"/>
              </p:cNvGraphicFramePr>
              <p:nvPr/>
            </p:nvGraphicFramePr>
            <p:xfrm>
              <a:off x="1066" y="771"/>
              <a:ext cx="2897" cy="637"/>
            </p:xfrm>
            <a:graphic>
              <a:graphicData uri="http://schemas.openxmlformats.org/presentationml/2006/ole">
                <mc:AlternateContent xmlns:mc="http://schemas.openxmlformats.org/markup-compatibility/2006">
                  <mc:Choice xmlns:v="urn:schemas-microsoft-com:vml" Requires="v">
                    <p:oleObj spid="_x0000_s31772" name="公式" r:id="rId15" imgW="1666990" imgH="390420" progId="Equation.3">
                      <p:embed/>
                    </p:oleObj>
                  </mc:Choice>
                  <mc:Fallback>
                    <p:oleObj name="公式" r:id="rId15" imgW="1666990" imgH="390420" progId="Equation.3">
                      <p:embed/>
                      <p:pic>
                        <p:nvPicPr>
                          <p:cNvPr id="0" name="Object 1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6" y="771"/>
                            <a:ext cx="2897" cy="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7" name="Text Box 141"/>
              <p:cNvSpPr txBox="1">
                <a:spLocks noChangeArrowheads="1"/>
              </p:cNvSpPr>
              <p:nvPr/>
            </p:nvSpPr>
            <p:spPr bwMode="auto">
              <a:xfrm>
                <a:off x="4175" y="793"/>
                <a:ext cx="1200" cy="602"/>
              </a:xfrm>
              <a:prstGeom prst="rect">
                <a:avLst/>
              </a:prstGeom>
              <a:gradFill rotWithShape="0">
                <a:gsLst>
                  <a:gs pos="0">
                    <a:srgbClr val="DEF1F2"/>
                  </a:gs>
                  <a:gs pos="50000">
                    <a:srgbClr val="FFFFFF"/>
                  </a:gs>
                  <a:gs pos="100000">
                    <a:srgbClr val="DEF1F2"/>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fontAlgn="t" hangingPunct="1">
                  <a:spcBef>
                    <a:spcPct val="50000"/>
                  </a:spcBef>
                  <a:buClrTx/>
                  <a:buFontTx/>
                  <a:buNone/>
                </a:pPr>
                <a:r>
                  <a:rPr kumimoji="0" lang="zh-CN" altLang="en-US" sz="2800">
                    <a:solidFill>
                      <a:srgbClr val="333333"/>
                    </a:solidFill>
                  </a:rPr>
                  <a:t>根据具体情况而定</a:t>
                </a:r>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2904"/>
                                        </p:tgtEl>
                                        <p:attrNameLst>
                                          <p:attrName>style.visibility</p:attrName>
                                        </p:attrNameLst>
                                      </p:cBhvr>
                                      <p:to>
                                        <p:strVal val="visible"/>
                                      </p:to>
                                    </p:set>
                                    <p:animEffect transition="in" filter="box(in)">
                                      <p:cBhvr>
                                        <p:cTn id="7" dur="500"/>
                                        <p:tgtEl>
                                          <p:spTgt spid="329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2905"/>
                                        </p:tgtEl>
                                        <p:attrNameLst>
                                          <p:attrName>style.visibility</p:attrName>
                                        </p:attrNameLst>
                                      </p:cBhvr>
                                      <p:to>
                                        <p:strVal val="visible"/>
                                      </p:to>
                                    </p:set>
                                    <p:animEffect transition="in" filter="wipe(left)">
                                      <p:cBhvr>
                                        <p:cTn id="12" dur="500"/>
                                        <p:tgtEl>
                                          <p:spTgt spid="329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2914"/>
                                        </p:tgtEl>
                                        <p:attrNameLst>
                                          <p:attrName>style.visibility</p:attrName>
                                        </p:attrNameLst>
                                      </p:cBhvr>
                                      <p:to>
                                        <p:strVal val="visible"/>
                                      </p:to>
                                    </p:set>
                                    <p:animEffect transition="in" filter="wipe(left)">
                                      <p:cBhvr>
                                        <p:cTn id="17" dur="500"/>
                                        <p:tgtEl>
                                          <p:spTgt spid="329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2912"/>
                                        </p:tgtEl>
                                        <p:attrNameLst>
                                          <p:attrName>style.visibility</p:attrName>
                                        </p:attrNameLst>
                                      </p:cBhvr>
                                      <p:to>
                                        <p:strVal val="visible"/>
                                      </p:to>
                                    </p:set>
                                    <p:animEffect transition="in" filter="wipe(left)">
                                      <p:cBhvr>
                                        <p:cTn id="22" dur="500"/>
                                        <p:tgtEl>
                                          <p:spTgt spid="329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2913"/>
                                        </p:tgtEl>
                                        <p:attrNameLst>
                                          <p:attrName>style.visibility</p:attrName>
                                        </p:attrNameLst>
                                      </p:cBhvr>
                                      <p:to>
                                        <p:strVal val="visible"/>
                                      </p:to>
                                    </p:set>
                                    <p:animEffect transition="in" filter="wipe(left)">
                                      <p:cBhvr>
                                        <p:cTn id="27" dur="500"/>
                                        <p:tgtEl>
                                          <p:spTgt spid="329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04"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77243976-AED1-456C-BBB2-0A7D4CCF8274}" type="slidenum">
              <a:rPr lang="en-US" altLang="zh-CN" sz="1400" smtClean="0"/>
              <a:pPr>
                <a:spcBef>
                  <a:spcPct val="50000"/>
                </a:spcBef>
                <a:buClrTx/>
                <a:buFontTx/>
                <a:buNone/>
              </a:pPr>
              <a:t>24</a:t>
            </a:fld>
            <a:endParaRPr lang="en-US" altLang="zh-CN" sz="1400" smtClean="0"/>
          </a:p>
        </p:txBody>
      </p:sp>
      <p:graphicFrame>
        <p:nvGraphicFramePr>
          <p:cNvPr id="33794" name="Object 2"/>
          <p:cNvGraphicFramePr>
            <a:graphicFrameLocks noChangeAspect="1"/>
          </p:cNvGraphicFramePr>
          <p:nvPr/>
        </p:nvGraphicFramePr>
        <p:xfrm>
          <a:off x="3900488" y="584200"/>
          <a:ext cx="3263900" cy="639763"/>
        </p:xfrm>
        <a:graphic>
          <a:graphicData uri="http://schemas.openxmlformats.org/presentationml/2006/ole">
            <mc:AlternateContent xmlns:mc="http://schemas.openxmlformats.org/markup-compatibility/2006">
              <mc:Choice xmlns:v="urn:schemas-microsoft-com:vml" Requires="v">
                <p:oleObj spid="_x0000_s32841" name="公式" r:id="rId3" imgW="1422400" imgH="279400" progId="Equation.3">
                  <p:embed/>
                </p:oleObj>
              </mc:Choice>
              <mc:Fallback>
                <p:oleObj name="公式" r:id="rId3" imgW="1422400" imgH="279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0488" y="584200"/>
                        <a:ext cx="3263900"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2" name="Rectangle 3"/>
          <p:cNvSpPr>
            <a:spLocks noChangeArrowheads="1"/>
          </p:cNvSpPr>
          <p:nvPr/>
        </p:nvSpPr>
        <p:spPr bwMode="auto">
          <a:xfrm>
            <a:off x="792163" y="704850"/>
            <a:ext cx="4114800" cy="519113"/>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0"/>
              </a:spcBef>
              <a:buClr>
                <a:srgbClr val="0000FF"/>
              </a:buClr>
              <a:buFont typeface="Wingdings" pitchFamily="2" charset="2"/>
              <a:buNone/>
            </a:pPr>
            <a:r>
              <a:rPr kumimoji="0" lang="en-US" altLang="zh-CN" sz="2800">
                <a:solidFill>
                  <a:srgbClr val="CC0000"/>
                </a:solidFill>
              </a:rPr>
              <a:t>2. </a:t>
            </a:r>
            <a:r>
              <a:rPr kumimoji="0" lang="zh-CN" altLang="en-US" sz="2800">
                <a:solidFill>
                  <a:srgbClr val="CC0000"/>
                </a:solidFill>
              </a:rPr>
              <a:t>透射光的光程差</a:t>
            </a:r>
          </a:p>
        </p:txBody>
      </p:sp>
      <p:grpSp>
        <p:nvGrpSpPr>
          <p:cNvPr id="32773" name="Group 133"/>
          <p:cNvGrpSpPr>
            <a:grpSpLocks/>
          </p:cNvGrpSpPr>
          <p:nvPr/>
        </p:nvGrpSpPr>
        <p:grpSpPr bwMode="auto">
          <a:xfrm>
            <a:off x="1916113" y="1395413"/>
            <a:ext cx="5299075" cy="3563937"/>
            <a:chOff x="1859" y="1328"/>
            <a:chExt cx="3338" cy="2281"/>
          </a:xfrm>
        </p:grpSpPr>
        <p:sp>
          <p:nvSpPr>
            <p:cNvPr id="32779" name="Rectangle 71"/>
            <p:cNvSpPr>
              <a:spLocks noChangeArrowheads="1"/>
            </p:cNvSpPr>
            <p:nvPr/>
          </p:nvSpPr>
          <p:spPr bwMode="auto">
            <a:xfrm>
              <a:off x="1859" y="1330"/>
              <a:ext cx="3264" cy="2256"/>
            </a:xfrm>
            <a:prstGeom prst="rect">
              <a:avLst/>
            </a:prstGeom>
            <a:solidFill>
              <a:schemeClr val="bg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sp>
          <p:nvSpPr>
            <p:cNvPr id="32780" name="Rectangle 72"/>
            <p:cNvSpPr>
              <a:spLocks noChangeArrowheads="1"/>
            </p:cNvSpPr>
            <p:nvPr/>
          </p:nvSpPr>
          <p:spPr bwMode="auto">
            <a:xfrm>
              <a:off x="2291" y="2578"/>
              <a:ext cx="2496" cy="576"/>
            </a:xfrm>
            <a:prstGeom prst="rect">
              <a:avLst/>
            </a:prstGeom>
            <a:solidFill>
              <a:srgbClr val="CAEDF2">
                <a:alpha val="50195"/>
              </a:srgbClr>
            </a:solidFill>
            <a:ln>
              <a:noFill/>
            </a:ln>
            <a:effectLst/>
            <a:extLs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a:p>
              <a:pPr algn="ctr" eaLnBrk="1" hangingPunct="1">
                <a:spcBef>
                  <a:spcPct val="0"/>
                </a:spcBef>
                <a:buClrTx/>
                <a:buFontTx/>
                <a:buNone/>
              </a:pPr>
              <a:endParaRPr kumimoji="0" lang="en-US" altLang="zh-CN" sz="2800">
                <a:solidFill>
                  <a:srgbClr val="1C1C1C"/>
                </a:solidFill>
              </a:endParaRPr>
            </a:p>
          </p:txBody>
        </p:sp>
        <p:graphicFrame>
          <p:nvGraphicFramePr>
            <p:cNvPr id="32781" name="Object 73"/>
            <p:cNvGraphicFramePr>
              <a:graphicFrameLocks noChangeAspect="1"/>
            </p:cNvGraphicFramePr>
            <p:nvPr/>
          </p:nvGraphicFramePr>
          <p:xfrm>
            <a:off x="2384" y="2242"/>
            <a:ext cx="228" cy="336"/>
          </p:xfrm>
          <a:graphic>
            <a:graphicData uri="http://schemas.openxmlformats.org/presentationml/2006/ole">
              <mc:AlternateContent xmlns:mc="http://schemas.openxmlformats.org/markup-compatibility/2006">
                <mc:Choice xmlns:v="urn:schemas-microsoft-com:vml" Requires="v">
                  <p:oleObj spid="_x0000_s32842" name="公式" r:id="rId5" imgW="215619" imgH="317087" progId="Equation.3">
                    <p:embed/>
                  </p:oleObj>
                </mc:Choice>
                <mc:Fallback>
                  <p:oleObj name="公式" r:id="rId5" imgW="215619" imgH="317087" progId="Equation.3">
                    <p:embed/>
                    <p:pic>
                      <p:nvPicPr>
                        <p:cNvPr id="0" name="Object 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4" y="2242"/>
                          <a:ext cx="22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82" name="Object 74"/>
            <p:cNvGraphicFramePr>
              <a:graphicFrameLocks noChangeAspect="1"/>
            </p:cNvGraphicFramePr>
            <p:nvPr/>
          </p:nvGraphicFramePr>
          <p:xfrm>
            <a:off x="2387" y="3106"/>
            <a:ext cx="228" cy="336"/>
          </p:xfrm>
          <a:graphic>
            <a:graphicData uri="http://schemas.openxmlformats.org/presentationml/2006/ole">
              <mc:AlternateContent xmlns:mc="http://schemas.openxmlformats.org/markup-compatibility/2006">
                <mc:Choice xmlns:v="urn:schemas-microsoft-com:vml" Requires="v">
                  <p:oleObj spid="_x0000_s32843" name="公式" r:id="rId7" imgW="215619" imgH="317087" progId="Equation.3">
                    <p:embed/>
                  </p:oleObj>
                </mc:Choice>
                <mc:Fallback>
                  <p:oleObj name="公式" r:id="rId7" imgW="215619" imgH="317087" progId="Equation.3">
                    <p:embed/>
                    <p:pic>
                      <p:nvPicPr>
                        <p:cNvPr id="0" name="Object 7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7" y="3106"/>
                          <a:ext cx="22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83" name="Object 75"/>
            <p:cNvGraphicFramePr>
              <a:graphicFrameLocks noChangeAspect="1"/>
            </p:cNvGraphicFramePr>
            <p:nvPr/>
          </p:nvGraphicFramePr>
          <p:xfrm>
            <a:off x="2387" y="2674"/>
            <a:ext cx="255" cy="336"/>
          </p:xfrm>
          <a:graphic>
            <a:graphicData uri="http://schemas.openxmlformats.org/presentationml/2006/ole">
              <mc:AlternateContent xmlns:mc="http://schemas.openxmlformats.org/markup-compatibility/2006">
                <mc:Choice xmlns:v="urn:schemas-microsoft-com:vml" Requires="v">
                  <p:oleObj spid="_x0000_s32844" name="公式" r:id="rId8" imgW="241091" imgH="317225" progId="Equation.3">
                    <p:embed/>
                  </p:oleObj>
                </mc:Choice>
                <mc:Fallback>
                  <p:oleObj name="公式" r:id="rId8" imgW="241091" imgH="317225" progId="Equation.3">
                    <p:embed/>
                    <p:pic>
                      <p:nvPicPr>
                        <p:cNvPr id="0" name="Object 7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87" y="2674"/>
                          <a:ext cx="255"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84" name="Object 76"/>
            <p:cNvGraphicFramePr>
              <a:graphicFrameLocks noChangeAspect="1"/>
            </p:cNvGraphicFramePr>
            <p:nvPr/>
          </p:nvGraphicFramePr>
          <p:xfrm>
            <a:off x="1955" y="2386"/>
            <a:ext cx="304" cy="286"/>
          </p:xfrm>
          <a:graphic>
            <a:graphicData uri="http://schemas.openxmlformats.org/presentationml/2006/ole">
              <mc:AlternateContent xmlns:mc="http://schemas.openxmlformats.org/markup-compatibility/2006">
                <mc:Choice xmlns:v="urn:schemas-microsoft-com:vml" Requires="v">
                  <p:oleObj spid="_x0000_s32845" name="Equation" r:id="rId10" imgW="228501" imgH="215806" progId="Equation.3">
                    <p:embed/>
                  </p:oleObj>
                </mc:Choice>
                <mc:Fallback>
                  <p:oleObj name="Equation" r:id="rId10" imgW="228501" imgH="215806" progId="Equation.3">
                    <p:embed/>
                    <p:pic>
                      <p:nvPicPr>
                        <p:cNvPr id="0" name="Object 7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55" y="2386"/>
                          <a:ext cx="304"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85" name="Object 77"/>
            <p:cNvGraphicFramePr>
              <a:graphicFrameLocks noChangeAspect="1"/>
            </p:cNvGraphicFramePr>
            <p:nvPr/>
          </p:nvGraphicFramePr>
          <p:xfrm>
            <a:off x="1955" y="3010"/>
            <a:ext cx="321" cy="286"/>
          </p:xfrm>
          <a:graphic>
            <a:graphicData uri="http://schemas.openxmlformats.org/presentationml/2006/ole">
              <mc:AlternateContent xmlns:mc="http://schemas.openxmlformats.org/markup-compatibility/2006">
                <mc:Choice xmlns:v="urn:schemas-microsoft-com:vml" Requires="v">
                  <p:oleObj spid="_x0000_s32846" name="Equation" r:id="rId12" imgW="241091" imgH="215713" progId="Equation.3">
                    <p:embed/>
                  </p:oleObj>
                </mc:Choice>
                <mc:Fallback>
                  <p:oleObj name="Equation" r:id="rId12" imgW="241091" imgH="215713" progId="Equation.3">
                    <p:embed/>
                    <p:pic>
                      <p:nvPicPr>
                        <p:cNvPr id="0" name="Object 7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55" y="3010"/>
                          <a:ext cx="321"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86" name="Line 78"/>
            <p:cNvSpPr>
              <a:spLocks noChangeShapeType="1"/>
            </p:cNvSpPr>
            <p:nvPr/>
          </p:nvSpPr>
          <p:spPr bwMode="auto">
            <a:xfrm>
              <a:off x="2291" y="2578"/>
              <a:ext cx="2496" cy="0"/>
            </a:xfrm>
            <a:prstGeom prst="line">
              <a:avLst/>
            </a:prstGeom>
            <a:noFill/>
            <a:ln w="1905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7" name="Line 79"/>
            <p:cNvSpPr>
              <a:spLocks noChangeShapeType="1"/>
            </p:cNvSpPr>
            <p:nvPr/>
          </p:nvSpPr>
          <p:spPr bwMode="auto">
            <a:xfrm>
              <a:off x="2291" y="3154"/>
              <a:ext cx="2496" cy="0"/>
            </a:xfrm>
            <a:prstGeom prst="line">
              <a:avLst/>
            </a:prstGeom>
            <a:noFill/>
            <a:ln w="1905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32788" name="Object 80"/>
            <p:cNvGraphicFramePr>
              <a:graphicFrameLocks noChangeAspect="1"/>
            </p:cNvGraphicFramePr>
            <p:nvPr/>
          </p:nvGraphicFramePr>
          <p:xfrm>
            <a:off x="4547" y="2704"/>
            <a:ext cx="176" cy="281"/>
          </p:xfrm>
          <a:graphic>
            <a:graphicData uri="http://schemas.openxmlformats.org/presentationml/2006/ole">
              <mc:AlternateContent xmlns:mc="http://schemas.openxmlformats.org/markup-compatibility/2006">
                <mc:Choice xmlns:v="urn:schemas-microsoft-com:vml" Requires="v">
                  <p:oleObj spid="_x0000_s32847" name="Equation" r:id="rId14" imgW="190417" imgH="253890" progId="Equation.3">
                    <p:embed/>
                  </p:oleObj>
                </mc:Choice>
                <mc:Fallback>
                  <p:oleObj name="Equation" r:id="rId14" imgW="190417" imgH="253890" progId="Equation.3">
                    <p:embed/>
                    <p:pic>
                      <p:nvPicPr>
                        <p:cNvPr id="0" name="Object 8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47" y="2704"/>
                          <a:ext cx="176"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89" name="Line 81"/>
            <p:cNvSpPr>
              <a:spLocks noChangeShapeType="1"/>
            </p:cNvSpPr>
            <p:nvPr/>
          </p:nvSpPr>
          <p:spPr bwMode="auto">
            <a:xfrm flipH="1" flipV="1">
              <a:off x="4547" y="2578"/>
              <a:ext cx="0" cy="576"/>
            </a:xfrm>
            <a:prstGeom prst="line">
              <a:avLst/>
            </a:prstGeom>
            <a:noFill/>
            <a:ln w="19050">
              <a:solidFill>
                <a:srgbClr val="FF33CC"/>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2790" name="Group 82"/>
            <p:cNvGrpSpPr>
              <a:grpSpLocks/>
            </p:cNvGrpSpPr>
            <p:nvPr/>
          </p:nvGrpSpPr>
          <p:grpSpPr bwMode="auto">
            <a:xfrm>
              <a:off x="2867" y="2050"/>
              <a:ext cx="240" cy="1008"/>
              <a:chOff x="2976" y="1440"/>
              <a:chExt cx="240" cy="1008"/>
            </a:xfrm>
          </p:grpSpPr>
          <p:sp>
            <p:nvSpPr>
              <p:cNvPr id="32837" name="Line 83"/>
              <p:cNvSpPr>
                <a:spLocks noChangeShapeType="1"/>
              </p:cNvSpPr>
              <p:nvPr/>
            </p:nvSpPr>
            <p:spPr bwMode="auto">
              <a:xfrm flipV="1">
                <a:off x="3216" y="1440"/>
                <a:ext cx="0" cy="1008"/>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2838" name="Group 84"/>
              <p:cNvGrpSpPr>
                <a:grpSpLocks/>
              </p:cNvGrpSpPr>
              <p:nvPr/>
            </p:nvGrpSpPr>
            <p:grpSpPr bwMode="auto">
              <a:xfrm>
                <a:off x="2976" y="1440"/>
                <a:ext cx="240" cy="336"/>
                <a:chOff x="2976" y="1440"/>
                <a:chExt cx="240" cy="336"/>
              </a:xfrm>
            </p:grpSpPr>
            <p:sp>
              <p:nvSpPr>
                <p:cNvPr id="32839" name="Arc 85"/>
                <p:cNvSpPr>
                  <a:spLocks/>
                </p:cNvSpPr>
                <p:nvPr/>
              </p:nvSpPr>
              <p:spPr bwMode="auto">
                <a:xfrm flipH="1">
                  <a:off x="3024" y="1680"/>
                  <a:ext cx="192" cy="96"/>
                </a:xfrm>
                <a:custGeom>
                  <a:avLst/>
                  <a:gdLst>
                    <a:gd name="T0" fmla="*/ 0 w 21600"/>
                    <a:gd name="T1" fmla="*/ 0 h 21600"/>
                    <a:gd name="T2" fmla="*/ 2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9900"/>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2840" name="Object 86"/>
                <p:cNvGraphicFramePr>
                  <a:graphicFrameLocks noChangeAspect="1"/>
                </p:cNvGraphicFramePr>
                <p:nvPr/>
              </p:nvGraphicFramePr>
              <p:xfrm>
                <a:off x="2976" y="1440"/>
                <a:ext cx="119" cy="243"/>
              </p:xfrm>
              <a:graphic>
                <a:graphicData uri="http://schemas.openxmlformats.org/presentationml/2006/ole">
                  <mc:AlternateContent xmlns:mc="http://schemas.openxmlformats.org/markup-compatibility/2006">
                    <mc:Choice xmlns:v="urn:schemas-microsoft-com:vml" Requires="v">
                      <p:oleObj spid="_x0000_s32848" name="公式" r:id="rId16" imgW="114250" imgH="228501" progId="Equation.3">
                        <p:embed/>
                      </p:oleObj>
                    </mc:Choice>
                    <mc:Fallback>
                      <p:oleObj name="公式" r:id="rId16" imgW="114250" imgH="228501" progId="Equation.3">
                        <p:embed/>
                        <p:pic>
                          <p:nvPicPr>
                            <p:cNvPr id="0" name="Object 8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76" y="1440"/>
                              <a:ext cx="119"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32791" name="Group 87"/>
            <p:cNvGrpSpPr>
              <a:grpSpLocks/>
            </p:cNvGrpSpPr>
            <p:nvPr/>
          </p:nvGrpSpPr>
          <p:grpSpPr bwMode="auto">
            <a:xfrm>
              <a:off x="3240" y="2029"/>
              <a:ext cx="491" cy="549"/>
              <a:chOff x="3349" y="1419"/>
              <a:chExt cx="491" cy="549"/>
            </a:xfrm>
          </p:grpSpPr>
          <p:sp>
            <p:nvSpPr>
              <p:cNvPr id="32835" name="Line 88"/>
              <p:cNvSpPr>
                <a:spLocks noChangeShapeType="1"/>
              </p:cNvSpPr>
              <p:nvPr/>
            </p:nvSpPr>
            <p:spPr bwMode="auto">
              <a:xfrm flipH="1" flipV="1">
                <a:off x="3552" y="1680"/>
                <a:ext cx="240" cy="288"/>
              </a:xfrm>
              <a:prstGeom prst="line">
                <a:avLst/>
              </a:prstGeom>
              <a:noFill/>
              <a:ln w="28575">
                <a:solidFill>
                  <a:srgbClr val="CC0099"/>
                </a:solidFill>
                <a:prstDash val="sys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36" name="Text Box 89"/>
              <p:cNvSpPr txBox="1">
                <a:spLocks noChangeArrowheads="1"/>
              </p:cNvSpPr>
              <p:nvPr/>
            </p:nvSpPr>
            <p:spPr bwMode="auto">
              <a:xfrm>
                <a:off x="3349" y="1419"/>
                <a:ext cx="491"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i="1">
                    <a:solidFill>
                      <a:schemeClr val="tx2"/>
                    </a:solidFill>
                  </a:rPr>
                  <a:t>D</a:t>
                </a:r>
              </a:p>
            </p:txBody>
          </p:sp>
        </p:grpSp>
        <p:grpSp>
          <p:nvGrpSpPr>
            <p:cNvPr id="32792" name="Group 90"/>
            <p:cNvGrpSpPr>
              <a:grpSpLocks/>
            </p:cNvGrpSpPr>
            <p:nvPr/>
          </p:nvGrpSpPr>
          <p:grpSpPr bwMode="auto">
            <a:xfrm>
              <a:off x="3405" y="1931"/>
              <a:ext cx="1049" cy="1676"/>
              <a:chOff x="3419" y="1882"/>
              <a:chExt cx="1049" cy="1676"/>
            </a:xfrm>
          </p:grpSpPr>
          <p:sp>
            <p:nvSpPr>
              <p:cNvPr id="32828" name="Line 91"/>
              <p:cNvSpPr>
                <a:spLocks noChangeShapeType="1"/>
              </p:cNvSpPr>
              <p:nvPr/>
            </p:nvSpPr>
            <p:spPr bwMode="auto">
              <a:xfrm flipV="1">
                <a:off x="4235" y="1901"/>
                <a:ext cx="233" cy="194"/>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29" name="Line 92"/>
              <p:cNvSpPr>
                <a:spLocks noChangeShapeType="1"/>
              </p:cNvSpPr>
              <p:nvPr/>
            </p:nvSpPr>
            <p:spPr bwMode="auto">
              <a:xfrm flipV="1">
                <a:off x="3419" y="2527"/>
                <a:ext cx="288" cy="576"/>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30" name="Line 93"/>
              <p:cNvSpPr>
                <a:spLocks noChangeShapeType="1"/>
              </p:cNvSpPr>
              <p:nvPr/>
            </p:nvSpPr>
            <p:spPr bwMode="auto">
              <a:xfrm flipV="1">
                <a:off x="3707" y="1999"/>
                <a:ext cx="624" cy="528"/>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31" name="Line 94"/>
              <p:cNvSpPr>
                <a:spLocks noChangeShapeType="1"/>
              </p:cNvSpPr>
              <p:nvPr/>
            </p:nvSpPr>
            <p:spPr bwMode="auto">
              <a:xfrm>
                <a:off x="3419" y="3103"/>
                <a:ext cx="336" cy="384"/>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32" name="Text Box 95"/>
              <p:cNvSpPr txBox="1">
                <a:spLocks noChangeArrowheads="1"/>
              </p:cNvSpPr>
              <p:nvPr/>
            </p:nvSpPr>
            <p:spPr bwMode="auto">
              <a:xfrm>
                <a:off x="3707" y="2410"/>
                <a:ext cx="581"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i="1">
                    <a:solidFill>
                      <a:schemeClr val="tx2"/>
                    </a:solidFill>
                  </a:rPr>
                  <a:t>C</a:t>
                </a:r>
              </a:p>
            </p:txBody>
          </p:sp>
          <p:sp>
            <p:nvSpPr>
              <p:cNvPr id="32833" name="Text Box 96"/>
              <p:cNvSpPr txBox="1">
                <a:spLocks noChangeArrowheads="1"/>
              </p:cNvSpPr>
              <p:nvPr/>
            </p:nvSpPr>
            <p:spPr bwMode="auto">
              <a:xfrm>
                <a:off x="3975" y="1882"/>
                <a:ext cx="404"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FF0000"/>
                    </a:solidFill>
                  </a:rPr>
                  <a:t>3</a:t>
                </a:r>
              </a:p>
            </p:txBody>
          </p:sp>
          <p:sp>
            <p:nvSpPr>
              <p:cNvPr id="32834" name="Text Box 97"/>
              <p:cNvSpPr txBox="1">
                <a:spLocks noChangeArrowheads="1"/>
              </p:cNvSpPr>
              <p:nvPr/>
            </p:nvSpPr>
            <p:spPr bwMode="auto">
              <a:xfrm>
                <a:off x="3419" y="3226"/>
                <a:ext cx="576"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0000FF"/>
                    </a:solidFill>
                  </a:rPr>
                  <a:t>4</a:t>
                </a:r>
              </a:p>
            </p:txBody>
          </p:sp>
        </p:grpSp>
        <p:grpSp>
          <p:nvGrpSpPr>
            <p:cNvPr id="32793" name="Group 98"/>
            <p:cNvGrpSpPr>
              <a:grpSpLocks/>
            </p:cNvGrpSpPr>
            <p:nvPr/>
          </p:nvGrpSpPr>
          <p:grpSpPr bwMode="auto">
            <a:xfrm>
              <a:off x="3683" y="2578"/>
              <a:ext cx="1306" cy="1031"/>
              <a:chOff x="3792" y="1968"/>
              <a:chExt cx="1306" cy="1031"/>
            </a:xfrm>
          </p:grpSpPr>
          <p:sp>
            <p:nvSpPr>
              <p:cNvPr id="32823" name="Line 99"/>
              <p:cNvSpPr>
                <a:spLocks noChangeShapeType="1"/>
              </p:cNvSpPr>
              <p:nvPr/>
            </p:nvSpPr>
            <p:spPr bwMode="auto">
              <a:xfrm>
                <a:off x="3792" y="1968"/>
                <a:ext cx="288" cy="576"/>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24" name="Line 100"/>
              <p:cNvSpPr>
                <a:spLocks noChangeShapeType="1"/>
              </p:cNvSpPr>
              <p:nvPr/>
            </p:nvSpPr>
            <p:spPr bwMode="auto">
              <a:xfrm flipV="1">
                <a:off x="4080" y="2112"/>
                <a:ext cx="192" cy="432"/>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25" name="Line 101"/>
              <p:cNvSpPr>
                <a:spLocks noChangeShapeType="1"/>
              </p:cNvSpPr>
              <p:nvPr/>
            </p:nvSpPr>
            <p:spPr bwMode="auto">
              <a:xfrm>
                <a:off x="4080" y="2544"/>
                <a:ext cx="336" cy="384"/>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26" name="Text Box 102"/>
              <p:cNvSpPr txBox="1">
                <a:spLocks noChangeArrowheads="1"/>
              </p:cNvSpPr>
              <p:nvPr/>
            </p:nvSpPr>
            <p:spPr bwMode="auto">
              <a:xfrm>
                <a:off x="4176" y="2475"/>
                <a:ext cx="922"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i="1">
                    <a:solidFill>
                      <a:schemeClr val="tx2"/>
                    </a:solidFill>
                  </a:rPr>
                  <a:t>E</a:t>
                </a:r>
              </a:p>
            </p:txBody>
          </p:sp>
          <p:sp>
            <p:nvSpPr>
              <p:cNvPr id="32827" name="Text Box 103"/>
              <p:cNvSpPr txBox="1">
                <a:spLocks noChangeArrowheads="1"/>
              </p:cNvSpPr>
              <p:nvPr/>
            </p:nvSpPr>
            <p:spPr bwMode="auto">
              <a:xfrm>
                <a:off x="4080" y="2667"/>
                <a:ext cx="672"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0000FF"/>
                    </a:solidFill>
                  </a:rPr>
                  <a:t>5</a:t>
                </a:r>
              </a:p>
            </p:txBody>
          </p:sp>
        </p:grpSp>
        <p:grpSp>
          <p:nvGrpSpPr>
            <p:cNvPr id="32794" name="Group 104"/>
            <p:cNvGrpSpPr>
              <a:grpSpLocks/>
            </p:cNvGrpSpPr>
            <p:nvPr/>
          </p:nvGrpSpPr>
          <p:grpSpPr bwMode="auto">
            <a:xfrm>
              <a:off x="2387" y="1741"/>
              <a:ext cx="1008" cy="1052"/>
              <a:chOff x="2496" y="1131"/>
              <a:chExt cx="1008" cy="1052"/>
            </a:xfrm>
          </p:grpSpPr>
          <p:sp>
            <p:nvSpPr>
              <p:cNvPr id="32819" name="Line 105"/>
              <p:cNvSpPr>
                <a:spLocks noChangeShapeType="1"/>
              </p:cNvSpPr>
              <p:nvPr/>
            </p:nvSpPr>
            <p:spPr bwMode="auto">
              <a:xfrm rot="396450" flipH="1" flipV="1">
                <a:off x="2641" y="1440"/>
                <a:ext cx="144" cy="96"/>
              </a:xfrm>
              <a:prstGeom prst="line">
                <a:avLst/>
              </a:prstGeom>
              <a:noFill/>
              <a:ln w="38100">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20" name="Text Box 106"/>
              <p:cNvSpPr txBox="1">
                <a:spLocks noChangeArrowheads="1"/>
              </p:cNvSpPr>
              <p:nvPr/>
            </p:nvSpPr>
            <p:spPr bwMode="auto">
              <a:xfrm>
                <a:off x="2971" y="1851"/>
                <a:ext cx="533"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i="1">
                    <a:solidFill>
                      <a:schemeClr val="tx2"/>
                    </a:solidFill>
                  </a:rPr>
                  <a:t>A</a:t>
                </a:r>
              </a:p>
            </p:txBody>
          </p:sp>
          <p:sp>
            <p:nvSpPr>
              <p:cNvPr id="32821" name="Line 107"/>
              <p:cNvSpPr>
                <a:spLocks noChangeShapeType="1"/>
              </p:cNvSpPr>
              <p:nvPr/>
            </p:nvSpPr>
            <p:spPr bwMode="auto">
              <a:xfrm>
                <a:off x="2496" y="1296"/>
                <a:ext cx="720" cy="672"/>
              </a:xfrm>
              <a:prstGeom prst="line">
                <a:avLst/>
              </a:prstGeom>
              <a:noFill/>
              <a:ln w="38100">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22" name="Text Box 108"/>
              <p:cNvSpPr txBox="1">
                <a:spLocks noChangeArrowheads="1"/>
              </p:cNvSpPr>
              <p:nvPr/>
            </p:nvSpPr>
            <p:spPr bwMode="auto">
              <a:xfrm>
                <a:off x="2592" y="1131"/>
                <a:ext cx="432"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FF0000"/>
                    </a:solidFill>
                  </a:rPr>
                  <a:t>1</a:t>
                </a:r>
                <a:endParaRPr kumimoji="0" lang="en-US" altLang="zh-CN" sz="2800"/>
              </a:p>
            </p:txBody>
          </p:sp>
        </p:grpSp>
        <p:grpSp>
          <p:nvGrpSpPr>
            <p:cNvPr id="32795" name="Group 109"/>
            <p:cNvGrpSpPr>
              <a:grpSpLocks/>
            </p:cNvGrpSpPr>
            <p:nvPr/>
          </p:nvGrpSpPr>
          <p:grpSpPr bwMode="auto">
            <a:xfrm>
              <a:off x="3114" y="2742"/>
              <a:ext cx="149" cy="346"/>
              <a:chOff x="5120" y="3514"/>
              <a:chExt cx="149" cy="346"/>
            </a:xfrm>
          </p:grpSpPr>
          <p:sp>
            <p:nvSpPr>
              <p:cNvPr id="32817" name="Arc 110"/>
              <p:cNvSpPr>
                <a:spLocks/>
              </p:cNvSpPr>
              <p:nvPr/>
            </p:nvSpPr>
            <p:spPr bwMode="auto">
              <a:xfrm rot="13394629" flipH="1">
                <a:off x="5121" y="3514"/>
                <a:ext cx="96" cy="137"/>
              </a:xfrm>
              <a:custGeom>
                <a:avLst/>
                <a:gdLst>
                  <a:gd name="T0" fmla="*/ 0 w 21600"/>
                  <a:gd name="T1" fmla="*/ 0 h 20614"/>
                  <a:gd name="T2" fmla="*/ 0 w 21600"/>
                  <a:gd name="T3" fmla="*/ 1 h 20614"/>
                  <a:gd name="T4" fmla="*/ 0 w 21600"/>
                  <a:gd name="T5" fmla="*/ 1 h 20614"/>
                  <a:gd name="T6" fmla="*/ 0 60000 65536"/>
                  <a:gd name="T7" fmla="*/ 0 60000 65536"/>
                  <a:gd name="T8" fmla="*/ 0 60000 65536"/>
                </a:gdLst>
                <a:ahLst/>
                <a:cxnLst>
                  <a:cxn ang="T6">
                    <a:pos x="T0" y="T1"/>
                  </a:cxn>
                  <a:cxn ang="T7">
                    <a:pos x="T2" y="T3"/>
                  </a:cxn>
                  <a:cxn ang="T8">
                    <a:pos x="T4" y="T5"/>
                  </a:cxn>
                </a:cxnLst>
                <a:rect l="0" t="0" r="r" b="b"/>
                <a:pathLst>
                  <a:path w="21600" h="20614" fill="none" extrusionOk="0">
                    <a:moveTo>
                      <a:pt x="6451" y="-1"/>
                    </a:moveTo>
                    <a:cubicBezTo>
                      <a:pt x="15464" y="2820"/>
                      <a:pt x="21600" y="11169"/>
                      <a:pt x="21600" y="20614"/>
                    </a:cubicBezTo>
                  </a:path>
                  <a:path w="21600" h="20614" stroke="0" extrusionOk="0">
                    <a:moveTo>
                      <a:pt x="6451" y="-1"/>
                    </a:moveTo>
                    <a:cubicBezTo>
                      <a:pt x="15464" y="2820"/>
                      <a:pt x="21600" y="11169"/>
                      <a:pt x="21600" y="20614"/>
                    </a:cubicBezTo>
                    <a:lnTo>
                      <a:pt x="0" y="20614"/>
                    </a:lnTo>
                    <a:lnTo>
                      <a:pt x="6451" y="-1"/>
                    </a:lnTo>
                    <a:close/>
                  </a:path>
                </a:pathLst>
              </a:custGeom>
              <a:noFill/>
              <a:ln w="28575">
                <a:solidFill>
                  <a:srgbClr val="FF9900"/>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2818" name="Object 111"/>
              <p:cNvGraphicFramePr>
                <a:graphicFrameLocks noChangeAspect="1"/>
              </p:cNvGraphicFramePr>
              <p:nvPr/>
            </p:nvGraphicFramePr>
            <p:xfrm>
              <a:off x="5120" y="3658"/>
              <a:ext cx="149" cy="202"/>
            </p:xfrm>
            <a:graphic>
              <a:graphicData uri="http://schemas.openxmlformats.org/presentationml/2006/ole">
                <mc:AlternateContent xmlns:mc="http://schemas.openxmlformats.org/markup-compatibility/2006">
                  <mc:Choice xmlns:v="urn:schemas-microsoft-com:vml" Requires="v">
                    <p:oleObj spid="_x0000_s32849" name="公式" r:id="rId18" imgW="177646" imgH="241091" progId="Equation.3">
                      <p:embed/>
                    </p:oleObj>
                  </mc:Choice>
                  <mc:Fallback>
                    <p:oleObj name="公式" r:id="rId18" imgW="177646" imgH="241091" progId="Equation.3">
                      <p:embed/>
                      <p:pic>
                        <p:nvPicPr>
                          <p:cNvPr id="0" name="Object 1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20" y="3658"/>
                            <a:ext cx="149"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2796" name="Group 112"/>
            <p:cNvGrpSpPr>
              <a:grpSpLocks/>
            </p:cNvGrpSpPr>
            <p:nvPr/>
          </p:nvGrpSpPr>
          <p:grpSpPr bwMode="auto">
            <a:xfrm>
              <a:off x="3263" y="2578"/>
              <a:ext cx="178" cy="768"/>
              <a:chOff x="5264" y="3322"/>
              <a:chExt cx="178" cy="768"/>
            </a:xfrm>
          </p:grpSpPr>
          <p:grpSp>
            <p:nvGrpSpPr>
              <p:cNvPr id="32813" name="Group 113"/>
              <p:cNvGrpSpPr>
                <a:grpSpLocks/>
              </p:cNvGrpSpPr>
              <p:nvPr/>
            </p:nvGrpSpPr>
            <p:grpSpPr bwMode="auto">
              <a:xfrm>
                <a:off x="5264" y="3370"/>
                <a:ext cx="178" cy="288"/>
                <a:chOff x="5264" y="3370"/>
                <a:chExt cx="178" cy="288"/>
              </a:xfrm>
            </p:grpSpPr>
            <p:sp>
              <p:nvSpPr>
                <p:cNvPr id="32815" name="Arc 114"/>
                <p:cNvSpPr>
                  <a:spLocks/>
                </p:cNvSpPr>
                <p:nvPr/>
              </p:nvSpPr>
              <p:spPr bwMode="auto">
                <a:xfrm rot="10986807" flipV="1">
                  <a:off x="5265" y="3608"/>
                  <a:ext cx="177" cy="50"/>
                </a:xfrm>
                <a:custGeom>
                  <a:avLst/>
                  <a:gdLst>
                    <a:gd name="T0" fmla="*/ 0 w 18917"/>
                    <a:gd name="T1" fmla="*/ 0 h 21245"/>
                    <a:gd name="T2" fmla="*/ 2 w 18917"/>
                    <a:gd name="T3" fmla="*/ 0 h 21245"/>
                    <a:gd name="T4" fmla="*/ 0 w 18917"/>
                    <a:gd name="T5" fmla="*/ 0 h 21245"/>
                    <a:gd name="T6" fmla="*/ 0 60000 65536"/>
                    <a:gd name="T7" fmla="*/ 0 60000 65536"/>
                    <a:gd name="T8" fmla="*/ 0 60000 65536"/>
                  </a:gdLst>
                  <a:ahLst/>
                  <a:cxnLst>
                    <a:cxn ang="T6">
                      <a:pos x="T0" y="T1"/>
                    </a:cxn>
                    <a:cxn ang="T7">
                      <a:pos x="T2" y="T3"/>
                    </a:cxn>
                    <a:cxn ang="T8">
                      <a:pos x="T4" y="T5"/>
                    </a:cxn>
                  </a:cxnLst>
                  <a:rect l="0" t="0" r="r" b="b"/>
                  <a:pathLst>
                    <a:path w="18917" h="21245" fill="none" extrusionOk="0">
                      <a:moveTo>
                        <a:pt x="3899" y="-1"/>
                      </a:moveTo>
                      <a:cubicBezTo>
                        <a:pt x="10274" y="1169"/>
                        <a:pt x="15788" y="5141"/>
                        <a:pt x="18917" y="10818"/>
                      </a:cubicBezTo>
                    </a:path>
                    <a:path w="18917" h="21245" stroke="0" extrusionOk="0">
                      <a:moveTo>
                        <a:pt x="3899" y="-1"/>
                      </a:moveTo>
                      <a:cubicBezTo>
                        <a:pt x="10274" y="1169"/>
                        <a:pt x="15788" y="5141"/>
                        <a:pt x="18917" y="10818"/>
                      </a:cubicBezTo>
                      <a:lnTo>
                        <a:pt x="0" y="21245"/>
                      </a:lnTo>
                      <a:lnTo>
                        <a:pt x="3899" y="-1"/>
                      </a:lnTo>
                      <a:close/>
                    </a:path>
                  </a:pathLst>
                </a:custGeom>
                <a:noFill/>
                <a:ln w="28575">
                  <a:solidFill>
                    <a:srgbClr val="FF9900"/>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2816" name="Object 115"/>
                <p:cNvGraphicFramePr>
                  <a:graphicFrameLocks noChangeAspect="1"/>
                </p:cNvGraphicFramePr>
                <p:nvPr/>
              </p:nvGraphicFramePr>
              <p:xfrm>
                <a:off x="5264" y="3370"/>
                <a:ext cx="149" cy="202"/>
              </p:xfrm>
              <a:graphic>
                <a:graphicData uri="http://schemas.openxmlformats.org/presentationml/2006/ole">
                  <mc:AlternateContent xmlns:mc="http://schemas.openxmlformats.org/markup-compatibility/2006">
                    <mc:Choice xmlns:v="urn:schemas-microsoft-com:vml" Requires="v">
                      <p:oleObj spid="_x0000_s32850" name="公式" r:id="rId20" imgW="177646" imgH="241091" progId="Equation.3">
                        <p:embed/>
                      </p:oleObj>
                    </mc:Choice>
                    <mc:Fallback>
                      <p:oleObj name="公式" r:id="rId20" imgW="177646" imgH="241091" progId="Equation.3">
                        <p:embed/>
                        <p:pic>
                          <p:nvPicPr>
                            <p:cNvPr id="0" name="Object 1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64" y="3370"/>
                              <a:ext cx="149"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2814" name="Line 116"/>
              <p:cNvSpPr>
                <a:spLocks noChangeShapeType="1"/>
              </p:cNvSpPr>
              <p:nvPr/>
            </p:nvSpPr>
            <p:spPr bwMode="auto">
              <a:xfrm flipV="1">
                <a:off x="5408" y="3322"/>
                <a:ext cx="0" cy="768"/>
              </a:xfrm>
              <a:prstGeom prst="line">
                <a:avLst/>
              </a:prstGeom>
              <a:noFill/>
              <a:ln w="19050">
                <a:solidFill>
                  <a:srgbClr val="00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2797" name="Group 117"/>
            <p:cNvGrpSpPr>
              <a:grpSpLocks/>
            </p:cNvGrpSpPr>
            <p:nvPr/>
          </p:nvGrpSpPr>
          <p:grpSpPr bwMode="auto">
            <a:xfrm>
              <a:off x="3121" y="2578"/>
              <a:ext cx="539" cy="881"/>
              <a:chOff x="3135" y="2529"/>
              <a:chExt cx="539" cy="881"/>
            </a:xfrm>
          </p:grpSpPr>
          <p:sp>
            <p:nvSpPr>
              <p:cNvPr id="32811" name="Line 118"/>
              <p:cNvSpPr>
                <a:spLocks noChangeShapeType="1"/>
              </p:cNvSpPr>
              <p:nvPr/>
            </p:nvSpPr>
            <p:spPr bwMode="auto">
              <a:xfrm>
                <a:off x="3135" y="2529"/>
                <a:ext cx="288" cy="576"/>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12" name="Text Box 119"/>
              <p:cNvSpPr txBox="1">
                <a:spLocks noChangeArrowheads="1"/>
              </p:cNvSpPr>
              <p:nvPr/>
            </p:nvSpPr>
            <p:spPr bwMode="auto">
              <a:xfrm>
                <a:off x="3146" y="3078"/>
                <a:ext cx="528"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i="1">
                    <a:solidFill>
                      <a:schemeClr val="tx2"/>
                    </a:solidFill>
                  </a:rPr>
                  <a:t>B</a:t>
                </a:r>
              </a:p>
            </p:txBody>
          </p:sp>
        </p:grpSp>
        <p:grpSp>
          <p:nvGrpSpPr>
            <p:cNvPr id="32798" name="Group 120"/>
            <p:cNvGrpSpPr>
              <a:grpSpLocks/>
            </p:cNvGrpSpPr>
            <p:nvPr/>
          </p:nvGrpSpPr>
          <p:grpSpPr bwMode="auto">
            <a:xfrm>
              <a:off x="3093" y="1597"/>
              <a:ext cx="1104" cy="981"/>
              <a:chOff x="3135" y="1519"/>
              <a:chExt cx="1104" cy="981"/>
            </a:xfrm>
          </p:grpSpPr>
          <p:grpSp>
            <p:nvGrpSpPr>
              <p:cNvPr id="32807" name="Group 121"/>
              <p:cNvGrpSpPr>
                <a:grpSpLocks/>
              </p:cNvGrpSpPr>
              <p:nvPr/>
            </p:nvGrpSpPr>
            <p:grpSpPr bwMode="auto">
              <a:xfrm>
                <a:off x="3135" y="1519"/>
                <a:ext cx="1104" cy="981"/>
                <a:chOff x="5318" y="1064"/>
                <a:chExt cx="1104" cy="981"/>
              </a:xfrm>
            </p:grpSpPr>
            <p:sp>
              <p:nvSpPr>
                <p:cNvPr id="32809" name="Text Box 122"/>
                <p:cNvSpPr txBox="1">
                  <a:spLocks noChangeArrowheads="1"/>
                </p:cNvSpPr>
                <p:nvPr/>
              </p:nvSpPr>
              <p:spPr bwMode="auto">
                <a:xfrm>
                  <a:off x="5894" y="1064"/>
                  <a:ext cx="480"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rgbClr val="FF0000"/>
                      </a:solidFill>
                    </a:rPr>
                    <a:t>2</a:t>
                  </a:r>
                </a:p>
              </p:txBody>
            </p:sp>
            <p:sp>
              <p:nvSpPr>
                <p:cNvPr id="32810" name="Line 123"/>
                <p:cNvSpPr>
                  <a:spLocks noChangeShapeType="1"/>
                </p:cNvSpPr>
                <p:nvPr/>
              </p:nvSpPr>
              <p:spPr bwMode="auto">
                <a:xfrm flipV="1">
                  <a:off x="5318" y="1085"/>
                  <a:ext cx="1104" cy="960"/>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808" name="Line 124"/>
              <p:cNvSpPr>
                <a:spLocks noChangeShapeType="1"/>
              </p:cNvSpPr>
              <p:nvPr/>
            </p:nvSpPr>
            <p:spPr bwMode="auto">
              <a:xfrm flipV="1">
                <a:off x="4099" y="1565"/>
                <a:ext cx="96" cy="96"/>
              </a:xfrm>
              <a:prstGeom prst="line">
                <a:avLst/>
              </a:prstGeom>
              <a:noFill/>
              <a:ln w="3810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2799" name="Group 125"/>
            <p:cNvGrpSpPr>
              <a:grpSpLocks/>
            </p:cNvGrpSpPr>
            <p:nvPr/>
          </p:nvGrpSpPr>
          <p:grpSpPr bwMode="auto">
            <a:xfrm>
              <a:off x="3915" y="1328"/>
              <a:ext cx="1282" cy="731"/>
              <a:chOff x="3929" y="1279"/>
              <a:chExt cx="1282" cy="731"/>
            </a:xfrm>
          </p:grpSpPr>
          <p:sp>
            <p:nvSpPr>
              <p:cNvPr id="32800" name="Text Box 126"/>
              <p:cNvSpPr txBox="1">
                <a:spLocks noChangeArrowheads="1"/>
              </p:cNvSpPr>
              <p:nvPr/>
            </p:nvSpPr>
            <p:spPr bwMode="auto">
              <a:xfrm>
                <a:off x="3929" y="1279"/>
                <a:ext cx="442"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a:solidFill>
                      <a:schemeClr val="tx2"/>
                    </a:solidFill>
                  </a:rPr>
                  <a:t>L</a:t>
                </a:r>
              </a:p>
            </p:txBody>
          </p:sp>
          <p:grpSp>
            <p:nvGrpSpPr>
              <p:cNvPr id="32801" name="Group 127"/>
              <p:cNvGrpSpPr>
                <a:grpSpLocks/>
              </p:cNvGrpSpPr>
              <p:nvPr/>
            </p:nvGrpSpPr>
            <p:grpSpPr bwMode="auto">
              <a:xfrm>
                <a:off x="4297" y="1304"/>
                <a:ext cx="914" cy="706"/>
                <a:chOff x="4297" y="1304"/>
                <a:chExt cx="914" cy="706"/>
              </a:xfrm>
            </p:grpSpPr>
            <p:sp>
              <p:nvSpPr>
                <p:cNvPr id="32802" name="Line 128"/>
                <p:cNvSpPr>
                  <a:spLocks noChangeShapeType="1"/>
                </p:cNvSpPr>
                <p:nvPr/>
              </p:nvSpPr>
              <p:spPr bwMode="auto">
                <a:xfrm>
                  <a:off x="4581" y="1304"/>
                  <a:ext cx="240" cy="288"/>
                </a:xfrm>
                <a:prstGeom prst="line">
                  <a:avLst/>
                </a:prstGeom>
                <a:noFill/>
                <a:ln w="28575">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3" name="Text Box 129"/>
                <p:cNvSpPr txBox="1">
                  <a:spLocks noChangeArrowheads="1"/>
                </p:cNvSpPr>
                <p:nvPr/>
              </p:nvSpPr>
              <p:spPr bwMode="auto">
                <a:xfrm>
                  <a:off x="4779" y="1547"/>
                  <a:ext cx="432"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Tx/>
                    <a:buFontTx/>
                    <a:buNone/>
                  </a:pPr>
                  <a:r>
                    <a:rPr kumimoji="0" lang="en-US" altLang="zh-CN" sz="2800" i="1">
                      <a:solidFill>
                        <a:srgbClr val="990099"/>
                      </a:solidFill>
                    </a:rPr>
                    <a:t>P</a:t>
                  </a:r>
                </a:p>
              </p:txBody>
            </p:sp>
            <p:sp>
              <p:nvSpPr>
                <p:cNvPr id="32804" name="Line 130"/>
                <p:cNvSpPr>
                  <a:spLocks noChangeShapeType="1"/>
                </p:cNvSpPr>
                <p:nvPr/>
              </p:nvSpPr>
              <p:spPr bwMode="auto">
                <a:xfrm flipV="1">
                  <a:off x="4326" y="1451"/>
                  <a:ext cx="397" cy="59"/>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5" name="Oval 131"/>
                <p:cNvSpPr>
                  <a:spLocks noChangeArrowheads="1"/>
                </p:cNvSpPr>
                <p:nvPr/>
              </p:nvSpPr>
              <p:spPr bwMode="auto">
                <a:xfrm rot="-2219371">
                  <a:off x="4297" y="1338"/>
                  <a:ext cx="144" cy="672"/>
                </a:xfrm>
                <a:prstGeom prst="ellipse">
                  <a:avLst/>
                </a:prstGeom>
                <a:solidFill>
                  <a:srgbClr val="00FFCC">
                    <a:alpha val="50195"/>
                  </a:srgbClr>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sp>
              <p:nvSpPr>
                <p:cNvPr id="32806" name="Line 132"/>
                <p:cNvSpPr>
                  <a:spLocks noChangeShapeType="1"/>
                </p:cNvSpPr>
                <p:nvPr/>
              </p:nvSpPr>
              <p:spPr bwMode="auto">
                <a:xfrm flipH="1">
                  <a:off x="4524" y="1451"/>
                  <a:ext cx="170" cy="369"/>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932" name="Group 140"/>
          <p:cNvGrpSpPr>
            <a:grpSpLocks/>
          </p:cNvGrpSpPr>
          <p:nvPr/>
        </p:nvGrpSpPr>
        <p:grpSpPr bwMode="auto">
          <a:xfrm>
            <a:off x="746125" y="5005388"/>
            <a:ext cx="7831138" cy="1393825"/>
            <a:chOff x="470" y="3153"/>
            <a:chExt cx="4933" cy="878"/>
          </a:xfrm>
        </p:grpSpPr>
        <p:sp>
          <p:nvSpPr>
            <p:cNvPr id="32775" name="Text Box 4"/>
            <p:cNvSpPr txBox="1">
              <a:spLocks noChangeArrowheads="1"/>
            </p:cNvSpPr>
            <p:nvPr/>
          </p:nvSpPr>
          <p:spPr bwMode="auto">
            <a:xfrm>
              <a:off x="1462" y="3243"/>
              <a:ext cx="3941" cy="704"/>
            </a:xfrm>
            <a:prstGeom prst="rect">
              <a:avLst/>
            </a:prstGeom>
            <a:noFill/>
            <a:ln>
              <a:noFill/>
            </a:ln>
            <a:effectLst/>
            <a:extLst>
              <a:ext uri="{909E8E84-426E-40DD-AFC4-6F175D3DCCD1}">
                <a14:hiddenFill xmlns:a14="http://schemas.microsoft.com/office/drawing/2010/main">
                  <a:solidFill>
                    <a:srgbClr val="FFEFFF"/>
                  </a:solidFill>
                </a14:hiddenFill>
              </a:ext>
              <a:ext uri="{91240B29-F687-4F45-9708-019B960494DF}">
                <a14:hiddenLine xmlns:a14="http://schemas.microsoft.com/office/drawing/2010/main" w="9525">
                  <a:solidFill>
                    <a:srgbClr val="CC00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lnSpc>
                  <a:spcPct val="120000"/>
                </a:lnSpc>
                <a:spcBef>
                  <a:spcPct val="50000"/>
                </a:spcBef>
                <a:buClrTx/>
                <a:buFontTx/>
                <a:buNone/>
              </a:pPr>
              <a:r>
                <a:rPr kumimoji="0" lang="zh-CN" altLang="en-US" sz="2800">
                  <a:solidFill>
                    <a:srgbClr val="000000"/>
                  </a:solidFill>
                </a:rPr>
                <a:t>透射光和反射光干涉具有互补 性 ，        符合能量守恒定律</a:t>
              </a:r>
              <a:r>
                <a:rPr kumimoji="0" lang="en-US" altLang="zh-CN" sz="2800">
                  <a:solidFill>
                    <a:srgbClr val="000000"/>
                  </a:solidFill>
                </a:rPr>
                <a:t>.</a:t>
              </a:r>
            </a:p>
          </p:txBody>
        </p:sp>
        <p:grpSp>
          <p:nvGrpSpPr>
            <p:cNvPr id="32776" name="Group 139"/>
            <p:cNvGrpSpPr>
              <a:grpSpLocks/>
            </p:cNvGrpSpPr>
            <p:nvPr/>
          </p:nvGrpSpPr>
          <p:grpSpPr bwMode="auto">
            <a:xfrm>
              <a:off x="470" y="3153"/>
              <a:ext cx="907" cy="878"/>
              <a:chOff x="329" y="2614"/>
              <a:chExt cx="907" cy="878"/>
            </a:xfrm>
          </p:grpSpPr>
          <p:sp>
            <p:nvSpPr>
              <p:cNvPr id="32777" name="AutoShape 138"/>
              <p:cNvSpPr>
                <a:spLocks noChangeArrowheads="1"/>
              </p:cNvSpPr>
              <p:nvPr/>
            </p:nvSpPr>
            <p:spPr bwMode="auto">
              <a:xfrm rot="2044992">
                <a:off x="329" y="2614"/>
                <a:ext cx="907" cy="878"/>
              </a:xfrm>
              <a:prstGeom prst="irregularSeal2">
                <a:avLst/>
              </a:prstGeom>
              <a:solidFill>
                <a:srgbClr val="FF99CC">
                  <a:alpha val="16862"/>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sp>
            <p:nvSpPr>
              <p:cNvPr id="32778" name="Rectangle 134"/>
              <p:cNvSpPr>
                <a:spLocks noChangeArrowheads="1"/>
              </p:cNvSpPr>
              <p:nvPr/>
            </p:nvSpPr>
            <p:spPr bwMode="auto">
              <a:xfrm>
                <a:off x="385" y="2882"/>
                <a:ext cx="73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ClrTx/>
                  <a:buFontTx/>
                  <a:buNone/>
                </a:pPr>
                <a:r>
                  <a:rPr kumimoji="0" lang="zh-CN" altLang="en-US" sz="2800"/>
                  <a:t>注意</a:t>
                </a:r>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wipe(left)">
                                      <p:cBhvr>
                                        <p:cTn id="7" dur="500"/>
                                        <p:tgtEl>
                                          <p:spTgt spid="337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3932"/>
                                        </p:tgtEl>
                                        <p:attrNameLst>
                                          <p:attrName>style.visibility</p:attrName>
                                        </p:attrNameLst>
                                      </p:cBhvr>
                                      <p:to>
                                        <p:strVal val="visible"/>
                                      </p:to>
                                    </p:set>
                                    <p:animEffect transition="in" filter="wipe(left)">
                                      <p:cBhvr>
                                        <p:cTn id="12" dur="500"/>
                                        <p:tgtEl>
                                          <p:spTgt spid="33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C76807C1-9D9F-4232-8DB5-AD1C2F04BBE8}" type="slidenum">
              <a:rPr lang="en-US" altLang="zh-CN" sz="1400" smtClean="0"/>
              <a:pPr>
                <a:spcBef>
                  <a:spcPct val="50000"/>
                </a:spcBef>
                <a:buClrTx/>
                <a:buFontTx/>
                <a:buNone/>
              </a:pPr>
              <a:t>25</a:t>
            </a:fld>
            <a:endParaRPr lang="en-US" altLang="zh-CN" sz="1400" smtClean="0"/>
          </a:p>
        </p:txBody>
      </p:sp>
      <p:sp>
        <p:nvSpPr>
          <p:cNvPr id="33795" name="Text Box 3"/>
          <p:cNvSpPr txBox="1">
            <a:spLocks noChangeArrowheads="1"/>
          </p:cNvSpPr>
          <p:nvPr/>
        </p:nvSpPr>
        <p:spPr bwMode="auto">
          <a:xfrm>
            <a:off x="611188" y="593725"/>
            <a:ext cx="80105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
                <a:srgbClr val="0000FF"/>
              </a:buClr>
              <a:buFont typeface="Wingdings" pitchFamily="2" charset="2"/>
              <a:buNone/>
            </a:pPr>
            <a:r>
              <a:rPr kumimoji="0" lang="en-US" altLang="zh-CN" sz="2800">
                <a:solidFill>
                  <a:srgbClr val="CC0000"/>
                </a:solidFill>
              </a:rPr>
              <a:t>3. </a:t>
            </a:r>
            <a:r>
              <a:rPr kumimoji="0" lang="zh-CN" altLang="en-US" sz="2800">
                <a:solidFill>
                  <a:srgbClr val="CC0000"/>
                </a:solidFill>
              </a:rPr>
              <a:t>半波损失的具体情况</a:t>
            </a:r>
            <a:r>
              <a:rPr kumimoji="0" lang="zh-CN" altLang="en-US" sz="2800"/>
              <a:t>（以光线垂直入射为例）</a:t>
            </a:r>
          </a:p>
        </p:txBody>
      </p:sp>
      <p:graphicFrame>
        <p:nvGraphicFramePr>
          <p:cNvPr id="34821" name="Object 5"/>
          <p:cNvGraphicFramePr>
            <a:graphicFrameLocks noChangeAspect="1"/>
          </p:cNvGraphicFramePr>
          <p:nvPr/>
        </p:nvGraphicFramePr>
        <p:xfrm>
          <a:off x="1201738" y="2373313"/>
          <a:ext cx="2667000" cy="1011237"/>
        </p:xfrm>
        <a:graphic>
          <a:graphicData uri="http://schemas.openxmlformats.org/presentationml/2006/ole">
            <mc:AlternateContent xmlns:mc="http://schemas.openxmlformats.org/markup-compatibility/2006">
              <mc:Choice xmlns:v="urn:schemas-microsoft-com:vml" Requires="v">
                <p:oleObj spid="_x0000_s33826" name="Equation" r:id="rId3" imgW="1688367" imgH="723586" progId="Equation.3">
                  <p:embed/>
                </p:oleObj>
              </mc:Choice>
              <mc:Fallback>
                <p:oleObj name="Equation" r:id="rId3" imgW="1688367" imgH="723586"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1738" y="2373313"/>
                        <a:ext cx="2667000" cy="1011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2" name="Object 6"/>
          <p:cNvGraphicFramePr>
            <a:graphicFrameLocks noChangeAspect="1"/>
          </p:cNvGraphicFramePr>
          <p:nvPr/>
        </p:nvGraphicFramePr>
        <p:xfrm>
          <a:off x="1223963" y="5075238"/>
          <a:ext cx="1828800" cy="514350"/>
        </p:xfrm>
        <a:graphic>
          <a:graphicData uri="http://schemas.openxmlformats.org/presentationml/2006/ole">
            <mc:AlternateContent xmlns:mc="http://schemas.openxmlformats.org/markup-compatibility/2006">
              <mc:Choice xmlns:v="urn:schemas-microsoft-com:vml" Requires="v">
                <p:oleObj spid="_x0000_s33827" name="Equation" r:id="rId5" imgW="1181100" imgH="368300" progId="Equation.3">
                  <p:embed/>
                </p:oleObj>
              </mc:Choice>
              <mc:Fallback>
                <p:oleObj name="Equation" r:id="rId5" imgW="1181100" imgH="3683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3963" y="5075238"/>
                        <a:ext cx="18288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4823" name="Group 7"/>
          <p:cNvGrpSpPr>
            <a:grpSpLocks/>
          </p:cNvGrpSpPr>
          <p:nvPr/>
        </p:nvGrpSpPr>
        <p:grpSpPr bwMode="auto">
          <a:xfrm>
            <a:off x="4802188" y="1371600"/>
            <a:ext cx="3505200" cy="2057400"/>
            <a:chOff x="3168" y="864"/>
            <a:chExt cx="2208" cy="1296"/>
          </a:xfrm>
        </p:grpSpPr>
        <p:sp>
          <p:nvSpPr>
            <p:cNvPr id="33816" name="Rectangle 8"/>
            <p:cNvSpPr>
              <a:spLocks noChangeArrowheads="1"/>
            </p:cNvSpPr>
            <p:nvPr/>
          </p:nvSpPr>
          <p:spPr bwMode="auto">
            <a:xfrm>
              <a:off x="3168" y="864"/>
              <a:ext cx="2208" cy="1296"/>
            </a:xfrm>
            <a:prstGeom prst="rect">
              <a:avLst/>
            </a:prstGeom>
            <a:solidFill>
              <a:schemeClr val="bg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grpSp>
          <p:nvGrpSpPr>
            <p:cNvPr id="33817" name="Group 9"/>
            <p:cNvGrpSpPr>
              <a:grpSpLocks/>
            </p:cNvGrpSpPr>
            <p:nvPr/>
          </p:nvGrpSpPr>
          <p:grpSpPr bwMode="auto">
            <a:xfrm>
              <a:off x="3456" y="960"/>
              <a:ext cx="1584" cy="1200"/>
              <a:chOff x="3456" y="1344"/>
              <a:chExt cx="1584" cy="1200"/>
            </a:xfrm>
          </p:grpSpPr>
          <p:sp>
            <p:nvSpPr>
              <p:cNvPr id="33818" name="Line 10"/>
              <p:cNvSpPr>
                <a:spLocks noChangeShapeType="1"/>
              </p:cNvSpPr>
              <p:nvPr/>
            </p:nvSpPr>
            <p:spPr bwMode="auto">
              <a:xfrm>
                <a:off x="4032" y="1344"/>
                <a:ext cx="0" cy="480"/>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9" name="Line 11"/>
              <p:cNvSpPr>
                <a:spLocks noChangeShapeType="1"/>
              </p:cNvSpPr>
              <p:nvPr/>
            </p:nvSpPr>
            <p:spPr bwMode="auto">
              <a:xfrm flipV="1">
                <a:off x="4128" y="1344"/>
                <a:ext cx="0" cy="480"/>
              </a:xfrm>
              <a:prstGeom prst="line">
                <a:avLst/>
              </a:prstGeom>
              <a:noFill/>
              <a:ln w="28575">
                <a:solidFill>
                  <a:srgbClr val="C64A1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0" name="Line 12"/>
              <p:cNvSpPr>
                <a:spLocks noChangeShapeType="1"/>
              </p:cNvSpPr>
              <p:nvPr/>
            </p:nvSpPr>
            <p:spPr bwMode="auto">
              <a:xfrm flipV="1">
                <a:off x="4224" y="1344"/>
                <a:ext cx="0" cy="912"/>
              </a:xfrm>
              <a:prstGeom prst="line">
                <a:avLst/>
              </a:prstGeom>
              <a:noFill/>
              <a:ln w="28575">
                <a:solidFill>
                  <a:srgbClr val="CC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1" name="Line 13"/>
              <p:cNvSpPr>
                <a:spLocks noChangeShapeType="1"/>
              </p:cNvSpPr>
              <p:nvPr/>
            </p:nvSpPr>
            <p:spPr bwMode="auto">
              <a:xfrm>
                <a:off x="4032" y="1728"/>
                <a:ext cx="0" cy="528"/>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3822" name="Object 14"/>
              <p:cNvGraphicFramePr>
                <a:graphicFrameLocks noChangeAspect="1"/>
              </p:cNvGraphicFramePr>
              <p:nvPr/>
            </p:nvGraphicFramePr>
            <p:xfrm>
              <a:off x="4588" y="1440"/>
              <a:ext cx="260" cy="384"/>
            </p:xfrm>
            <a:graphic>
              <a:graphicData uri="http://schemas.openxmlformats.org/presentationml/2006/ole">
                <mc:AlternateContent xmlns:mc="http://schemas.openxmlformats.org/markup-compatibility/2006">
                  <mc:Choice xmlns:v="urn:schemas-microsoft-com:vml" Requires="v">
                    <p:oleObj spid="_x0000_s33828" name="公式" r:id="rId7" imgW="215619" imgH="317087" progId="Equation.3">
                      <p:embed/>
                    </p:oleObj>
                  </mc:Choice>
                  <mc:Fallback>
                    <p:oleObj name="公式" r:id="rId7" imgW="215619" imgH="317087"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88" y="1440"/>
                            <a:ext cx="26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23" name="Object 15"/>
              <p:cNvGraphicFramePr>
                <a:graphicFrameLocks noChangeAspect="1"/>
              </p:cNvGraphicFramePr>
              <p:nvPr/>
            </p:nvGraphicFramePr>
            <p:xfrm>
              <a:off x="4560" y="2160"/>
              <a:ext cx="261" cy="384"/>
            </p:xfrm>
            <a:graphic>
              <a:graphicData uri="http://schemas.openxmlformats.org/presentationml/2006/ole">
                <mc:AlternateContent xmlns:mc="http://schemas.openxmlformats.org/markup-compatibility/2006">
                  <mc:Choice xmlns:v="urn:schemas-microsoft-com:vml" Requires="v">
                    <p:oleObj spid="_x0000_s33829" name="公式" r:id="rId9" imgW="215619" imgH="317087" progId="Equation.3">
                      <p:embed/>
                    </p:oleObj>
                  </mc:Choice>
                  <mc:Fallback>
                    <p:oleObj name="公式" r:id="rId9" imgW="215619" imgH="317087"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0" y="2160"/>
                            <a:ext cx="26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24" name="Rectangle 16"/>
              <p:cNvSpPr>
                <a:spLocks noChangeArrowheads="1"/>
              </p:cNvSpPr>
              <p:nvPr/>
            </p:nvSpPr>
            <p:spPr bwMode="auto">
              <a:xfrm>
                <a:off x="3456" y="1824"/>
                <a:ext cx="1584" cy="432"/>
              </a:xfrm>
              <a:prstGeom prst="rect">
                <a:avLst/>
              </a:prstGeom>
              <a:solidFill>
                <a:srgbClr val="CEFAF2">
                  <a:alpha val="50195"/>
                </a:srgbClr>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graphicFrame>
            <p:nvGraphicFramePr>
              <p:cNvPr id="33825" name="Object 17"/>
              <p:cNvGraphicFramePr>
                <a:graphicFrameLocks noChangeAspect="1"/>
              </p:cNvGraphicFramePr>
              <p:nvPr/>
            </p:nvGraphicFramePr>
            <p:xfrm>
              <a:off x="4560" y="1824"/>
              <a:ext cx="292" cy="384"/>
            </p:xfrm>
            <a:graphic>
              <a:graphicData uri="http://schemas.openxmlformats.org/presentationml/2006/ole">
                <mc:AlternateContent xmlns:mc="http://schemas.openxmlformats.org/markup-compatibility/2006">
                  <mc:Choice xmlns:v="urn:schemas-microsoft-com:vml" Requires="v">
                    <p:oleObj spid="_x0000_s33830" name="公式" r:id="rId10" imgW="241091" imgH="317225" progId="Equation.3">
                      <p:embed/>
                    </p:oleObj>
                  </mc:Choice>
                  <mc:Fallback>
                    <p:oleObj name="公式" r:id="rId10" imgW="241091" imgH="317225" progId="Equation.3">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60" y="1824"/>
                            <a:ext cx="29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34834" name="Group 18"/>
          <p:cNvGrpSpPr>
            <a:grpSpLocks/>
          </p:cNvGrpSpPr>
          <p:nvPr/>
        </p:nvGrpSpPr>
        <p:grpSpPr bwMode="auto">
          <a:xfrm>
            <a:off x="4846638" y="3878263"/>
            <a:ext cx="3505200" cy="2133600"/>
            <a:chOff x="3168" y="2592"/>
            <a:chExt cx="2208" cy="1344"/>
          </a:xfrm>
        </p:grpSpPr>
        <p:sp>
          <p:nvSpPr>
            <p:cNvPr id="33806" name="Rectangle 19"/>
            <p:cNvSpPr>
              <a:spLocks noChangeArrowheads="1"/>
            </p:cNvSpPr>
            <p:nvPr/>
          </p:nvSpPr>
          <p:spPr bwMode="auto">
            <a:xfrm>
              <a:off x="3168" y="2592"/>
              <a:ext cx="2208" cy="1344"/>
            </a:xfrm>
            <a:prstGeom prst="rect">
              <a:avLst/>
            </a:prstGeom>
            <a:solidFill>
              <a:schemeClr val="bg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sp>
          <p:nvSpPr>
            <p:cNvPr id="33807" name="Rectangle 20" descr="浅色上对角线"/>
            <p:cNvSpPr>
              <a:spLocks noChangeArrowheads="1"/>
            </p:cNvSpPr>
            <p:nvPr/>
          </p:nvSpPr>
          <p:spPr bwMode="auto">
            <a:xfrm>
              <a:off x="3408" y="3552"/>
              <a:ext cx="1584" cy="336"/>
            </a:xfrm>
            <a:prstGeom prst="rect">
              <a:avLst/>
            </a:prstGeom>
            <a:pattFill prst="ltUpDiag">
              <a:fgClr>
                <a:srgbClr val="33CC33"/>
              </a:fgClr>
              <a:bgClr>
                <a:srgbClr val="CEFAF2"/>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sp>
          <p:nvSpPr>
            <p:cNvPr id="33808" name="Line 21"/>
            <p:cNvSpPr>
              <a:spLocks noChangeShapeType="1"/>
            </p:cNvSpPr>
            <p:nvPr/>
          </p:nvSpPr>
          <p:spPr bwMode="auto">
            <a:xfrm>
              <a:off x="4032" y="2640"/>
              <a:ext cx="0" cy="480"/>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9" name="Line 22"/>
            <p:cNvSpPr>
              <a:spLocks noChangeShapeType="1"/>
            </p:cNvSpPr>
            <p:nvPr/>
          </p:nvSpPr>
          <p:spPr bwMode="auto">
            <a:xfrm flipV="1">
              <a:off x="4128" y="2640"/>
              <a:ext cx="0" cy="480"/>
            </a:xfrm>
            <a:prstGeom prst="line">
              <a:avLst/>
            </a:prstGeom>
            <a:noFill/>
            <a:ln w="28575">
              <a:solidFill>
                <a:srgbClr val="C64A1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0" name="Line 23"/>
            <p:cNvSpPr>
              <a:spLocks noChangeShapeType="1"/>
            </p:cNvSpPr>
            <p:nvPr/>
          </p:nvSpPr>
          <p:spPr bwMode="auto">
            <a:xfrm flipV="1">
              <a:off x="4224" y="2640"/>
              <a:ext cx="0" cy="912"/>
            </a:xfrm>
            <a:prstGeom prst="line">
              <a:avLst/>
            </a:prstGeom>
            <a:noFill/>
            <a:ln w="28575">
              <a:solidFill>
                <a:srgbClr val="CC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1" name="Line 24"/>
            <p:cNvSpPr>
              <a:spLocks noChangeShapeType="1"/>
            </p:cNvSpPr>
            <p:nvPr/>
          </p:nvSpPr>
          <p:spPr bwMode="auto">
            <a:xfrm>
              <a:off x="4032" y="3024"/>
              <a:ext cx="0" cy="528"/>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3812" name="Object 25"/>
            <p:cNvGraphicFramePr>
              <a:graphicFrameLocks noChangeAspect="1"/>
            </p:cNvGraphicFramePr>
            <p:nvPr/>
          </p:nvGraphicFramePr>
          <p:xfrm>
            <a:off x="4560" y="2736"/>
            <a:ext cx="261" cy="384"/>
          </p:xfrm>
          <a:graphic>
            <a:graphicData uri="http://schemas.openxmlformats.org/presentationml/2006/ole">
              <mc:AlternateContent xmlns:mc="http://schemas.openxmlformats.org/markup-compatibility/2006">
                <mc:Choice xmlns:v="urn:schemas-microsoft-com:vml" Requires="v">
                  <p:oleObj spid="_x0000_s33831" name="公式" r:id="rId12" imgW="215619" imgH="317087" progId="Equation.3">
                    <p:embed/>
                  </p:oleObj>
                </mc:Choice>
                <mc:Fallback>
                  <p:oleObj name="公式" r:id="rId12" imgW="215619" imgH="317087" progId="Equation.3">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0" y="2736"/>
                          <a:ext cx="26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13" name="Object 26"/>
            <p:cNvGraphicFramePr>
              <a:graphicFrameLocks noChangeAspect="1"/>
            </p:cNvGraphicFramePr>
            <p:nvPr/>
          </p:nvGraphicFramePr>
          <p:xfrm>
            <a:off x="4550" y="3504"/>
            <a:ext cx="265" cy="384"/>
          </p:xfrm>
          <a:graphic>
            <a:graphicData uri="http://schemas.openxmlformats.org/presentationml/2006/ole">
              <mc:AlternateContent xmlns:mc="http://schemas.openxmlformats.org/markup-compatibility/2006">
                <mc:Choice xmlns:v="urn:schemas-microsoft-com:vml" Requires="v">
                  <p:oleObj spid="_x0000_s33832" name="公式" r:id="rId13" imgW="228600" imgH="330120" progId="Equation.3">
                    <p:embed/>
                  </p:oleObj>
                </mc:Choice>
                <mc:Fallback>
                  <p:oleObj name="公式" r:id="rId13" imgW="228600" imgH="330120" progId="Equation.3">
                    <p:embed/>
                    <p:pic>
                      <p:nvPicPr>
                        <p:cNvPr id="0" name="Object 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50" y="3504"/>
                          <a:ext cx="26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14" name="Rectangle 27"/>
            <p:cNvSpPr>
              <a:spLocks noChangeArrowheads="1"/>
            </p:cNvSpPr>
            <p:nvPr/>
          </p:nvSpPr>
          <p:spPr bwMode="auto">
            <a:xfrm>
              <a:off x="3408" y="3120"/>
              <a:ext cx="1584" cy="432"/>
            </a:xfrm>
            <a:prstGeom prst="rect">
              <a:avLst/>
            </a:prstGeom>
            <a:solidFill>
              <a:srgbClr val="CCFFFF">
                <a:alpha val="50195"/>
              </a:srgbClr>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graphicFrame>
          <p:nvGraphicFramePr>
            <p:cNvPr id="33815" name="Object 28"/>
            <p:cNvGraphicFramePr>
              <a:graphicFrameLocks noChangeAspect="1"/>
            </p:cNvGraphicFramePr>
            <p:nvPr/>
          </p:nvGraphicFramePr>
          <p:xfrm>
            <a:off x="4560" y="3120"/>
            <a:ext cx="292" cy="384"/>
          </p:xfrm>
          <a:graphic>
            <a:graphicData uri="http://schemas.openxmlformats.org/presentationml/2006/ole">
              <mc:AlternateContent xmlns:mc="http://schemas.openxmlformats.org/markup-compatibility/2006">
                <mc:Choice xmlns:v="urn:schemas-microsoft-com:vml" Requires="v">
                  <p:oleObj spid="_x0000_s33833" name="公式" r:id="rId15" imgW="241091" imgH="317225" progId="Equation.3">
                    <p:embed/>
                  </p:oleObj>
                </mc:Choice>
                <mc:Fallback>
                  <p:oleObj name="公式" r:id="rId15" imgW="241091" imgH="317225" progId="Equation.3">
                    <p:embed/>
                    <p:pic>
                      <p:nvPicPr>
                        <p:cNvPr id="0"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60" y="3120"/>
                          <a:ext cx="29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3800" name="Group 29"/>
          <p:cNvGrpSpPr>
            <a:grpSpLocks/>
          </p:cNvGrpSpPr>
          <p:nvPr/>
        </p:nvGrpSpPr>
        <p:grpSpPr bwMode="auto">
          <a:xfrm>
            <a:off x="1071563" y="1643063"/>
            <a:ext cx="2667000" cy="525462"/>
            <a:chOff x="480" y="1121"/>
            <a:chExt cx="1680" cy="331"/>
          </a:xfrm>
        </p:grpSpPr>
        <p:graphicFrame>
          <p:nvGraphicFramePr>
            <p:cNvPr id="33804" name="Object 30"/>
            <p:cNvGraphicFramePr>
              <a:graphicFrameLocks noChangeAspect="1"/>
            </p:cNvGraphicFramePr>
            <p:nvPr/>
          </p:nvGraphicFramePr>
          <p:xfrm>
            <a:off x="816" y="1121"/>
            <a:ext cx="576" cy="319"/>
          </p:xfrm>
          <a:graphic>
            <a:graphicData uri="http://schemas.openxmlformats.org/presentationml/2006/ole">
              <mc:AlternateContent xmlns:mc="http://schemas.openxmlformats.org/markup-compatibility/2006">
                <mc:Choice xmlns:v="urn:schemas-microsoft-com:vml" Requires="v">
                  <p:oleObj spid="_x0000_s33834" name="公式" r:id="rId16" imgW="685502" imgH="317362" progId="Equation.3">
                    <p:embed/>
                  </p:oleObj>
                </mc:Choice>
                <mc:Fallback>
                  <p:oleObj name="公式" r:id="rId16" imgW="685502" imgH="317362" progId="Equation.3">
                    <p:embed/>
                    <p:pic>
                      <p:nvPicPr>
                        <p:cNvPr id="0" name="Object 3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6" y="1121"/>
                          <a:ext cx="576"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05" name="Text Box 31"/>
            <p:cNvSpPr txBox="1">
              <a:spLocks noChangeArrowheads="1"/>
            </p:cNvSpPr>
            <p:nvPr/>
          </p:nvSpPr>
          <p:spPr bwMode="auto">
            <a:xfrm>
              <a:off x="480" y="1125"/>
              <a:ext cx="16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1C1C1C"/>
                  </a:solidFill>
                </a:rPr>
                <a:t>当              时</a:t>
              </a:r>
            </a:p>
          </p:txBody>
        </p:sp>
      </p:grpSp>
      <p:grpSp>
        <p:nvGrpSpPr>
          <p:cNvPr id="34848" name="Group 32"/>
          <p:cNvGrpSpPr>
            <a:grpSpLocks/>
          </p:cNvGrpSpPr>
          <p:nvPr/>
        </p:nvGrpSpPr>
        <p:grpSpPr bwMode="auto">
          <a:xfrm>
            <a:off x="1147763" y="4110038"/>
            <a:ext cx="3505200" cy="533400"/>
            <a:chOff x="480" y="2352"/>
            <a:chExt cx="2208" cy="336"/>
          </a:xfrm>
        </p:grpSpPr>
        <p:graphicFrame>
          <p:nvGraphicFramePr>
            <p:cNvPr id="33802" name="Object 33"/>
            <p:cNvGraphicFramePr>
              <a:graphicFrameLocks noChangeAspect="1"/>
            </p:cNvGraphicFramePr>
            <p:nvPr/>
          </p:nvGraphicFramePr>
          <p:xfrm>
            <a:off x="816" y="2352"/>
            <a:ext cx="1104" cy="336"/>
          </p:xfrm>
          <a:graphic>
            <a:graphicData uri="http://schemas.openxmlformats.org/presentationml/2006/ole">
              <mc:AlternateContent xmlns:mc="http://schemas.openxmlformats.org/markup-compatibility/2006">
                <mc:Choice xmlns:v="urn:schemas-microsoft-com:vml" Requires="v">
                  <p:oleObj spid="_x0000_s33835" name="公式" r:id="rId18" imgW="1155700" imgH="330200" progId="Equation.3">
                    <p:embed/>
                  </p:oleObj>
                </mc:Choice>
                <mc:Fallback>
                  <p:oleObj name="公式" r:id="rId18" imgW="1155700" imgH="330200" progId="Equation.3">
                    <p:embed/>
                    <p:pic>
                      <p:nvPicPr>
                        <p:cNvPr id="0" name="Object 3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16" y="2352"/>
                          <a:ext cx="1104"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03" name="Text Box 34"/>
            <p:cNvSpPr txBox="1">
              <a:spLocks noChangeArrowheads="1"/>
            </p:cNvSpPr>
            <p:nvPr/>
          </p:nvSpPr>
          <p:spPr bwMode="auto">
            <a:xfrm>
              <a:off x="480" y="2352"/>
              <a:ext cx="22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ClrTx/>
                <a:buFontTx/>
                <a:buNone/>
              </a:pPr>
              <a:r>
                <a:rPr kumimoji="0" lang="zh-CN" altLang="en-US" sz="2800">
                  <a:solidFill>
                    <a:srgbClr val="1C1C1C"/>
                  </a:solidFill>
                </a:rPr>
                <a:t>当                       时</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823"/>
                                        </p:tgtEl>
                                        <p:attrNameLst>
                                          <p:attrName>style.visibility</p:attrName>
                                        </p:attrNameLst>
                                      </p:cBhvr>
                                      <p:to>
                                        <p:strVal val="visible"/>
                                      </p:to>
                                    </p:set>
                                    <p:animEffect transition="in" filter="box(in)">
                                      <p:cBhvr>
                                        <p:cTn id="7" dur="500"/>
                                        <p:tgtEl>
                                          <p:spTgt spid="348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4821"/>
                                        </p:tgtEl>
                                        <p:attrNameLst>
                                          <p:attrName>style.visibility</p:attrName>
                                        </p:attrNameLst>
                                      </p:cBhvr>
                                      <p:to>
                                        <p:strVal val="visible"/>
                                      </p:to>
                                    </p:set>
                                    <p:animEffect transition="in" filter="blinds(horizontal)">
                                      <p:cBhvr>
                                        <p:cTn id="12" dur="500"/>
                                        <p:tgtEl>
                                          <p:spTgt spid="348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3484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nodeType="clickEffect">
                                  <p:stCondLst>
                                    <p:cond delay="0"/>
                                  </p:stCondLst>
                                  <p:childTnLst>
                                    <p:set>
                                      <p:cBhvr>
                                        <p:cTn id="20" dur="1" fill="hold">
                                          <p:stCondLst>
                                            <p:cond delay="0"/>
                                          </p:stCondLst>
                                        </p:cTn>
                                        <p:tgtEl>
                                          <p:spTgt spid="34834"/>
                                        </p:tgtEl>
                                        <p:attrNameLst>
                                          <p:attrName>style.visibility</p:attrName>
                                        </p:attrNameLst>
                                      </p:cBhvr>
                                      <p:to>
                                        <p:strVal val="visible"/>
                                      </p:to>
                                    </p:set>
                                    <p:animEffect transition="in" filter="box(out)">
                                      <p:cBhvr>
                                        <p:cTn id="21" dur="500"/>
                                        <p:tgtEl>
                                          <p:spTgt spid="3483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5" fill="hold" nodeType="clickEffect">
                                  <p:stCondLst>
                                    <p:cond delay="0"/>
                                  </p:stCondLst>
                                  <p:childTnLst>
                                    <p:set>
                                      <p:cBhvr>
                                        <p:cTn id="25" dur="1" fill="hold">
                                          <p:stCondLst>
                                            <p:cond delay="0"/>
                                          </p:stCondLst>
                                        </p:cTn>
                                        <p:tgtEl>
                                          <p:spTgt spid="34822"/>
                                        </p:tgtEl>
                                        <p:attrNameLst>
                                          <p:attrName>style.visibility</p:attrName>
                                        </p:attrNameLst>
                                      </p:cBhvr>
                                      <p:to>
                                        <p:strVal val="visible"/>
                                      </p:to>
                                    </p:set>
                                    <p:animEffect transition="in" filter="blinds(vertical)">
                                      <p:cBhvr>
                                        <p:cTn id="26" dur="500"/>
                                        <p:tgtEl>
                                          <p:spTgt spid="34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EEF73FA4-1768-4B72-9710-62714A25F6EF}" type="slidenum">
              <a:rPr lang="en-US" altLang="zh-CN" sz="1400" smtClean="0"/>
              <a:pPr>
                <a:spcBef>
                  <a:spcPct val="50000"/>
                </a:spcBef>
                <a:buClrTx/>
                <a:buFontTx/>
                <a:buNone/>
              </a:pPr>
              <a:t>26</a:t>
            </a:fld>
            <a:endParaRPr lang="en-US" altLang="zh-CN" sz="1400" smtClean="0"/>
          </a:p>
        </p:txBody>
      </p:sp>
      <p:sp>
        <p:nvSpPr>
          <p:cNvPr id="34819" name="Text Box 2"/>
          <p:cNvSpPr txBox="1">
            <a:spLocks noChangeArrowheads="1"/>
          </p:cNvSpPr>
          <p:nvPr/>
        </p:nvSpPr>
        <p:spPr bwMode="auto">
          <a:xfrm>
            <a:off x="744538" y="323850"/>
            <a:ext cx="7788275"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ClrTx/>
              <a:buFontTx/>
              <a:buNone/>
            </a:pPr>
            <a:r>
              <a:rPr kumimoji="0" lang="zh-CN" altLang="en-US" sz="2800">
                <a:solidFill>
                  <a:srgbClr val="CC0000"/>
                </a:solidFill>
              </a:rPr>
              <a:t>例</a:t>
            </a:r>
            <a:r>
              <a:rPr kumimoji="0" lang="en-US" altLang="zh-CN" sz="2800">
                <a:solidFill>
                  <a:srgbClr val="CC0000"/>
                </a:solidFill>
              </a:rPr>
              <a:t>1</a:t>
            </a:r>
            <a:r>
              <a:rPr kumimoji="0" lang="en-US" altLang="zh-CN" sz="2800">
                <a:solidFill>
                  <a:srgbClr val="1C1C1C"/>
                </a:solidFill>
              </a:rPr>
              <a:t>    </a:t>
            </a:r>
            <a:r>
              <a:rPr kumimoji="0" lang="zh-CN" altLang="en-US" sz="2800">
                <a:solidFill>
                  <a:srgbClr val="1C1C1C"/>
                </a:solidFill>
              </a:rPr>
              <a:t>一油轮漏出的油</a:t>
            </a:r>
            <a:r>
              <a:rPr kumimoji="0" lang="en-US" altLang="zh-CN" sz="2800">
                <a:solidFill>
                  <a:srgbClr val="1C1C1C"/>
                </a:solidFill>
              </a:rPr>
              <a:t>(</a:t>
            </a:r>
            <a:r>
              <a:rPr kumimoji="0" lang="zh-CN" altLang="en-US" sz="2800">
                <a:solidFill>
                  <a:srgbClr val="1C1C1C"/>
                </a:solidFill>
              </a:rPr>
              <a:t>折射率</a:t>
            </a:r>
            <a:r>
              <a:rPr kumimoji="0" lang="en-US" altLang="zh-CN" sz="2800" i="1"/>
              <a:t>n</a:t>
            </a:r>
            <a:r>
              <a:rPr kumimoji="0" lang="en-US" altLang="zh-CN" sz="2800" baseline="-25000"/>
              <a:t>1</a:t>
            </a:r>
            <a:r>
              <a:rPr kumimoji="0" lang="en-US" altLang="zh-CN" sz="2800"/>
              <a:t>=1.20)</a:t>
            </a:r>
            <a:r>
              <a:rPr kumimoji="0" lang="zh-CN" altLang="en-US" sz="2800"/>
              <a:t>污染</a:t>
            </a:r>
            <a:r>
              <a:rPr kumimoji="0" lang="zh-CN" altLang="en-US" sz="2800">
                <a:solidFill>
                  <a:srgbClr val="1C1C1C"/>
                </a:solidFill>
              </a:rPr>
              <a:t>了某海域</a:t>
            </a:r>
            <a:r>
              <a:rPr kumimoji="0" lang="en-US" altLang="zh-CN" sz="2800">
                <a:solidFill>
                  <a:srgbClr val="1C1C1C"/>
                </a:solidFill>
              </a:rPr>
              <a:t>, </a:t>
            </a:r>
            <a:r>
              <a:rPr kumimoji="0" lang="zh-CN" altLang="en-US" sz="2800">
                <a:solidFill>
                  <a:srgbClr val="1C1C1C"/>
                </a:solidFill>
              </a:rPr>
              <a:t>在海水</a:t>
            </a:r>
            <a:r>
              <a:rPr kumimoji="0" lang="en-US" altLang="zh-CN" sz="2800">
                <a:solidFill>
                  <a:srgbClr val="1C1C1C"/>
                </a:solidFill>
              </a:rPr>
              <a:t>(</a:t>
            </a:r>
            <a:r>
              <a:rPr kumimoji="0" lang="en-US" altLang="zh-CN" sz="2800" i="1">
                <a:solidFill>
                  <a:srgbClr val="1C1C1C"/>
                </a:solidFill>
              </a:rPr>
              <a:t>n</a:t>
            </a:r>
            <a:r>
              <a:rPr kumimoji="0" lang="en-US" altLang="zh-CN" sz="2800" baseline="-25000">
                <a:solidFill>
                  <a:srgbClr val="1C1C1C"/>
                </a:solidFill>
              </a:rPr>
              <a:t>2</a:t>
            </a:r>
            <a:r>
              <a:rPr kumimoji="0" lang="en-US" altLang="zh-CN" sz="2800">
                <a:solidFill>
                  <a:srgbClr val="1C1C1C"/>
                </a:solidFill>
              </a:rPr>
              <a:t>=1.30)</a:t>
            </a:r>
            <a:r>
              <a:rPr kumimoji="0" lang="zh-CN" altLang="en-US" sz="2800">
                <a:solidFill>
                  <a:srgbClr val="1C1C1C"/>
                </a:solidFill>
              </a:rPr>
              <a:t>表面形成一层薄薄的油污</a:t>
            </a:r>
            <a:r>
              <a:rPr kumimoji="0" lang="en-US" altLang="zh-CN" sz="2800">
                <a:solidFill>
                  <a:srgbClr val="1C1C1C"/>
                </a:solidFill>
              </a:rPr>
              <a:t>.</a:t>
            </a:r>
          </a:p>
        </p:txBody>
      </p:sp>
      <p:sp>
        <p:nvSpPr>
          <p:cNvPr id="34820" name="Text Box 3"/>
          <p:cNvSpPr txBox="1">
            <a:spLocks noChangeArrowheads="1"/>
          </p:cNvSpPr>
          <p:nvPr/>
        </p:nvSpPr>
        <p:spPr bwMode="auto">
          <a:xfrm>
            <a:off x="611188" y="1314450"/>
            <a:ext cx="8137525"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ClrTx/>
              <a:buFontTx/>
              <a:buNone/>
            </a:pPr>
            <a:r>
              <a:rPr kumimoji="0" lang="en-US" altLang="zh-CN" sz="2800">
                <a:solidFill>
                  <a:srgbClr val="1C1C1C"/>
                </a:solidFill>
              </a:rPr>
              <a:t>       </a:t>
            </a:r>
            <a:r>
              <a:rPr kumimoji="0" lang="en-US" altLang="zh-CN" sz="2800">
                <a:solidFill>
                  <a:srgbClr val="CC0000"/>
                </a:solidFill>
              </a:rPr>
              <a:t>(1)</a:t>
            </a:r>
            <a:r>
              <a:rPr kumimoji="0" lang="zh-CN" altLang="en-US" sz="2800">
                <a:solidFill>
                  <a:srgbClr val="1C1C1C"/>
                </a:solidFill>
              </a:rPr>
              <a:t>如果太阳正位于海域上空，一直升飞机的驾驶员从飞机上向正下方观察，他所正对的油层厚度为</a:t>
            </a:r>
            <a:r>
              <a:rPr kumimoji="0" lang="en-US" altLang="zh-CN" sz="2800">
                <a:solidFill>
                  <a:srgbClr val="1C1C1C"/>
                </a:solidFill>
              </a:rPr>
              <a:t>460 nm,</a:t>
            </a:r>
            <a:r>
              <a:rPr kumimoji="0" lang="zh-CN" altLang="en-US" sz="2800">
                <a:solidFill>
                  <a:srgbClr val="1C1C1C"/>
                </a:solidFill>
              </a:rPr>
              <a:t>则他将观察到油层呈什么颜色</a:t>
            </a:r>
            <a:r>
              <a:rPr kumimoji="0" lang="en-US" altLang="zh-CN" sz="2800">
                <a:solidFill>
                  <a:srgbClr val="1C1C1C"/>
                </a:solidFill>
              </a:rPr>
              <a:t>?</a:t>
            </a:r>
          </a:p>
        </p:txBody>
      </p:sp>
      <p:sp>
        <p:nvSpPr>
          <p:cNvPr id="34821" name="Text Box 4"/>
          <p:cNvSpPr txBox="1">
            <a:spLocks noChangeArrowheads="1"/>
          </p:cNvSpPr>
          <p:nvPr/>
        </p:nvSpPr>
        <p:spPr bwMode="auto">
          <a:xfrm>
            <a:off x="609600" y="2889250"/>
            <a:ext cx="8078788"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ClrTx/>
              <a:buFontTx/>
              <a:buNone/>
            </a:pPr>
            <a:r>
              <a:rPr kumimoji="0" lang="en-US" altLang="zh-CN" sz="2800">
                <a:solidFill>
                  <a:srgbClr val="1C1C1C"/>
                </a:solidFill>
              </a:rPr>
              <a:t>       </a:t>
            </a:r>
            <a:r>
              <a:rPr kumimoji="0" lang="en-US" altLang="zh-CN" sz="2800">
                <a:solidFill>
                  <a:srgbClr val="CC0000"/>
                </a:solidFill>
              </a:rPr>
              <a:t>(2)</a:t>
            </a:r>
            <a:r>
              <a:rPr kumimoji="0" lang="zh-CN" altLang="en-US" sz="2800">
                <a:solidFill>
                  <a:srgbClr val="1C1C1C"/>
                </a:solidFill>
              </a:rPr>
              <a:t>如果一潜水员潜入该区域水下，并向正上方观察，又将看到油层呈什么颜色？</a:t>
            </a:r>
          </a:p>
        </p:txBody>
      </p:sp>
      <p:sp>
        <p:nvSpPr>
          <p:cNvPr id="34822" name="Rectangle 8" descr="浅色上对角线"/>
          <p:cNvSpPr>
            <a:spLocks noChangeArrowheads="1"/>
          </p:cNvSpPr>
          <p:nvPr/>
        </p:nvSpPr>
        <p:spPr bwMode="auto">
          <a:xfrm>
            <a:off x="2635250" y="5724525"/>
            <a:ext cx="3570288" cy="584200"/>
          </a:xfrm>
          <a:prstGeom prst="rect">
            <a:avLst/>
          </a:prstGeom>
          <a:pattFill prst="ltUpDiag">
            <a:fgClr>
              <a:srgbClr val="33CC33"/>
            </a:fgClr>
            <a:bgClr>
              <a:srgbClr val="CEFAF2"/>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graphicFrame>
        <p:nvGraphicFramePr>
          <p:cNvPr id="34823" name="Object 13"/>
          <p:cNvGraphicFramePr>
            <a:graphicFrameLocks noChangeAspect="1"/>
          </p:cNvGraphicFramePr>
          <p:nvPr/>
        </p:nvGraphicFramePr>
        <p:xfrm>
          <a:off x="6373813" y="5222875"/>
          <a:ext cx="379412" cy="495300"/>
        </p:xfrm>
        <a:graphic>
          <a:graphicData uri="http://schemas.openxmlformats.org/presentationml/2006/ole">
            <mc:AlternateContent xmlns:mc="http://schemas.openxmlformats.org/markup-compatibility/2006">
              <mc:Choice xmlns:v="urn:schemas-microsoft-com:vml" Requires="v">
                <p:oleObj spid="_x0000_s34827" name="公式" r:id="rId3" imgW="164885" imgH="215619" progId="Equation.3">
                  <p:embed/>
                </p:oleObj>
              </mc:Choice>
              <mc:Fallback>
                <p:oleObj name="公式" r:id="rId3" imgW="164885" imgH="215619"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3813" y="5222875"/>
                        <a:ext cx="379412"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4" name="Rectangle 15"/>
          <p:cNvSpPr>
            <a:spLocks noChangeArrowheads="1"/>
          </p:cNvSpPr>
          <p:nvPr/>
        </p:nvSpPr>
        <p:spPr bwMode="auto">
          <a:xfrm>
            <a:off x="2768600" y="5408613"/>
            <a:ext cx="3286125" cy="309562"/>
          </a:xfrm>
          <a:prstGeom prst="rect">
            <a:avLst/>
          </a:prstGeom>
          <a:solidFill>
            <a:srgbClr val="CCFFFF">
              <a:alpha val="50195"/>
            </a:srgbClr>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graphicFrame>
        <p:nvGraphicFramePr>
          <p:cNvPr id="34825" name="Object 16"/>
          <p:cNvGraphicFramePr>
            <a:graphicFrameLocks noChangeAspect="1"/>
          </p:cNvGraphicFramePr>
          <p:nvPr/>
        </p:nvGraphicFramePr>
        <p:xfrm>
          <a:off x="6359525" y="5768975"/>
          <a:ext cx="407988" cy="495300"/>
        </p:xfrm>
        <a:graphic>
          <a:graphicData uri="http://schemas.openxmlformats.org/presentationml/2006/ole">
            <mc:AlternateContent xmlns:mc="http://schemas.openxmlformats.org/markup-compatibility/2006">
              <mc:Choice xmlns:v="urn:schemas-microsoft-com:vml" Requires="v">
                <p:oleObj spid="_x0000_s34828" name="公式" r:id="rId5" imgW="177569" imgH="215619" progId="Equation.3">
                  <p:embed/>
                </p:oleObj>
              </mc:Choice>
              <mc:Fallback>
                <p:oleObj name="公式" r:id="rId5" imgW="177569" imgH="215619"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9525" y="5768975"/>
                        <a:ext cx="407988"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6" name="Text Box 17"/>
          <p:cNvSpPr txBox="1">
            <a:spLocks noChangeArrowheads="1"/>
          </p:cNvSpPr>
          <p:nvPr/>
        </p:nvSpPr>
        <p:spPr bwMode="auto">
          <a:xfrm>
            <a:off x="3938588" y="4043363"/>
            <a:ext cx="6778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 typeface="Wingdings" pitchFamily="2" charset="2"/>
              <a:buChar char="Q"/>
            </a:pPr>
            <a:r>
              <a:rPr lang="en-US" altLang="zh-CN" sz="6000">
                <a:solidFill>
                  <a:schemeClr val="bg2"/>
                </a:solidFill>
              </a:rPr>
              <a:t> </a:t>
            </a:r>
          </a:p>
        </p:txBody>
      </p:sp>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C8A8C525-0AFD-446F-B42C-7C69FE211897}" type="slidenum">
              <a:rPr lang="en-US" altLang="zh-CN" sz="1400" smtClean="0"/>
              <a:pPr>
                <a:spcBef>
                  <a:spcPct val="50000"/>
                </a:spcBef>
                <a:buClrTx/>
                <a:buFontTx/>
                <a:buNone/>
              </a:pPr>
              <a:t>27</a:t>
            </a:fld>
            <a:endParaRPr lang="en-US" altLang="zh-CN" sz="1400" smtClean="0"/>
          </a:p>
        </p:txBody>
      </p:sp>
      <p:sp>
        <p:nvSpPr>
          <p:cNvPr id="35843" name="Text Box 3"/>
          <p:cNvSpPr txBox="1">
            <a:spLocks noChangeArrowheads="1"/>
          </p:cNvSpPr>
          <p:nvPr/>
        </p:nvSpPr>
        <p:spPr bwMode="auto">
          <a:xfrm>
            <a:off x="798513" y="1225550"/>
            <a:ext cx="17954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zh-CN" altLang="en-US" sz="2800">
                <a:solidFill>
                  <a:srgbClr val="CC0000"/>
                </a:solidFill>
              </a:rPr>
              <a:t>解 </a:t>
            </a:r>
            <a:r>
              <a:rPr kumimoji="0" lang="en-US" altLang="zh-CN" sz="2800">
                <a:solidFill>
                  <a:srgbClr val="CC0000"/>
                </a:solidFill>
              </a:rPr>
              <a:t>(1)</a:t>
            </a:r>
          </a:p>
        </p:txBody>
      </p:sp>
      <p:graphicFrame>
        <p:nvGraphicFramePr>
          <p:cNvPr id="36868" name="Object 4"/>
          <p:cNvGraphicFramePr>
            <a:graphicFrameLocks noChangeAspect="1"/>
          </p:cNvGraphicFramePr>
          <p:nvPr/>
        </p:nvGraphicFramePr>
        <p:xfrm>
          <a:off x="6513513" y="1225550"/>
          <a:ext cx="1585912" cy="538163"/>
        </p:xfrm>
        <a:graphic>
          <a:graphicData uri="http://schemas.openxmlformats.org/presentationml/2006/ole">
            <mc:AlternateContent xmlns:mc="http://schemas.openxmlformats.org/markup-compatibility/2006">
              <mc:Choice xmlns:v="urn:schemas-microsoft-com:vml" Requires="v">
                <p:oleObj spid="_x0000_s35864" name="公式" r:id="rId3" imgW="634449" imgH="215713" progId="Equation.3">
                  <p:embed/>
                </p:oleObj>
              </mc:Choice>
              <mc:Fallback>
                <p:oleObj name="公式" r:id="rId3" imgW="634449" imgH="21571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3513" y="1225550"/>
                        <a:ext cx="1585912"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0" name="Object 6"/>
          <p:cNvGraphicFramePr>
            <a:graphicFrameLocks noChangeAspect="1"/>
          </p:cNvGraphicFramePr>
          <p:nvPr/>
        </p:nvGraphicFramePr>
        <p:xfrm>
          <a:off x="1616075" y="4240213"/>
          <a:ext cx="4665663" cy="538162"/>
        </p:xfrm>
        <a:graphic>
          <a:graphicData uri="http://schemas.openxmlformats.org/presentationml/2006/ole">
            <mc:AlternateContent xmlns:mc="http://schemas.openxmlformats.org/markup-compatibility/2006">
              <mc:Choice xmlns:v="urn:schemas-microsoft-com:vml" Requires="v">
                <p:oleObj spid="_x0000_s35865" name="公式" r:id="rId5" imgW="1866090" imgH="215806" progId="Equation.3">
                  <p:embed/>
                </p:oleObj>
              </mc:Choice>
              <mc:Fallback>
                <p:oleObj name="公式" r:id="rId5" imgW="1866090" imgH="215806"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6075" y="4240213"/>
                        <a:ext cx="4665663"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1" name="Object 7"/>
          <p:cNvGraphicFramePr>
            <a:graphicFrameLocks noChangeAspect="1"/>
          </p:cNvGraphicFramePr>
          <p:nvPr/>
        </p:nvGraphicFramePr>
        <p:xfrm>
          <a:off x="1573213" y="4827588"/>
          <a:ext cx="4348162" cy="538162"/>
        </p:xfrm>
        <a:graphic>
          <a:graphicData uri="http://schemas.openxmlformats.org/presentationml/2006/ole">
            <mc:AlternateContent xmlns:mc="http://schemas.openxmlformats.org/markup-compatibility/2006">
              <mc:Choice xmlns:v="urn:schemas-microsoft-com:vml" Requires="v">
                <p:oleObj spid="_x0000_s35866" name="公式" r:id="rId7" imgW="1739900" imgH="215900" progId="Equation.3">
                  <p:embed/>
                </p:oleObj>
              </mc:Choice>
              <mc:Fallback>
                <p:oleObj name="公式" r:id="rId7" imgW="1739900" imgH="2159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73213" y="4827588"/>
                        <a:ext cx="4348162"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2" name="Object 8"/>
          <p:cNvGraphicFramePr>
            <a:graphicFrameLocks noChangeAspect="1"/>
          </p:cNvGraphicFramePr>
          <p:nvPr/>
        </p:nvGraphicFramePr>
        <p:xfrm>
          <a:off x="1603375" y="5430838"/>
          <a:ext cx="4633913" cy="1014412"/>
        </p:xfrm>
        <a:graphic>
          <a:graphicData uri="http://schemas.openxmlformats.org/presentationml/2006/ole">
            <mc:AlternateContent xmlns:mc="http://schemas.openxmlformats.org/markup-compatibility/2006">
              <mc:Choice xmlns:v="urn:schemas-microsoft-com:vml" Requires="v">
                <p:oleObj spid="_x0000_s35867" name="公式" r:id="rId9" imgW="1853396" imgH="406224" progId="Equation.3">
                  <p:embed/>
                </p:oleObj>
              </mc:Choice>
              <mc:Fallback>
                <p:oleObj name="公式" r:id="rId9" imgW="1853396" imgH="406224"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03375" y="5430838"/>
                        <a:ext cx="4633913"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3" name="Text Box 9"/>
          <p:cNvSpPr txBox="1">
            <a:spLocks noChangeArrowheads="1"/>
          </p:cNvSpPr>
          <p:nvPr/>
        </p:nvSpPr>
        <p:spPr bwMode="auto">
          <a:xfrm>
            <a:off x="6102350" y="4791075"/>
            <a:ext cx="1219200" cy="528638"/>
          </a:xfrm>
          <a:prstGeom prst="rect">
            <a:avLst/>
          </a:prstGeom>
          <a:gradFill rotWithShape="0">
            <a:gsLst>
              <a:gs pos="0">
                <a:srgbClr val="00FF00"/>
              </a:gs>
              <a:gs pos="50000">
                <a:srgbClr val="FFFFFF"/>
              </a:gs>
              <a:gs pos="100000">
                <a:srgbClr val="00FF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50000"/>
              </a:spcBef>
              <a:buClrTx/>
              <a:buFontTx/>
              <a:buNone/>
            </a:pPr>
            <a:r>
              <a:rPr kumimoji="0" lang="zh-CN" altLang="en-US" sz="2800">
                <a:solidFill>
                  <a:srgbClr val="1C1C1C"/>
                </a:solidFill>
              </a:rPr>
              <a:t>绿色</a:t>
            </a:r>
          </a:p>
        </p:txBody>
      </p:sp>
      <p:sp>
        <p:nvSpPr>
          <p:cNvPr id="35849" name="Rectangle 10"/>
          <p:cNvSpPr>
            <a:spLocks noChangeArrowheads="1"/>
          </p:cNvSpPr>
          <p:nvPr/>
        </p:nvSpPr>
        <p:spPr bwMode="auto">
          <a:xfrm>
            <a:off x="790575" y="569913"/>
            <a:ext cx="1177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zh-CN" altLang="en-US" sz="2800">
                <a:solidFill>
                  <a:srgbClr val="CC0000"/>
                </a:solidFill>
              </a:rPr>
              <a:t>已知</a:t>
            </a:r>
            <a:r>
              <a:rPr kumimoji="0" lang="en-US" altLang="zh-CN" sz="2800">
                <a:solidFill>
                  <a:srgbClr val="CC0000"/>
                </a:solidFill>
              </a:rPr>
              <a:t>:</a:t>
            </a:r>
          </a:p>
        </p:txBody>
      </p:sp>
      <p:sp>
        <p:nvSpPr>
          <p:cNvPr id="35850" name="Rectangle 11"/>
          <p:cNvSpPr>
            <a:spLocks noChangeArrowheads="1"/>
          </p:cNvSpPr>
          <p:nvPr/>
        </p:nvSpPr>
        <p:spPr bwMode="auto">
          <a:xfrm>
            <a:off x="2090738" y="549275"/>
            <a:ext cx="152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en-US" altLang="zh-CN" sz="2800" i="1">
                <a:solidFill>
                  <a:srgbClr val="1C1C1C"/>
                </a:solidFill>
              </a:rPr>
              <a:t>n</a:t>
            </a:r>
            <a:r>
              <a:rPr kumimoji="0" lang="en-US" altLang="zh-CN" sz="2800" baseline="-25000">
                <a:solidFill>
                  <a:srgbClr val="1C1C1C"/>
                </a:solidFill>
              </a:rPr>
              <a:t>1</a:t>
            </a:r>
            <a:r>
              <a:rPr kumimoji="0" lang="en-US" altLang="zh-CN" sz="2800">
                <a:solidFill>
                  <a:srgbClr val="1C1C1C"/>
                </a:solidFill>
              </a:rPr>
              <a:t>=1.20</a:t>
            </a:r>
          </a:p>
        </p:txBody>
      </p:sp>
      <p:sp>
        <p:nvSpPr>
          <p:cNvPr id="35851" name="Rectangle 12"/>
          <p:cNvSpPr>
            <a:spLocks noChangeArrowheads="1"/>
          </p:cNvSpPr>
          <p:nvPr/>
        </p:nvSpPr>
        <p:spPr bwMode="auto">
          <a:xfrm>
            <a:off x="3870325" y="549275"/>
            <a:ext cx="13287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en-US" altLang="zh-CN" sz="2800" i="1">
                <a:solidFill>
                  <a:srgbClr val="1C1C1C"/>
                </a:solidFill>
              </a:rPr>
              <a:t>n</a:t>
            </a:r>
            <a:r>
              <a:rPr kumimoji="0" lang="en-US" altLang="zh-CN" sz="2800" baseline="-25000">
                <a:solidFill>
                  <a:srgbClr val="1C1C1C"/>
                </a:solidFill>
              </a:rPr>
              <a:t>2</a:t>
            </a:r>
            <a:r>
              <a:rPr kumimoji="0" lang="en-US" altLang="zh-CN" sz="2800">
                <a:solidFill>
                  <a:srgbClr val="1C1C1C"/>
                </a:solidFill>
              </a:rPr>
              <a:t>=1.30</a:t>
            </a:r>
          </a:p>
        </p:txBody>
      </p:sp>
      <p:sp>
        <p:nvSpPr>
          <p:cNvPr id="35852" name="Rectangle 13"/>
          <p:cNvSpPr>
            <a:spLocks noChangeArrowheads="1"/>
          </p:cNvSpPr>
          <p:nvPr/>
        </p:nvSpPr>
        <p:spPr bwMode="auto">
          <a:xfrm>
            <a:off x="5595938" y="549275"/>
            <a:ext cx="1682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en-US" altLang="zh-CN" sz="2800" i="1">
                <a:solidFill>
                  <a:srgbClr val="1C1C1C"/>
                </a:solidFill>
              </a:rPr>
              <a:t>d</a:t>
            </a:r>
            <a:r>
              <a:rPr kumimoji="0" lang="en-US" altLang="zh-CN" sz="2800">
                <a:solidFill>
                  <a:srgbClr val="1C1C1C"/>
                </a:solidFill>
              </a:rPr>
              <a:t>=460 nm</a:t>
            </a:r>
          </a:p>
        </p:txBody>
      </p:sp>
      <p:sp>
        <p:nvSpPr>
          <p:cNvPr id="35853" name="Text Box 15"/>
          <p:cNvSpPr txBox="1">
            <a:spLocks noChangeArrowheads="1"/>
          </p:cNvSpPr>
          <p:nvPr/>
        </p:nvSpPr>
        <p:spPr bwMode="auto">
          <a:xfrm>
            <a:off x="2011363" y="1223963"/>
            <a:ext cx="5718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t>由题意知反射光的光程差为</a:t>
            </a:r>
          </a:p>
        </p:txBody>
      </p:sp>
      <p:sp>
        <p:nvSpPr>
          <p:cNvPr id="35854" name="Text Box 17"/>
          <p:cNvSpPr txBox="1">
            <a:spLocks noChangeArrowheads="1"/>
          </p:cNvSpPr>
          <p:nvPr/>
        </p:nvSpPr>
        <p:spPr bwMode="auto">
          <a:xfrm>
            <a:off x="2012950" y="1223963"/>
            <a:ext cx="5718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t>由题意知反射光的光程差为</a:t>
            </a:r>
          </a:p>
        </p:txBody>
      </p:sp>
      <p:sp>
        <p:nvSpPr>
          <p:cNvPr id="36882" name="Text Box 18"/>
          <p:cNvSpPr txBox="1">
            <a:spLocks noChangeArrowheads="1"/>
          </p:cNvSpPr>
          <p:nvPr/>
        </p:nvSpPr>
        <p:spPr bwMode="auto">
          <a:xfrm>
            <a:off x="2006600" y="1876425"/>
            <a:ext cx="670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t>只有满足干涉加强条件的光才能被看见</a:t>
            </a:r>
          </a:p>
        </p:txBody>
      </p:sp>
      <p:grpSp>
        <p:nvGrpSpPr>
          <p:cNvPr id="36887" name="Group 23"/>
          <p:cNvGrpSpPr>
            <a:grpSpLocks/>
          </p:cNvGrpSpPr>
          <p:nvPr/>
        </p:nvGrpSpPr>
        <p:grpSpPr bwMode="auto">
          <a:xfrm>
            <a:off x="1330325" y="3114675"/>
            <a:ext cx="2276475" cy="1014413"/>
            <a:chOff x="810" y="2103"/>
            <a:chExt cx="1434" cy="639"/>
          </a:xfrm>
        </p:grpSpPr>
        <p:graphicFrame>
          <p:nvGraphicFramePr>
            <p:cNvPr id="35862" name="Object 5"/>
            <p:cNvGraphicFramePr>
              <a:graphicFrameLocks noChangeAspect="1"/>
            </p:cNvGraphicFramePr>
            <p:nvPr/>
          </p:nvGraphicFramePr>
          <p:xfrm>
            <a:off x="1264" y="2103"/>
            <a:ext cx="980" cy="639"/>
          </p:xfrm>
          <a:graphic>
            <a:graphicData uri="http://schemas.openxmlformats.org/presentationml/2006/ole">
              <mc:AlternateContent xmlns:mc="http://schemas.openxmlformats.org/markup-compatibility/2006">
                <mc:Choice xmlns:v="urn:schemas-microsoft-com:vml" Requires="v">
                  <p:oleObj spid="_x0000_s35868" name="公式" r:id="rId11" imgW="622030" imgH="406224" progId="Equation.3">
                    <p:embed/>
                  </p:oleObj>
                </mc:Choice>
                <mc:Fallback>
                  <p:oleObj name="公式" r:id="rId11" imgW="622030" imgH="406224" progId="Equation.3">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64" y="2103"/>
                          <a:ext cx="980" cy="6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63" name="Rectangle 21"/>
            <p:cNvSpPr>
              <a:spLocks noChangeArrowheads="1"/>
            </p:cNvSpPr>
            <p:nvPr/>
          </p:nvSpPr>
          <p:spPr bwMode="auto">
            <a:xfrm>
              <a:off x="810" y="2245"/>
              <a:ext cx="39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t>得</a:t>
              </a:r>
            </a:p>
          </p:txBody>
        </p:sp>
      </p:grpSp>
      <p:grpSp>
        <p:nvGrpSpPr>
          <p:cNvPr id="36888" name="Group 24"/>
          <p:cNvGrpSpPr>
            <a:grpSpLocks/>
          </p:cNvGrpSpPr>
          <p:nvPr/>
        </p:nvGrpSpPr>
        <p:grpSpPr bwMode="auto">
          <a:xfrm>
            <a:off x="1285875" y="2530475"/>
            <a:ext cx="5746750" cy="538163"/>
            <a:chOff x="810" y="1594"/>
            <a:chExt cx="3620" cy="339"/>
          </a:xfrm>
        </p:grpSpPr>
        <p:grpSp>
          <p:nvGrpSpPr>
            <p:cNvPr id="35858" name="Group 20"/>
            <p:cNvGrpSpPr>
              <a:grpSpLocks/>
            </p:cNvGrpSpPr>
            <p:nvPr/>
          </p:nvGrpSpPr>
          <p:grpSpPr bwMode="auto">
            <a:xfrm>
              <a:off x="810" y="1594"/>
              <a:ext cx="1984" cy="339"/>
              <a:chOff x="782" y="1736"/>
              <a:chExt cx="1984" cy="339"/>
            </a:xfrm>
          </p:grpSpPr>
          <p:graphicFrame>
            <p:nvGraphicFramePr>
              <p:cNvPr id="35860" name="Object 16"/>
              <p:cNvGraphicFramePr>
                <a:graphicFrameLocks noChangeAspect="1"/>
              </p:cNvGraphicFramePr>
              <p:nvPr/>
            </p:nvGraphicFramePr>
            <p:xfrm>
              <a:off x="1227" y="1736"/>
              <a:ext cx="1539" cy="339"/>
            </p:xfrm>
            <a:graphic>
              <a:graphicData uri="http://schemas.openxmlformats.org/presentationml/2006/ole">
                <mc:AlternateContent xmlns:mc="http://schemas.openxmlformats.org/markup-compatibility/2006">
                  <mc:Choice xmlns:v="urn:schemas-microsoft-com:vml" Requires="v">
                    <p:oleObj spid="_x0000_s35869" name="公式" r:id="rId13" imgW="977476" imgH="215806" progId="Equation.3">
                      <p:embed/>
                    </p:oleObj>
                  </mc:Choice>
                  <mc:Fallback>
                    <p:oleObj name="公式" r:id="rId13" imgW="977476" imgH="215806"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27" y="1736"/>
                            <a:ext cx="1539"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61" name="Text Box 19"/>
              <p:cNvSpPr txBox="1">
                <a:spLocks noChangeArrowheads="1"/>
              </p:cNvSpPr>
              <p:nvPr/>
            </p:nvSpPr>
            <p:spPr bwMode="auto">
              <a:xfrm>
                <a:off x="782" y="1736"/>
                <a:ext cx="8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t>令</a:t>
                </a:r>
              </a:p>
            </p:txBody>
          </p:sp>
        </p:grpSp>
        <p:graphicFrame>
          <p:nvGraphicFramePr>
            <p:cNvPr id="35859" name="Object 22"/>
            <p:cNvGraphicFramePr>
              <a:graphicFrameLocks noChangeAspect="1"/>
            </p:cNvGraphicFramePr>
            <p:nvPr/>
          </p:nvGraphicFramePr>
          <p:xfrm>
            <a:off x="3362" y="1610"/>
            <a:ext cx="1068" cy="295"/>
          </p:xfrm>
          <a:graphic>
            <a:graphicData uri="http://schemas.openxmlformats.org/presentationml/2006/ole">
              <mc:AlternateContent xmlns:mc="http://schemas.openxmlformats.org/markup-compatibility/2006">
                <mc:Choice xmlns:v="urn:schemas-microsoft-com:vml" Requires="v">
                  <p:oleObj spid="_x0000_s35870" name="公式" r:id="rId15" imgW="714502" imgH="180900" progId="Equation.3">
                    <p:embed/>
                  </p:oleObj>
                </mc:Choice>
                <mc:Fallback>
                  <p:oleObj name="公式" r:id="rId15" imgW="714502" imgH="180900"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62" y="1610"/>
                          <a:ext cx="1068"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6868"/>
                                        </p:tgtEl>
                                        <p:attrNameLst>
                                          <p:attrName>style.visibility</p:attrName>
                                        </p:attrNameLst>
                                      </p:cBhvr>
                                      <p:to>
                                        <p:strVal val="visible"/>
                                      </p:to>
                                    </p:set>
                                    <p:animEffect transition="in" filter="wipe(left)">
                                      <p:cBhvr>
                                        <p:cTn id="7" dur="500"/>
                                        <p:tgtEl>
                                          <p:spTgt spid="368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82"/>
                                        </p:tgtEl>
                                        <p:attrNameLst>
                                          <p:attrName>style.visibility</p:attrName>
                                        </p:attrNameLst>
                                      </p:cBhvr>
                                      <p:to>
                                        <p:strVal val="visible"/>
                                      </p:to>
                                    </p:set>
                                    <p:animEffect transition="in" filter="wipe(left)">
                                      <p:cBhvr>
                                        <p:cTn id="12" dur="500"/>
                                        <p:tgtEl>
                                          <p:spTgt spid="368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6888"/>
                                        </p:tgtEl>
                                        <p:attrNameLst>
                                          <p:attrName>style.visibility</p:attrName>
                                        </p:attrNameLst>
                                      </p:cBhvr>
                                      <p:to>
                                        <p:strVal val="visible"/>
                                      </p:to>
                                    </p:set>
                                    <p:animEffect transition="in" filter="wipe(left)">
                                      <p:cBhvr>
                                        <p:cTn id="17" dur="500"/>
                                        <p:tgtEl>
                                          <p:spTgt spid="368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6887"/>
                                        </p:tgtEl>
                                        <p:attrNameLst>
                                          <p:attrName>style.visibility</p:attrName>
                                        </p:attrNameLst>
                                      </p:cBhvr>
                                      <p:to>
                                        <p:strVal val="visible"/>
                                      </p:to>
                                    </p:set>
                                    <p:animEffect transition="in" filter="wipe(left)">
                                      <p:cBhvr>
                                        <p:cTn id="22" dur="500"/>
                                        <p:tgtEl>
                                          <p:spTgt spid="368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nodeType="clickEffect">
                                  <p:stCondLst>
                                    <p:cond delay="0"/>
                                  </p:stCondLst>
                                  <p:childTnLst>
                                    <p:set>
                                      <p:cBhvr>
                                        <p:cTn id="26" dur="1" fill="hold">
                                          <p:stCondLst>
                                            <p:cond delay="0"/>
                                          </p:stCondLst>
                                        </p:cTn>
                                        <p:tgtEl>
                                          <p:spTgt spid="36870"/>
                                        </p:tgtEl>
                                        <p:attrNameLst>
                                          <p:attrName>style.visibility</p:attrName>
                                        </p:attrNameLst>
                                      </p:cBhvr>
                                      <p:to>
                                        <p:strVal val="visible"/>
                                      </p:to>
                                    </p:set>
                                    <p:animEffect transition="in" filter="blinds(vertical)">
                                      <p:cBhvr>
                                        <p:cTn id="27" dur="500"/>
                                        <p:tgtEl>
                                          <p:spTgt spid="3687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7" presetClass="entr" presetSubtype="10" fill="hold" nodeType="clickEffect">
                                  <p:stCondLst>
                                    <p:cond delay="0"/>
                                  </p:stCondLst>
                                  <p:childTnLst>
                                    <p:set>
                                      <p:cBhvr>
                                        <p:cTn id="31" dur="1" fill="hold">
                                          <p:stCondLst>
                                            <p:cond delay="0"/>
                                          </p:stCondLst>
                                        </p:cTn>
                                        <p:tgtEl>
                                          <p:spTgt spid="36871"/>
                                        </p:tgtEl>
                                        <p:attrNameLst>
                                          <p:attrName>style.visibility</p:attrName>
                                        </p:attrNameLst>
                                      </p:cBhvr>
                                      <p:to>
                                        <p:strVal val="visible"/>
                                      </p:to>
                                    </p:set>
                                    <p:anim calcmode="lin" valueType="num">
                                      <p:cBhvr>
                                        <p:cTn id="32" dur="500" fill="hold"/>
                                        <p:tgtEl>
                                          <p:spTgt spid="36871"/>
                                        </p:tgtEl>
                                        <p:attrNameLst>
                                          <p:attrName>ppt_w</p:attrName>
                                        </p:attrNameLst>
                                      </p:cBhvr>
                                      <p:tavLst>
                                        <p:tav tm="0">
                                          <p:val>
                                            <p:fltVal val="0"/>
                                          </p:val>
                                        </p:tav>
                                        <p:tav tm="100000">
                                          <p:val>
                                            <p:strVal val="#ppt_w"/>
                                          </p:val>
                                        </p:tav>
                                      </p:tavLst>
                                    </p:anim>
                                    <p:anim calcmode="lin" valueType="num">
                                      <p:cBhvr>
                                        <p:cTn id="33" dur="500" fill="hold"/>
                                        <p:tgtEl>
                                          <p:spTgt spid="36871"/>
                                        </p:tgtEl>
                                        <p:attrNameLst>
                                          <p:attrName>ppt_h</p:attrName>
                                        </p:attrNameLst>
                                      </p:cBhvr>
                                      <p:tavLst>
                                        <p:tav tm="0">
                                          <p:val>
                                            <p:strVal val="#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6" presetClass="entr" presetSubtype="42" fill="hold" nodeType="clickEffect">
                                  <p:stCondLst>
                                    <p:cond delay="0"/>
                                  </p:stCondLst>
                                  <p:childTnLst>
                                    <p:set>
                                      <p:cBhvr>
                                        <p:cTn id="37" dur="1" fill="hold">
                                          <p:stCondLst>
                                            <p:cond delay="0"/>
                                          </p:stCondLst>
                                        </p:cTn>
                                        <p:tgtEl>
                                          <p:spTgt spid="36872"/>
                                        </p:tgtEl>
                                        <p:attrNameLst>
                                          <p:attrName>style.visibility</p:attrName>
                                        </p:attrNameLst>
                                      </p:cBhvr>
                                      <p:to>
                                        <p:strVal val="visible"/>
                                      </p:to>
                                    </p:set>
                                    <p:animEffect transition="in" filter="barn(outHorizontal)">
                                      <p:cBhvr>
                                        <p:cTn id="38" dur="500"/>
                                        <p:tgtEl>
                                          <p:spTgt spid="3687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6873"/>
                                        </p:tgtEl>
                                        <p:attrNameLst>
                                          <p:attrName>style.visibility</p:attrName>
                                        </p:attrNameLst>
                                      </p:cBhvr>
                                      <p:to>
                                        <p:strVal val="visible"/>
                                      </p:to>
                                    </p:set>
                                    <p:anim calcmode="lin" valueType="num">
                                      <p:cBhvr additive="base">
                                        <p:cTn id="43" dur="500" fill="hold"/>
                                        <p:tgtEl>
                                          <p:spTgt spid="36873"/>
                                        </p:tgtEl>
                                        <p:attrNameLst>
                                          <p:attrName>ppt_x</p:attrName>
                                        </p:attrNameLst>
                                      </p:cBhvr>
                                      <p:tavLst>
                                        <p:tav tm="0">
                                          <p:val>
                                            <p:strVal val="#ppt_x"/>
                                          </p:val>
                                        </p:tav>
                                        <p:tav tm="100000">
                                          <p:val>
                                            <p:strVal val="#ppt_x"/>
                                          </p:val>
                                        </p:tav>
                                      </p:tavLst>
                                    </p:anim>
                                    <p:anim calcmode="lin" valueType="num">
                                      <p:cBhvr additive="base">
                                        <p:cTn id="44" dur="500" fill="hold"/>
                                        <p:tgtEl>
                                          <p:spTgt spid="368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3" grpId="0" animBg="1" autoUpdateAnimBg="0"/>
      <p:bldP spid="3688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D3E34608-5C9C-47D9-9D88-8D1A611DA5CA}" type="slidenum">
              <a:rPr lang="en-US" altLang="zh-CN" sz="1400" smtClean="0"/>
              <a:pPr>
                <a:spcBef>
                  <a:spcPct val="50000"/>
                </a:spcBef>
                <a:buClrTx/>
                <a:buFontTx/>
                <a:buNone/>
              </a:pPr>
              <a:t>28</a:t>
            </a:fld>
            <a:endParaRPr lang="en-US" altLang="zh-CN" sz="1400" smtClean="0"/>
          </a:p>
        </p:txBody>
      </p:sp>
      <p:graphicFrame>
        <p:nvGraphicFramePr>
          <p:cNvPr id="37890" name="Object 2"/>
          <p:cNvGraphicFramePr>
            <a:graphicFrameLocks noChangeAspect="1"/>
          </p:cNvGraphicFramePr>
          <p:nvPr/>
        </p:nvGraphicFramePr>
        <p:xfrm>
          <a:off x="1285875" y="2708275"/>
          <a:ext cx="4265613" cy="852488"/>
        </p:xfrm>
        <a:graphic>
          <a:graphicData uri="http://schemas.openxmlformats.org/presentationml/2006/ole">
            <mc:AlternateContent xmlns:mc="http://schemas.openxmlformats.org/markup-compatibility/2006">
              <mc:Choice xmlns:v="urn:schemas-microsoft-com:vml" Requires="v">
                <p:oleObj spid="_x0000_s36887" name="公式" r:id="rId3" imgW="2032000" imgH="406400" progId="Equation.3">
                  <p:embed/>
                </p:oleObj>
              </mc:Choice>
              <mc:Fallback>
                <p:oleObj name="公式" r:id="rId3" imgW="2032000" imgH="406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75" y="2708275"/>
                        <a:ext cx="4265613" cy="85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68" name="Text Box 4"/>
          <p:cNvSpPr txBox="1">
            <a:spLocks noChangeArrowheads="1"/>
          </p:cNvSpPr>
          <p:nvPr/>
        </p:nvSpPr>
        <p:spPr bwMode="auto">
          <a:xfrm>
            <a:off x="566738" y="503238"/>
            <a:ext cx="51641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kumimoji="0" lang="en-US" altLang="zh-CN" sz="2800">
                <a:solidFill>
                  <a:srgbClr val="CC0000"/>
                </a:solidFill>
                <a:latin typeface="宋体" charset="-122"/>
              </a:rPr>
              <a:t> (</a:t>
            </a:r>
            <a:r>
              <a:rPr kumimoji="0" lang="en-US" altLang="zh-CN" sz="2800">
                <a:solidFill>
                  <a:srgbClr val="CC0000"/>
                </a:solidFill>
              </a:rPr>
              <a:t>2</a:t>
            </a:r>
            <a:r>
              <a:rPr kumimoji="0" lang="en-US" altLang="zh-CN" sz="2800">
                <a:solidFill>
                  <a:srgbClr val="CC0000"/>
                </a:solidFill>
                <a:latin typeface="宋体" charset="-122"/>
              </a:rPr>
              <a:t>)</a:t>
            </a:r>
            <a:r>
              <a:rPr kumimoji="0" lang="zh-CN" altLang="en-US" sz="2800">
                <a:solidFill>
                  <a:srgbClr val="1C1C1C"/>
                </a:solidFill>
              </a:rPr>
              <a:t>透射光的光程差</a:t>
            </a:r>
          </a:p>
        </p:txBody>
      </p:sp>
      <p:graphicFrame>
        <p:nvGraphicFramePr>
          <p:cNvPr id="37893" name="Object 5"/>
          <p:cNvGraphicFramePr>
            <a:graphicFrameLocks noChangeAspect="1"/>
          </p:cNvGraphicFramePr>
          <p:nvPr/>
        </p:nvGraphicFramePr>
        <p:xfrm>
          <a:off x="4032250" y="519113"/>
          <a:ext cx="2744788" cy="525462"/>
        </p:xfrm>
        <a:graphic>
          <a:graphicData uri="http://schemas.openxmlformats.org/presentationml/2006/ole">
            <mc:AlternateContent xmlns:mc="http://schemas.openxmlformats.org/markup-compatibility/2006">
              <mc:Choice xmlns:v="urn:schemas-microsoft-com:vml" Requires="v">
                <p:oleObj spid="_x0000_s36888" name="公式" r:id="rId5" imgW="1040948" imgH="228501" progId="Equation.3">
                  <p:embed/>
                </p:oleObj>
              </mc:Choice>
              <mc:Fallback>
                <p:oleObj name="公式" r:id="rId5" imgW="1040948" imgH="228501"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2250" y="519113"/>
                        <a:ext cx="2744788"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4" name="Object 6"/>
          <p:cNvGraphicFramePr>
            <a:graphicFrameLocks noChangeAspect="1"/>
          </p:cNvGraphicFramePr>
          <p:nvPr/>
        </p:nvGraphicFramePr>
        <p:xfrm>
          <a:off x="1285875" y="5502275"/>
          <a:ext cx="4398963" cy="852488"/>
        </p:xfrm>
        <a:graphic>
          <a:graphicData uri="http://schemas.openxmlformats.org/presentationml/2006/ole">
            <mc:AlternateContent xmlns:mc="http://schemas.openxmlformats.org/markup-compatibility/2006">
              <mc:Choice xmlns:v="urn:schemas-microsoft-com:vml" Requires="v">
                <p:oleObj spid="_x0000_s36889" name="公式" r:id="rId7" imgW="2094591" imgH="406224" progId="Equation.3">
                  <p:embed/>
                </p:oleObj>
              </mc:Choice>
              <mc:Fallback>
                <p:oleObj name="公式" r:id="rId7" imgW="2094591" imgH="406224"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5875" y="5502275"/>
                        <a:ext cx="4398963" cy="85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7945" name="Group 57"/>
          <p:cNvGrpSpPr>
            <a:grpSpLocks/>
          </p:cNvGrpSpPr>
          <p:nvPr/>
        </p:nvGrpSpPr>
        <p:grpSpPr bwMode="auto">
          <a:xfrm>
            <a:off x="1285875" y="3638550"/>
            <a:ext cx="5692775" cy="852488"/>
            <a:chOff x="810" y="2292"/>
            <a:chExt cx="3586" cy="537"/>
          </a:xfrm>
        </p:grpSpPr>
        <p:graphicFrame>
          <p:nvGraphicFramePr>
            <p:cNvPr id="36885" name="Object 8"/>
            <p:cNvGraphicFramePr>
              <a:graphicFrameLocks noChangeAspect="1"/>
            </p:cNvGraphicFramePr>
            <p:nvPr/>
          </p:nvGraphicFramePr>
          <p:xfrm>
            <a:off x="810" y="2292"/>
            <a:ext cx="2586" cy="537"/>
          </p:xfrm>
          <a:graphic>
            <a:graphicData uri="http://schemas.openxmlformats.org/presentationml/2006/ole">
              <mc:AlternateContent xmlns:mc="http://schemas.openxmlformats.org/markup-compatibility/2006">
                <mc:Choice xmlns:v="urn:schemas-microsoft-com:vml" Requires="v">
                  <p:oleObj spid="_x0000_s36890" name="公式" r:id="rId9" imgW="1954951" imgH="406224" progId="Equation.3">
                    <p:embed/>
                  </p:oleObj>
                </mc:Choice>
                <mc:Fallback>
                  <p:oleObj name="公式" r:id="rId9" imgW="1954951" imgH="406224"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0" y="2292"/>
                          <a:ext cx="2586" cy="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6" name="Text Box 9"/>
            <p:cNvSpPr txBox="1">
              <a:spLocks noChangeArrowheads="1"/>
            </p:cNvSpPr>
            <p:nvPr/>
          </p:nvSpPr>
          <p:spPr bwMode="auto">
            <a:xfrm>
              <a:off x="3589" y="2415"/>
              <a:ext cx="807" cy="333"/>
            </a:xfrm>
            <a:prstGeom prst="rect">
              <a:avLst/>
            </a:prstGeom>
            <a:gradFill rotWithShape="0">
              <a:gsLst>
                <a:gs pos="0">
                  <a:srgbClr val="FF0000"/>
                </a:gs>
                <a:gs pos="50000">
                  <a:srgbClr val="FFFFFF"/>
                </a:gs>
                <a:gs pos="100000">
                  <a:srgbClr val="FF0000"/>
                </a:gs>
              </a:gsLst>
              <a:lin ang="5400000" scaled="1"/>
            </a:gra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50000"/>
                </a:spcBef>
                <a:buClrTx/>
                <a:buFontTx/>
                <a:buNone/>
              </a:pPr>
              <a:r>
                <a:rPr kumimoji="0" lang="zh-CN" altLang="en-US" sz="2800">
                  <a:solidFill>
                    <a:srgbClr val="1C1C1C"/>
                  </a:solidFill>
                </a:rPr>
                <a:t>红光</a:t>
              </a:r>
            </a:p>
          </p:txBody>
        </p:sp>
      </p:grpSp>
      <p:grpSp>
        <p:nvGrpSpPr>
          <p:cNvPr id="37946" name="Group 58"/>
          <p:cNvGrpSpPr>
            <a:grpSpLocks/>
          </p:cNvGrpSpPr>
          <p:nvPr/>
        </p:nvGrpSpPr>
        <p:grpSpPr bwMode="auto">
          <a:xfrm>
            <a:off x="1285875" y="4570413"/>
            <a:ext cx="5692775" cy="852487"/>
            <a:chOff x="810" y="2879"/>
            <a:chExt cx="3586" cy="537"/>
          </a:xfrm>
        </p:grpSpPr>
        <p:graphicFrame>
          <p:nvGraphicFramePr>
            <p:cNvPr id="36881" name="Object 11"/>
            <p:cNvGraphicFramePr>
              <a:graphicFrameLocks noChangeAspect="1"/>
            </p:cNvGraphicFramePr>
            <p:nvPr/>
          </p:nvGraphicFramePr>
          <p:xfrm>
            <a:off x="810" y="2879"/>
            <a:ext cx="2737" cy="537"/>
          </p:xfrm>
          <a:graphic>
            <a:graphicData uri="http://schemas.openxmlformats.org/presentationml/2006/ole">
              <mc:AlternateContent xmlns:mc="http://schemas.openxmlformats.org/markup-compatibility/2006">
                <mc:Choice xmlns:v="urn:schemas-microsoft-com:vml" Requires="v">
                  <p:oleObj spid="_x0000_s36891" name="公式" r:id="rId11" imgW="2070100" imgH="406400" progId="Equation.3">
                    <p:embed/>
                  </p:oleObj>
                </mc:Choice>
                <mc:Fallback>
                  <p:oleObj name="公式" r:id="rId11" imgW="2070100" imgH="4064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0" y="2879"/>
                          <a:ext cx="2737" cy="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00" name="Text Box 12"/>
            <p:cNvSpPr txBox="1">
              <a:spLocks noChangeArrowheads="1"/>
            </p:cNvSpPr>
            <p:nvPr/>
          </p:nvSpPr>
          <p:spPr bwMode="auto">
            <a:xfrm>
              <a:off x="3589" y="2982"/>
              <a:ext cx="807" cy="327"/>
            </a:xfrm>
            <a:prstGeom prst="rect">
              <a:avLst/>
            </a:prstGeom>
            <a:gradFill rotWithShape="0">
              <a:gsLst>
                <a:gs pos="0">
                  <a:srgbClr val="9900FF">
                    <a:alpha val="78000"/>
                  </a:srgbClr>
                </a:gs>
                <a:gs pos="50000">
                  <a:srgbClr val="FFFFFF"/>
                </a:gs>
                <a:gs pos="100000">
                  <a:srgbClr val="9900FF">
                    <a:alpha val="78000"/>
                  </a:srgbClr>
                </a:gs>
              </a:gsLst>
              <a:lin ang="5400000" scaled="1"/>
            </a:gradFill>
            <a:ln>
              <a:noFill/>
            </a:ln>
            <a:effectLst/>
            <a:extLst>
              <a:ext uri="{91240B29-F687-4F45-9708-019B960494DF}">
                <a14:hiddenLine xmlns:a14="http://schemas.microsoft.com/office/drawing/2010/main" w="9525">
                  <a:solidFill>
                    <a:srgbClr val="CC00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a:solidFill>
                    <a:srgbClr val="1C1C1C"/>
                  </a:solidFill>
                </a:rPr>
                <a:t>紫光</a:t>
              </a:r>
            </a:p>
          </p:txBody>
        </p:sp>
      </p:grpSp>
      <p:grpSp>
        <p:nvGrpSpPr>
          <p:cNvPr id="37944" name="Group 56"/>
          <p:cNvGrpSpPr>
            <a:grpSpLocks/>
          </p:cNvGrpSpPr>
          <p:nvPr/>
        </p:nvGrpSpPr>
        <p:grpSpPr bwMode="auto">
          <a:xfrm>
            <a:off x="1241425" y="1135063"/>
            <a:ext cx="5700713" cy="1438275"/>
            <a:chOff x="782" y="715"/>
            <a:chExt cx="3591" cy="906"/>
          </a:xfrm>
        </p:grpSpPr>
        <p:grpSp>
          <p:nvGrpSpPr>
            <p:cNvPr id="36874" name="Group 28"/>
            <p:cNvGrpSpPr>
              <a:grpSpLocks/>
            </p:cNvGrpSpPr>
            <p:nvPr/>
          </p:nvGrpSpPr>
          <p:grpSpPr bwMode="auto">
            <a:xfrm>
              <a:off x="782" y="1084"/>
              <a:ext cx="1410" cy="537"/>
              <a:chOff x="782" y="1056"/>
              <a:chExt cx="1410" cy="537"/>
            </a:xfrm>
          </p:grpSpPr>
          <p:graphicFrame>
            <p:nvGraphicFramePr>
              <p:cNvPr id="36879" name="Object 22"/>
              <p:cNvGraphicFramePr>
                <a:graphicFrameLocks noChangeAspect="1"/>
              </p:cNvGraphicFramePr>
              <p:nvPr/>
            </p:nvGraphicFramePr>
            <p:xfrm>
              <a:off x="1151" y="1056"/>
              <a:ext cx="1041" cy="537"/>
            </p:xfrm>
            <a:graphic>
              <a:graphicData uri="http://schemas.openxmlformats.org/presentationml/2006/ole">
                <mc:AlternateContent xmlns:mc="http://schemas.openxmlformats.org/markup-compatibility/2006">
                  <mc:Choice xmlns:v="urn:schemas-microsoft-com:vml" Requires="v">
                    <p:oleObj spid="_x0000_s36892" name="公式" r:id="rId13" imgW="787058" imgH="406224" progId="Equation.3">
                      <p:embed/>
                    </p:oleObj>
                  </mc:Choice>
                  <mc:Fallback>
                    <p:oleObj name="公式" r:id="rId13" imgW="787058" imgH="406224" progId="Equation.3">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51" y="1056"/>
                            <a:ext cx="1041" cy="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0" name="Rectangle 23"/>
              <p:cNvSpPr>
                <a:spLocks noChangeArrowheads="1"/>
              </p:cNvSpPr>
              <p:nvPr/>
            </p:nvSpPr>
            <p:spPr bwMode="auto">
              <a:xfrm>
                <a:off x="782" y="1168"/>
                <a:ext cx="39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t>得</a:t>
                </a:r>
              </a:p>
            </p:txBody>
          </p:sp>
        </p:grpSp>
        <p:grpSp>
          <p:nvGrpSpPr>
            <p:cNvPr id="36875" name="Group 27"/>
            <p:cNvGrpSpPr>
              <a:grpSpLocks/>
            </p:cNvGrpSpPr>
            <p:nvPr/>
          </p:nvGrpSpPr>
          <p:grpSpPr bwMode="auto">
            <a:xfrm>
              <a:off x="782" y="715"/>
              <a:ext cx="3591" cy="339"/>
              <a:chOff x="782" y="715"/>
              <a:chExt cx="3591" cy="339"/>
            </a:xfrm>
          </p:grpSpPr>
          <p:sp>
            <p:nvSpPr>
              <p:cNvPr id="36876" name="Text Box 20"/>
              <p:cNvSpPr txBox="1">
                <a:spLocks noChangeArrowheads="1"/>
              </p:cNvSpPr>
              <p:nvPr/>
            </p:nvSpPr>
            <p:spPr bwMode="auto">
              <a:xfrm>
                <a:off x="782" y="715"/>
                <a:ext cx="8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t>令</a:t>
                </a:r>
              </a:p>
            </p:txBody>
          </p:sp>
          <p:graphicFrame>
            <p:nvGraphicFramePr>
              <p:cNvPr id="36877" name="Object 24"/>
              <p:cNvGraphicFramePr>
                <a:graphicFrameLocks noChangeAspect="1"/>
              </p:cNvGraphicFramePr>
              <p:nvPr/>
            </p:nvGraphicFramePr>
            <p:xfrm>
              <a:off x="3305" y="730"/>
              <a:ext cx="1068" cy="295"/>
            </p:xfrm>
            <a:graphic>
              <a:graphicData uri="http://schemas.openxmlformats.org/presentationml/2006/ole">
                <mc:AlternateContent xmlns:mc="http://schemas.openxmlformats.org/markup-compatibility/2006">
                  <mc:Choice xmlns:v="urn:schemas-microsoft-com:vml" Requires="v">
                    <p:oleObj spid="_x0000_s36893" name="公式" r:id="rId15" imgW="714502" imgH="180900" progId="Equation.3">
                      <p:embed/>
                    </p:oleObj>
                  </mc:Choice>
                  <mc:Fallback>
                    <p:oleObj name="公式" r:id="rId15" imgW="714502" imgH="180900" progId="Equation.3">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05" y="730"/>
                            <a:ext cx="1068"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8" name="Object 25"/>
              <p:cNvGraphicFramePr>
                <a:graphicFrameLocks noChangeAspect="1"/>
              </p:cNvGraphicFramePr>
              <p:nvPr/>
            </p:nvGraphicFramePr>
            <p:xfrm>
              <a:off x="1123" y="752"/>
              <a:ext cx="1814" cy="302"/>
            </p:xfrm>
            <a:graphic>
              <a:graphicData uri="http://schemas.openxmlformats.org/presentationml/2006/ole">
                <mc:AlternateContent xmlns:mc="http://schemas.openxmlformats.org/markup-compatibility/2006">
                  <mc:Choice xmlns:v="urn:schemas-microsoft-com:vml" Requires="v">
                    <p:oleObj spid="_x0000_s36894" name="公式" r:id="rId17" imgW="1371600" imgH="228600" progId="Equation.3">
                      <p:embed/>
                    </p:oleObj>
                  </mc:Choice>
                  <mc:Fallback>
                    <p:oleObj name="公式" r:id="rId17" imgW="1371600" imgH="228600" progId="Equation.3">
                      <p:embed/>
                      <p:pic>
                        <p:nvPicPr>
                          <p:cNvPr id="0" name="Object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23" y="752"/>
                            <a:ext cx="1814"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7893"/>
                                        </p:tgtEl>
                                        <p:attrNameLst>
                                          <p:attrName>style.visibility</p:attrName>
                                        </p:attrNameLst>
                                      </p:cBhvr>
                                      <p:to>
                                        <p:strVal val="visible"/>
                                      </p:to>
                                    </p:set>
                                    <p:animEffect transition="in" filter="wipe(left)">
                                      <p:cBhvr>
                                        <p:cTn id="7" dur="500"/>
                                        <p:tgtEl>
                                          <p:spTgt spid="378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7944"/>
                                        </p:tgtEl>
                                        <p:attrNameLst>
                                          <p:attrName>style.visibility</p:attrName>
                                        </p:attrNameLst>
                                      </p:cBhvr>
                                      <p:to>
                                        <p:strVal val="visible"/>
                                      </p:to>
                                    </p:set>
                                    <p:animEffect transition="in" filter="wipe(left)">
                                      <p:cBhvr>
                                        <p:cTn id="12" dur="500"/>
                                        <p:tgtEl>
                                          <p:spTgt spid="379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37890"/>
                                        </p:tgtEl>
                                        <p:attrNameLst>
                                          <p:attrName>style.visibility</p:attrName>
                                        </p:attrNameLst>
                                      </p:cBhvr>
                                      <p:to>
                                        <p:strVal val="visible"/>
                                      </p:to>
                                    </p:set>
                                    <p:animEffect transition="in" filter="blinds(vertical)">
                                      <p:cBhvr>
                                        <p:cTn id="17" dur="500"/>
                                        <p:tgtEl>
                                          <p:spTgt spid="378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7945"/>
                                        </p:tgtEl>
                                        <p:attrNameLst>
                                          <p:attrName>style.visibility</p:attrName>
                                        </p:attrNameLst>
                                      </p:cBhvr>
                                      <p:to>
                                        <p:strVal val="visible"/>
                                      </p:to>
                                    </p:set>
                                    <p:animEffect transition="in" filter="wipe(left)">
                                      <p:cBhvr>
                                        <p:cTn id="22" dur="500"/>
                                        <p:tgtEl>
                                          <p:spTgt spid="379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7946"/>
                                        </p:tgtEl>
                                        <p:attrNameLst>
                                          <p:attrName>style.visibility</p:attrName>
                                        </p:attrNameLst>
                                      </p:cBhvr>
                                      <p:to>
                                        <p:strVal val="visible"/>
                                      </p:to>
                                    </p:set>
                                    <p:animEffect transition="in" filter="wipe(left)">
                                      <p:cBhvr>
                                        <p:cTn id="27" dur="500"/>
                                        <p:tgtEl>
                                          <p:spTgt spid="379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nodeType="clickEffect">
                                  <p:stCondLst>
                                    <p:cond delay="0"/>
                                  </p:stCondLst>
                                  <p:childTnLst>
                                    <p:set>
                                      <p:cBhvr>
                                        <p:cTn id="31" dur="1" fill="hold">
                                          <p:stCondLst>
                                            <p:cond delay="0"/>
                                          </p:stCondLst>
                                        </p:cTn>
                                        <p:tgtEl>
                                          <p:spTgt spid="37894"/>
                                        </p:tgtEl>
                                        <p:attrNameLst>
                                          <p:attrName>style.visibility</p:attrName>
                                        </p:attrNameLst>
                                      </p:cBhvr>
                                      <p:to>
                                        <p:strVal val="visible"/>
                                      </p:to>
                                    </p:set>
                                    <p:animEffect transition="in" filter="blinds(vertical)">
                                      <p:cBhvr>
                                        <p:cTn id="32" dur="500"/>
                                        <p:tgtEl>
                                          <p:spTgt spid="37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2"/>
          </p:nvPr>
        </p:nvSpPr>
        <p:spPr>
          <a:noFill/>
        </p:spPr>
        <p:txBody>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buClrTx/>
              <a:buFontTx/>
              <a:buNone/>
            </a:pPr>
            <a:fld id="{61428E3E-E4DA-4025-BD08-847048C5B7ED}" type="slidenum">
              <a:rPr lang="en-US" altLang="zh-CN" sz="1400" smtClean="0"/>
              <a:pPr>
                <a:spcBef>
                  <a:spcPct val="50000"/>
                </a:spcBef>
                <a:buClrTx/>
                <a:buFontTx/>
                <a:buNone/>
              </a:pPr>
              <a:t>29</a:t>
            </a:fld>
            <a:endParaRPr lang="en-US" altLang="zh-CN" sz="1400" smtClean="0"/>
          </a:p>
        </p:txBody>
      </p:sp>
      <p:sp>
        <p:nvSpPr>
          <p:cNvPr id="37891" name="Text Box 2"/>
          <p:cNvSpPr txBox="1">
            <a:spLocks noChangeArrowheads="1"/>
          </p:cNvSpPr>
          <p:nvPr/>
        </p:nvSpPr>
        <p:spPr bwMode="auto">
          <a:xfrm>
            <a:off x="612775" y="503238"/>
            <a:ext cx="47244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spcBef>
                <a:spcPct val="50000"/>
              </a:spcBef>
              <a:buClr>
                <a:schemeClr val="tx2"/>
              </a:buClr>
              <a:buFont typeface="Wingdings" pitchFamily="2" charset="2"/>
              <a:buNone/>
            </a:pPr>
            <a:r>
              <a:rPr kumimoji="0" lang="en-US" altLang="zh-CN" sz="2800">
                <a:solidFill>
                  <a:srgbClr val="CC0000"/>
                </a:solidFill>
              </a:rPr>
              <a:t>4.  </a:t>
            </a:r>
            <a:r>
              <a:rPr kumimoji="0" lang="zh-CN" altLang="en-US" sz="2800">
                <a:solidFill>
                  <a:srgbClr val="CC0000"/>
                </a:solidFill>
              </a:rPr>
              <a:t>增透膜和增反膜</a:t>
            </a:r>
          </a:p>
        </p:txBody>
      </p:sp>
      <p:sp>
        <p:nvSpPr>
          <p:cNvPr id="37892" name="Text Box 3"/>
          <p:cNvSpPr txBox="1">
            <a:spLocks noChangeArrowheads="1"/>
          </p:cNvSpPr>
          <p:nvPr/>
        </p:nvSpPr>
        <p:spPr bwMode="auto">
          <a:xfrm>
            <a:off x="962025" y="1042988"/>
            <a:ext cx="7615238" cy="60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fontAlgn="t" hangingPunct="1">
              <a:lnSpc>
                <a:spcPct val="120000"/>
              </a:lnSpc>
              <a:spcBef>
                <a:spcPct val="50000"/>
              </a:spcBef>
              <a:buClrTx/>
              <a:buFontTx/>
              <a:buNone/>
            </a:pPr>
            <a:r>
              <a:rPr kumimoji="0" lang="zh-CN" altLang="en-US" sz="2800"/>
              <a:t>利用薄膜干涉可以提高光学器件的透</a:t>
            </a:r>
            <a:r>
              <a:rPr kumimoji="0" lang="en-US" altLang="zh-CN" sz="2800"/>
              <a:t>(</a:t>
            </a:r>
            <a:r>
              <a:rPr kumimoji="0" lang="zh-CN" altLang="en-US" sz="2800"/>
              <a:t>反</a:t>
            </a:r>
            <a:r>
              <a:rPr kumimoji="0" lang="en-US" altLang="zh-CN" sz="2800"/>
              <a:t>)</a:t>
            </a:r>
            <a:r>
              <a:rPr kumimoji="0" lang="zh-CN" altLang="en-US" sz="2800"/>
              <a:t>光率 </a:t>
            </a:r>
            <a:r>
              <a:rPr kumimoji="0" lang="en-US" altLang="zh-CN" sz="2800"/>
              <a:t>.</a:t>
            </a:r>
          </a:p>
        </p:txBody>
      </p:sp>
      <p:grpSp>
        <p:nvGrpSpPr>
          <p:cNvPr id="38947" name="Group 35"/>
          <p:cNvGrpSpPr>
            <a:grpSpLocks/>
          </p:cNvGrpSpPr>
          <p:nvPr/>
        </p:nvGrpSpPr>
        <p:grpSpPr bwMode="auto">
          <a:xfrm>
            <a:off x="609600" y="1800225"/>
            <a:ext cx="8534400" cy="4159250"/>
            <a:chOff x="384" y="1134"/>
            <a:chExt cx="5376" cy="2620"/>
          </a:xfrm>
        </p:grpSpPr>
        <p:sp>
          <p:nvSpPr>
            <p:cNvPr id="37894" name="Text Box 5"/>
            <p:cNvSpPr txBox="1">
              <a:spLocks noChangeArrowheads="1"/>
            </p:cNvSpPr>
            <p:nvPr/>
          </p:nvSpPr>
          <p:spPr bwMode="auto">
            <a:xfrm>
              <a:off x="384" y="1890"/>
              <a:ext cx="53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solidFill>
                    <a:srgbClr val="CC0000"/>
                  </a:solidFill>
                </a:rPr>
                <a:t>问</a:t>
              </a:r>
              <a:r>
                <a:rPr lang="en-US" altLang="zh-CN" sz="2800">
                  <a:solidFill>
                    <a:srgbClr val="CC0000"/>
                  </a:solidFill>
                  <a:sym typeface="Wingdings" pitchFamily="2" charset="2"/>
                </a:rPr>
                <a:t>: </a:t>
              </a:r>
              <a:r>
                <a:rPr lang="zh-CN" altLang="en-US" sz="2800"/>
                <a:t>膜的厚度至少为多少？</a:t>
              </a:r>
            </a:p>
          </p:txBody>
        </p:sp>
        <p:grpSp>
          <p:nvGrpSpPr>
            <p:cNvPr id="37895" name="Group 34"/>
            <p:cNvGrpSpPr>
              <a:grpSpLocks/>
            </p:cNvGrpSpPr>
            <p:nvPr/>
          </p:nvGrpSpPr>
          <p:grpSpPr bwMode="auto">
            <a:xfrm>
              <a:off x="384" y="1134"/>
              <a:ext cx="4934" cy="2620"/>
              <a:chOff x="384" y="1134"/>
              <a:chExt cx="4934" cy="2620"/>
            </a:xfrm>
          </p:grpSpPr>
          <p:sp>
            <p:nvSpPr>
              <p:cNvPr id="37896" name="Line 21"/>
              <p:cNvSpPr>
                <a:spLocks noChangeShapeType="1"/>
              </p:cNvSpPr>
              <p:nvPr/>
            </p:nvSpPr>
            <p:spPr bwMode="auto">
              <a:xfrm flipH="1">
                <a:off x="1894" y="3066"/>
                <a:ext cx="390" cy="4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8000"/>
                    </a:solidFill>
                    <a:round/>
                    <a:headEnd/>
                    <a:tailEnd type="triangl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7" name="Rectangle 22"/>
              <p:cNvSpPr>
                <a:spLocks noChangeArrowheads="1"/>
              </p:cNvSpPr>
              <p:nvPr/>
            </p:nvSpPr>
            <p:spPr bwMode="auto">
              <a:xfrm flipH="1">
                <a:off x="2171" y="3146"/>
                <a:ext cx="1430" cy="240"/>
              </a:xfrm>
              <a:prstGeom prst="rect">
                <a:avLst/>
              </a:prstGeom>
              <a:solidFill>
                <a:srgbClr val="E7A8F6">
                  <a:alpha val="50195"/>
                </a:srgbClr>
              </a:solidFill>
              <a:ln w="12700">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sp>
            <p:nvSpPr>
              <p:cNvPr id="37898" name="Line 24"/>
              <p:cNvSpPr>
                <a:spLocks noChangeShapeType="1"/>
              </p:cNvSpPr>
              <p:nvPr/>
            </p:nvSpPr>
            <p:spPr bwMode="auto">
              <a:xfrm>
                <a:off x="2143" y="3146"/>
                <a:ext cx="0" cy="240"/>
              </a:xfrm>
              <a:prstGeom prst="line">
                <a:avLst/>
              </a:prstGeom>
              <a:noFill/>
              <a:ln w="12700">
                <a:solidFill>
                  <a:srgbClr val="D400D4"/>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9" name="Rectangle 27"/>
              <p:cNvSpPr>
                <a:spLocks noChangeArrowheads="1"/>
              </p:cNvSpPr>
              <p:nvPr/>
            </p:nvSpPr>
            <p:spPr bwMode="auto">
              <a:xfrm>
                <a:off x="1805" y="3379"/>
                <a:ext cx="2151" cy="375"/>
              </a:xfrm>
              <a:prstGeom prst="rect">
                <a:avLst/>
              </a:prstGeom>
              <a:solidFill>
                <a:srgbClr val="CCFFFF"/>
              </a:solidFill>
              <a:ln w="12700">
                <a:solidFill>
                  <a:srgbClr val="00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grpSp>
            <p:nvGrpSpPr>
              <p:cNvPr id="37900" name="Group 32"/>
              <p:cNvGrpSpPr>
                <a:grpSpLocks/>
              </p:cNvGrpSpPr>
              <p:nvPr/>
            </p:nvGrpSpPr>
            <p:grpSpPr bwMode="auto">
              <a:xfrm>
                <a:off x="384" y="1134"/>
                <a:ext cx="4934" cy="704"/>
                <a:chOff x="384" y="1049"/>
                <a:chExt cx="4934" cy="704"/>
              </a:xfrm>
            </p:grpSpPr>
            <p:sp>
              <p:nvSpPr>
                <p:cNvPr id="37910" name="Text Box 7"/>
                <p:cNvSpPr txBox="1">
                  <a:spLocks noChangeArrowheads="1"/>
                </p:cNvSpPr>
                <p:nvPr/>
              </p:nvSpPr>
              <p:spPr bwMode="auto">
                <a:xfrm>
                  <a:off x="384" y="1049"/>
                  <a:ext cx="4934" cy="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ClrTx/>
                    <a:buFontTx/>
                    <a:buNone/>
                  </a:pPr>
                  <a:r>
                    <a:rPr lang="zh-CN" altLang="en-US" sz="2800">
                      <a:solidFill>
                        <a:srgbClr val="CC0000"/>
                      </a:solidFill>
                    </a:rPr>
                    <a:t>例</a:t>
                  </a:r>
                  <a:r>
                    <a:rPr lang="en-US" altLang="zh-CN" sz="2800">
                      <a:solidFill>
                        <a:srgbClr val="CC0000"/>
                      </a:solidFill>
                    </a:rPr>
                    <a:t>2    </a:t>
                  </a:r>
                  <a:r>
                    <a:rPr lang="zh-CN" altLang="en-US" sz="2800"/>
                    <a:t>照相机镜头</a:t>
                  </a:r>
                  <a:r>
                    <a:rPr lang="zh-CN" altLang="en-US" sz="2800" i="1"/>
                    <a:t>             </a:t>
                  </a:r>
                  <a:r>
                    <a:rPr lang="zh-CN" altLang="en-US" sz="2800"/>
                    <a:t>，其上涂一层 </a:t>
                  </a:r>
                  <a:r>
                    <a:rPr lang="en-US" altLang="en-US" sz="2800" i="1"/>
                    <a:t>n</a:t>
                  </a:r>
                  <a:r>
                    <a:rPr lang="en-US" altLang="en-US" sz="2800" i="1" baseline="-25000"/>
                    <a:t>2</a:t>
                  </a:r>
                  <a:r>
                    <a:rPr lang="en-US" altLang="en-US" sz="2800"/>
                    <a:t>=1.38</a:t>
                  </a:r>
                  <a:r>
                    <a:rPr lang="zh-CN" altLang="en-US" sz="2800"/>
                    <a:t>的</a:t>
                  </a:r>
                </a:p>
                <a:p>
                  <a:pPr eaLnBrk="1" hangingPunct="1">
                    <a:lnSpc>
                      <a:spcPct val="120000"/>
                    </a:lnSpc>
                    <a:spcBef>
                      <a:spcPct val="0"/>
                    </a:spcBef>
                    <a:buClrTx/>
                    <a:buFontTx/>
                    <a:buNone/>
                  </a:pPr>
                  <a:r>
                    <a:rPr lang="zh-CN" altLang="en-US" sz="2800"/>
                    <a:t>氟化镁增透膜，光线垂直入射。（                    ）</a:t>
                  </a:r>
                </a:p>
              </p:txBody>
            </p:sp>
            <p:graphicFrame>
              <p:nvGraphicFramePr>
                <p:cNvPr id="37911" name="Object 8"/>
                <p:cNvGraphicFramePr>
                  <a:graphicFrameLocks noChangeAspect="1"/>
                </p:cNvGraphicFramePr>
                <p:nvPr/>
              </p:nvGraphicFramePr>
              <p:xfrm>
                <a:off x="3813" y="1455"/>
                <a:ext cx="1106" cy="259"/>
              </p:xfrm>
              <a:graphic>
                <a:graphicData uri="http://schemas.openxmlformats.org/presentationml/2006/ole">
                  <mc:AlternateContent xmlns:mc="http://schemas.openxmlformats.org/markup-compatibility/2006">
                    <mc:Choice xmlns:v="urn:schemas-microsoft-com:vml" Requires="v">
                      <p:oleObj spid="_x0000_s37913" name="公式" r:id="rId3" imgW="736280" imgH="177723" progId="Equation.3">
                        <p:embed/>
                      </p:oleObj>
                    </mc:Choice>
                    <mc:Fallback>
                      <p:oleObj name="公式" r:id="rId3" imgW="736280" imgH="177723"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3" y="1455"/>
                              <a:ext cx="1106"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12" name="Object 10"/>
                <p:cNvGraphicFramePr>
                  <a:graphicFrameLocks noChangeAspect="1"/>
                </p:cNvGraphicFramePr>
                <p:nvPr/>
              </p:nvGraphicFramePr>
              <p:xfrm>
                <a:off x="2115" y="1083"/>
                <a:ext cx="737" cy="331"/>
              </p:xfrm>
              <a:graphic>
                <a:graphicData uri="http://schemas.openxmlformats.org/presentationml/2006/ole">
                  <mc:AlternateContent xmlns:mc="http://schemas.openxmlformats.org/markup-compatibility/2006">
                    <mc:Choice xmlns:v="urn:schemas-microsoft-com:vml" Requires="v">
                      <p:oleObj spid="_x0000_s37914" name="公式" r:id="rId5" imgW="533169" imgH="228501" progId="Equation.3">
                        <p:embed/>
                      </p:oleObj>
                    </mc:Choice>
                    <mc:Fallback>
                      <p:oleObj name="公式" r:id="rId5" imgW="533169" imgH="228501"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5" y="1083"/>
                              <a:ext cx="737"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7901" name="Line 16"/>
              <p:cNvSpPr>
                <a:spLocks noChangeShapeType="1"/>
              </p:cNvSpPr>
              <p:nvPr/>
            </p:nvSpPr>
            <p:spPr bwMode="auto">
              <a:xfrm>
                <a:off x="2599" y="2557"/>
                <a:ext cx="0" cy="50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2" name="Line 17"/>
              <p:cNvSpPr>
                <a:spLocks noChangeShapeType="1"/>
              </p:cNvSpPr>
              <p:nvPr/>
            </p:nvSpPr>
            <p:spPr bwMode="auto">
              <a:xfrm flipV="1">
                <a:off x="2883" y="2528"/>
                <a:ext cx="0" cy="616"/>
              </a:xfrm>
              <a:prstGeom prst="line">
                <a:avLst/>
              </a:prstGeom>
              <a:noFill/>
              <a:ln w="28575">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3" name="Line 18"/>
              <p:cNvSpPr>
                <a:spLocks noChangeShapeType="1"/>
              </p:cNvSpPr>
              <p:nvPr/>
            </p:nvSpPr>
            <p:spPr bwMode="auto">
              <a:xfrm flipV="1">
                <a:off x="3053" y="2500"/>
                <a:ext cx="0" cy="864"/>
              </a:xfrm>
              <a:prstGeom prst="line">
                <a:avLst/>
              </a:prstGeom>
              <a:noFill/>
              <a:ln w="28575">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7904" name="Object 23"/>
              <p:cNvGraphicFramePr>
                <a:graphicFrameLocks noChangeAspect="1"/>
              </p:cNvGraphicFramePr>
              <p:nvPr/>
            </p:nvGraphicFramePr>
            <p:xfrm>
              <a:off x="1888" y="3103"/>
              <a:ext cx="195" cy="288"/>
            </p:xfrm>
            <a:graphic>
              <a:graphicData uri="http://schemas.openxmlformats.org/presentationml/2006/ole">
                <mc:AlternateContent xmlns:mc="http://schemas.openxmlformats.org/markup-compatibility/2006">
                  <mc:Choice xmlns:v="urn:schemas-microsoft-com:vml" Requires="v">
                    <p:oleObj spid="_x0000_s37915" name="Equation" r:id="rId7" imgW="190417" imgH="253890" progId="Equation.3">
                      <p:embed/>
                    </p:oleObj>
                  </mc:Choice>
                  <mc:Fallback>
                    <p:oleObj name="Equation" r:id="rId7" imgW="190417" imgH="253890" progId="Equation.3">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88" y="3103"/>
                            <a:ext cx="19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5" name="Object 25"/>
              <p:cNvGraphicFramePr>
                <a:graphicFrameLocks noChangeAspect="1"/>
              </p:cNvGraphicFramePr>
              <p:nvPr/>
            </p:nvGraphicFramePr>
            <p:xfrm>
              <a:off x="4040" y="2602"/>
              <a:ext cx="588" cy="312"/>
            </p:xfrm>
            <a:graphic>
              <a:graphicData uri="http://schemas.openxmlformats.org/presentationml/2006/ole">
                <mc:AlternateContent xmlns:mc="http://schemas.openxmlformats.org/markup-compatibility/2006">
                  <mc:Choice xmlns:v="urn:schemas-microsoft-com:vml" Requires="v">
                    <p:oleObj spid="_x0000_s37916" name="公式" r:id="rId9" imgW="406048" imgH="215713" progId="Equation.3">
                      <p:embed/>
                    </p:oleObj>
                  </mc:Choice>
                  <mc:Fallback>
                    <p:oleObj name="公式" r:id="rId9" imgW="406048" imgH="215713"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40" y="2602"/>
                            <a:ext cx="588"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6" name="Object 26"/>
              <p:cNvGraphicFramePr>
                <a:graphicFrameLocks noChangeAspect="1"/>
              </p:cNvGraphicFramePr>
              <p:nvPr/>
            </p:nvGraphicFramePr>
            <p:xfrm>
              <a:off x="4040" y="3046"/>
              <a:ext cx="881" cy="312"/>
            </p:xfrm>
            <a:graphic>
              <a:graphicData uri="http://schemas.openxmlformats.org/presentationml/2006/ole">
                <mc:AlternateContent xmlns:mc="http://schemas.openxmlformats.org/markup-compatibility/2006">
                  <mc:Choice xmlns:v="urn:schemas-microsoft-com:vml" Requires="v">
                    <p:oleObj spid="_x0000_s37917" name="公式" r:id="rId11" imgW="609336" imgH="215806" progId="Equation.3">
                      <p:embed/>
                    </p:oleObj>
                  </mc:Choice>
                  <mc:Fallback>
                    <p:oleObj name="公式" r:id="rId11" imgW="609336" imgH="215806" progId="Equation.3">
                      <p:embed/>
                      <p:pic>
                        <p:nvPicPr>
                          <p:cNvPr id="0"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40" y="3046"/>
                            <a:ext cx="881"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07" name="Text Box 28"/>
              <p:cNvSpPr txBox="1">
                <a:spLocks noChangeArrowheads="1"/>
              </p:cNvSpPr>
              <p:nvPr/>
            </p:nvSpPr>
            <p:spPr bwMode="auto">
              <a:xfrm>
                <a:off x="953" y="3371"/>
                <a:ext cx="7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FFF0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r" eaLnBrk="1" fontAlgn="t" hangingPunct="1">
                  <a:spcBef>
                    <a:spcPct val="50000"/>
                  </a:spcBef>
                  <a:buClrTx/>
                  <a:buFontTx/>
                  <a:buNone/>
                </a:pPr>
                <a:r>
                  <a:rPr kumimoji="0" lang="zh-CN" altLang="en-US" sz="2800">
                    <a:solidFill>
                      <a:srgbClr val="000000"/>
                    </a:solidFill>
                  </a:rPr>
                  <a:t>玻璃</a:t>
                </a:r>
              </a:p>
            </p:txBody>
          </p:sp>
          <p:graphicFrame>
            <p:nvGraphicFramePr>
              <p:cNvPr id="37908" name="Object 29"/>
              <p:cNvGraphicFramePr>
                <a:graphicFrameLocks noChangeAspect="1"/>
              </p:cNvGraphicFramePr>
              <p:nvPr/>
            </p:nvGraphicFramePr>
            <p:xfrm>
              <a:off x="4040" y="3396"/>
              <a:ext cx="771" cy="331"/>
            </p:xfrm>
            <a:graphic>
              <a:graphicData uri="http://schemas.openxmlformats.org/presentationml/2006/ole">
                <mc:AlternateContent xmlns:mc="http://schemas.openxmlformats.org/markup-compatibility/2006">
                  <mc:Choice xmlns:v="urn:schemas-microsoft-com:vml" Requires="v">
                    <p:oleObj spid="_x0000_s37918" name="公式" r:id="rId13" imgW="533169" imgH="228501" progId="Equation.3">
                      <p:embed/>
                    </p:oleObj>
                  </mc:Choice>
                  <mc:Fallback>
                    <p:oleObj name="公式" r:id="rId13" imgW="533169" imgH="228501" progId="Equation.3">
                      <p:embed/>
                      <p:pic>
                        <p:nvPicPr>
                          <p:cNvPr id="0" name="Object 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40" y="3396"/>
                            <a:ext cx="771"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09" name="Text Box 31"/>
              <p:cNvSpPr txBox="1">
                <a:spLocks noChangeArrowheads="1"/>
              </p:cNvSpPr>
              <p:nvPr/>
            </p:nvSpPr>
            <p:spPr bwMode="auto">
              <a:xfrm>
                <a:off x="641" y="3075"/>
                <a:ext cx="104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FFF0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r" eaLnBrk="1" fontAlgn="t" hangingPunct="1">
                  <a:spcBef>
                    <a:spcPct val="50000"/>
                  </a:spcBef>
                  <a:buClrTx/>
                  <a:buFontTx/>
                  <a:buNone/>
                </a:pPr>
                <a:r>
                  <a:rPr kumimoji="0" lang="zh-CN" altLang="en-US" sz="2800">
                    <a:solidFill>
                      <a:srgbClr val="000000"/>
                    </a:solidFill>
                  </a:rPr>
                  <a:t>增透膜</a:t>
                </a:r>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8947"/>
                                        </p:tgtEl>
                                        <p:attrNameLst>
                                          <p:attrName>style.visibility</p:attrName>
                                        </p:attrNameLst>
                                      </p:cBhvr>
                                      <p:to>
                                        <p:strVal val="visible"/>
                                      </p:to>
                                    </p:set>
                                    <p:animEffect transition="in" filter="wipe(down)">
                                      <p:cBhvr>
                                        <p:cTn id="7" dur="500"/>
                                        <p:tgtEl>
                                          <p:spTgt spid="38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4" name="Group 53"/>
          <p:cNvGrpSpPr>
            <a:grpSpLocks/>
          </p:cNvGrpSpPr>
          <p:nvPr/>
        </p:nvGrpSpPr>
        <p:grpSpPr bwMode="auto">
          <a:xfrm>
            <a:off x="592138" y="511175"/>
            <a:ext cx="7966075" cy="1117600"/>
            <a:chOff x="413" y="322"/>
            <a:chExt cx="5018" cy="704"/>
          </a:xfrm>
        </p:grpSpPr>
        <p:sp>
          <p:nvSpPr>
            <p:cNvPr id="38937" name="Text Box 9"/>
            <p:cNvSpPr txBox="1">
              <a:spLocks noChangeArrowheads="1"/>
            </p:cNvSpPr>
            <p:nvPr/>
          </p:nvSpPr>
          <p:spPr bwMode="auto">
            <a:xfrm>
              <a:off x="413" y="322"/>
              <a:ext cx="5018" cy="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ClrTx/>
                <a:buFontTx/>
                <a:buNone/>
              </a:pPr>
              <a:r>
                <a:rPr lang="zh-CN" altLang="en-US" sz="2800">
                  <a:solidFill>
                    <a:srgbClr val="CC0000"/>
                  </a:solidFill>
                </a:rPr>
                <a:t>解</a:t>
              </a:r>
              <a:r>
                <a:rPr lang="en-US" altLang="zh-CN" sz="2800">
                  <a:solidFill>
                    <a:srgbClr val="CC0000"/>
                  </a:solidFill>
                </a:rPr>
                <a:t>: </a:t>
              </a:r>
              <a:r>
                <a:rPr lang="zh-CN" altLang="en-US" sz="2800"/>
                <a:t>因为                      ，所以反射光经历两次半波损失。反射光干涉相消的条件是：</a:t>
              </a:r>
            </a:p>
          </p:txBody>
        </p:sp>
        <p:graphicFrame>
          <p:nvGraphicFramePr>
            <p:cNvPr id="38938" name="Object 10"/>
            <p:cNvGraphicFramePr>
              <a:graphicFrameLocks noChangeAspect="1"/>
            </p:cNvGraphicFramePr>
            <p:nvPr/>
          </p:nvGraphicFramePr>
          <p:xfrm>
            <a:off x="1295" y="374"/>
            <a:ext cx="1160" cy="344"/>
          </p:xfrm>
          <a:graphic>
            <a:graphicData uri="http://schemas.openxmlformats.org/presentationml/2006/ole">
              <mc:AlternateContent xmlns:mc="http://schemas.openxmlformats.org/markup-compatibility/2006">
                <mc:Choice xmlns:v="urn:schemas-microsoft-com:vml" Requires="v">
                  <p:oleObj spid="_x0000_s38939" name="公式" r:id="rId3" imgW="774364" imgH="228501" progId="Equation.3">
                    <p:embed/>
                  </p:oleObj>
                </mc:Choice>
                <mc:Fallback>
                  <p:oleObj name="公式" r:id="rId3" imgW="774364" imgH="228501"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 y="374"/>
                          <a:ext cx="1160"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3341" name="Object 29"/>
          <p:cNvGraphicFramePr>
            <a:graphicFrameLocks noChangeAspect="1"/>
          </p:cNvGraphicFramePr>
          <p:nvPr/>
        </p:nvGraphicFramePr>
        <p:xfrm>
          <a:off x="850900" y="5154613"/>
          <a:ext cx="4365625" cy="1019175"/>
        </p:xfrm>
        <a:graphic>
          <a:graphicData uri="http://schemas.openxmlformats.org/presentationml/2006/ole">
            <mc:AlternateContent xmlns:mc="http://schemas.openxmlformats.org/markup-compatibility/2006">
              <mc:Choice xmlns:v="urn:schemas-microsoft-com:vml" Requires="v">
                <p:oleObj spid="_x0000_s38940" name="公式" r:id="rId5" imgW="1968500" imgH="444500" progId="Equation.3">
                  <p:embed/>
                </p:oleObj>
              </mc:Choice>
              <mc:Fallback>
                <p:oleObj name="公式" r:id="rId5" imgW="1968500" imgH="444500" progId="Equation.3">
                  <p:embed/>
                  <p:pic>
                    <p:nvPicPr>
                      <p:cNvPr id="0"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900" y="5154613"/>
                        <a:ext cx="4365625" cy="1019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360" name="Group 48"/>
          <p:cNvGrpSpPr>
            <a:grpSpLocks/>
          </p:cNvGrpSpPr>
          <p:nvPr/>
        </p:nvGrpSpPr>
        <p:grpSpPr bwMode="auto">
          <a:xfrm>
            <a:off x="679450" y="2933700"/>
            <a:ext cx="3149600" cy="1020763"/>
            <a:chOff x="499" y="1763"/>
            <a:chExt cx="1984" cy="643"/>
          </a:xfrm>
        </p:grpSpPr>
        <p:graphicFrame>
          <p:nvGraphicFramePr>
            <p:cNvPr id="38935" name="Object 46"/>
            <p:cNvGraphicFramePr>
              <a:graphicFrameLocks noChangeAspect="1"/>
            </p:cNvGraphicFramePr>
            <p:nvPr/>
          </p:nvGraphicFramePr>
          <p:xfrm>
            <a:off x="1122" y="1763"/>
            <a:ext cx="1361" cy="643"/>
          </p:xfrm>
          <a:graphic>
            <a:graphicData uri="http://schemas.openxmlformats.org/presentationml/2006/ole">
              <mc:AlternateContent xmlns:mc="http://schemas.openxmlformats.org/markup-compatibility/2006">
                <mc:Choice xmlns:v="urn:schemas-microsoft-com:vml" Requires="v">
                  <p:oleObj spid="_x0000_s38941" name="公式" r:id="rId7" imgW="939392" imgH="444307" progId="Equation.3">
                    <p:embed/>
                  </p:oleObj>
                </mc:Choice>
                <mc:Fallback>
                  <p:oleObj name="公式" r:id="rId7" imgW="939392" imgH="444307" progId="Equation.3">
                    <p:embed/>
                    <p:pic>
                      <p:nvPicPr>
                        <p:cNvPr id="0" name="Object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22" y="1763"/>
                          <a:ext cx="1361" cy="6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36" name="Text Box 47"/>
            <p:cNvSpPr txBox="1">
              <a:spLocks noChangeArrowheads="1"/>
            </p:cNvSpPr>
            <p:nvPr/>
          </p:nvSpPr>
          <p:spPr bwMode="auto">
            <a:xfrm>
              <a:off x="499" y="1905"/>
              <a:ext cx="71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t>所以</a:t>
              </a:r>
            </a:p>
          </p:txBody>
        </p:sp>
      </p:grpSp>
      <p:grpSp>
        <p:nvGrpSpPr>
          <p:cNvPr id="13363" name="Group 51"/>
          <p:cNvGrpSpPr>
            <a:grpSpLocks/>
          </p:cNvGrpSpPr>
          <p:nvPr/>
        </p:nvGrpSpPr>
        <p:grpSpPr bwMode="auto">
          <a:xfrm>
            <a:off x="781050" y="4238625"/>
            <a:ext cx="3482975" cy="519113"/>
            <a:chOff x="669" y="2467"/>
            <a:chExt cx="2194" cy="327"/>
          </a:xfrm>
        </p:grpSpPr>
        <p:graphicFrame>
          <p:nvGraphicFramePr>
            <p:cNvPr id="38933" name="Object 49"/>
            <p:cNvGraphicFramePr>
              <a:graphicFrameLocks noChangeAspect="1"/>
            </p:cNvGraphicFramePr>
            <p:nvPr/>
          </p:nvGraphicFramePr>
          <p:xfrm>
            <a:off x="669" y="2529"/>
            <a:ext cx="533" cy="257"/>
          </p:xfrm>
          <a:graphic>
            <a:graphicData uri="http://schemas.openxmlformats.org/presentationml/2006/ole">
              <mc:AlternateContent xmlns:mc="http://schemas.openxmlformats.org/markup-compatibility/2006">
                <mc:Choice xmlns:v="urn:schemas-microsoft-com:vml" Requires="v">
                  <p:oleObj spid="_x0000_s38942" name="公式" r:id="rId9" imgW="368140" imgH="177723" progId="Equation.3">
                    <p:embed/>
                  </p:oleObj>
                </mc:Choice>
                <mc:Fallback>
                  <p:oleObj name="公式" r:id="rId9" imgW="368140" imgH="177723" progId="Equation.3">
                    <p:embed/>
                    <p:pic>
                      <p:nvPicPr>
                        <p:cNvPr id="0" name="Object 4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9" y="2529"/>
                          <a:ext cx="533"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34" name="Text Box 50"/>
            <p:cNvSpPr txBox="1">
              <a:spLocks noChangeArrowheads="1"/>
            </p:cNvSpPr>
            <p:nvPr/>
          </p:nvSpPr>
          <p:spPr bwMode="auto">
            <a:xfrm>
              <a:off x="1179" y="2467"/>
              <a:ext cx="168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r>
                <a:rPr lang="zh-CN" altLang="en-US" sz="2800"/>
                <a:t>时膜的厚度最小</a:t>
              </a:r>
            </a:p>
          </p:txBody>
        </p:sp>
      </p:grpSp>
      <p:grpSp>
        <p:nvGrpSpPr>
          <p:cNvPr id="13371" name="Group 59"/>
          <p:cNvGrpSpPr>
            <a:grpSpLocks/>
          </p:cNvGrpSpPr>
          <p:nvPr/>
        </p:nvGrpSpPr>
        <p:grpSpPr bwMode="auto">
          <a:xfrm>
            <a:off x="831850" y="1770063"/>
            <a:ext cx="4933950" cy="933450"/>
            <a:chOff x="612" y="1139"/>
            <a:chExt cx="3108" cy="588"/>
          </a:xfrm>
        </p:grpSpPr>
        <p:graphicFrame>
          <p:nvGraphicFramePr>
            <p:cNvPr id="38931" name="Object 7"/>
            <p:cNvGraphicFramePr>
              <a:graphicFrameLocks noChangeAspect="1"/>
            </p:cNvGraphicFramePr>
            <p:nvPr/>
          </p:nvGraphicFramePr>
          <p:xfrm>
            <a:off x="612" y="1139"/>
            <a:ext cx="1637" cy="588"/>
          </p:xfrm>
          <a:graphic>
            <a:graphicData uri="http://schemas.openxmlformats.org/presentationml/2006/ole">
              <mc:AlternateContent xmlns:mc="http://schemas.openxmlformats.org/markup-compatibility/2006">
                <mc:Choice xmlns:v="urn:schemas-microsoft-com:vml" Requires="v">
                  <p:oleObj spid="_x0000_s38943" name="公式" r:id="rId11" imgW="1129810" imgH="406224" progId="Equation.3">
                    <p:embed/>
                  </p:oleObj>
                </mc:Choice>
                <mc:Fallback>
                  <p:oleObj name="公式" r:id="rId11" imgW="1129810" imgH="406224"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2" y="1139"/>
                          <a:ext cx="1637" cy="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32" name="Object 54"/>
            <p:cNvGraphicFramePr>
              <a:graphicFrameLocks noChangeAspect="1"/>
            </p:cNvGraphicFramePr>
            <p:nvPr/>
          </p:nvGraphicFramePr>
          <p:xfrm>
            <a:off x="2653" y="1299"/>
            <a:ext cx="1067" cy="294"/>
          </p:xfrm>
          <a:graphic>
            <a:graphicData uri="http://schemas.openxmlformats.org/presentationml/2006/ole">
              <mc:AlternateContent xmlns:mc="http://schemas.openxmlformats.org/markup-compatibility/2006">
                <mc:Choice xmlns:v="urn:schemas-microsoft-com:vml" Requires="v">
                  <p:oleObj spid="_x0000_s38944" name="公式" r:id="rId13" imgW="714502" imgH="180900" progId="Equation.3">
                    <p:embed/>
                  </p:oleObj>
                </mc:Choice>
                <mc:Fallback>
                  <p:oleObj name="公式" r:id="rId13" imgW="714502" imgH="180900" progId="Equation.3">
                    <p:embed/>
                    <p:pic>
                      <p:nvPicPr>
                        <p:cNvPr id="0" name="Object 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53" y="1299"/>
                          <a:ext cx="1067"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8919" name="Group 58"/>
          <p:cNvGrpSpPr>
            <a:grpSpLocks/>
          </p:cNvGrpSpPr>
          <p:nvPr/>
        </p:nvGrpSpPr>
        <p:grpSpPr bwMode="auto">
          <a:xfrm>
            <a:off x="4618038" y="2955925"/>
            <a:ext cx="3900487" cy="1990725"/>
            <a:chOff x="2933" y="1862"/>
            <a:chExt cx="2457" cy="1254"/>
          </a:xfrm>
        </p:grpSpPr>
        <p:grpSp>
          <p:nvGrpSpPr>
            <p:cNvPr id="38920" name="Group 43"/>
            <p:cNvGrpSpPr>
              <a:grpSpLocks/>
            </p:cNvGrpSpPr>
            <p:nvPr/>
          </p:nvGrpSpPr>
          <p:grpSpPr bwMode="auto">
            <a:xfrm>
              <a:off x="2933" y="1862"/>
              <a:ext cx="2151" cy="1254"/>
              <a:chOff x="3419" y="119"/>
              <a:chExt cx="2151" cy="1254"/>
            </a:xfrm>
          </p:grpSpPr>
          <p:sp>
            <p:nvSpPr>
              <p:cNvPr id="38924" name="Rectangle 35"/>
              <p:cNvSpPr>
                <a:spLocks noChangeArrowheads="1"/>
              </p:cNvSpPr>
              <p:nvPr/>
            </p:nvSpPr>
            <p:spPr bwMode="auto">
              <a:xfrm flipH="1">
                <a:off x="3785" y="765"/>
                <a:ext cx="1430" cy="240"/>
              </a:xfrm>
              <a:prstGeom prst="rect">
                <a:avLst/>
              </a:prstGeom>
              <a:solidFill>
                <a:srgbClr val="E7A8F6">
                  <a:alpha val="50195"/>
                </a:srgbClr>
              </a:solidFill>
              <a:ln w="12700">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sp>
            <p:nvSpPr>
              <p:cNvPr id="38925" name="Line 36"/>
              <p:cNvSpPr>
                <a:spLocks noChangeShapeType="1"/>
              </p:cNvSpPr>
              <p:nvPr/>
            </p:nvSpPr>
            <p:spPr bwMode="auto">
              <a:xfrm>
                <a:off x="3757" y="765"/>
                <a:ext cx="0" cy="240"/>
              </a:xfrm>
              <a:prstGeom prst="line">
                <a:avLst/>
              </a:prstGeom>
              <a:noFill/>
              <a:ln w="12700">
                <a:solidFill>
                  <a:srgbClr val="D400D4"/>
                </a:solidFill>
                <a:prstDash val="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6" name="Rectangle 37"/>
              <p:cNvSpPr>
                <a:spLocks noChangeArrowheads="1"/>
              </p:cNvSpPr>
              <p:nvPr/>
            </p:nvSpPr>
            <p:spPr bwMode="auto">
              <a:xfrm>
                <a:off x="3419" y="998"/>
                <a:ext cx="2151" cy="375"/>
              </a:xfrm>
              <a:prstGeom prst="rect">
                <a:avLst/>
              </a:prstGeom>
              <a:solidFill>
                <a:srgbClr val="CCFFFF"/>
              </a:solidFill>
              <a:ln w="12700">
                <a:solidFill>
                  <a:srgbClr val="00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Tx/>
                  <a:buFontTx/>
                  <a:buNone/>
                </a:pPr>
                <a:endParaRPr lang="zh-CN" altLang="en-US" sz="2800"/>
              </a:p>
            </p:txBody>
          </p:sp>
          <p:sp>
            <p:nvSpPr>
              <p:cNvPr id="38927" name="Line 38"/>
              <p:cNvSpPr>
                <a:spLocks noChangeShapeType="1"/>
              </p:cNvSpPr>
              <p:nvPr/>
            </p:nvSpPr>
            <p:spPr bwMode="auto">
              <a:xfrm>
                <a:off x="4213" y="176"/>
                <a:ext cx="0" cy="50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8" name="Line 39"/>
              <p:cNvSpPr>
                <a:spLocks noChangeShapeType="1"/>
              </p:cNvSpPr>
              <p:nvPr/>
            </p:nvSpPr>
            <p:spPr bwMode="auto">
              <a:xfrm flipV="1">
                <a:off x="4497" y="147"/>
                <a:ext cx="0" cy="616"/>
              </a:xfrm>
              <a:prstGeom prst="line">
                <a:avLst/>
              </a:prstGeom>
              <a:noFill/>
              <a:ln w="28575">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9" name="Line 40"/>
              <p:cNvSpPr>
                <a:spLocks noChangeShapeType="1"/>
              </p:cNvSpPr>
              <p:nvPr/>
            </p:nvSpPr>
            <p:spPr bwMode="auto">
              <a:xfrm flipV="1">
                <a:off x="4667" y="119"/>
                <a:ext cx="0" cy="864"/>
              </a:xfrm>
              <a:prstGeom prst="line">
                <a:avLst/>
              </a:prstGeom>
              <a:noFill/>
              <a:ln w="28575">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8930" name="Object 41"/>
              <p:cNvGraphicFramePr>
                <a:graphicFrameLocks noChangeAspect="1"/>
              </p:cNvGraphicFramePr>
              <p:nvPr/>
            </p:nvGraphicFramePr>
            <p:xfrm>
              <a:off x="3502" y="722"/>
              <a:ext cx="195" cy="288"/>
            </p:xfrm>
            <a:graphic>
              <a:graphicData uri="http://schemas.openxmlformats.org/presentationml/2006/ole">
                <mc:AlternateContent xmlns:mc="http://schemas.openxmlformats.org/markup-compatibility/2006">
                  <mc:Choice xmlns:v="urn:schemas-microsoft-com:vml" Requires="v">
                    <p:oleObj spid="_x0000_s38945" name="Equation" r:id="rId15" imgW="190417" imgH="253890" progId="Equation.3">
                      <p:embed/>
                    </p:oleObj>
                  </mc:Choice>
                  <mc:Fallback>
                    <p:oleObj name="Equation" r:id="rId15" imgW="190417" imgH="253890" progId="Equation.3">
                      <p:embed/>
                      <p:pic>
                        <p:nvPicPr>
                          <p:cNvPr id="0" name="Object 4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02" y="722"/>
                            <a:ext cx="19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8921" name="Object 55"/>
            <p:cNvGraphicFramePr>
              <a:graphicFrameLocks noChangeAspect="1"/>
            </p:cNvGraphicFramePr>
            <p:nvPr/>
          </p:nvGraphicFramePr>
          <p:xfrm>
            <a:off x="5140" y="1971"/>
            <a:ext cx="240" cy="314"/>
          </p:xfrm>
          <a:graphic>
            <a:graphicData uri="http://schemas.openxmlformats.org/presentationml/2006/ole">
              <mc:AlternateContent xmlns:mc="http://schemas.openxmlformats.org/markup-compatibility/2006">
                <mc:Choice xmlns:v="urn:schemas-microsoft-com:vml" Requires="v">
                  <p:oleObj spid="_x0000_s38946" name="公式" r:id="rId17" imgW="164885" imgH="215619" progId="Equation.3">
                    <p:embed/>
                  </p:oleObj>
                </mc:Choice>
                <mc:Fallback>
                  <p:oleObj name="公式" r:id="rId17" imgW="164885" imgH="215619" progId="Equation.3">
                    <p:embed/>
                    <p:pic>
                      <p:nvPicPr>
                        <p:cNvPr id="0" name="Object 5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40" y="1971"/>
                          <a:ext cx="240"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2" name="Object 56"/>
            <p:cNvGraphicFramePr>
              <a:graphicFrameLocks noChangeAspect="1"/>
            </p:cNvGraphicFramePr>
            <p:nvPr/>
          </p:nvGraphicFramePr>
          <p:xfrm>
            <a:off x="5131" y="2391"/>
            <a:ext cx="259" cy="314"/>
          </p:xfrm>
          <a:graphic>
            <a:graphicData uri="http://schemas.openxmlformats.org/presentationml/2006/ole">
              <mc:AlternateContent xmlns:mc="http://schemas.openxmlformats.org/markup-compatibility/2006">
                <mc:Choice xmlns:v="urn:schemas-microsoft-com:vml" Requires="v">
                  <p:oleObj spid="_x0000_s38947" name="公式" r:id="rId19" imgW="177569" imgH="215619" progId="Equation.3">
                    <p:embed/>
                  </p:oleObj>
                </mc:Choice>
                <mc:Fallback>
                  <p:oleObj name="公式" r:id="rId19" imgW="177569" imgH="215619" progId="Equation.3">
                    <p:embed/>
                    <p:pic>
                      <p:nvPicPr>
                        <p:cNvPr id="0" name="Object 5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31" y="2391"/>
                          <a:ext cx="259"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3" name="Object 57"/>
            <p:cNvGraphicFramePr>
              <a:graphicFrameLocks noChangeAspect="1"/>
            </p:cNvGraphicFramePr>
            <p:nvPr/>
          </p:nvGraphicFramePr>
          <p:xfrm>
            <a:off x="5131" y="2768"/>
            <a:ext cx="259" cy="333"/>
          </p:xfrm>
          <a:graphic>
            <a:graphicData uri="http://schemas.openxmlformats.org/presentationml/2006/ole">
              <mc:AlternateContent xmlns:mc="http://schemas.openxmlformats.org/markup-compatibility/2006">
                <mc:Choice xmlns:v="urn:schemas-microsoft-com:vml" Requires="v">
                  <p:oleObj spid="_x0000_s38948" name="公式" r:id="rId21" imgW="177646" imgH="228402" progId="Equation.3">
                    <p:embed/>
                  </p:oleObj>
                </mc:Choice>
                <mc:Fallback>
                  <p:oleObj name="公式" r:id="rId21" imgW="177646" imgH="228402" progId="Equation.3">
                    <p:embed/>
                    <p:pic>
                      <p:nvPicPr>
                        <p:cNvPr id="0" name="Object 5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31" y="2768"/>
                          <a:ext cx="259"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371"/>
                                        </p:tgtEl>
                                        <p:attrNameLst>
                                          <p:attrName>style.visibility</p:attrName>
                                        </p:attrNameLst>
                                      </p:cBhvr>
                                      <p:to>
                                        <p:strVal val="visible"/>
                                      </p:to>
                                    </p:set>
                                    <p:animEffect transition="in" filter="wipe(left)">
                                      <p:cBhvr>
                                        <p:cTn id="7" dur="500"/>
                                        <p:tgtEl>
                                          <p:spTgt spid="133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360"/>
                                        </p:tgtEl>
                                        <p:attrNameLst>
                                          <p:attrName>style.visibility</p:attrName>
                                        </p:attrNameLst>
                                      </p:cBhvr>
                                      <p:to>
                                        <p:strVal val="visible"/>
                                      </p:to>
                                    </p:set>
                                    <p:animEffect transition="in" filter="wipe(left)">
                                      <p:cBhvr>
                                        <p:cTn id="12" dur="500"/>
                                        <p:tgtEl>
                                          <p:spTgt spid="133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363"/>
                                        </p:tgtEl>
                                        <p:attrNameLst>
                                          <p:attrName>style.visibility</p:attrName>
                                        </p:attrNameLst>
                                      </p:cBhvr>
                                      <p:to>
                                        <p:strVal val="visible"/>
                                      </p:to>
                                    </p:set>
                                    <p:animEffect transition="in" filter="wipe(left)">
                                      <p:cBhvr>
                                        <p:cTn id="17" dur="500"/>
                                        <p:tgtEl>
                                          <p:spTgt spid="133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3341"/>
                                        </p:tgtEl>
                                        <p:attrNameLst>
                                          <p:attrName>style.visibility</p:attrName>
                                        </p:attrNameLst>
                                      </p:cBhvr>
                                      <p:to>
                                        <p:strVal val="visible"/>
                                      </p:to>
                                    </p:set>
                                    <p:animEffect transition="in" filter="box(in)">
                                      <p:cBhvr>
                                        <p:cTn id="22" dur="500"/>
                                        <p:tgtEl>
                                          <p:spTgt spid="13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场景型模板">
  <a:themeElements>
    <a:clrScheme name="场景型模板 4">
      <a:dk1>
        <a:srgbClr val="000000"/>
      </a:dk1>
      <a:lt1>
        <a:srgbClr val="FFFFFF"/>
      </a:lt1>
      <a:dk2>
        <a:srgbClr val="004C2B"/>
      </a:dk2>
      <a:lt2>
        <a:srgbClr val="578963"/>
      </a:lt2>
      <a:accent1>
        <a:srgbClr val="E1B7B7"/>
      </a:accent1>
      <a:accent2>
        <a:srgbClr val="B3E1B3"/>
      </a:accent2>
      <a:accent3>
        <a:srgbClr val="FFFFFF"/>
      </a:accent3>
      <a:accent4>
        <a:srgbClr val="000000"/>
      </a:accent4>
      <a:accent5>
        <a:srgbClr val="EED8D8"/>
      </a:accent5>
      <a:accent6>
        <a:srgbClr val="A2CCA2"/>
      </a:accent6>
      <a:hlink>
        <a:srgbClr val="BDD7E5"/>
      </a:hlink>
      <a:folHlink>
        <a:srgbClr val="D2AAD2"/>
      </a:folHlink>
    </a:clrScheme>
    <a:fontScheme name="场景型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2800" b="1"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2800" b="1"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场景型模板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
      <a:clrScheme name="场景型模板 4">
        <a:dk1>
          <a:srgbClr val="000000"/>
        </a:dk1>
        <a:lt1>
          <a:srgbClr val="FFFFFF"/>
        </a:lt1>
        <a:dk2>
          <a:srgbClr val="004C2B"/>
        </a:dk2>
        <a:lt2>
          <a:srgbClr val="578963"/>
        </a:lt2>
        <a:accent1>
          <a:srgbClr val="E1B7B7"/>
        </a:accent1>
        <a:accent2>
          <a:srgbClr val="B3E1B3"/>
        </a:accent2>
        <a:accent3>
          <a:srgbClr val="FFFFFF"/>
        </a:accent3>
        <a:accent4>
          <a:srgbClr val="000000"/>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Office\Templates\演示文稿设计\场景型模板.pot</Template>
  <TotalTime>2576</TotalTime>
  <Words>1323</Words>
  <Application>Microsoft Office PowerPoint</Application>
  <PresentationFormat>全屏显示(4:3)</PresentationFormat>
  <Paragraphs>251</Paragraphs>
  <Slides>30</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30</vt:i4>
      </vt:variant>
    </vt:vector>
  </HeadingPairs>
  <TitlesOfParts>
    <vt:vector size="40" baseType="lpstr">
      <vt:lpstr>Times New Roman</vt:lpstr>
      <vt:lpstr>宋体</vt:lpstr>
      <vt:lpstr>Arial</vt:lpstr>
      <vt:lpstr>Monotype Sorts</vt:lpstr>
      <vt:lpstr>MT Extra</vt:lpstr>
      <vt:lpstr>Symbol</vt:lpstr>
      <vt:lpstr>Wingdings</vt:lpstr>
      <vt:lpstr>场景型模板</vt:lpstr>
      <vt:lpstr>Microsoft 公式 3.0</vt:lpstr>
      <vt:lpstr>Microsoft Equation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山东轻工业学院</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光学18-1</dc:title>
  <dc:subject>物理教学</dc:subject>
  <dc:creator>gxg</dc:creator>
  <cp:lastModifiedBy>Microsoft</cp:lastModifiedBy>
  <cp:revision>169</cp:revision>
  <dcterms:created xsi:type="dcterms:W3CDTF">1998-07-30T09:03:50Z</dcterms:created>
  <dcterms:modified xsi:type="dcterms:W3CDTF">2019-11-22T04:50:09Z</dcterms:modified>
</cp:coreProperties>
</file>