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slides/slide29.xml" ContentType="application/vnd.openxmlformats-officedocument.presentationml.slide+xml"/>
  <Override PartName="/ppt/slideLayouts/slideLayout39.xml" ContentType="application/vnd.openxmlformats-officedocument.presentationml.slideLayout+xml"/>
  <Override PartName="/ppt/theme/theme5.xml" ContentType="application/vnd.openxmlformats-officedocument.theme+xml"/>
  <Override PartName="/ppt/slideLayouts/slideLayout57.xml" ContentType="application/vnd.openxmlformats-officedocument.presentationml.slideLayout+xml"/>
  <Override PartName="/ppt/slideLayouts/slideLayout86.xml" ContentType="application/vnd.openxmlformats-officedocument.presentationml.slideLayout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106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2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Masters/slideMaster8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theme/theme6.xml" ContentType="application/vnd.openxmlformats-officedocument.theme+xml"/>
  <Override PartName="/ppt/slideLayouts/slideLayout69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98.xml" ContentType="application/vnd.openxmlformats-officedocument.presentationml.slideLayout+xml"/>
  <Override PartName="/ppt/theme/theme10.xml" ContentType="application/vnd.openxmlformats-officedocument.them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29.xml" ContentType="application/vnd.openxmlformats-officedocument.presentationml.slideLayout+xml"/>
  <Default Extension="png" ContentType="image/png"/>
  <Override PartName="/ppt/slideLayouts/slideLayout58.xml" ContentType="application/vnd.openxmlformats-officedocument.presentationml.slideLayout+xml"/>
  <Override PartName="/ppt/slideLayouts/slideLayout76.xml" ContentType="application/vnd.openxmlformats-officedocument.presentationml.slideLayout+xml"/>
  <Default Extension="bin" ContentType="application/vnd.openxmlformats-officedocument.oleObject"/>
  <Override PartName="/ppt/notesSlides/notesSlide3.xml" ContentType="application/vnd.openxmlformats-officedocument.presentationml.notes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90.xml" ContentType="application/vnd.openxmlformats-officedocument.presentationml.slideLayout+xml"/>
  <Default Extension="emf" ContentType="image/x-emf"/>
  <Override PartName="/ppt/presentation.xml" ContentType="application/vnd.openxmlformats-officedocument.presentationml.presentation.main+xml"/>
  <Override PartName="/ppt/slides/slide22.xml" ContentType="application/vnd.openxmlformats-officedocument.presentationml.slide+xml"/>
  <Override PartName="/ppt/slideLayouts/slideLayout14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103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Layouts/slideLayout21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Masters/slideMaster9.xml" ContentType="application/vnd.openxmlformats-officedocument.presentationml.slideMaster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Layouts/slideLayout99.xml" ContentType="application/vnd.openxmlformats-officedocument.presentationml.slideLayout+xml"/>
  <Override PartName="/ppt/slideMasters/slideMaster5.xml" ContentType="application/vnd.openxmlformats-officedocument.presentationml.slideMaster+xml"/>
  <Override PartName="/ppt/slides/slide8.xml" ContentType="application/vnd.openxmlformats-officedocument.presentationml.slide+xml"/>
  <Override PartName="/ppt/slideLayouts/slideLayout59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7.xml" ContentType="application/vnd.openxmlformats-officedocument.theme+xml"/>
  <Override PartName="/ppt/slideLayouts/slideLayout79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97.xml" ContentType="application/vnd.openxmlformats-officedocument.presentationml.slideLayout+xml"/>
  <Override PartName="/ppt/theme/theme11.xml" ContentType="application/vnd.openxmlformats-officedocument.them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91.xml" ContentType="application/vnd.openxmlformats-officedocument.presentationml.slideLayout+xml"/>
  <Default Extension="wmf" ContentType="image/x-wmf"/>
  <Default Extension="rels" ContentType="application/vnd.openxmlformats-package.relationships+xml"/>
  <Override PartName="/ppt/slides/slide23.xml" ContentType="application/vnd.openxmlformats-officedocument.presentationml.slide+xml"/>
  <Override PartName="/ppt/slideLayouts/slideLayout2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Masters/slideMaster6.xml" ContentType="application/vnd.openxmlformats-officedocument.presentationml.slideMaster+xml"/>
  <Override PartName="/ppt/slideLayouts/slideLayout89.xml" ContentType="application/vnd.openxmlformats-officedocument.presentationml.slideLayout+xml"/>
  <Override PartName="/ppt/theme/theme8.xml" ContentType="application/vnd.openxmlformats-officedocument.theme+xml"/>
  <Override PartName="/ppt/slides/slide7.xml" ContentType="application/vnd.openxmlformats-officedocument.presentationml.slide+xml"/>
  <Override PartName="/ppt/slideLayouts/slideLayout9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Masters/slideMaster2.xml" ContentType="application/vnd.openxmlformats-officedocument.presentationml.slideMaster+xml"/>
  <Override PartName="/ppt/slides/slide28.xml" ContentType="application/vnd.openxmlformats-officedocument.presentationml.slide+xml"/>
  <Override PartName="/ppt/slideLayouts/slideLayout3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109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s/slide24.xml" ContentType="application/vnd.openxmlformats-officedocument.presentationml.slide+xml"/>
  <Override PartName="/ppt/slideLayouts/slideLayout16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105.xml" ContentType="application/vnd.openxmlformats-officedocument.presentationml.slideLayout+xml"/>
  <Default Extension="jpeg" ContentType="image/jpeg"/>
  <Override PartName="/ppt/slides/slide13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Masters/slideMaster7.xml" ContentType="application/vnd.openxmlformats-officedocument.presentationml.slideMaster+xml"/>
  <Override PartName="/ppt/slideMasters/slideMaster10.xml" ContentType="application/vnd.openxmlformats-officedocument.presentationml.slideMaster+xml"/>
  <Override PartName="/ppt/theme/theme9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867" r:id="rId3"/>
    <p:sldMasterId id="2147483879" r:id="rId4"/>
    <p:sldMasterId id="2147483891" r:id="rId5"/>
    <p:sldMasterId id="2147483903" r:id="rId6"/>
    <p:sldMasterId id="2147483915" r:id="rId7"/>
    <p:sldMasterId id="2147483927" r:id="rId8"/>
    <p:sldMasterId id="2147483940" r:id="rId9"/>
    <p:sldMasterId id="2147483952" r:id="rId10"/>
  </p:sldMasterIdLst>
  <p:notesMasterIdLst>
    <p:notesMasterId r:id="rId43"/>
  </p:notesMasterIdLst>
  <p:sldIdLst>
    <p:sldId id="468" r:id="rId11"/>
    <p:sldId id="455" r:id="rId12"/>
    <p:sldId id="456" r:id="rId13"/>
    <p:sldId id="457" r:id="rId14"/>
    <p:sldId id="458" r:id="rId15"/>
    <p:sldId id="459" r:id="rId16"/>
    <p:sldId id="460" r:id="rId17"/>
    <p:sldId id="462" r:id="rId18"/>
    <p:sldId id="463" r:id="rId19"/>
    <p:sldId id="464" r:id="rId20"/>
    <p:sldId id="465" r:id="rId21"/>
    <p:sldId id="469" r:id="rId22"/>
    <p:sldId id="471" r:id="rId23"/>
    <p:sldId id="478" r:id="rId24"/>
    <p:sldId id="475" r:id="rId25"/>
    <p:sldId id="476" r:id="rId26"/>
    <p:sldId id="477" r:id="rId27"/>
    <p:sldId id="430" r:id="rId28"/>
    <p:sldId id="416" r:id="rId29"/>
    <p:sldId id="418" r:id="rId30"/>
    <p:sldId id="435" r:id="rId31"/>
    <p:sldId id="420" r:id="rId32"/>
    <p:sldId id="436" r:id="rId33"/>
    <p:sldId id="421" r:id="rId34"/>
    <p:sldId id="424" r:id="rId35"/>
    <p:sldId id="431" r:id="rId36"/>
    <p:sldId id="434" r:id="rId37"/>
    <p:sldId id="437" r:id="rId38"/>
    <p:sldId id="479" r:id="rId39"/>
    <p:sldId id="480" r:id="rId40"/>
    <p:sldId id="481" r:id="rId41"/>
    <p:sldId id="482" r:id="rId42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3200" b="1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3200" b="1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3200" b="1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3200" b="1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3200" b="1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5pPr>
    <a:lvl6pPr marL="2286000" algn="l" defTabSz="914400" rtl="0" eaLnBrk="1" latinLnBrk="0" hangingPunct="1">
      <a:defRPr sz="3200" b="1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6pPr>
    <a:lvl7pPr marL="2743200" algn="l" defTabSz="914400" rtl="0" eaLnBrk="1" latinLnBrk="0" hangingPunct="1">
      <a:defRPr sz="3200" b="1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7pPr>
    <a:lvl8pPr marL="3200400" algn="l" defTabSz="914400" rtl="0" eaLnBrk="1" latinLnBrk="0" hangingPunct="1">
      <a:defRPr sz="3200" b="1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8pPr>
    <a:lvl9pPr marL="3657600" algn="l" defTabSz="914400" rtl="0" eaLnBrk="1" latinLnBrk="0" hangingPunct="1">
      <a:defRPr sz="3200" b="1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00"/>
    <a:srgbClr val="0000FF"/>
    <a:srgbClr val="FF0000"/>
    <a:srgbClr val="66FFFF"/>
    <a:srgbClr val="3333CC"/>
    <a:srgbClr val="FFFF99"/>
    <a:srgbClr val="CC0000"/>
    <a:srgbClr val="CCECFF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046" autoAdjust="0"/>
    <p:restoredTop sz="94660" autoAdjust="0"/>
  </p:normalViewPr>
  <p:slideViewPr>
    <p:cSldViewPr snapToGrid="0">
      <p:cViewPr>
        <p:scale>
          <a:sx n="75" d="100"/>
          <a:sy n="75" d="100"/>
        </p:scale>
        <p:origin x="-2016" y="-34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840"/>
    </p:cViewPr>
  </p:sorterViewPr>
  <p:gridSpacing cx="184343675" cy="18434367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26" Type="http://schemas.openxmlformats.org/officeDocument/2006/relationships/slide" Target="slides/slide16.xml"/><Relationship Id="rId39" Type="http://schemas.openxmlformats.org/officeDocument/2006/relationships/slide" Target="slides/slide29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1.xml"/><Relationship Id="rId34" Type="http://schemas.openxmlformats.org/officeDocument/2006/relationships/slide" Target="slides/slide24.xml"/><Relationship Id="rId42" Type="http://schemas.openxmlformats.org/officeDocument/2006/relationships/slide" Target="slides/slide32.xml"/><Relationship Id="rId47" Type="http://schemas.openxmlformats.org/officeDocument/2006/relationships/tableStyles" Target="tableStyle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slide" Target="slides/slide15.xml"/><Relationship Id="rId33" Type="http://schemas.openxmlformats.org/officeDocument/2006/relationships/slide" Target="slides/slide23.xml"/><Relationship Id="rId38" Type="http://schemas.openxmlformats.org/officeDocument/2006/relationships/slide" Target="slides/slide28.xml"/><Relationship Id="rId46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6.xml"/><Relationship Id="rId20" Type="http://schemas.openxmlformats.org/officeDocument/2006/relationships/slide" Target="slides/slide10.xml"/><Relationship Id="rId29" Type="http://schemas.openxmlformats.org/officeDocument/2006/relationships/slide" Target="slides/slide19.xml"/><Relationship Id="rId41" Type="http://schemas.openxmlformats.org/officeDocument/2006/relationships/slide" Target="slides/slide3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1.xml"/><Relationship Id="rId24" Type="http://schemas.openxmlformats.org/officeDocument/2006/relationships/slide" Target="slides/slide14.xml"/><Relationship Id="rId32" Type="http://schemas.openxmlformats.org/officeDocument/2006/relationships/slide" Target="slides/slide22.xml"/><Relationship Id="rId37" Type="http://schemas.openxmlformats.org/officeDocument/2006/relationships/slide" Target="slides/slide27.xml"/><Relationship Id="rId40" Type="http://schemas.openxmlformats.org/officeDocument/2006/relationships/slide" Target="slides/slide30.xml"/><Relationship Id="rId45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5.xml"/><Relationship Id="rId23" Type="http://schemas.openxmlformats.org/officeDocument/2006/relationships/slide" Target="slides/slide13.xml"/><Relationship Id="rId28" Type="http://schemas.openxmlformats.org/officeDocument/2006/relationships/slide" Target="slides/slide18.xml"/><Relationship Id="rId36" Type="http://schemas.openxmlformats.org/officeDocument/2006/relationships/slide" Target="slides/slide26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9.xml"/><Relationship Id="rId31" Type="http://schemas.openxmlformats.org/officeDocument/2006/relationships/slide" Target="slides/slide21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4.xml"/><Relationship Id="rId22" Type="http://schemas.openxmlformats.org/officeDocument/2006/relationships/slide" Target="slides/slide12.xml"/><Relationship Id="rId27" Type="http://schemas.openxmlformats.org/officeDocument/2006/relationships/slide" Target="slides/slide17.xml"/><Relationship Id="rId30" Type="http://schemas.openxmlformats.org/officeDocument/2006/relationships/slide" Target="slides/slide20.xml"/><Relationship Id="rId35" Type="http://schemas.openxmlformats.org/officeDocument/2006/relationships/slide" Target="slides/slide25.xml"/><Relationship Id="rId43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13" Type="http://schemas.openxmlformats.org/officeDocument/2006/relationships/image" Target="../media/image18.wmf"/><Relationship Id="rId3" Type="http://schemas.openxmlformats.org/officeDocument/2006/relationships/image" Target="../media/image8.wmf"/><Relationship Id="rId7" Type="http://schemas.openxmlformats.org/officeDocument/2006/relationships/image" Target="../media/image12.wmf"/><Relationship Id="rId12" Type="http://schemas.openxmlformats.org/officeDocument/2006/relationships/image" Target="../media/image17.wmf"/><Relationship Id="rId2" Type="http://schemas.openxmlformats.org/officeDocument/2006/relationships/image" Target="../media/image7.wmf"/><Relationship Id="rId1" Type="http://schemas.openxmlformats.org/officeDocument/2006/relationships/image" Target="../media/image6.wmf"/><Relationship Id="rId6" Type="http://schemas.openxmlformats.org/officeDocument/2006/relationships/image" Target="../media/image11.wmf"/><Relationship Id="rId11" Type="http://schemas.openxmlformats.org/officeDocument/2006/relationships/image" Target="../media/image16.wmf"/><Relationship Id="rId5" Type="http://schemas.openxmlformats.org/officeDocument/2006/relationships/image" Target="../media/image10.wmf"/><Relationship Id="rId10" Type="http://schemas.openxmlformats.org/officeDocument/2006/relationships/image" Target="../media/image15.wmf"/><Relationship Id="rId4" Type="http://schemas.openxmlformats.org/officeDocument/2006/relationships/image" Target="../media/image9.wmf"/><Relationship Id="rId9" Type="http://schemas.openxmlformats.org/officeDocument/2006/relationships/image" Target="../media/image14.wmf"/><Relationship Id="rId14" Type="http://schemas.openxmlformats.org/officeDocument/2006/relationships/image" Target="../media/image19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image" Target="../media/image21.wmf"/><Relationship Id="rId1" Type="http://schemas.openxmlformats.org/officeDocument/2006/relationships/image" Target="../media/image20.wmf"/><Relationship Id="rId5" Type="http://schemas.openxmlformats.org/officeDocument/2006/relationships/image" Target="../media/image24.wmf"/><Relationship Id="rId4" Type="http://schemas.openxmlformats.org/officeDocument/2006/relationships/image" Target="../media/image23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13" Type="http://schemas.openxmlformats.org/officeDocument/2006/relationships/image" Target="../media/image30.wmf"/><Relationship Id="rId3" Type="http://schemas.openxmlformats.org/officeDocument/2006/relationships/image" Target="../media/image27.wmf"/><Relationship Id="rId7" Type="http://schemas.openxmlformats.org/officeDocument/2006/relationships/image" Target="../media/image13.wmf"/><Relationship Id="rId12" Type="http://schemas.openxmlformats.org/officeDocument/2006/relationships/image" Target="../media/image29.wmf"/><Relationship Id="rId2" Type="http://schemas.openxmlformats.org/officeDocument/2006/relationships/image" Target="../media/image26.wmf"/><Relationship Id="rId1" Type="http://schemas.openxmlformats.org/officeDocument/2006/relationships/image" Target="../media/image25.wmf"/><Relationship Id="rId6" Type="http://schemas.openxmlformats.org/officeDocument/2006/relationships/image" Target="../media/image12.wmf"/><Relationship Id="rId11" Type="http://schemas.openxmlformats.org/officeDocument/2006/relationships/image" Target="../media/image28.wmf"/><Relationship Id="rId5" Type="http://schemas.openxmlformats.org/officeDocument/2006/relationships/image" Target="../media/image11.wmf"/><Relationship Id="rId10" Type="http://schemas.openxmlformats.org/officeDocument/2006/relationships/image" Target="../media/image16.wmf"/><Relationship Id="rId4" Type="http://schemas.openxmlformats.org/officeDocument/2006/relationships/image" Target="../media/image10.wmf"/><Relationship Id="rId9" Type="http://schemas.openxmlformats.org/officeDocument/2006/relationships/image" Target="../media/image15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38.wmf"/><Relationship Id="rId3" Type="http://schemas.openxmlformats.org/officeDocument/2006/relationships/image" Target="../media/image33.wmf"/><Relationship Id="rId7" Type="http://schemas.openxmlformats.org/officeDocument/2006/relationships/image" Target="../media/image37.wmf"/><Relationship Id="rId2" Type="http://schemas.openxmlformats.org/officeDocument/2006/relationships/image" Target="../media/image32.wmf"/><Relationship Id="rId1" Type="http://schemas.openxmlformats.org/officeDocument/2006/relationships/image" Target="../media/image31.wmf"/><Relationship Id="rId6" Type="http://schemas.openxmlformats.org/officeDocument/2006/relationships/image" Target="../media/image36.wmf"/><Relationship Id="rId11" Type="http://schemas.openxmlformats.org/officeDocument/2006/relationships/image" Target="../media/image41.wmf"/><Relationship Id="rId5" Type="http://schemas.openxmlformats.org/officeDocument/2006/relationships/image" Target="../media/image35.wmf"/><Relationship Id="rId10" Type="http://schemas.openxmlformats.org/officeDocument/2006/relationships/image" Target="../media/image40.wmf"/><Relationship Id="rId4" Type="http://schemas.openxmlformats.org/officeDocument/2006/relationships/image" Target="../media/image34.wmf"/><Relationship Id="rId9" Type="http://schemas.openxmlformats.org/officeDocument/2006/relationships/image" Target="../media/image39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31.wmf"/><Relationship Id="rId13" Type="http://schemas.openxmlformats.org/officeDocument/2006/relationships/image" Target="../media/image49.wmf"/><Relationship Id="rId3" Type="http://schemas.openxmlformats.org/officeDocument/2006/relationships/image" Target="../media/image44.wmf"/><Relationship Id="rId7" Type="http://schemas.openxmlformats.org/officeDocument/2006/relationships/image" Target="../media/image48.wmf"/><Relationship Id="rId12" Type="http://schemas.openxmlformats.org/officeDocument/2006/relationships/image" Target="../media/image35.wmf"/><Relationship Id="rId2" Type="http://schemas.openxmlformats.org/officeDocument/2006/relationships/image" Target="../media/image43.wmf"/><Relationship Id="rId16" Type="http://schemas.openxmlformats.org/officeDocument/2006/relationships/image" Target="../media/image50.wmf"/><Relationship Id="rId1" Type="http://schemas.openxmlformats.org/officeDocument/2006/relationships/image" Target="../media/image42.wmf"/><Relationship Id="rId6" Type="http://schemas.openxmlformats.org/officeDocument/2006/relationships/image" Target="../media/image47.wmf"/><Relationship Id="rId11" Type="http://schemas.openxmlformats.org/officeDocument/2006/relationships/image" Target="../media/image34.wmf"/><Relationship Id="rId5" Type="http://schemas.openxmlformats.org/officeDocument/2006/relationships/image" Target="../media/image46.wmf"/><Relationship Id="rId15" Type="http://schemas.openxmlformats.org/officeDocument/2006/relationships/image" Target="../media/image38.wmf"/><Relationship Id="rId10" Type="http://schemas.openxmlformats.org/officeDocument/2006/relationships/image" Target="../media/image33.wmf"/><Relationship Id="rId4" Type="http://schemas.openxmlformats.org/officeDocument/2006/relationships/image" Target="../media/image45.wmf"/><Relationship Id="rId9" Type="http://schemas.openxmlformats.org/officeDocument/2006/relationships/image" Target="../media/image32.wmf"/><Relationship Id="rId14" Type="http://schemas.openxmlformats.org/officeDocument/2006/relationships/image" Target="../media/image37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56.wmf"/><Relationship Id="rId13" Type="http://schemas.openxmlformats.org/officeDocument/2006/relationships/image" Target="../media/image61.wmf"/><Relationship Id="rId3" Type="http://schemas.openxmlformats.org/officeDocument/2006/relationships/image" Target="../media/image53.wmf"/><Relationship Id="rId7" Type="http://schemas.openxmlformats.org/officeDocument/2006/relationships/image" Target="../media/image55.wmf"/><Relationship Id="rId12" Type="http://schemas.openxmlformats.org/officeDocument/2006/relationships/image" Target="../media/image60.wmf"/><Relationship Id="rId2" Type="http://schemas.openxmlformats.org/officeDocument/2006/relationships/image" Target="../media/image52.wmf"/><Relationship Id="rId1" Type="http://schemas.openxmlformats.org/officeDocument/2006/relationships/image" Target="../media/image51.wmf"/><Relationship Id="rId6" Type="http://schemas.openxmlformats.org/officeDocument/2006/relationships/image" Target="../media/image13.wmf"/><Relationship Id="rId11" Type="http://schemas.openxmlformats.org/officeDocument/2006/relationships/image" Target="../media/image59.wmf"/><Relationship Id="rId5" Type="http://schemas.openxmlformats.org/officeDocument/2006/relationships/image" Target="../media/image12.wmf"/><Relationship Id="rId10" Type="http://schemas.openxmlformats.org/officeDocument/2006/relationships/image" Target="../media/image58.wmf"/><Relationship Id="rId4" Type="http://schemas.openxmlformats.org/officeDocument/2006/relationships/image" Target="../media/image54.wmf"/><Relationship Id="rId9" Type="http://schemas.openxmlformats.org/officeDocument/2006/relationships/image" Target="../media/image57.wmf"/><Relationship Id="rId14" Type="http://schemas.openxmlformats.org/officeDocument/2006/relationships/image" Target="../media/image62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54.wmf"/><Relationship Id="rId13" Type="http://schemas.openxmlformats.org/officeDocument/2006/relationships/image" Target="../media/image57.wmf"/><Relationship Id="rId3" Type="http://schemas.openxmlformats.org/officeDocument/2006/relationships/image" Target="../media/image65.wmf"/><Relationship Id="rId7" Type="http://schemas.openxmlformats.org/officeDocument/2006/relationships/image" Target="../media/image53.wmf"/><Relationship Id="rId12" Type="http://schemas.openxmlformats.org/officeDocument/2006/relationships/image" Target="../media/image56.wmf"/><Relationship Id="rId2" Type="http://schemas.openxmlformats.org/officeDocument/2006/relationships/image" Target="../media/image64.wmf"/><Relationship Id="rId1" Type="http://schemas.openxmlformats.org/officeDocument/2006/relationships/image" Target="../media/image63.wmf"/><Relationship Id="rId6" Type="http://schemas.openxmlformats.org/officeDocument/2006/relationships/image" Target="../media/image68.wmf"/><Relationship Id="rId11" Type="http://schemas.openxmlformats.org/officeDocument/2006/relationships/image" Target="../media/image55.wmf"/><Relationship Id="rId5" Type="http://schemas.openxmlformats.org/officeDocument/2006/relationships/image" Target="../media/image67.wmf"/><Relationship Id="rId10" Type="http://schemas.openxmlformats.org/officeDocument/2006/relationships/image" Target="../media/image13.wmf"/><Relationship Id="rId4" Type="http://schemas.openxmlformats.org/officeDocument/2006/relationships/image" Target="../media/image66.wmf"/><Relationship Id="rId9" Type="http://schemas.openxmlformats.org/officeDocument/2006/relationships/image" Target="../media/image12.wmf"/><Relationship Id="rId14" Type="http://schemas.openxmlformats.org/officeDocument/2006/relationships/image" Target="../media/image69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77.wmf"/><Relationship Id="rId3" Type="http://schemas.openxmlformats.org/officeDocument/2006/relationships/image" Target="../media/image72.wmf"/><Relationship Id="rId7" Type="http://schemas.openxmlformats.org/officeDocument/2006/relationships/image" Target="../media/image76.wmf"/><Relationship Id="rId2" Type="http://schemas.openxmlformats.org/officeDocument/2006/relationships/image" Target="../media/image71.wmf"/><Relationship Id="rId1" Type="http://schemas.openxmlformats.org/officeDocument/2006/relationships/image" Target="../media/image70.wmf"/><Relationship Id="rId6" Type="http://schemas.openxmlformats.org/officeDocument/2006/relationships/image" Target="../media/image75.wmf"/><Relationship Id="rId5" Type="http://schemas.openxmlformats.org/officeDocument/2006/relationships/image" Target="../media/image74.wmf"/><Relationship Id="rId4" Type="http://schemas.openxmlformats.org/officeDocument/2006/relationships/image" Target="../media/image73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56.wmf"/><Relationship Id="rId13" Type="http://schemas.openxmlformats.org/officeDocument/2006/relationships/image" Target="../media/image83.wmf"/><Relationship Id="rId3" Type="http://schemas.openxmlformats.org/officeDocument/2006/relationships/image" Target="../media/image53.wmf"/><Relationship Id="rId7" Type="http://schemas.openxmlformats.org/officeDocument/2006/relationships/image" Target="../media/image55.wmf"/><Relationship Id="rId12" Type="http://schemas.openxmlformats.org/officeDocument/2006/relationships/image" Target="../media/image82.wmf"/><Relationship Id="rId2" Type="http://schemas.openxmlformats.org/officeDocument/2006/relationships/image" Target="../media/image79.wmf"/><Relationship Id="rId1" Type="http://schemas.openxmlformats.org/officeDocument/2006/relationships/image" Target="../media/image78.wmf"/><Relationship Id="rId6" Type="http://schemas.openxmlformats.org/officeDocument/2006/relationships/image" Target="../media/image13.wmf"/><Relationship Id="rId11" Type="http://schemas.openxmlformats.org/officeDocument/2006/relationships/image" Target="../media/image81.wmf"/><Relationship Id="rId5" Type="http://schemas.openxmlformats.org/officeDocument/2006/relationships/image" Target="../media/image12.wmf"/><Relationship Id="rId10" Type="http://schemas.openxmlformats.org/officeDocument/2006/relationships/image" Target="../media/image80.wmf"/><Relationship Id="rId4" Type="http://schemas.openxmlformats.org/officeDocument/2006/relationships/image" Target="../media/image54.wmf"/><Relationship Id="rId9" Type="http://schemas.openxmlformats.org/officeDocument/2006/relationships/image" Target="../media/image57.wmf"/><Relationship Id="rId14" Type="http://schemas.openxmlformats.org/officeDocument/2006/relationships/image" Target="../media/image84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89.wmf"/><Relationship Id="rId3" Type="http://schemas.openxmlformats.org/officeDocument/2006/relationships/image" Target="../media/image87.wmf"/><Relationship Id="rId7" Type="http://schemas.openxmlformats.org/officeDocument/2006/relationships/image" Target="../media/image88.wmf"/><Relationship Id="rId2" Type="http://schemas.openxmlformats.org/officeDocument/2006/relationships/image" Target="../media/image86.emf"/><Relationship Id="rId1" Type="http://schemas.openxmlformats.org/officeDocument/2006/relationships/image" Target="../media/image85.wmf"/><Relationship Id="rId6" Type="http://schemas.openxmlformats.org/officeDocument/2006/relationships/image" Target="../media/image57.wmf"/><Relationship Id="rId5" Type="http://schemas.openxmlformats.org/officeDocument/2006/relationships/image" Target="../media/image56.wmf"/><Relationship Id="rId4" Type="http://schemas.openxmlformats.org/officeDocument/2006/relationships/image" Target="../media/image55.wmf"/><Relationship Id="rId9" Type="http://schemas.openxmlformats.org/officeDocument/2006/relationships/image" Target="../media/image90.e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96.wmf"/><Relationship Id="rId13" Type="http://schemas.openxmlformats.org/officeDocument/2006/relationships/image" Target="../media/image101.wmf"/><Relationship Id="rId3" Type="http://schemas.openxmlformats.org/officeDocument/2006/relationships/image" Target="../media/image57.wmf"/><Relationship Id="rId7" Type="http://schemas.openxmlformats.org/officeDocument/2006/relationships/image" Target="../media/image95.wmf"/><Relationship Id="rId12" Type="http://schemas.openxmlformats.org/officeDocument/2006/relationships/image" Target="../media/image100.wmf"/><Relationship Id="rId2" Type="http://schemas.openxmlformats.org/officeDocument/2006/relationships/image" Target="../media/image91.wmf"/><Relationship Id="rId1" Type="http://schemas.openxmlformats.org/officeDocument/2006/relationships/image" Target="../media/image55.wmf"/><Relationship Id="rId6" Type="http://schemas.openxmlformats.org/officeDocument/2006/relationships/image" Target="../media/image94.wmf"/><Relationship Id="rId11" Type="http://schemas.openxmlformats.org/officeDocument/2006/relationships/image" Target="../media/image99.wmf"/><Relationship Id="rId5" Type="http://schemas.openxmlformats.org/officeDocument/2006/relationships/image" Target="../media/image93.wmf"/><Relationship Id="rId10" Type="http://schemas.openxmlformats.org/officeDocument/2006/relationships/image" Target="../media/image98.wmf"/><Relationship Id="rId4" Type="http://schemas.openxmlformats.org/officeDocument/2006/relationships/image" Target="../media/image92.emf"/><Relationship Id="rId9" Type="http://schemas.openxmlformats.org/officeDocument/2006/relationships/image" Target="../media/image97.wmf"/><Relationship Id="rId14" Type="http://schemas.openxmlformats.org/officeDocument/2006/relationships/image" Target="../media/image102.w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57.wmf"/><Relationship Id="rId3" Type="http://schemas.openxmlformats.org/officeDocument/2006/relationships/image" Target="../media/image105.wmf"/><Relationship Id="rId7" Type="http://schemas.openxmlformats.org/officeDocument/2006/relationships/image" Target="../media/image91.wmf"/><Relationship Id="rId12" Type="http://schemas.openxmlformats.org/officeDocument/2006/relationships/image" Target="../media/image98.wmf"/><Relationship Id="rId2" Type="http://schemas.openxmlformats.org/officeDocument/2006/relationships/image" Target="../media/image104.wmf"/><Relationship Id="rId1" Type="http://schemas.openxmlformats.org/officeDocument/2006/relationships/image" Target="../media/image103.wmf"/><Relationship Id="rId6" Type="http://schemas.openxmlformats.org/officeDocument/2006/relationships/image" Target="../media/image55.wmf"/><Relationship Id="rId11" Type="http://schemas.openxmlformats.org/officeDocument/2006/relationships/image" Target="../media/image97.wmf"/><Relationship Id="rId5" Type="http://schemas.openxmlformats.org/officeDocument/2006/relationships/image" Target="../media/image107.emf"/><Relationship Id="rId10" Type="http://schemas.openxmlformats.org/officeDocument/2006/relationships/image" Target="../media/image96.wmf"/><Relationship Id="rId4" Type="http://schemas.openxmlformats.org/officeDocument/2006/relationships/image" Target="../media/image106.wmf"/><Relationship Id="rId9" Type="http://schemas.openxmlformats.org/officeDocument/2006/relationships/image" Target="../media/image95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emf"/><Relationship Id="rId2" Type="http://schemas.openxmlformats.org/officeDocument/2006/relationships/image" Target="../media/image109.emf"/><Relationship Id="rId1" Type="http://schemas.openxmlformats.org/officeDocument/2006/relationships/image" Target="../media/image108.emf"/><Relationship Id="rId4" Type="http://schemas.openxmlformats.org/officeDocument/2006/relationships/image" Target="../media/image111.e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wmf"/><Relationship Id="rId2" Type="http://schemas.openxmlformats.org/officeDocument/2006/relationships/image" Target="../media/image113.wmf"/><Relationship Id="rId1" Type="http://schemas.openxmlformats.org/officeDocument/2006/relationships/image" Target="../media/image112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wmf"/><Relationship Id="rId7" Type="http://schemas.openxmlformats.org/officeDocument/2006/relationships/image" Target="../media/image121.wmf"/><Relationship Id="rId2" Type="http://schemas.openxmlformats.org/officeDocument/2006/relationships/image" Target="../media/image116.wmf"/><Relationship Id="rId1" Type="http://schemas.openxmlformats.org/officeDocument/2006/relationships/image" Target="../media/image115.wmf"/><Relationship Id="rId6" Type="http://schemas.openxmlformats.org/officeDocument/2006/relationships/image" Target="../media/image120.wmf"/><Relationship Id="rId5" Type="http://schemas.openxmlformats.org/officeDocument/2006/relationships/image" Target="../media/image119.wmf"/><Relationship Id="rId4" Type="http://schemas.openxmlformats.org/officeDocument/2006/relationships/image" Target="../media/image118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wmf"/><Relationship Id="rId2" Type="http://schemas.openxmlformats.org/officeDocument/2006/relationships/image" Target="../media/image123.wmf"/><Relationship Id="rId1" Type="http://schemas.openxmlformats.org/officeDocument/2006/relationships/image" Target="../media/image122.wmf"/><Relationship Id="rId6" Type="http://schemas.openxmlformats.org/officeDocument/2006/relationships/image" Target="../media/image127.wmf"/><Relationship Id="rId5" Type="http://schemas.openxmlformats.org/officeDocument/2006/relationships/image" Target="../media/image126.wmf"/><Relationship Id="rId4" Type="http://schemas.openxmlformats.org/officeDocument/2006/relationships/image" Target="../media/image125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wmf"/><Relationship Id="rId2" Type="http://schemas.openxmlformats.org/officeDocument/2006/relationships/image" Target="../media/image105.wmf"/><Relationship Id="rId1" Type="http://schemas.openxmlformats.org/officeDocument/2006/relationships/image" Target="../media/image104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emf"/><Relationship Id="rId7" Type="http://schemas.openxmlformats.org/officeDocument/2006/relationships/image" Target="../media/image106.wmf"/><Relationship Id="rId2" Type="http://schemas.openxmlformats.org/officeDocument/2006/relationships/image" Target="../media/image130.emf"/><Relationship Id="rId1" Type="http://schemas.openxmlformats.org/officeDocument/2006/relationships/image" Target="../media/image129.emf"/><Relationship Id="rId6" Type="http://schemas.openxmlformats.org/officeDocument/2006/relationships/image" Target="../media/image105.wmf"/><Relationship Id="rId5" Type="http://schemas.openxmlformats.org/officeDocument/2006/relationships/image" Target="../media/image104.wmf"/><Relationship Id="rId4" Type="http://schemas.openxmlformats.org/officeDocument/2006/relationships/image" Target="../media/image132.e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emf"/><Relationship Id="rId2" Type="http://schemas.openxmlformats.org/officeDocument/2006/relationships/image" Target="../media/image134.emf"/><Relationship Id="rId1" Type="http://schemas.openxmlformats.org/officeDocument/2006/relationships/image" Target="../media/image133.emf"/><Relationship Id="rId5" Type="http://schemas.openxmlformats.org/officeDocument/2006/relationships/image" Target="../media/image137.emf"/><Relationship Id="rId4" Type="http://schemas.openxmlformats.org/officeDocument/2006/relationships/image" Target="../media/image136.e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emf"/><Relationship Id="rId2" Type="http://schemas.openxmlformats.org/officeDocument/2006/relationships/image" Target="../media/image139.emf"/><Relationship Id="rId1" Type="http://schemas.openxmlformats.org/officeDocument/2006/relationships/image" Target="../media/image138.emf"/><Relationship Id="rId6" Type="http://schemas.openxmlformats.org/officeDocument/2006/relationships/image" Target="../media/image143.emf"/><Relationship Id="rId5" Type="http://schemas.openxmlformats.org/officeDocument/2006/relationships/image" Target="../media/image142.emf"/><Relationship Id="rId4" Type="http://schemas.openxmlformats.org/officeDocument/2006/relationships/image" Target="../media/image141.e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emf"/><Relationship Id="rId7" Type="http://schemas.openxmlformats.org/officeDocument/2006/relationships/image" Target="../media/image150.emf"/><Relationship Id="rId2" Type="http://schemas.openxmlformats.org/officeDocument/2006/relationships/image" Target="../media/image145.emf"/><Relationship Id="rId1" Type="http://schemas.openxmlformats.org/officeDocument/2006/relationships/image" Target="../media/image144.emf"/><Relationship Id="rId6" Type="http://schemas.openxmlformats.org/officeDocument/2006/relationships/image" Target="../media/image149.emf"/><Relationship Id="rId5" Type="http://schemas.openxmlformats.org/officeDocument/2006/relationships/image" Target="../media/image148.emf"/><Relationship Id="rId4" Type="http://schemas.openxmlformats.org/officeDocument/2006/relationships/image" Target="../media/image147.e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3.emf"/><Relationship Id="rId7" Type="http://schemas.openxmlformats.org/officeDocument/2006/relationships/image" Target="../media/image157.emf"/><Relationship Id="rId2" Type="http://schemas.openxmlformats.org/officeDocument/2006/relationships/image" Target="../media/image152.emf"/><Relationship Id="rId1" Type="http://schemas.openxmlformats.org/officeDocument/2006/relationships/image" Target="../media/image151.emf"/><Relationship Id="rId6" Type="http://schemas.openxmlformats.org/officeDocument/2006/relationships/image" Target="../media/image156.emf"/><Relationship Id="rId5" Type="http://schemas.openxmlformats.org/officeDocument/2006/relationships/image" Target="../media/image155.emf"/><Relationship Id="rId4" Type="http://schemas.openxmlformats.org/officeDocument/2006/relationships/image" Target="../media/image154.emf"/></Relationships>
</file>

<file path=ppt/drawings/_rels/vmlDrawing2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9.emf"/><Relationship Id="rId1" Type="http://schemas.openxmlformats.org/officeDocument/2006/relationships/image" Target="../media/image158.e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0.wmf"/></Relationships>
</file>

<file path=ppt/drawings/_rels/vmlDrawing2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8.wmf"/><Relationship Id="rId13" Type="http://schemas.openxmlformats.org/officeDocument/2006/relationships/image" Target="../media/image173.wmf"/><Relationship Id="rId3" Type="http://schemas.openxmlformats.org/officeDocument/2006/relationships/image" Target="../media/image163.wmf"/><Relationship Id="rId7" Type="http://schemas.openxmlformats.org/officeDocument/2006/relationships/image" Target="../media/image167.wmf"/><Relationship Id="rId12" Type="http://schemas.openxmlformats.org/officeDocument/2006/relationships/image" Target="../media/image172.wmf"/><Relationship Id="rId2" Type="http://schemas.openxmlformats.org/officeDocument/2006/relationships/image" Target="../media/image162.wmf"/><Relationship Id="rId1" Type="http://schemas.openxmlformats.org/officeDocument/2006/relationships/image" Target="../media/image161.wmf"/><Relationship Id="rId6" Type="http://schemas.openxmlformats.org/officeDocument/2006/relationships/image" Target="../media/image166.wmf"/><Relationship Id="rId11" Type="http://schemas.openxmlformats.org/officeDocument/2006/relationships/image" Target="../media/image171.wmf"/><Relationship Id="rId5" Type="http://schemas.openxmlformats.org/officeDocument/2006/relationships/image" Target="../media/image165.wmf"/><Relationship Id="rId10" Type="http://schemas.openxmlformats.org/officeDocument/2006/relationships/image" Target="../media/image170.wmf"/><Relationship Id="rId4" Type="http://schemas.openxmlformats.org/officeDocument/2006/relationships/image" Target="../media/image164.wmf"/><Relationship Id="rId9" Type="http://schemas.openxmlformats.org/officeDocument/2006/relationships/image" Target="../media/image169.wmf"/><Relationship Id="rId14" Type="http://schemas.openxmlformats.org/officeDocument/2006/relationships/image" Target="../media/image174.wmf"/></Relationships>
</file>

<file path=ppt/drawings/_rels/vmlDrawing2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6.wmf"/><Relationship Id="rId1" Type="http://schemas.openxmlformats.org/officeDocument/2006/relationships/image" Target="../media/image175.w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7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Arial" panose="020B0604020202020204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Arial" panose="020B0604020202020204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9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Arial" panose="020B0604020202020204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fld id="{A8DBF4DF-9ECE-4A16-BBCE-A0B74A08A61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xmlns="" val="156841846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4382336-2B2A-414F-B645-14F27ADB65A3}" type="slidenum">
              <a:rPr lang="en-US" altLang="zh-CN" smtClean="0">
                <a:solidFill>
                  <a:srgbClr val="FFFFFF"/>
                </a:solidFill>
              </a:rPr>
              <a:pPr/>
              <a:t>29</a:t>
            </a:fld>
            <a:endParaRPr lang="en-US" altLang="zh-CN" smtClean="0">
              <a:solidFill>
                <a:srgbClr val="FFFFFF"/>
              </a:solidFill>
            </a:endParaRPr>
          </a:p>
        </p:txBody>
      </p:sp>
      <p:sp>
        <p:nvSpPr>
          <p:cNvPr id="1095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zh-CN" smtClean="0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8B5FF40-05C2-4D80-A58F-582BCF90A9B2}" type="slidenum">
              <a:rPr lang="en-US" altLang="zh-CN" smtClean="0">
                <a:solidFill>
                  <a:srgbClr val="FFFFFF"/>
                </a:solidFill>
              </a:rPr>
              <a:pPr/>
              <a:t>30</a:t>
            </a:fld>
            <a:endParaRPr lang="en-US" altLang="zh-CN" smtClean="0">
              <a:solidFill>
                <a:srgbClr val="FFFFFF"/>
              </a:solidFill>
            </a:endParaRPr>
          </a:p>
        </p:txBody>
      </p:sp>
      <p:sp>
        <p:nvSpPr>
          <p:cNvPr id="1105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zh-CN" smtClean="0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71E13D9-DA08-47DB-8F95-2A1BFCDFC5AA}" type="slidenum">
              <a:rPr lang="en-US" altLang="zh-CN" smtClean="0">
                <a:solidFill>
                  <a:srgbClr val="FFFFFF"/>
                </a:solidFill>
              </a:rPr>
              <a:pPr/>
              <a:t>31</a:t>
            </a:fld>
            <a:endParaRPr lang="en-US" altLang="zh-CN" smtClean="0">
              <a:solidFill>
                <a:srgbClr val="FFFFFF"/>
              </a:solidFill>
            </a:endParaRPr>
          </a:p>
        </p:txBody>
      </p:sp>
      <p:sp>
        <p:nvSpPr>
          <p:cNvPr id="1116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zh-CN" smtClean="0">
              <a:ea typeface="宋体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2344AB-1DED-47FA-8A79-3C91C0E0B29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dissolv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0041B9-8E72-4125-A393-B615B769DB1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dissolv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72FF44-2042-4F13-93E3-13AEABF970D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dissolv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07E5F4-FE8C-4111-BDB0-75C4EB51D38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dissolv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0DBB15-6B97-4D6E-A5EB-70F769E6843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dissolv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C25CBF-5BBD-49E2-BF4B-BD75068F266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dissolv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55E4AF-0FFC-495B-8501-EB4DA3AA7C8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dissolv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260DBD-3915-4341-8918-E7F47ECD7BA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dissolv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66533E-5A67-4EFD-97B1-F7ABF33E456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dissolv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61CF13-A6D0-414A-8BE5-016950E704F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dissolv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760E10-B1A0-4ED2-AC6F-E4020886E9E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dissolv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316558-34E1-42FA-9675-B66A9A95E5B6}" type="datetimeFigureOut">
              <a:rPr lang="zh-CN" altLang="en-US"/>
              <a:pPr>
                <a:defRPr/>
              </a:pPr>
              <a:t>2018/10/19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1169C1-519F-441A-BE23-843C1407874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3BBAEA-CD6A-4AA9-8AAE-527BED44F64E}" type="datetimeFigureOut">
              <a:rPr lang="zh-CN" altLang="en-US"/>
              <a:pPr>
                <a:defRPr/>
              </a:pPr>
              <a:t>2018/10/19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FA06C8-2D71-45F9-A238-791CB6EFBFA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3B088D-953F-433A-BE09-418F2FF6D344}" type="datetimeFigureOut">
              <a:rPr lang="zh-CN" altLang="en-US"/>
              <a:pPr>
                <a:defRPr/>
              </a:pPr>
              <a:t>2018/10/19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2226F5-E8F1-4CDB-9CD4-5D79CBE86D7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583C90-41B8-48AB-A776-B78F107B732E}" type="datetimeFigureOut">
              <a:rPr lang="zh-CN" altLang="en-US"/>
              <a:pPr>
                <a:defRPr/>
              </a:pPr>
              <a:t>2018/10/19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299C38-37BE-417D-A23F-25FB4435748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4F00C5-5AF6-44F2-A3AE-D976FCEE7016}" type="datetimeFigureOut">
              <a:rPr lang="zh-CN" altLang="en-US"/>
              <a:pPr>
                <a:defRPr/>
              </a:pPr>
              <a:t>2018/10/19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B991A4-91CA-4F69-BECA-47964F9AC0C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BD685E-F4E2-4D30-917B-68281A7E042D}" type="datetimeFigureOut">
              <a:rPr lang="zh-CN" altLang="en-US"/>
              <a:pPr>
                <a:defRPr/>
              </a:pPr>
              <a:t>2018/10/19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ABC11F-5FAB-4E2B-ADEE-3641C8D8B25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D6EF02-1979-469A-8BA2-632213E68566}" type="datetimeFigureOut">
              <a:rPr lang="zh-CN" altLang="en-US"/>
              <a:pPr>
                <a:defRPr/>
              </a:pPr>
              <a:t>2018/10/19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A2CBD7-4C80-4BB7-8059-27243DF8F1F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96FD6C-C4B6-4F33-9DCE-B8C7E4707495}" type="datetimeFigureOut">
              <a:rPr lang="zh-CN" altLang="en-US"/>
              <a:pPr>
                <a:defRPr/>
              </a:pPr>
              <a:t>2018/10/19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4E3A3A-02D2-41DF-8305-88C3BE0A9B0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E60652-DF41-4A35-988B-14E277528CF8}" type="datetimeFigureOut">
              <a:rPr lang="zh-CN" altLang="en-US"/>
              <a:pPr>
                <a:defRPr/>
              </a:pPr>
              <a:t>2018/10/19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EA9BFC-48FC-440E-B934-90EF87D1D67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5BB667-8AF2-42EA-BA05-6E48581B5EA7}" type="datetimeFigureOut">
              <a:rPr lang="zh-CN" altLang="en-US"/>
              <a:pPr>
                <a:defRPr/>
              </a:pPr>
              <a:t>2018/10/19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339ADE-53DA-45D8-9283-940ACEE8C2E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4BB074-C064-463E-9D4C-1909F2A89D7A}" type="datetimeFigureOut">
              <a:rPr lang="zh-CN" altLang="en-US"/>
              <a:pPr>
                <a:defRPr/>
              </a:pPr>
              <a:t>2018/10/19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24BA67-76C9-4208-AB68-45C9DB1CDD3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19" name="Rectangle 31"/>
          <p:cNvSpPr>
            <a:spLocks noGrp="1" noChangeArrowheads="1"/>
          </p:cNvSpPr>
          <p:nvPr>
            <p:ph type="dt" sz="quarter" idx="2"/>
          </p:nvPr>
        </p:nvSpPr>
        <p:spPr>
          <a:xfrm>
            <a:off x="685800" y="6348413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45472"/>
              </a:solidFill>
            </a:endParaRPr>
          </a:p>
        </p:txBody>
      </p:sp>
      <p:sp>
        <p:nvSpPr>
          <p:cNvPr id="37920" name="Rectangle 32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348413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45472"/>
              </a:solidFill>
            </a:endParaRPr>
          </a:p>
        </p:txBody>
      </p:sp>
      <p:sp>
        <p:nvSpPr>
          <p:cNvPr id="37921" name="Rectangle 33"/>
          <p:cNvSpPr>
            <a:spLocks noGrp="1" noChangeArrowheads="1"/>
          </p:cNvSpPr>
          <p:nvPr>
            <p:ph type="sldNum" sz="quarter" idx="4"/>
          </p:nvPr>
        </p:nvSpPr>
        <p:spPr>
          <a:xfrm>
            <a:off x="7308304" y="6428184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443EE585-B32A-4C60-B717-0FCF3CE634DB}" type="slidenum">
              <a:rPr lang="en-US" altLang="zh-CN">
                <a:solidFill>
                  <a:srgbClr val="545472"/>
                </a:solidFill>
              </a:rPr>
              <a:pPr/>
              <a:t>‹#›</a:t>
            </a:fld>
            <a:endParaRPr lang="en-US" altLang="zh-CN">
              <a:solidFill>
                <a:srgbClr val="54547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206270365"/>
      </p:ext>
    </p:extLst>
  </p:cSld>
  <p:clrMapOvr>
    <a:masterClrMapping/>
  </p:clrMapOvr>
  <p:transition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45472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45472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275512" y="6367463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D4332F16-DF9C-49A0-8325-47291676EDBC}" type="slidenum">
              <a:rPr lang="en-US" altLang="zh-CN">
                <a:solidFill>
                  <a:srgbClr val="545472"/>
                </a:solidFill>
              </a:rPr>
              <a:pPr/>
              <a:t>‹#›</a:t>
            </a:fld>
            <a:endParaRPr lang="en-US" altLang="zh-CN" dirty="0">
              <a:solidFill>
                <a:srgbClr val="54547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83623663"/>
      </p:ext>
    </p:extLst>
  </p:cSld>
  <p:clrMapOvr>
    <a:masterClrMapping/>
  </p:clrMapOvr>
  <p:transition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45472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45472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2B2EC6-351B-4C6C-BFE2-CEDEF8348AD4}" type="slidenum">
              <a:rPr lang="en-US" altLang="zh-CN">
                <a:solidFill>
                  <a:srgbClr val="545472"/>
                </a:solidFill>
              </a:rPr>
              <a:pPr/>
              <a:t>‹#›</a:t>
            </a:fld>
            <a:endParaRPr lang="en-US" altLang="zh-CN">
              <a:solidFill>
                <a:srgbClr val="54547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917301372"/>
      </p:ext>
    </p:extLst>
  </p:cSld>
  <p:clrMapOvr>
    <a:masterClrMapping/>
  </p:clrMapOvr>
  <p:transition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45472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45472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76438A2-2DA4-4067-A08E-D5431EB22BE1}" type="slidenum">
              <a:rPr lang="en-US" altLang="zh-CN">
                <a:solidFill>
                  <a:srgbClr val="545472"/>
                </a:solidFill>
              </a:rPr>
              <a:pPr/>
              <a:t>‹#›</a:t>
            </a:fld>
            <a:endParaRPr lang="en-US" altLang="zh-CN">
              <a:solidFill>
                <a:srgbClr val="54547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022300269"/>
      </p:ext>
    </p:extLst>
  </p:cSld>
  <p:clrMapOvr>
    <a:masterClrMapping/>
  </p:clrMapOvr>
  <p:transition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45472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45472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0391819-E1D8-4900-9E30-4BE56169B23B}" type="slidenum">
              <a:rPr lang="en-US" altLang="zh-CN">
                <a:solidFill>
                  <a:srgbClr val="545472"/>
                </a:solidFill>
              </a:rPr>
              <a:pPr/>
              <a:t>‹#›</a:t>
            </a:fld>
            <a:endParaRPr lang="en-US" altLang="zh-CN">
              <a:solidFill>
                <a:srgbClr val="54547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364395385"/>
      </p:ext>
    </p:extLst>
  </p:cSld>
  <p:clrMapOvr>
    <a:masterClrMapping/>
  </p:clrMapOvr>
  <p:transition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45472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45472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330D979-E79C-4FB7-BADD-5AE0CD09F3D9}" type="slidenum">
              <a:rPr lang="en-US" altLang="zh-CN">
                <a:solidFill>
                  <a:srgbClr val="545472"/>
                </a:solidFill>
              </a:rPr>
              <a:pPr/>
              <a:t>‹#›</a:t>
            </a:fld>
            <a:endParaRPr lang="en-US" altLang="zh-CN">
              <a:solidFill>
                <a:srgbClr val="54547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980972681"/>
      </p:ext>
    </p:extLst>
  </p:cSld>
  <p:clrMapOvr>
    <a:masterClrMapping/>
  </p:clrMapOvr>
  <p:transition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45472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45472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7236296" y="6381328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6C956EC0-8506-4482-8E3C-76F37D92AB6E}" type="slidenum">
              <a:rPr lang="en-US" altLang="zh-CN">
                <a:solidFill>
                  <a:srgbClr val="545472"/>
                </a:solidFill>
              </a:rPr>
              <a:pPr/>
              <a:t>‹#›</a:t>
            </a:fld>
            <a:endParaRPr lang="en-US" altLang="zh-CN" dirty="0">
              <a:solidFill>
                <a:srgbClr val="54547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79454228"/>
      </p:ext>
    </p:extLst>
  </p:cSld>
  <p:clrMapOvr>
    <a:masterClrMapping/>
  </p:clrMapOvr>
  <p:transition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45472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45472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423DC8-3550-4B9A-AD8B-329D79ADB7D2}" type="slidenum">
              <a:rPr lang="en-US" altLang="zh-CN">
                <a:solidFill>
                  <a:srgbClr val="545472"/>
                </a:solidFill>
              </a:rPr>
              <a:pPr/>
              <a:t>‹#›</a:t>
            </a:fld>
            <a:endParaRPr lang="en-US" altLang="zh-CN">
              <a:solidFill>
                <a:srgbClr val="54547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61029800"/>
      </p:ext>
    </p:extLst>
  </p:cSld>
  <p:clrMapOvr>
    <a:masterClrMapping/>
  </p:clrMapOvr>
  <p:transition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45472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45472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CE0D0C-AE5A-4ABB-B99A-15355170965B}" type="slidenum">
              <a:rPr lang="en-US" altLang="zh-CN">
                <a:solidFill>
                  <a:srgbClr val="545472"/>
                </a:solidFill>
              </a:rPr>
              <a:pPr/>
              <a:t>‹#›</a:t>
            </a:fld>
            <a:endParaRPr lang="en-US" altLang="zh-CN">
              <a:solidFill>
                <a:srgbClr val="54547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061499344"/>
      </p:ext>
    </p:extLst>
  </p:cSld>
  <p:clrMapOvr>
    <a:masterClrMapping/>
  </p:clrMapOvr>
  <p:transition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45472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45472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D0A77BF-D40C-4DB0-9048-63CE588F8352}" type="slidenum">
              <a:rPr lang="en-US" altLang="zh-CN">
                <a:solidFill>
                  <a:srgbClr val="545472"/>
                </a:solidFill>
              </a:rPr>
              <a:pPr/>
              <a:t>‹#›</a:t>
            </a:fld>
            <a:endParaRPr lang="en-US" altLang="zh-CN">
              <a:solidFill>
                <a:srgbClr val="54547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195214525"/>
      </p:ext>
    </p:extLst>
  </p:cSld>
  <p:clrMapOvr>
    <a:masterClrMapping/>
  </p:clrMapOvr>
  <p:transition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768350"/>
            <a:ext cx="1943100" cy="532765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768350"/>
            <a:ext cx="5676900" cy="532765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45472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45472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533BDD-452E-4020-8879-463277F8968F}" type="slidenum">
              <a:rPr lang="en-US" altLang="zh-CN">
                <a:solidFill>
                  <a:srgbClr val="545472"/>
                </a:solidFill>
              </a:rPr>
              <a:pPr/>
              <a:t>‹#›</a:t>
            </a:fld>
            <a:endParaRPr lang="en-US" altLang="zh-CN">
              <a:solidFill>
                <a:srgbClr val="54547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842918643"/>
      </p:ext>
    </p:extLst>
  </p:cSld>
  <p:clrMapOvr>
    <a:masterClrMapping/>
  </p:clrMapOvr>
  <p:transition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83B856-5C4A-4269-9A53-685E5B43379D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478098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BFFDDA-31AB-4946-875A-43B0943D9955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40243494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515550-4759-4CE5-8C49-097C14D69458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90072804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BF2DD0-E239-40BD-BFB8-F9E234FC90BB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24361092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7E04DA-17F7-4225-919A-A5EBCD460395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93420838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3FE995-7DE2-4029-935A-4B29050CE719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07118600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09EEB6-93A3-4432-813B-8473841E07F7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8954842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8DDB42-7274-4427-BC2C-772D41E37C1F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90566761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322ED6-39FC-49A6-B59E-12710F0B096E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13168593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148851-3BAF-4C8F-A96E-78CE16657962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646401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D72276-F804-4B50-90D7-203D680D9512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16420410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B9B59D-7D3F-49A9-890E-7F048CB56124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>
    <p:dissolve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62E043-9A36-4990-9B2C-D992DEF5D6C0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>
    <p:dissolve/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906C55-928F-483C-9ED6-87670C583264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>
    <p:dissolve/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C59945-E866-422F-B927-18B32C80909B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>
    <p:dissolve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0445F6-5809-4FF6-B384-DA85BC4393B7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>
    <p:dissolve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A0871D-4CFB-4CE2-A6D9-9F0837FCD60B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>
    <p:dissolve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20272" y="655315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377323-3605-4DE0-B90E-D0F069E586E8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>
    <p:dissolve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9CFF08-BFFD-438A-A209-09E17DA19E8B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>
    <p:dissolve/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E3CCEB-5489-441C-9D3E-A02B296FB271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>
    <p:dissolve/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E23D92-94E1-4EC6-B341-D75C845505F0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>
    <p:dissolve/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DBCFA7-B08C-4D7C-9FA3-C403F402B850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>
    <p:dissolve/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ACACC5-9807-44A1-B39D-685356B1688E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A509BA-944C-461F-A3BB-E44A7CC196FC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FE892E0-70F3-4D92-B3B0-090DD83BA33E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82DAB3-8022-46F4-9A79-DCA222038CEB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D27A40B-5B3E-4CA2-B261-914810AD6E92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A6EFD89-BC17-4667-BF78-9C531387C04F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1709954-2B9B-4407-A4DF-143EB348BEAF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285717-0B6D-4529-A2A3-CDCA7F0B9B28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79DE6C4-0E8C-4C4B-BD95-97ACDECB010F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9B1F30E-58BB-4A17-AF7C-4C3FDAFC2CFF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0B97DB5-D64A-4EEA-AA4F-02D46E0E35B6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85800" y="1981200"/>
            <a:ext cx="3810000" cy="1981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3810000" cy="1981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85800" y="4114800"/>
            <a:ext cx="3810000" cy="1981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8200" y="4114800"/>
            <a:ext cx="3810000" cy="1981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938E94A2-9A73-48A4-BDCE-3A753E1FF049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2344AB-1DED-47FA-8A79-3C91C0E0B299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>
    <p:dissolve/>
  </p:transition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0041B9-8E72-4125-A393-B615B769DB1D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>
    <p:dissolve/>
  </p:transition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72FF44-2042-4F13-93E3-13AEABF970D0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>
    <p:dissolve/>
  </p:transition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07E5F4-FE8C-4111-BDB0-75C4EB51D380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>
    <p:dissolve/>
  </p:transition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0DBB15-6B97-4D6E-A5EB-70F769E68439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>
    <p:dissolve/>
  </p:transition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C25CBF-5BBD-49E2-BF4B-BD75068F2665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>
    <p:dissolve/>
  </p:transition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55E4AF-0FFC-495B-8501-EB4DA3AA7C8B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>
    <p:dissolve/>
  </p:transition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260DBD-3915-4341-8918-E7F47ECD7BAE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>
    <p:dissolve/>
  </p:transition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66533E-5A67-4EFD-97B1-F7ABF33E4561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>
    <p:dissolve/>
  </p:transition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61CF13-A6D0-414A-8BE5-016950E704F2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>
    <p:dissolve/>
  </p:transition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760E10-B1A0-4ED2-AC6F-E4020886E9E1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>
    <p:dissolve/>
  </p:transition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B2767DD1-8697-4C6E-8BE5-4E938138C9C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xmlns="" val="89513997"/>
      </p:ext>
    </p:extLst>
  </p:cSld>
  <p:clrMapOvr>
    <a:masterClrMapping/>
  </p:clrMapOvr>
  <p:transition>
    <p:random/>
  </p:transition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653FF094-76B5-4066-9056-3D7F850A325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xmlns="" val="3562087006"/>
      </p:ext>
    </p:extLst>
  </p:cSld>
  <p:clrMapOvr>
    <a:masterClrMapping/>
  </p:clrMapOvr>
  <p:transition>
    <p:random/>
  </p:transition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66F919CA-CE92-4AFE-9752-B4523ADC8F7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xmlns="" val="1605282299"/>
      </p:ext>
    </p:extLst>
  </p:cSld>
  <p:clrMapOvr>
    <a:masterClrMapping/>
  </p:clrMapOvr>
  <p:transition>
    <p:random/>
  </p:transition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0D505469-0BDD-4484-9A6B-A5D89A5A228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xmlns="" val="331301116"/>
      </p:ext>
    </p:extLst>
  </p:cSld>
  <p:clrMapOvr>
    <a:masterClrMapping/>
  </p:clrMapOvr>
  <p:transition>
    <p:random/>
  </p:transition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BC153C63-59DF-463A-81C5-86DF21AB729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xmlns="" val="95088772"/>
      </p:ext>
    </p:extLst>
  </p:cSld>
  <p:clrMapOvr>
    <a:masterClrMapping/>
  </p:clrMapOvr>
  <p:transition>
    <p:random/>
  </p:transition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2E82F629-8096-4312-80CD-933F6E0A78E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xmlns="" val="1277635082"/>
      </p:ext>
    </p:extLst>
  </p:cSld>
  <p:clrMapOvr>
    <a:masterClrMapping/>
  </p:clrMapOvr>
  <p:transition>
    <p:random/>
  </p:transition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9708E3E0-6A2C-4477-955B-175D828119A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xmlns="" val="1824522035"/>
      </p:ext>
    </p:extLst>
  </p:cSld>
  <p:clrMapOvr>
    <a:masterClrMapping/>
  </p:clrMapOvr>
  <p:transition>
    <p:random/>
  </p:transition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3FC4629C-905D-4490-950D-42A31F6FD3E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xmlns="" val="1688580543"/>
      </p:ext>
    </p:extLst>
  </p:cSld>
  <p:clrMapOvr>
    <a:masterClrMapping/>
  </p:clrMapOvr>
  <p:transition>
    <p:random/>
  </p:transition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6267C5CD-67A6-461B-B887-ADD0D573DFB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xmlns="" val="3113977169"/>
      </p:ext>
    </p:extLst>
  </p:cSld>
  <p:clrMapOvr>
    <a:masterClrMapping/>
  </p:clrMapOvr>
  <p:transition>
    <p:random/>
  </p:transition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7C7CE7AA-464D-435D-8CF7-65E57D4C785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xmlns="" val="1383544429"/>
      </p:ext>
    </p:extLst>
  </p:cSld>
  <p:clrMapOvr>
    <a:masterClrMapping/>
  </p:clrMapOvr>
  <p:transition>
    <p:random/>
  </p:transition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E5286CBD-AB8F-4448-A58F-455FD9C45F2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xmlns="" val="1629025398"/>
      </p:ext>
    </p:extLst>
  </p:cSld>
  <p:clrMapOvr>
    <a:masterClrMapping/>
  </p:clrMapOvr>
  <p:transition>
    <p:random/>
  </p:transition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3D0A72D1-4607-4AC6-8E53-F266C5DDC97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xmlns="" val="325582850"/>
      </p:ext>
    </p:extLst>
  </p:cSld>
  <p:clrMapOvr>
    <a:masterClrMapping/>
  </p:clrMapOvr>
  <p:transition>
    <p:rand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35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image" Target="../media/image2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13" Type="http://schemas.openxmlformats.org/officeDocument/2006/relationships/theme" Target="../theme/theme8.xml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slideLayout" Target="../slideLayouts/slideLayout89.xml"/><Relationship Id="rId2" Type="http://schemas.openxmlformats.org/officeDocument/2006/relationships/slideLayout" Target="../slideLayouts/slideLayout79.xml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7.xml"/><Relationship Id="rId3" Type="http://schemas.openxmlformats.org/officeDocument/2006/relationships/slideLayout" Target="../slideLayouts/slideLayout92.xml"/><Relationship Id="rId7" Type="http://schemas.openxmlformats.org/officeDocument/2006/relationships/slideLayout" Target="../slideLayouts/slideLayout96.xml"/><Relationship Id="rId12" Type="http://schemas.openxmlformats.org/officeDocument/2006/relationships/theme" Target="../theme/theme9.xml"/><Relationship Id="rId2" Type="http://schemas.openxmlformats.org/officeDocument/2006/relationships/slideLayout" Target="../slideLayouts/slideLayout91.xml"/><Relationship Id="rId1" Type="http://schemas.openxmlformats.org/officeDocument/2006/relationships/slideLayout" Target="../slideLayouts/slideLayout90.xml"/><Relationship Id="rId6" Type="http://schemas.openxmlformats.org/officeDocument/2006/relationships/slideLayout" Target="../slideLayouts/slideLayout95.xml"/><Relationship Id="rId11" Type="http://schemas.openxmlformats.org/officeDocument/2006/relationships/slideLayout" Target="../slideLayouts/slideLayout100.xml"/><Relationship Id="rId5" Type="http://schemas.openxmlformats.org/officeDocument/2006/relationships/slideLayout" Target="../slideLayouts/slideLayout94.xml"/><Relationship Id="rId10" Type="http://schemas.openxmlformats.org/officeDocument/2006/relationships/slideLayout" Target="../slideLayouts/slideLayout99.xml"/><Relationship Id="rId4" Type="http://schemas.openxmlformats.org/officeDocument/2006/relationships/slideLayout" Target="../slideLayouts/slideLayout93.xml"/><Relationship Id="rId9" Type="http://schemas.openxmlformats.org/officeDocument/2006/relationships/slideLayout" Target="../slideLayouts/slideLayout98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8.xml"/><Relationship Id="rId13" Type="http://schemas.openxmlformats.org/officeDocument/2006/relationships/theme" Target="../theme/theme10.xml"/><Relationship Id="rId3" Type="http://schemas.openxmlformats.org/officeDocument/2006/relationships/slideLayout" Target="../slideLayouts/slideLayout103.xml"/><Relationship Id="rId7" Type="http://schemas.openxmlformats.org/officeDocument/2006/relationships/slideLayout" Target="../slideLayouts/slideLayout107.xml"/><Relationship Id="rId12" Type="http://schemas.openxmlformats.org/officeDocument/2006/relationships/slideLayout" Target="../slideLayouts/slideLayout112.xml"/><Relationship Id="rId2" Type="http://schemas.openxmlformats.org/officeDocument/2006/relationships/slideLayout" Target="../slideLayouts/slideLayout102.xml"/><Relationship Id="rId1" Type="http://schemas.openxmlformats.org/officeDocument/2006/relationships/slideLayout" Target="../slideLayouts/slideLayout101.xml"/><Relationship Id="rId6" Type="http://schemas.openxmlformats.org/officeDocument/2006/relationships/slideLayout" Target="../slideLayouts/slideLayout106.xml"/><Relationship Id="rId11" Type="http://schemas.openxmlformats.org/officeDocument/2006/relationships/slideLayout" Target="../slideLayouts/slideLayout111.xml"/><Relationship Id="rId5" Type="http://schemas.openxmlformats.org/officeDocument/2006/relationships/slideLayout" Target="../slideLayouts/slideLayout105.xml"/><Relationship Id="rId10" Type="http://schemas.openxmlformats.org/officeDocument/2006/relationships/slideLayout" Target="../slideLayouts/slideLayout110.xml"/><Relationship Id="rId4" Type="http://schemas.openxmlformats.org/officeDocument/2006/relationships/slideLayout" Target="../slideLayouts/slideLayout104.xml"/><Relationship Id="rId9" Type="http://schemas.openxmlformats.org/officeDocument/2006/relationships/slideLayout" Target="../slideLayouts/slideLayout10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 userDrawn="1"/>
        </p:nvSpPr>
        <p:spPr bwMode="auto">
          <a:xfrm>
            <a:off x="7938" y="6275388"/>
            <a:ext cx="9134475" cy="549275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+mn-lt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+mn-lt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32588" y="6248400"/>
            <a:ext cx="2133600" cy="47625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fld id="{17D16B47-C6EB-4CD9-9BD0-068206D5F6C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32" name="Rectangle 8"/>
          <p:cNvSpPr>
            <a:spLocks noChangeArrowheads="1"/>
          </p:cNvSpPr>
          <p:nvPr userDrawn="1"/>
        </p:nvSpPr>
        <p:spPr bwMode="auto">
          <a:xfrm>
            <a:off x="11113" y="6350"/>
            <a:ext cx="9134475" cy="549275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1033" name="Text Box 9"/>
          <p:cNvSpPr txBox="1">
            <a:spLocks noChangeArrowheads="1"/>
          </p:cNvSpPr>
          <p:nvPr userDrawn="1"/>
        </p:nvSpPr>
        <p:spPr bwMode="auto">
          <a:xfrm>
            <a:off x="2879725" y="6334125"/>
            <a:ext cx="3689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sz="2400">
                <a:solidFill>
                  <a:srgbClr val="0066FF"/>
                </a:solidFill>
                <a:latin typeface="隶书" pitchFamily="49" charset="-122"/>
                <a:ea typeface="隶书" pitchFamily="49" charset="-122"/>
              </a:rPr>
              <a:t>山东轻工业学院 数理学院</a:t>
            </a:r>
            <a:endParaRPr lang="zh-CN" altLang="en-US" sz="2800">
              <a:ea typeface="宋体" pitchFamily="2" charset="-122"/>
            </a:endParaRPr>
          </a:p>
        </p:txBody>
      </p:sp>
      <p:sp>
        <p:nvSpPr>
          <p:cNvPr id="1034" name="Text Box 10"/>
          <p:cNvSpPr txBox="1">
            <a:spLocks noChangeArrowheads="1"/>
          </p:cNvSpPr>
          <p:nvPr userDrawn="1"/>
        </p:nvSpPr>
        <p:spPr bwMode="auto">
          <a:xfrm>
            <a:off x="450850" y="11113"/>
            <a:ext cx="26733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sz="2800">
                <a:solidFill>
                  <a:srgbClr val="008000"/>
                </a:solidFill>
                <a:latin typeface="隶书" pitchFamily="49" charset="-122"/>
                <a:ea typeface="隶书" pitchFamily="49" charset="-122"/>
              </a:rPr>
              <a:t>第九章  热力学</a:t>
            </a:r>
          </a:p>
        </p:txBody>
      </p:sp>
      <p:sp>
        <p:nvSpPr>
          <p:cNvPr id="1035" name="AutoShape 11">
            <a:hlinkClick r:id="" action="ppaction://hlinkshowjump?jump=nextslide" highlightClick="1"/>
          </p:cNvPr>
          <p:cNvSpPr>
            <a:spLocks noChangeArrowheads="1"/>
          </p:cNvSpPr>
          <p:nvPr userDrawn="1"/>
        </p:nvSpPr>
        <p:spPr bwMode="auto">
          <a:xfrm>
            <a:off x="8680450" y="6546850"/>
            <a:ext cx="381000" cy="228600"/>
          </a:xfrm>
          <a:prstGeom prst="actionButtonForwardNext">
            <a:avLst/>
          </a:prstGeom>
          <a:solidFill>
            <a:srgbClr val="FF99CC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1036" name="AutoShape 12">
            <a:hlinkClick r:id="" action="ppaction://hlinkshowjump?jump=previousslide" highlightClick="1"/>
          </p:cNvPr>
          <p:cNvSpPr>
            <a:spLocks noChangeArrowheads="1"/>
          </p:cNvSpPr>
          <p:nvPr userDrawn="1"/>
        </p:nvSpPr>
        <p:spPr bwMode="auto">
          <a:xfrm>
            <a:off x="8286750" y="6546850"/>
            <a:ext cx="381000" cy="228600"/>
          </a:xfrm>
          <a:prstGeom prst="actionButtonBackPrevious">
            <a:avLst/>
          </a:prstGeom>
          <a:solidFill>
            <a:srgbClr val="FFCC99"/>
          </a:solidFill>
          <a:ln w="1905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ea typeface="宋体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5" r:id="rId1"/>
    <p:sldLayoutId id="2147483846" r:id="rId2"/>
    <p:sldLayoutId id="2147483847" r:id="rId3"/>
    <p:sldLayoutId id="2147483848" r:id="rId4"/>
    <p:sldLayoutId id="2147483849" r:id="rId5"/>
    <p:sldLayoutId id="2147483850" r:id="rId6"/>
    <p:sldLayoutId id="2147483866" r:id="rId7"/>
    <p:sldLayoutId id="2147483851" r:id="rId8"/>
    <p:sldLayoutId id="2147483852" r:id="rId9"/>
    <p:sldLayoutId id="2147483853" r:id="rId10"/>
    <p:sldLayoutId id="2147483854" r:id="rId11"/>
  </p:sldLayoutIdLst>
  <p:transition spd="slow">
    <p:dissolve/>
  </p:transition>
  <p:timing>
    <p:tnLst>
      <p:par>
        <p:cTn id="1" dur="indefinite" restart="never" nodeType="tmRoot"/>
      </p:par>
    </p:tnLst>
  </p:timing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标题占位符 1"/>
          <p:cNvSpPr>
            <a:spLocks noGrp="1"/>
          </p:cNvSpPr>
          <p:nvPr>
            <p:ph type="title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3686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200">
                <a:solidFill>
                  <a:schemeClr val="tx1">
                    <a:tint val="75000"/>
                  </a:schemeClr>
                </a:solidFill>
                <a:ea typeface="宋体" pitchFamily="2" charset="-122"/>
              </a:defRPr>
            </a:lvl1pPr>
          </a:lstStyle>
          <a:p>
            <a:pPr>
              <a:defRPr/>
            </a:pPr>
            <a:fld id="{56726C6B-3691-41F6-8F6F-49D9370DEDA1}" type="datetimeFigureOut">
              <a:rPr lang="zh-CN" altLang="en-US"/>
              <a:pPr>
                <a:defRPr/>
              </a:pPr>
              <a:t>2018/10/19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1200">
                <a:solidFill>
                  <a:schemeClr val="tx1">
                    <a:tint val="75000"/>
                  </a:schemeClr>
                </a:solidFill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ea typeface="宋体" pitchFamily="2" charset="-122"/>
              </a:defRPr>
            </a:lvl1pPr>
          </a:lstStyle>
          <a:p>
            <a:pPr>
              <a:defRPr/>
            </a:pPr>
            <a:fld id="{AB59F72B-82F0-4310-BE5D-7E53B7F630E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5" r:id="rId1"/>
    <p:sldLayoutId id="2147483856" r:id="rId2"/>
    <p:sldLayoutId id="2147483857" r:id="rId3"/>
    <p:sldLayoutId id="2147483858" r:id="rId4"/>
    <p:sldLayoutId id="2147483859" r:id="rId5"/>
    <p:sldLayoutId id="2147483860" r:id="rId6"/>
    <p:sldLayoutId id="2147483861" r:id="rId7"/>
    <p:sldLayoutId id="2147483862" r:id="rId8"/>
    <p:sldLayoutId id="2147483863" r:id="rId9"/>
    <p:sldLayoutId id="2147483864" r:id="rId10"/>
    <p:sldLayoutId id="2147483865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3175" y="857250"/>
            <a:ext cx="900113" cy="647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800">
              <a:solidFill>
                <a:srgbClr val="FFFFFF"/>
              </a:solidFill>
            </a:endParaRPr>
          </a:p>
        </p:txBody>
      </p:sp>
      <p:sp>
        <p:nvSpPr>
          <p:cNvPr id="15" name="灯片编号占位符 15"/>
          <p:cNvSpPr>
            <a:spLocks/>
          </p:cNvSpPr>
          <p:nvPr/>
        </p:nvSpPr>
        <p:spPr bwMode="auto">
          <a:xfrm>
            <a:off x="6974904" y="6525344"/>
            <a:ext cx="21336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>
            <a:lvl1pPr>
              <a:defRPr/>
            </a:lvl1pPr>
          </a:lstStyle>
          <a:p>
            <a:pPr algn="r" eaLnBrk="1" hangingPunct="1">
              <a:defRPr/>
            </a:pPr>
            <a:fld id="{2ECFF334-78B2-4365-A56E-FBD5CF004800}" type="slidenum">
              <a:rPr lang="zh-CN" altLang="en-US" sz="1400" smtClean="0">
                <a:solidFill>
                  <a:srgbClr val="0000CC"/>
                </a:solidFill>
                <a:latin typeface="Calibri" pitchFamily="34" charset="0"/>
                <a:ea typeface="宋体" pitchFamily="2" charset="-122"/>
              </a:rPr>
              <a:pPr algn="r" eaLnBrk="1" hangingPunct="1">
                <a:defRPr/>
              </a:pPr>
              <a:t>‹#›</a:t>
            </a:fld>
            <a:endParaRPr lang="en-US" altLang="zh-CN" sz="1400" dirty="0">
              <a:solidFill>
                <a:srgbClr val="0000CC"/>
              </a:solidFill>
              <a:latin typeface="Calibri" pitchFamily="34" charset="0"/>
              <a:ea typeface="宋体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8" r:id="rId1"/>
    <p:sldLayoutId id="2147483869" r:id="rId2"/>
    <p:sldLayoutId id="2147483870" r:id="rId3"/>
    <p:sldLayoutId id="2147483871" r:id="rId4"/>
    <p:sldLayoutId id="2147483872" r:id="rId5"/>
    <p:sldLayoutId id="2147483873" r:id="rId6"/>
    <p:sldLayoutId id="2147483874" r:id="rId7"/>
    <p:sldLayoutId id="2147483875" r:id="rId8"/>
    <p:sldLayoutId id="2147483876" r:id="rId9"/>
    <p:sldLayoutId id="2147483877" r:id="rId10"/>
    <p:sldLayoutId id="2147483878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93" name="Rectangle 29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76835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36894" name="Rectangle 30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36895" name="Rectangle 3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65163" y="6367463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kumimoji="0" sz="1400" b="0">
                <a:solidFill>
                  <a:schemeClr val="tx1"/>
                </a:solidFill>
                <a:effectLst/>
                <a:latin typeface="Times New Roman" pitchFamily="18" charset="0"/>
              </a:defRPr>
            </a:lvl1pPr>
          </a:lstStyle>
          <a:p>
            <a:pPr eaLnBrk="1" hangingPunct="1"/>
            <a:endParaRPr lang="en-US" altLang="zh-CN">
              <a:solidFill>
                <a:srgbClr val="545472"/>
              </a:solidFill>
              <a:ea typeface="宋体" pitchFamily="2" charset="-122"/>
            </a:endParaRPr>
          </a:p>
        </p:txBody>
      </p:sp>
      <p:sp>
        <p:nvSpPr>
          <p:cNvPr id="36896" name="Rectangle 3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03563" y="6367463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0" sz="1400" b="0">
                <a:solidFill>
                  <a:schemeClr val="tx1"/>
                </a:solidFill>
                <a:effectLst/>
                <a:latin typeface="Times New Roman" pitchFamily="18" charset="0"/>
              </a:defRPr>
            </a:lvl1pPr>
          </a:lstStyle>
          <a:p>
            <a:pPr algn="ctr" eaLnBrk="1" hangingPunct="1"/>
            <a:endParaRPr lang="en-US" altLang="zh-CN">
              <a:solidFill>
                <a:srgbClr val="545472"/>
              </a:solidFill>
              <a:ea typeface="宋体" pitchFamily="2" charset="-122"/>
            </a:endParaRPr>
          </a:p>
        </p:txBody>
      </p:sp>
      <p:sp>
        <p:nvSpPr>
          <p:cNvPr id="36897" name="Rectangle 3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32563" y="6367463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400" b="0">
                <a:solidFill>
                  <a:schemeClr val="tx1"/>
                </a:solidFill>
                <a:effectLst/>
                <a:latin typeface="Times New Roman" pitchFamily="18" charset="0"/>
              </a:defRPr>
            </a:lvl1pPr>
          </a:lstStyle>
          <a:p>
            <a:pPr eaLnBrk="1" hangingPunct="1"/>
            <a:fld id="{67CD2F7F-6AFD-4087-AC63-B8D8BB964C97}" type="slidenum">
              <a:rPr lang="en-US" altLang="zh-CN">
                <a:solidFill>
                  <a:srgbClr val="545472"/>
                </a:solidFill>
                <a:ea typeface="宋体" pitchFamily="2" charset="-122"/>
              </a:rPr>
              <a:pPr eaLnBrk="1" hangingPunct="1"/>
              <a:t>‹#›</a:t>
            </a:fld>
            <a:endParaRPr lang="en-US" altLang="zh-CN">
              <a:solidFill>
                <a:srgbClr val="545472"/>
              </a:solidFill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742807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0" r:id="rId1"/>
    <p:sldLayoutId id="2147483881" r:id="rId2"/>
    <p:sldLayoutId id="2147483882" r:id="rId3"/>
    <p:sldLayoutId id="2147483883" r:id="rId4"/>
    <p:sldLayoutId id="2147483884" r:id="rId5"/>
    <p:sldLayoutId id="2147483885" r:id="rId6"/>
    <p:sldLayoutId id="2147483886" r:id="rId7"/>
    <p:sldLayoutId id="2147483887" r:id="rId8"/>
    <p:sldLayoutId id="2147483888" r:id="rId9"/>
    <p:sldLayoutId id="2147483889" r:id="rId10"/>
    <p:sldLayoutId id="2147483890" r:id="rId11"/>
  </p:sldLayoutIdLst>
  <p:transition/>
  <p:hf hdr="0" ftr="0" dt="0"/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SzPct val="90000"/>
        <a:buBlip>
          <a:blip r:embed="rId13"/>
        </a:buBlip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SzPct val="80000"/>
        <a:buBlip>
          <a:blip r:embed="rId14"/>
        </a:buBlip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SzPct val="70000"/>
        <a:buBlip>
          <a:blip r:embed="rId15"/>
        </a:buBlip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SzPct val="70000"/>
        <a:buBlip>
          <a:blip r:embed="rId16"/>
        </a:buBlip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SzPct val="70000"/>
        <a:buBlip>
          <a:blip r:embed="rId17"/>
        </a:buBlip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SzPct val="70000"/>
        <a:buBlip>
          <a:blip r:embed="rId17"/>
        </a:buBlip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SzPct val="70000"/>
        <a:buBlip>
          <a:blip r:embed="rId17"/>
        </a:buBlip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SzPct val="70000"/>
        <a:buBlip>
          <a:blip r:embed="rId17"/>
        </a:buBlip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SzPct val="70000"/>
        <a:buBlip>
          <a:blip r:embed="rId17"/>
        </a:buBlip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 b="0" smtClean="0">
                <a:solidFill>
                  <a:schemeClr val="tx1"/>
                </a:solidFill>
                <a:latin typeface="+mn-lt"/>
                <a:ea typeface="宋体" pitchFamily="2" charset="-122"/>
              </a:defRPr>
            </a:lvl1pPr>
          </a:lstStyle>
          <a:p>
            <a:pPr eaLnBrk="1" hangingPunct="1"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 smtClean="0">
                <a:solidFill>
                  <a:schemeClr val="tx1"/>
                </a:solidFill>
                <a:latin typeface="+mn-lt"/>
                <a:ea typeface="宋体" pitchFamily="2" charset="-122"/>
              </a:defRPr>
            </a:lvl1pPr>
          </a:lstStyle>
          <a:p>
            <a:pPr algn="ctr" eaLnBrk="1" hangingPunct="1"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73900" y="657860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 smtClean="0">
                <a:solidFill>
                  <a:schemeClr val="tx1"/>
                </a:solidFill>
                <a:latin typeface="+mn-lt"/>
                <a:ea typeface="宋体" pitchFamily="2" charset="-122"/>
              </a:defRPr>
            </a:lvl1pPr>
          </a:lstStyle>
          <a:p>
            <a:pPr eaLnBrk="1" hangingPunct="1">
              <a:defRPr/>
            </a:pPr>
            <a:fld id="{6615EB05-443B-4B6B-8092-04761C741FFC}" type="slidenum">
              <a:rPr lang="en-US" altLang="zh-CN">
                <a:solidFill>
                  <a:srgbClr val="000000"/>
                </a:solidFill>
              </a:rPr>
              <a:pPr eaLnBrk="1" hangingPunct="1"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265058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2" r:id="rId1"/>
    <p:sldLayoutId id="2147483893" r:id="rId2"/>
    <p:sldLayoutId id="2147483894" r:id="rId3"/>
    <p:sldLayoutId id="2147483895" r:id="rId4"/>
    <p:sldLayoutId id="2147483896" r:id="rId5"/>
    <p:sldLayoutId id="2147483897" r:id="rId6"/>
    <p:sldLayoutId id="2147483898" r:id="rId7"/>
    <p:sldLayoutId id="2147483899" r:id="rId8"/>
    <p:sldLayoutId id="2147483900" r:id="rId9"/>
    <p:sldLayoutId id="2147483901" r:id="rId10"/>
    <p:sldLayoutId id="2147483902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92280" y="6553150"/>
            <a:ext cx="2133600" cy="47625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latin typeface="Arial" charset="0"/>
              </a:defRPr>
            </a:lvl1pPr>
          </a:lstStyle>
          <a:p>
            <a:pPr>
              <a:defRPr/>
            </a:pPr>
            <a:fld id="{6CA20472-302C-4B60-8E3C-07457D725755}" type="slidenum">
              <a:rPr lang="en-US" altLang="zh-CN">
                <a:solidFill>
                  <a:srgbClr val="000000"/>
                </a:solidFill>
                <a:ea typeface="宋体" pitchFamily="2" charset="-122"/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  <a:ea typeface="宋体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4" r:id="rId1"/>
    <p:sldLayoutId id="2147483905" r:id="rId2"/>
    <p:sldLayoutId id="2147483906" r:id="rId3"/>
    <p:sldLayoutId id="2147483907" r:id="rId4"/>
    <p:sldLayoutId id="2147483908" r:id="rId5"/>
    <p:sldLayoutId id="2147483909" r:id="rId6"/>
    <p:sldLayoutId id="2147483910" r:id="rId7"/>
    <p:sldLayoutId id="2147483911" r:id="rId8"/>
    <p:sldLayoutId id="2147483912" r:id="rId9"/>
    <p:sldLayoutId id="2147483913" r:id="rId10"/>
    <p:sldLayoutId id="2147483914" r:id="rId11"/>
  </p:sldLayoutIdLst>
  <p:transition spd="slow">
    <p:dissolve/>
  </p:transition>
  <p:timing>
    <p:tnLst>
      <p:par>
        <p:cTn id="1" dur="indefinite" restart="never" nodeType="tmRoot"/>
      </p:par>
    </p:tnLst>
  </p:timing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3175" y="857250"/>
            <a:ext cx="900113" cy="647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800">
              <a:solidFill>
                <a:srgbClr val="FFFFFF"/>
              </a:solidFill>
            </a:endParaRPr>
          </a:p>
        </p:txBody>
      </p:sp>
      <p:sp>
        <p:nvSpPr>
          <p:cNvPr id="15" name="灯片编号占位符 15"/>
          <p:cNvSpPr>
            <a:spLocks/>
          </p:cNvSpPr>
          <p:nvPr/>
        </p:nvSpPr>
        <p:spPr bwMode="auto">
          <a:xfrm>
            <a:off x="6974904" y="6520259"/>
            <a:ext cx="21336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>
            <a:lvl1pPr>
              <a:defRPr/>
            </a:lvl1pPr>
          </a:lstStyle>
          <a:p>
            <a:pPr algn="r" eaLnBrk="1" hangingPunct="1">
              <a:defRPr/>
            </a:pPr>
            <a:fld id="{CEF970E3-15E1-435C-BADA-EA2CDE9329BA}" type="slidenum">
              <a:rPr lang="zh-CN" altLang="en-US" sz="1400" smtClean="0">
                <a:solidFill>
                  <a:srgbClr val="0000CC"/>
                </a:solidFill>
                <a:latin typeface="Calibri" pitchFamily="34" charset="0"/>
                <a:ea typeface="宋体" pitchFamily="2" charset="-122"/>
              </a:rPr>
              <a:pPr algn="r" eaLnBrk="1" hangingPunct="1">
                <a:defRPr/>
              </a:pPr>
              <a:t>‹#›</a:t>
            </a:fld>
            <a:endParaRPr lang="en-US" altLang="zh-CN" sz="1400" dirty="0">
              <a:solidFill>
                <a:srgbClr val="0000CC"/>
              </a:solidFill>
              <a:latin typeface="Calibri" pitchFamily="34" charset="0"/>
              <a:ea typeface="宋体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6" r:id="rId1"/>
    <p:sldLayoutId id="2147483917" r:id="rId2"/>
    <p:sldLayoutId id="2147483918" r:id="rId3"/>
    <p:sldLayoutId id="2147483919" r:id="rId4"/>
    <p:sldLayoutId id="2147483920" r:id="rId5"/>
    <p:sldLayoutId id="2147483921" r:id="rId6"/>
    <p:sldLayoutId id="2147483922" r:id="rId7"/>
    <p:sldLayoutId id="2147483923" r:id="rId8"/>
    <p:sldLayoutId id="2147483924" r:id="rId9"/>
    <p:sldLayoutId id="2147483925" r:id="rId10"/>
    <p:sldLayoutId id="2147483926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 eaLnBrk="1" hangingPunct="1"/>
            <a:endParaRPr kumimoji="1" lang="en-US" altLang="zh-CN" b="0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 eaLnBrk="1" hangingPunct="1"/>
            <a:endParaRPr kumimoji="1" lang="en-US" altLang="zh-CN" b="0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 eaLnBrk="1" hangingPunct="1"/>
            <a:fld id="{49A6EAF9-5A85-4D70-992C-128A10DC2B73}" type="slidenum">
              <a:rPr kumimoji="1" lang="en-US" altLang="zh-CN" b="0" smtClean="0">
                <a:solidFill>
                  <a:srgbClr val="000000"/>
                </a:solidFill>
                <a:ea typeface="宋体" pitchFamily="2" charset="-122"/>
              </a:rPr>
              <a:pPr eaLnBrk="1" hangingPunct="1"/>
              <a:t>‹#›</a:t>
            </a:fld>
            <a:endParaRPr kumimoji="1" lang="en-US" altLang="zh-CN" b="0" smtClean="0">
              <a:solidFill>
                <a:srgbClr val="000000"/>
              </a:solidFill>
              <a:ea typeface="宋体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28" r:id="rId1"/>
    <p:sldLayoutId id="2147483929" r:id="rId2"/>
    <p:sldLayoutId id="2147483930" r:id="rId3"/>
    <p:sldLayoutId id="2147483931" r:id="rId4"/>
    <p:sldLayoutId id="2147483932" r:id="rId5"/>
    <p:sldLayoutId id="2147483933" r:id="rId6"/>
    <p:sldLayoutId id="2147483934" r:id="rId7"/>
    <p:sldLayoutId id="2147483935" r:id="rId8"/>
    <p:sldLayoutId id="2147483936" r:id="rId9"/>
    <p:sldLayoutId id="2147483937" r:id="rId10"/>
    <p:sldLayoutId id="2147483938" r:id="rId11"/>
    <p:sldLayoutId id="2147483939" r:id="rId12"/>
  </p:sldLayoutIdLst>
  <p:transition>
    <p:random/>
  </p:transition>
  <p:hf hdr="0" ftr="0" dt="0"/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 userDrawn="1"/>
        </p:nvSpPr>
        <p:spPr bwMode="auto">
          <a:xfrm>
            <a:off x="7938" y="6275388"/>
            <a:ext cx="9134475" cy="549275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+mn-lt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+mn-lt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32588" y="6248400"/>
            <a:ext cx="2133600" cy="47625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fld id="{17D16B47-C6EB-4CD9-9BD0-068206D5F6C4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032" name="Rectangle 8"/>
          <p:cNvSpPr>
            <a:spLocks noChangeArrowheads="1"/>
          </p:cNvSpPr>
          <p:nvPr userDrawn="1"/>
        </p:nvSpPr>
        <p:spPr bwMode="auto">
          <a:xfrm>
            <a:off x="11113" y="6350"/>
            <a:ext cx="9134475" cy="549275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1033" name="Text Box 9"/>
          <p:cNvSpPr txBox="1">
            <a:spLocks noChangeArrowheads="1"/>
          </p:cNvSpPr>
          <p:nvPr userDrawn="1"/>
        </p:nvSpPr>
        <p:spPr bwMode="auto">
          <a:xfrm>
            <a:off x="2879725" y="6334125"/>
            <a:ext cx="3689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sz="2400">
                <a:solidFill>
                  <a:srgbClr val="0066FF"/>
                </a:solidFill>
                <a:latin typeface="隶书" pitchFamily="49" charset="-122"/>
                <a:ea typeface="隶书" pitchFamily="49" charset="-122"/>
              </a:rPr>
              <a:t>山东轻工业学院 数理学院</a:t>
            </a:r>
            <a:endParaRPr lang="zh-CN" altLang="en-US" sz="280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1034" name="Text Box 10"/>
          <p:cNvSpPr txBox="1">
            <a:spLocks noChangeArrowheads="1"/>
          </p:cNvSpPr>
          <p:nvPr userDrawn="1"/>
        </p:nvSpPr>
        <p:spPr bwMode="auto">
          <a:xfrm>
            <a:off x="450850" y="11113"/>
            <a:ext cx="26733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sz="2800">
                <a:solidFill>
                  <a:srgbClr val="008000"/>
                </a:solidFill>
                <a:latin typeface="隶书" pitchFamily="49" charset="-122"/>
                <a:ea typeface="隶书" pitchFamily="49" charset="-122"/>
              </a:rPr>
              <a:t>第九章  热力学</a:t>
            </a:r>
          </a:p>
        </p:txBody>
      </p:sp>
      <p:sp>
        <p:nvSpPr>
          <p:cNvPr id="1035" name="AutoShape 11">
            <a:hlinkClick r:id="" action="ppaction://hlinkshowjump?jump=nextslide" highlightClick="1"/>
          </p:cNvPr>
          <p:cNvSpPr>
            <a:spLocks noChangeArrowheads="1"/>
          </p:cNvSpPr>
          <p:nvPr userDrawn="1"/>
        </p:nvSpPr>
        <p:spPr bwMode="auto">
          <a:xfrm>
            <a:off x="8680450" y="6546850"/>
            <a:ext cx="381000" cy="228600"/>
          </a:xfrm>
          <a:prstGeom prst="actionButtonForwardNext">
            <a:avLst/>
          </a:prstGeom>
          <a:solidFill>
            <a:srgbClr val="FF99CC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1036" name="AutoShape 12">
            <a:hlinkClick r:id="" action="ppaction://hlinkshowjump?jump=previousslide" highlightClick="1"/>
          </p:cNvPr>
          <p:cNvSpPr>
            <a:spLocks noChangeArrowheads="1"/>
          </p:cNvSpPr>
          <p:nvPr userDrawn="1"/>
        </p:nvSpPr>
        <p:spPr bwMode="auto">
          <a:xfrm>
            <a:off x="8286750" y="6546850"/>
            <a:ext cx="381000" cy="228600"/>
          </a:xfrm>
          <a:prstGeom prst="actionButtonBackPrevious">
            <a:avLst/>
          </a:prstGeom>
          <a:solidFill>
            <a:srgbClr val="FFCC99"/>
          </a:solidFill>
          <a:ln w="1905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solidFill>
                <a:srgbClr val="000000"/>
              </a:solidFill>
              <a:ea typeface="宋体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41" r:id="rId1"/>
    <p:sldLayoutId id="2147483942" r:id="rId2"/>
    <p:sldLayoutId id="2147483943" r:id="rId3"/>
    <p:sldLayoutId id="2147483944" r:id="rId4"/>
    <p:sldLayoutId id="2147483945" r:id="rId5"/>
    <p:sldLayoutId id="2147483946" r:id="rId6"/>
    <p:sldLayoutId id="2147483947" r:id="rId7"/>
    <p:sldLayoutId id="2147483948" r:id="rId8"/>
    <p:sldLayoutId id="2147483949" r:id="rId9"/>
    <p:sldLayoutId id="2147483950" r:id="rId10"/>
    <p:sldLayoutId id="2147483951" r:id="rId11"/>
  </p:sldLayoutIdLst>
  <p:transition spd="slow">
    <p:dissolve/>
  </p:transition>
  <p:timing>
    <p:tnLst>
      <p:par>
        <p:cTn id="1" dur="indefinite" restart="never" nodeType="tmRoot"/>
      </p:par>
    </p:tnLst>
  </p:timing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3722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1" sz="1400" b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defRPr>
            </a:lvl1pPr>
          </a:lstStyle>
          <a:p>
            <a:pPr eaLnBrk="1" hangingPunct="1">
              <a:defRPr/>
            </a:pPr>
            <a:endParaRPr lang="en-US" altLang="zh-CN"/>
          </a:p>
        </p:txBody>
      </p:sp>
      <p:sp>
        <p:nvSpPr>
          <p:cNvPr id="13722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1" sz="1400" b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defRPr>
            </a:lvl1pPr>
          </a:lstStyle>
          <a:p>
            <a:pPr eaLnBrk="1" hangingPunct="1">
              <a:defRPr/>
            </a:pPr>
            <a:endParaRPr lang="en-US" altLang="zh-CN"/>
          </a:p>
        </p:txBody>
      </p:sp>
      <p:sp>
        <p:nvSpPr>
          <p:cNvPr id="13722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308850" y="659765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1" sz="1400" b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defRPr>
            </a:lvl1pPr>
          </a:lstStyle>
          <a:p>
            <a:pPr eaLnBrk="1" hangingPunct="1">
              <a:defRPr/>
            </a:pPr>
            <a:fld id="{E076ECB5-2E96-4F3E-89D6-E50FDBD0E24D}" type="slidenum">
              <a:rPr lang="en-US" altLang="zh-CN"/>
              <a:pPr eaLnBrk="1" hangingPunct="1"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xmlns="" val="1248447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3" r:id="rId1"/>
    <p:sldLayoutId id="2147483954" r:id="rId2"/>
    <p:sldLayoutId id="2147483955" r:id="rId3"/>
    <p:sldLayoutId id="2147483956" r:id="rId4"/>
    <p:sldLayoutId id="2147483957" r:id="rId5"/>
    <p:sldLayoutId id="2147483958" r:id="rId6"/>
    <p:sldLayoutId id="2147483959" r:id="rId7"/>
    <p:sldLayoutId id="2147483960" r:id="rId8"/>
    <p:sldLayoutId id="2147483961" r:id="rId9"/>
    <p:sldLayoutId id="2147483962" r:id="rId10"/>
    <p:sldLayoutId id="2147483963" r:id="rId11"/>
    <p:sldLayoutId id="2147483964" r:id="rId12"/>
  </p:sldLayoutIdLst>
  <p:transition>
    <p:random/>
  </p:transition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13" Type="http://schemas.openxmlformats.org/officeDocument/2006/relationships/oleObject" Target="../embeddings/oleObject11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5.bin"/><Relationship Id="rId12" Type="http://schemas.openxmlformats.org/officeDocument/2006/relationships/oleObject" Target="../embeddings/oleObject10.bin"/><Relationship Id="rId2" Type="http://schemas.openxmlformats.org/officeDocument/2006/relationships/slideLayout" Target="../slideLayouts/slideLayout29.xml"/><Relationship Id="rId16" Type="http://schemas.openxmlformats.org/officeDocument/2006/relationships/oleObject" Target="../embeddings/oleObject14.bin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4.bin"/><Relationship Id="rId11" Type="http://schemas.openxmlformats.org/officeDocument/2006/relationships/oleObject" Target="../embeddings/oleObject9.bin"/><Relationship Id="rId5" Type="http://schemas.openxmlformats.org/officeDocument/2006/relationships/oleObject" Target="../embeddings/oleObject3.bin"/><Relationship Id="rId15" Type="http://schemas.openxmlformats.org/officeDocument/2006/relationships/oleObject" Target="../embeddings/oleObject13.bin"/><Relationship Id="rId10" Type="http://schemas.openxmlformats.org/officeDocument/2006/relationships/oleObject" Target="../embeddings/oleObject8.bin"/><Relationship Id="rId4" Type="http://schemas.openxmlformats.org/officeDocument/2006/relationships/oleObject" Target="../embeddings/oleObject2.bin"/><Relationship Id="rId9" Type="http://schemas.openxmlformats.org/officeDocument/2006/relationships/oleObject" Target="../embeddings/oleObject7.bin"/><Relationship Id="rId14" Type="http://schemas.openxmlformats.org/officeDocument/2006/relationships/oleObject" Target="../embeddings/oleObject12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9.bin"/><Relationship Id="rId2" Type="http://schemas.openxmlformats.org/officeDocument/2006/relationships/slideLayout" Target="../slideLayouts/slideLayout29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18.bin"/><Relationship Id="rId5" Type="http://schemas.openxmlformats.org/officeDocument/2006/relationships/oleObject" Target="../embeddings/oleObject17.bin"/><Relationship Id="rId4" Type="http://schemas.openxmlformats.org/officeDocument/2006/relationships/oleObject" Target="../embeddings/oleObject16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.bin"/><Relationship Id="rId13" Type="http://schemas.openxmlformats.org/officeDocument/2006/relationships/oleObject" Target="../embeddings/oleObject30.bin"/><Relationship Id="rId18" Type="http://schemas.openxmlformats.org/officeDocument/2006/relationships/oleObject" Target="../embeddings/oleObject35.bin"/><Relationship Id="rId3" Type="http://schemas.openxmlformats.org/officeDocument/2006/relationships/oleObject" Target="../embeddings/oleObject20.bin"/><Relationship Id="rId21" Type="http://schemas.openxmlformats.org/officeDocument/2006/relationships/oleObject" Target="../embeddings/oleObject38.bin"/><Relationship Id="rId7" Type="http://schemas.openxmlformats.org/officeDocument/2006/relationships/oleObject" Target="../embeddings/oleObject24.bin"/><Relationship Id="rId12" Type="http://schemas.openxmlformats.org/officeDocument/2006/relationships/oleObject" Target="../embeddings/oleObject29.bin"/><Relationship Id="rId17" Type="http://schemas.openxmlformats.org/officeDocument/2006/relationships/oleObject" Target="../embeddings/oleObject34.bin"/><Relationship Id="rId2" Type="http://schemas.openxmlformats.org/officeDocument/2006/relationships/slideLayout" Target="../slideLayouts/slideLayout29.xml"/><Relationship Id="rId16" Type="http://schemas.openxmlformats.org/officeDocument/2006/relationships/oleObject" Target="../embeddings/oleObject33.bin"/><Relationship Id="rId20" Type="http://schemas.openxmlformats.org/officeDocument/2006/relationships/oleObject" Target="../embeddings/oleObject37.bin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23.bin"/><Relationship Id="rId11" Type="http://schemas.openxmlformats.org/officeDocument/2006/relationships/oleObject" Target="../embeddings/oleObject28.bin"/><Relationship Id="rId24" Type="http://schemas.openxmlformats.org/officeDocument/2006/relationships/oleObject" Target="../embeddings/oleObject41.bin"/><Relationship Id="rId5" Type="http://schemas.openxmlformats.org/officeDocument/2006/relationships/oleObject" Target="../embeddings/oleObject22.bin"/><Relationship Id="rId15" Type="http://schemas.openxmlformats.org/officeDocument/2006/relationships/oleObject" Target="../embeddings/oleObject32.bin"/><Relationship Id="rId23" Type="http://schemas.openxmlformats.org/officeDocument/2006/relationships/oleObject" Target="../embeddings/oleObject40.bin"/><Relationship Id="rId10" Type="http://schemas.openxmlformats.org/officeDocument/2006/relationships/oleObject" Target="../embeddings/oleObject27.bin"/><Relationship Id="rId19" Type="http://schemas.openxmlformats.org/officeDocument/2006/relationships/oleObject" Target="../embeddings/oleObject36.bin"/><Relationship Id="rId4" Type="http://schemas.openxmlformats.org/officeDocument/2006/relationships/oleObject" Target="../embeddings/oleObject21.bin"/><Relationship Id="rId9" Type="http://schemas.openxmlformats.org/officeDocument/2006/relationships/oleObject" Target="../embeddings/oleObject26.bin"/><Relationship Id="rId14" Type="http://schemas.openxmlformats.org/officeDocument/2006/relationships/oleObject" Target="../embeddings/oleObject31.bin"/><Relationship Id="rId22" Type="http://schemas.openxmlformats.org/officeDocument/2006/relationships/oleObject" Target="../embeddings/oleObject39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7.bin"/><Relationship Id="rId13" Type="http://schemas.openxmlformats.org/officeDocument/2006/relationships/oleObject" Target="../embeddings/oleObject52.bin"/><Relationship Id="rId3" Type="http://schemas.openxmlformats.org/officeDocument/2006/relationships/oleObject" Target="../embeddings/oleObject42.bin"/><Relationship Id="rId7" Type="http://schemas.openxmlformats.org/officeDocument/2006/relationships/oleObject" Target="../embeddings/oleObject46.bin"/><Relationship Id="rId12" Type="http://schemas.openxmlformats.org/officeDocument/2006/relationships/oleObject" Target="../embeddings/oleObject51.bin"/><Relationship Id="rId2" Type="http://schemas.openxmlformats.org/officeDocument/2006/relationships/slideLayout" Target="../slideLayouts/slideLayout40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45.bin"/><Relationship Id="rId11" Type="http://schemas.openxmlformats.org/officeDocument/2006/relationships/oleObject" Target="../embeddings/oleObject50.bin"/><Relationship Id="rId5" Type="http://schemas.openxmlformats.org/officeDocument/2006/relationships/oleObject" Target="../embeddings/oleObject44.bin"/><Relationship Id="rId10" Type="http://schemas.openxmlformats.org/officeDocument/2006/relationships/oleObject" Target="../embeddings/oleObject49.bin"/><Relationship Id="rId4" Type="http://schemas.openxmlformats.org/officeDocument/2006/relationships/oleObject" Target="../embeddings/oleObject43.bin"/><Relationship Id="rId9" Type="http://schemas.openxmlformats.org/officeDocument/2006/relationships/oleObject" Target="../embeddings/oleObject48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8.bin"/><Relationship Id="rId13" Type="http://schemas.openxmlformats.org/officeDocument/2006/relationships/oleObject" Target="../embeddings/oleObject63.bin"/><Relationship Id="rId18" Type="http://schemas.openxmlformats.org/officeDocument/2006/relationships/oleObject" Target="../embeddings/oleObject68.bin"/><Relationship Id="rId3" Type="http://schemas.openxmlformats.org/officeDocument/2006/relationships/oleObject" Target="../embeddings/oleObject53.bin"/><Relationship Id="rId7" Type="http://schemas.openxmlformats.org/officeDocument/2006/relationships/oleObject" Target="../embeddings/oleObject57.bin"/><Relationship Id="rId12" Type="http://schemas.openxmlformats.org/officeDocument/2006/relationships/oleObject" Target="../embeddings/oleObject62.bin"/><Relationship Id="rId17" Type="http://schemas.openxmlformats.org/officeDocument/2006/relationships/oleObject" Target="../embeddings/oleObject67.bin"/><Relationship Id="rId2" Type="http://schemas.openxmlformats.org/officeDocument/2006/relationships/slideLayout" Target="../slideLayouts/slideLayout40.xml"/><Relationship Id="rId16" Type="http://schemas.openxmlformats.org/officeDocument/2006/relationships/oleObject" Target="../embeddings/oleObject66.bin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56.bin"/><Relationship Id="rId11" Type="http://schemas.openxmlformats.org/officeDocument/2006/relationships/oleObject" Target="../embeddings/oleObject61.bin"/><Relationship Id="rId5" Type="http://schemas.openxmlformats.org/officeDocument/2006/relationships/oleObject" Target="../embeddings/oleObject55.bin"/><Relationship Id="rId15" Type="http://schemas.openxmlformats.org/officeDocument/2006/relationships/oleObject" Target="../embeddings/oleObject65.bin"/><Relationship Id="rId10" Type="http://schemas.openxmlformats.org/officeDocument/2006/relationships/oleObject" Target="../embeddings/oleObject60.bin"/><Relationship Id="rId4" Type="http://schemas.openxmlformats.org/officeDocument/2006/relationships/oleObject" Target="../embeddings/oleObject54.bin"/><Relationship Id="rId9" Type="http://schemas.openxmlformats.org/officeDocument/2006/relationships/oleObject" Target="../embeddings/oleObject59.bin"/><Relationship Id="rId14" Type="http://schemas.openxmlformats.org/officeDocument/2006/relationships/oleObject" Target="../embeddings/oleObject64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4.bin"/><Relationship Id="rId13" Type="http://schemas.openxmlformats.org/officeDocument/2006/relationships/oleObject" Target="../embeddings/oleObject79.bin"/><Relationship Id="rId3" Type="http://schemas.openxmlformats.org/officeDocument/2006/relationships/oleObject" Target="../embeddings/oleObject69.bin"/><Relationship Id="rId7" Type="http://schemas.openxmlformats.org/officeDocument/2006/relationships/oleObject" Target="../embeddings/oleObject73.bin"/><Relationship Id="rId12" Type="http://schemas.openxmlformats.org/officeDocument/2006/relationships/oleObject" Target="../embeddings/oleObject78.bin"/><Relationship Id="rId2" Type="http://schemas.openxmlformats.org/officeDocument/2006/relationships/slideLayout" Target="../slideLayouts/slideLayout29.xml"/><Relationship Id="rId16" Type="http://schemas.openxmlformats.org/officeDocument/2006/relationships/oleObject" Target="../embeddings/oleObject82.bin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72.bin"/><Relationship Id="rId11" Type="http://schemas.openxmlformats.org/officeDocument/2006/relationships/oleObject" Target="../embeddings/oleObject77.bin"/><Relationship Id="rId5" Type="http://schemas.openxmlformats.org/officeDocument/2006/relationships/oleObject" Target="../embeddings/oleObject71.bin"/><Relationship Id="rId15" Type="http://schemas.openxmlformats.org/officeDocument/2006/relationships/oleObject" Target="../embeddings/oleObject81.bin"/><Relationship Id="rId10" Type="http://schemas.openxmlformats.org/officeDocument/2006/relationships/oleObject" Target="../embeddings/oleObject76.bin"/><Relationship Id="rId4" Type="http://schemas.openxmlformats.org/officeDocument/2006/relationships/oleObject" Target="../embeddings/oleObject70.bin"/><Relationship Id="rId9" Type="http://schemas.openxmlformats.org/officeDocument/2006/relationships/oleObject" Target="../embeddings/oleObject75.bin"/><Relationship Id="rId14" Type="http://schemas.openxmlformats.org/officeDocument/2006/relationships/oleObject" Target="../embeddings/oleObject80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8.bin"/><Relationship Id="rId13" Type="http://schemas.openxmlformats.org/officeDocument/2006/relationships/oleObject" Target="../embeddings/oleObject93.bin"/><Relationship Id="rId3" Type="http://schemas.openxmlformats.org/officeDocument/2006/relationships/oleObject" Target="../embeddings/oleObject83.bin"/><Relationship Id="rId7" Type="http://schemas.openxmlformats.org/officeDocument/2006/relationships/oleObject" Target="../embeddings/oleObject87.bin"/><Relationship Id="rId12" Type="http://schemas.openxmlformats.org/officeDocument/2006/relationships/oleObject" Target="../embeddings/oleObject92.bin"/><Relationship Id="rId2" Type="http://schemas.openxmlformats.org/officeDocument/2006/relationships/slideLayout" Target="../slideLayouts/slideLayout29.xml"/><Relationship Id="rId16" Type="http://schemas.openxmlformats.org/officeDocument/2006/relationships/oleObject" Target="../embeddings/oleObject96.bin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86.bin"/><Relationship Id="rId11" Type="http://schemas.openxmlformats.org/officeDocument/2006/relationships/oleObject" Target="../embeddings/oleObject91.bin"/><Relationship Id="rId5" Type="http://schemas.openxmlformats.org/officeDocument/2006/relationships/oleObject" Target="../embeddings/oleObject85.bin"/><Relationship Id="rId15" Type="http://schemas.openxmlformats.org/officeDocument/2006/relationships/oleObject" Target="../embeddings/oleObject95.bin"/><Relationship Id="rId10" Type="http://schemas.openxmlformats.org/officeDocument/2006/relationships/oleObject" Target="../embeddings/oleObject90.bin"/><Relationship Id="rId4" Type="http://schemas.openxmlformats.org/officeDocument/2006/relationships/oleObject" Target="../embeddings/oleObject84.bin"/><Relationship Id="rId9" Type="http://schemas.openxmlformats.org/officeDocument/2006/relationships/oleObject" Target="../embeddings/oleObject89.bin"/><Relationship Id="rId14" Type="http://schemas.openxmlformats.org/officeDocument/2006/relationships/oleObject" Target="../embeddings/oleObject94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2.bin"/><Relationship Id="rId3" Type="http://schemas.openxmlformats.org/officeDocument/2006/relationships/oleObject" Target="../embeddings/oleObject97.bin"/><Relationship Id="rId7" Type="http://schemas.openxmlformats.org/officeDocument/2006/relationships/oleObject" Target="../embeddings/oleObject101.bin"/><Relationship Id="rId2" Type="http://schemas.openxmlformats.org/officeDocument/2006/relationships/slideLayout" Target="../slideLayouts/slideLayout29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100.bin"/><Relationship Id="rId5" Type="http://schemas.openxmlformats.org/officeDocument/2006/relationships/oleObject" Target="../embeddings/oleObject99.bin"/><Relationship Id="rId10" Type="http://schemas.openxmlformats.org/officeDocument/2006/relationships/oleObject" Target="../embeddings/oleObject104.bin"/><Relationship Id="rId4" Type="http://schemas.openxmlformats.org/officeDocument/2006/relationships/oleObject" Target="../embeddings/oleObject98.bin"/><Relationship Id="rId9" Type="http://schemas.openxmlformats.org/officeDocument/2006/relationships/oleObject" Target="../embeddings/oleObject103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0.bin"/><Relationship Id="rId13" Type="http://schemas.openxmlformats.org/officeDocument/2006/relationships/oleObject" Target="../embeddings/oleObject115.bin"/><Relationship Id="rId18" Type="http://schemas.openxmlformats.org/officeDocument/2006/relationships/oleObject" Target="../embeddings/oleObject120.bin"/><Relationship Id="rId3" Type="http://schemas.openxmlformats.org/officeDocument/2006/relationships/oleObject" Target="../embeddings/oleObject105.bin"/><Relationship Id="rId21" Type="http://schemas.openxmlformats.org/officeDocument/2006/relationships/oleObject" Target="../embeddings/oleObject123.bin"/><Relationship Id="rId7" Type="http://schemas.openxmlformats.org/officeDocument/2006/relationships/oleObject" Target="../embeddings/oleObject109.bin"/><Relationship Id="rId12" Type="http://schemas.openxmlformats.org/officeDocument/2006/relationships/oleObject" Target="../embeddings/oleObject114.bin"/><Relationship Id="rId17" Type="http://schemas.openxmlformats.org/officeDocument/2006/relationships/oleObject" Target="../embeddings/oleObject119.bin"/><Relationship Id="rId2" Type="http://schemas.openxmlformats.org/officeDocument/2006/relationships/slideLayout" Target="../slideLayouts/slideLayout29.xml"/><Relationship Id="rId16" Type="http://schemas.openxmlformats.org/officeDocument/2006/relationships/oleObject" Target="../embeddings/oleObject118.bin"/><Relationship Id="rId20" Type="http://schemas.openxmlformats.org/officeDocument/2006/relationships/oleObject" Target="../embeddings/oleObject122.bin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108.bin"/><Relationship Id="rId11" Type="http://schemas.openxmlformats.org/officeDocument/2006/relationships/oleObject" Target="../embeddings/oleObject113.bin"/><Relationship Id="rId24" Type="http://schemas.openxmlformats.org/officeDocument/2006/relationships/oleObject" Target="../embeddings/oleObject126.bin"/><Relationship Id="rId5" Type="http://schemas.openxmlformats.org/officeDocument/2006/relationships/oleObject" Target="../embeddings/oleObject107.bin"/><Relationship Id="rId15" Type="http://schemas.openxmlformats.org/officeDocument/2006/relationships/oleObject" Target="../embeddings/oleObject117.bin"/><Relationship Id="rId23" Type="http://schemas.openxmlformats.org/officeDocument/2006/relationships/oleObject" Target="../embeddings/oleObject125.bin"/><Relationship Id="rId10" Type="http://schemas.openxmlformats.org/officeDocument/2006/relationships/oleObject" Target="../embeddings/oleObject112.bin"/><Relationship Id="rId19" Type="http://schemas.openxmlformats.org/officeDocument/2006/relationships/oleObject" Target="../embeddings/oleObject121.bin"/><Relationship Id="rId4" Type="http://schemas.openxmlformats.org/officeDocument/2006/relationships/oleObject" Target="../embeddings/oleObject106.bin"/><Relationship Id="rId9" Type="http://schemas.openxmlformats.org/officeDocument/2006/relationships/oleObject" Target="../embeddings/oleObject111.bin"/><Relationship Id="rId14" Type="http://schemas.openxmlformats.org/officeDocument/2006/relationships/oleObject" Target="../embeddings/oleObject116.bin"/><Relationship Id="rId22" Type="http://schemas.openxmlformats.org/officeDocument/2006/relationships/oleObject" Target="../embeddings/oleObject124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2.bin"/><Relationship Id="rId3" Type="http://schemas.openxmlformats.org/officeDocument/2006/relationships/oleObject" Target="../embeddings/oleObject127.bin"/><Relationship Id="rId7" Type="http://schemas.openxmlformats.org/officeDocument/2006/relationships/oleObject" Target="../embeddings/oleObject131.bin"/><Relationship Id="rId2" Type="http://schemas.openxmlformats.org/officeDocument/2006/relationships/slideLayout" Target="../slideLayouts/slideLayout51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130.bin"/><Relationship Id="rId11" Type="http://schemas.openxmlformats.org/officeDocument/2006/relationships/oleObject" Target="../embeddings/oleObject135.bin"/><Relationship Id="rId5" Type="http://schemas.openxmlformats.org/officeDocument/2006/relationships/oleObject" Target="../embeddings/oleObject129.bin"/><Relationship Id="rId10" Type="http://schemas.openxmlformats.org/officeDocument/2006/relationships/oleObject" Target="../embeddings/oleObject134.bin"/><Relationship Id="rId4" Type="http://schemas.openxmlformats.org/officeDocument/2006/relationships/oleObject" Target="../embeddings/oleObject128.bin"/><Relationship Id="rId9" Type="http://schemas.openxmlformats.org/officeDocument/2006/relationships/oleObject" Target="../embeddings/oleObject133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1.bin"/><Relationship Id="rId13" Type="http://schemas.openxmlformats.org/officeDocument/2006/relationships/oleObject" Target="../embeddings/oleObject146.bin"/><Relationship Id="rId3" Type="http://schemas.openxmlformats.org/officeDocument/2006/relationships/oleObject" Target="../embeddings/oleObject136.bin"/><Relationship Id="rId7" Type="http://schemas.openxmlformats.org/officeDocument/2006/relationships/oleObject" Target="../embeddings/oleObject140.bin"/><Relationship Id="rId12" Type="http://schemas.openxmlformats.org/officeDocument/2006/relationships/oleObject" Target="../embeddings/oleObject145.bin"/><Relationship Id="rId2" Type="http://schemas.openxmlformats.org/officeDocument/2006/relationships/slideLayout" Target="../slideLayouts/slideLayout73.xml"/><Relationship Id="rId16" Type="http://schemas.openxmlformats.org/officeDocument/2006/relationships/oleObject" Target="../embeddings/oleObject149.bin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139.bin"/><Relationship Id="rId11" Type="http://schemas.openxmlformats.org/officeDocument/2006/relationships/oleObject" Target="../embeddings/oleObject144.bin"/><Relationship Id="rId5" Type="http://schemas.openxmlformats.org/officeDocument/2006/relationships/oleObject" Target="../embeddings/oleObject138.bin"/><Relationship Id="rId15" Type="http://schemas.openxmlformats.org/officeDocument/2006/relationships/oleObject" Target="../embeddings/oleObject148.bin"/><Relationship Id="rId10" Type="http://schemas.openxmlformats.org/officeDocument/2006/relationships/oleObject" Target="../embeddings/oleObject143.bin"/><Relationship Id="rId4" Type="http://schemas.openxmlformats.org/officeDocument/2006/relationships/oleObject" Target="../embeddings/oleObject137.bin"/><Relationship Id="rId9" Type="http://schemas.openxmlformats.org/officeDocument/2006/relationships/oleObject" Target="../embeddings/oleObject142.bin"/><Relationship Id="rId14" Type="http://schemas.openxmlformats.org/officeDocument/2006/relationships/oleObject" Target="../embeddings/oleObject147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4.bin"/><Relationship Id="rId13" Type="http://schemas.openxmlformats.org/officeDocument/2006/relationships/oleObject" Target="../embeddings/oleObject159.bin"/><Relationship Id="rId3" Type="http://schemas.openxmlformats.org/officeDocument/2006/relationships/hyperlink" Target="FLASH/REJI&#65288;&#28909;&#26426;&#65289;.SWF" TargetMode="External"/><Relationship Id="rId7" Type="http://schemas.openxmlformats.org/officeDocument/2006/relationships/oleObject" Target="../embeddings/oleObject153.bin"/><Relationship Id="rId12" Type="http://schemas.openxmlformats.org/officeDocument/2006/relationships/oleObject" Target="../embeddings/oleObject158.bin"/><Relationship Id="rId2" Type="http://schemas.openxmlformats.org/officeDocument/2006/relationships/slideLayout" Target="../slideLayouts/slideLayout73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152.bin"/><Relationship Id="rId11" Type="http://schemas.openxmlformats.org/officeDocument/2006/relationships/oleObject" Target="../embeddings/oleObject157.bin"/><Relationship Id="rId5" Type="http://schemas.openxmlformats.org/officeDocument/2006/relationships/oleObject" Target="../embeddings/oleObject151.bin"/><Relationship Id="rId15" Type="http://schemas.openxmlformats.org/officeDocument/2006/relationships/oleObject" Target="../embeddings/oleObject161.bin"/><Relationship Id="rId10" Type="http://schemas.openxmlformats.org/officeDocument/2006/relationships/oleObject" Target="../embeddings/oleObject156.bin"/><Relationship Id="rId4" Type="http://schemas.openxmlformats.org/officeDocument/2006/relationships/oleObject" Target="../embeddings/oleObject150.bin"/><Relationship Id="rId9" Type="http://schemas.openxmlformats.org/officeDocument/2006/relationships/oleObject" Target="../embeddings/oleObject155.bin"/><Relationship Id="rId14" Type="http://schemas.openxmlformats.org/officeDocument/2006/relationships/oleObject" Target="../embeddings/oleObject160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2.bin"/><Relationship Id="rId2" Type="http://schemas.openxmlformats.org/officeDocument/2006/relationships/slideLayout" Target="../slideLayouts/slideLayout96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165.bin"/><Relationship Id="rId5" Type="http://schemas.openxmlformats.org/officeDocument/2006/relationships/oleObject" Target="../embeddings/oleObject164.bin"/><Relationship Id="rId4" Type="http://schemas.openxmlformats.org/officeDocument/2006/relationships/oleObject" Target="../embeddings/oleObject163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6.bin"/><Relationship Id="rId2" Type="http://schemas.openxmlformats.org/officeDocument/2006/relationships/slideLayout" Target="../slideLayouts/slideLayout84.xml"/><Relationship Id="rId1" Type="http://schemas.openxmlformats.org/officeDocument/2006/relationships/vmlDrawing" Target="../drawings/vmlDrawing14.vml"/><Relationship Id="rId5" Type="http://schemas.openxmlformats.org/officeDocument/2006/relationships/oleObject" Target="../embeddings/oleObject168.bin"/><Relationship Id="rId4" Type="http://schemas.openxmlformats.org/officeDocument/2006/relationships/oleObject" Target="../embeddings/oleObject167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4.bin"/><Relationship Id="rId3" Type="http://schemas.openxmlformats.org/officeDocument/2006/relationships/oleObject" Target="../embeddings/oleObject169.bin"/><Relationship Id="rId7" Type="http://schemas.openxmlformats.org/officeDocument/2006/relationships/oleObject" Target="../embeddings/oleObject173.bin"/><Relationship Id="rId2" Type="http://schemas.openxmlformats.org/officeDocument/2006/relationships/slideLayout" Target="../slideLayouts/slideLayout84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172.bin"/><Relationship Id="rId5" Type="http://schemas.openxmlformats.org/officeDocument/2006/relationships/oleObject" Target="../embeddings/oleObject171.bin"/><Relationship Id="rId4" Type="http://schemas.openxmlformats.org/officeDocument/2006/relationships/oleObject" Target="../embeddings/oleObject170.bin"/><Relationship Id="rId9" Type="http://schemas.openxmlformats.org/officeDocument/2006/relationships/oleObject" Target="../embeddings/oleObject175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1.bin"/><Relationship Id="rId3" Type="http://schemas.openxmlformats.org/officeDocument/2006/relationships/oleObject" Target="../embeddings/oleObject176.bin"/><Relationship Id="rId7" Type="http://schemas.openxmlformats.org/officeDocument/2006/relationships/oleObject" Target="../embeddings/oleObject180.bin"/><Relationship Id="rId2" Type="http://schemas.openxmlformats.org/officeDocument/2006/relationships/slideLayout" Target="../slideLayouts/slideLayout84.xml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179.bin"/><Relationship Id="rId5" Type="http://schemas.openxmlformats.org/officeDocument/2006/relationships/oleObject" Target="../embeddings/oleObject178.bin"/><Relationship Id="rId4" Type="http://schemas.openxmlformats.org/officeDocument/2006/relationships/oleObject" Target="../embeddings/oleObject177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FLASH/REJI&#65288;&#28909;&#26426;&#65289;.SWF" TargetMode="Externa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184.bin"/><Relationship Id="rId5" Type="http://schemas.openxmlformats.org/officeDocument/2006/relationships/oleObject" Target="../embeddings/oleObject183.bin"/><Relationship Id="rId4" Type="http://schemas.openxmlformats.org/officeDocument/2006/relationships/oleObject" Target="../embeddings/oleObject182.bin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9.bin"/><Relationship Id="rId3" Type="http://schemas.openxmlformats.org/officeDocument/2006/relationships/oleObject" Target="../embeddings/oleObject185.bin"/><Relationship Id="rId7" Type="http://schemas.openxmlformats.org/officeDocument/2006/relationships/hyperlink" Target="FLASH/REJI&#65288;&#28909;&#26426;&#65289;.SWF" TargetMode="Externa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188.bin"/><Relationship Id="rId5" Type="http://schemas.openxmlformats.org/officeDocument/2006/relationships/oleObject" Target="../embeddings/oleObject187.bin"/><Relationship Id="rId10" Type="http://schemas.openxmlformats.org/officeDocument/2006/relationships/oleObject" Target="../embeddings/oleObject191.bin"/><Relationship Id="rId4" Type="http://schemas.openxmlformats.org/officeDocument/2006/relationships/oleObject" Target="../embeddings/oleObject186.bin"/><Relationship Id="rId9" Type="http://schemas.openxmlformats.org/officeDocument/2006/relationships/oleObject" Target="../embeddings/oleObject190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2.bin"/><Relationship Id="rId7" Type="http://schemas.openxmlformats.org/officeDocument/2006/relationships/oleObject" Target="../embeddings/oleObject19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195.bin"/><Relationship Id="rId5" Type="http://schemas.openxmlformats.org/officeDocument/2006/relationships/oleObject" Target="../embeddings/oleObject194.bin"/><Relationship Id="rId4" Type="http://schemas.openxmlformats.org/officeDocument/2006/relationships/oleObject" Target="../embeddings/oleObject193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2.bin"/><Relationship Id="rId3" Type="http://schemas.openxmlformats.org/officeDocument/2006/relationships/oleObject" Target="../embeddings/oleObject197.bin"/><Relationship Id="rId7" Type="http://schemas.openxmlformats.org/officeDocument/2006/relationships/oleObject" Target="../embeddings/oleObject20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200.bin"/><Relationship Id="rId5" Type="http://schemas.openxmlformats.org/officeDocument/2006/relationships/oleObject" Target="../embeddings/oleObject199.bin"/><Relationship Id="rId4" Type="http://schemas.openxmlformats.org/officeDocument/2006/relationships/oleObject" Target="../embeddings/oleObject198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8.bin"/><Relationship Id="rId3" Type="http://schemas.openxmlformats.org/officeDocument/2006/relationships/oleObject" Target="../embeddings/oleObject203.bin"/><Relationship Id="rId7" Type="http://schemas.openxmlformats.org/officeDocument/2006/relationships/oleObject" Target="../embeddings/oleObject20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1.vml"/><Relationship Id="rId6" Type="http://schemas.openxmlformats.org/officeDocument/2006/relationships/oleObject" Target="../embeddings/oleObject206.bin"/><Relationship Id="rId5" Type="http://schemas.openxmlformats.org/officeDocument/2006/relationships/oleObject" Target="../embeddings/oleObject205.bin"/><Relationship Id="rId4" Type="http://schemas.openxmlformats.org/officeDocument/2006/relationships/oleObject" Target="../embeddings/oleObject204.bin"/><Relationship Id="rId9" Type="http://schemas.openxmlformats.org/officeDocument/2006/relationships/oleObject" Target="../embeddings/oleObject209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5.bin"/><Relationship Id="rId3" Type="http://schemas.openxmlformats.org/officeDocument/2006/relationships/oleObject" Target="../embeddings/oleObject210.bin"/><Relationship Id="rId7" Type="http://schemas.openxmlformats.org/officeDocument/2006/relationships/oleObject" Target="../embeddings/oleObject21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2.vml"/><Relationship Id="rId6" Type="http://schemas.openxmlformats.org/officeDocument/2006/relationships/oleObject" Target="../embeddings/oleObject213.bin"/><Relationship Id="rId5" Type="http://schemas.openxmlformats.org/officeDocument/2006/relationships/oleObject" Target="../embeddings/oleObject212.bin"/><Relationship Id="rId4" Type="http://schemas.openxmlformats.org/officeDocument/2006/relationships/oleObject" Target="../embeddings/oleObject211.bin"/><Relationship Id="rId9" Type="http://schemas.openxmlformats.org/officeDocument/2006/relationships/oleObject" Target="../embeddings/oleObject216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3.vml"/><Relationship Id="rId4" Type="http://schemas.openxmlformats.org/officeDocument/2006/relationships/oleObject" Target="../embeddings/oleObject218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4.v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5.bin"/><Relationship Id="rId13" Type="http://schemas.openxmlformats.org/officeDocument/2006/relationships/oleObject" Target="../embeddings/oleObject230.bin"/><Relationship Id="rId18" Type="http://schemas.openxmlformats.org/officeDocument/2006/relationships/oleObject" Target="../embeddings/oleObject235.bin"/><Relationship Id="rId3" Type="http://schemas.openxmlformats.org/officeDocument/2006/relationships/oleObject" Target="../embeddings/oleObject220.bin"/><Relationship Id="rId21" Type="http://schemas.openxmlformats.org/officeDocument/2006/relationships/oleObject" Target="../embeddings/oleObject238.bin"/><Relationship Id="rId7" Type="http://schemas.openxmlformats.org/officeDocument/2006/relationships/oleObject" Target="../embeddings/oleObject224.bin"/><Relationship Id="rId12" Type="http://schemas.openxmlformats.org/officeDocument/2006/relationships/oleObject" Target="../embeddings/oleObject229.bin"/><Relationship Id="rId17" Type="http://schemas.openxmlformats.org/officeDocument/2006/relationships/oleObject" Target="../embeddings/oleObject234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33.bin"/><Relationship Id="rId20" Type="http://schemas.openxmlformats.org/officeDocument/2006/relationships/oleObject" Target="../embeddings/oleObject237.bin"/><Relationship Id="rId1" Type="http://schemas.openxmlformats.org/officeDocument/2006/relationships/vmlDrawing" Target="../drawings/vmlDrawing25.vml"/><Relationship Id="rId6" Type="http://schemas.openxmlformats.org/officeDocument/2006/relationships/oleObject" Target="../embeddings/oleObject223.bin"/><Relationship Id="rId11" Type="http://schemas.openxmlformats.org/officeDocument/2006/relationships/oleObject" Target="../embeddings/oleObject228.bin"/><Relationship Id="rId5" Type="http://schemas.openxmlformats.org/officeDocument/2006/relationships/oleObject" Target="../embeddings/oleObject222.bin"/><Relationship Id="rId15" Type="http://schemas.openxmlformats.org/officeDocument/2006/relationships/oleObject" Target="../embeddings/oleObject232.bin"/><Relationship Id="rId10" Type="http://schemas.openxmlformats.org/officeDocument/2006/relationships/oleObject" Target="../embeddings/oleObject227.bin"/><Relationship Id="rId19" Type="http://schemas.openxmlformats.org/officeDocument/2006/relationships/oleObject" Target="../embeddings/oleObject236.bin"/><Relationship Id="rId4" Type="http://schemas.openxmlformats.org/officeDocument/2006/relationships/oleObject" Target="../embeddings/oleObject221.bin"/><Relationship Id="rId9" Type="http://schemas.openxmlformats.org/officeDocument/2006/relationships/oleObject" Target="../embeddings/oleObject226.bin"/><Relationship Id="rId14" Type="http://schemas.openxmlformats.org/officeDocument/2006/relationships/oleObject" Target="../embeddings/oleObject231.bin"/><Relationship Id="rId22" Type="http://schemas.openxmlformats.org/officeDocument/2006/relationships/oleObject" Target="../embeddings/oleObject239.bin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6.vml"/><Relationship Id="rId4" Type="http://schemas.openxmlformats.org/officeDocument/2006/relationships/oleObject" Target="../embeddings/oleObject241.bin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07.xml"/><Relationship Id="rId1" Type="http://schemas.openxmlformats.org/officeDocument/2006/relationships/vmlDrawing" Target="../drawings/vmlDrawing27.vml"/><Relationship Id="rId4" Type="http://schemas.openxmlformats.org/officeDocument/2006/relationships/oleObject" Target="../embeddings/oleObject242.bin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7"/>
          <p:cNvSpPr>
            <a:spLocks noChangeArrowheads="1"/>
          </p:cNvSpPr>
          <p:nvPr/>
        </p:nvSpPr>
        <p:spPr bwMode="auto">
          <a:xfrm>
            <a:off x="2334257" y="116632"/>
            <a:ext cx="5622119" cy="1200329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342900" indent="-342900">
              <a:lnSpc>
                <a:spcPct val="200000"/>
              </a:lnSpc>
              <a:defRPr/>
            </a:pPr>
            <a:r>
              <a:rPr lang="zh-CN" altLang="en-US" sz="3600" dirty="0" smtClean="0">
                <a:solidFill>
                  <a:srgbClr val="000000"/>
                </a:solidFill>
                <a:ea typeface="宋体" pitchFamily="2" charset="-122"/>
              </a:rPr>
              <a:t>第六章  热力学基础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31640" y="1268760"/>
            <a:ext cx="6624736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</a:pPr>
            <a:r>
              <a:rPr lang="en-US" altLang="zh-CN" dirty="0" smtClean="0">
                <a:solidFill>
                  <a:srgbClr val="0000FF"/>
                </a:solidFill>
                <a:ea typeface="宋体" pitchFamily="2" charset="-122"/>
              </a:rPr>
              <a:t>6-1 </a:t>
            </a:r>
            <a:r>
              <a:rPr lang="zh-CN" altLang="en-US" dirty="0" smtClean="0">
                <a:solidFill>
                  <a:srgbClr val="0000FF"/>
                </a:solidFill>
                <a:ea typeface="宋体" pitchFamily="2" charset="-122"/>
              </a:rPr>
              <a:t>热力学过程</a:t>
            </a:r>
            <a:endParaRPr lang="en-US" altLang="zh-CN" dirty="0" smtClean="0">
              <a:solidFill>
                <a:srgbClr val="0000FF"/>
              </a:solidFill>
              <a:ea typeface="宋体" pitchFamily="2" charset="-122"/>
            </a:endParaRPr>
          </a:p>
          <a:p>
            <a:pPr marL="342900" indent="-342900">
              <a:lnSpc>
                <a:spcPct val="200000"/>
              </a:lnSpc>
            </a:pPr>
            <a:r>
              <a:rPr lang="en-US" altLang="zh-CN" dirty="0" smtClean="0">
                <a:solidFill>
                  <a:srgbClr val="0000FF"/>
                </a:solidFill>
                <a:ea typeface="宋体" pitchFamily="2" charset="-122"/>
              </a:rPr>
              <a:t>6-2 </a:t>
            </a:r>
            <a:r>
              <a:rPr lang="zh-CN" altLang="en-US" dirty="0" smtClean="0">
                <a:solidFill>
                  <a:srgbClr val="0000FF"/>
                </a:solidFill>
                <a:ea typeface="宋体" pitchFamily="2" charset="-122"/>
              </a:rPr>
              <a:t>热力学第一定律及其应用</a:t>
            </a:r>
            <a:endParaRPr lang="en-US" altLang="zh-CN" dirty="0" smtClean="0">
              <a:solidFill>
                <a:srgbClr val="0000FF"/>
              </a:solidFill>
              <a:ea typeface="宋体" pitchFamily="2" charset="-122"/>
            </a:endParaRPr>
          </a:p>
          <a:p>
            <a:pPr marL="342900" indent="-342900">
              <a:lnSpc>
                <a:spcPct val="200000"/>
              </a:lnSpc>
            </a:pPr>
            <a:r>
              <a:rPr lang="en-US" altLang="zh-CN" dirty="0" smtClean="0">
                <a:solidFill>
                  <a:srgbClr val="0000FF"/>
                </a:solidFill>
                <a:ea typeface="宋体" pitchFamily="2" charset="-122"/>
              </a:rPr>
              <a:t>6-3 </a:t>
            </a:r>
            <a:r>
              <a:rPr lang="zh-CN" altLang="en-US" dirty="0" smtClean="0">
                <a:solidFill>
                  <a:srgbClr val="0000FF"/>
                </a:solidFill>
                <a:ea typeface="宋体" pitchFamily="2" charset="-122"/>
              </a:rPr>
              <a:t>循环过程</a:t>
            </a:r>
            <a:endParaRPr lang="en-US" altLang="zh-CN" dirty="0" smtClean="0">
              <a:solidFill>
                <a:srgbClr val="0000FF"/>
              </a:solidFill>
              <a:ea typeface="宋体" pitchFamily="2" charset="-122"/>
            </a:endParaRPr>
          </a:p>
          <a:p>
            <a:pPr marL="342900" indent="-342900">
              <a:lnSpc>
                <a:spcPct val="200000"/>
              </a:lnSpc>
            </a:pPr>
            <a:r>
              <a:rPr lang="en-US" altLang="zh-CN" dirty="0" smtClean="0">
                <a:solidFill>
                  <a:srgbClr val="0000FF"/>
                </a:solidFill>
                <a:ea typeface="宋体" pitchFamily="2" charset="-122"/>
              </a:rPr>
              <a:t>6-4 </a:t>
            </a:r>
            <a:r>
              <a:rPr lang="zh-CN" altLang="en-US" dirty="0" smtClean="0">
                <a:solidFill>
                  <a:srgbClr val="0000FF"/>
                </a:solidFill>
                <a:ea typeface="宋体" pitchFamily="2" charset="-122"/>
              </a:rPr>
              <a:t>热力学第二定律</a:t>
            </a:r>
            <a:endParaRPr lang="en-US" altLang="zh-CN" dirty="0" smtClean="0">
              <a:solidFill>
                <a:srgbClr val="0000FF"/>
              </a:solidFill>
              <a:ea typeface="宋体" pitchFamily="2" charset="-122"/>
            </a:endParaRPr>
          </a:p>
          <a:p>
            <a:pPr marL="342900" indent="-342900">
              <a:lnSpc>
                <a:spcPct val="200000"/>
              </a:lnSpc>
            </a:pPr>
            <a:r>
              <a:rPr lang="en-US" altLang="zh-CN" dirty="0" smtClean="0">
                <a:solidFill>
                  <a:srgbClr val="0000FF"/>
                </a:solidFill>
                <a:ea typeface="宋体" pitchFamily="2" charset="-122"/>
              </a:rPr>
              <a:t>6-5 </a:t>
            </a:r>
            <a:r>
              <a:rPr lang="zh-CN" altLang="en-US" dirty="0" smtClean="0">
                <a:solidFill>
                  <a:srgbClr val="0000FF"/>
                </a:solidFill>
                <a:ea typeface="宋体" pitchFamily="2" charset="-122"/>
              </a:rPr>
              <a:t>熵 熵增加原理</a:t>
            </a:r>
            <a:endParaRPr lang="zh-CN" altLang="en-US" dirty="0">
              <a:solidFill>
                <a:srgbClr val="0000FF"/>
              </a:solidFill>
              <a:ea typeface="宋体" pitchFamily="2" charset="-122"/>
            </a:endParaRP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44" name="Text Box 2"/>
          <p:cNvSpPr txBox="1">
            <a:spLocks noChangeArrowheads="1"/>
          </p:cNvSpPr>
          <p:nvPr/>
        </p:nvSpPr>
        <p:spPr bwMode="auto">
          <a:xfrm>
            <a:off x="395536" y="476672"/>
            <a:ext cx="29718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dirty="0" smtClean="0">
                <a:solidFill>
                  <a:srgbClr val="CC0000"/>
                </a:solidFill>
              </a:rPr>
              <a:t>三、   </a:t>
            </a:r>
            <a:r>
              <a:rPr kumimoji="1" lang="zh-CN" altLang="en-US" dirty="0">
                <a:solidFill>
                  <a:srgbClr val="CC0000"/>
                </a:solidFill>
              </a:rPr>
              <a:t>等温过程</a:t>
            </a:r>
          </a:p>
        </p:txBody>
      </p:sp>
      <p:sp>
        <p:nvSpPr>
          <p:cNvPr id="67587" name="Text Box 3"/>
          <p:cNvSpPr txBox="1">
            <a:spLocks noChangeArrowheads="1"/>
          </p:cNvSpPr>
          <p:nvPr/>
        </p:nvSpPr>
        <p:spPr bwMode="auto">
          <a:xfrm>
            <a:off x="685800" y="3994830"/>
            <a:ext cx="3886200" cy="588962"/>
          </a:xfrm>
          <a:prstGeom prst="rect">
            <a:avLst/>
          </a:prstGeom>
          <a:gradFill rotWithShape="0">
            <a:gsLst>
              <a:gs pos="0">
                <a:schemeClr val="accent1">
                  <a:alpha val="29000"/>
                </a:schemeClr>
              </a:gs>
              <a:gs pos="50000">
                <a:srgbClr val="FFFFFF"/>
              </a:gs>
              <a:gs pos="100000">
                <a:schemeClr val="accent1">
                  <a:alpha val="16000"/>
                </a:schemeClr>
              </a:gs>
            </a:gsLst>
            <a:lin ang="5400000" scaled="1"/>
          </a:gradFill>
          <a:ln w="952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zh-CN" altLang="en-US" dirty="0">
                <a:solidFill>
                  <a:srgbClr val="000000"/>
                </a:solidFill>
                <a:ea typeface="宋体" pitchFamily="2" charset="-122"/>
              </a:rPr>
              <a:t>热力学第一定律</a:t>
            </a:r>
            <a:endParaRPr kumimoji="1" lang="zh-CN" altLang="en-US" b="0" dirty="0">
              <a:solidFill>
                <a:srgbClr val="000000"/>
              </a:solidFill>
              <a:ea typeface="楷体_GB2312" pitchFamily="49" charset="-122"/>
            </a:endParaRPr>
          </a:p>
        </p:txBody>
      </p:sp>
      <p:graphicFrame>
        <p:nvGraphicFramePr>
          <p:cNvPr id="67588" name="Object 4"/>
          <p:cNvGraphicFramePr>
            <a:graphicFrameLocks noChangeAspect="1"/>
          </p:cNvGraphicFramePr>
          <p:nvPr/>
        </p:nvGraphicFramePr>
        <p:xfrm>
          <a:off x="2339752" y="3194432"/>
          <a:ext cx="1602738" cy="563687"/>
        </p:xfrm>
        <a:graphic>
          <a:graphicData uri="http://schemas.openxmlformats.org/presentationml/2006/ole">
            <p:oleObj spid="_x0000_s92246" name="Equation" r:id="rId3" imgW="457002" imgH="177723" progId="Equation.DSMT4">
              <p:embed/>
            </p:oleObj>
          </a:graphicData>
        </a:graphic>
      </p:graphicFrame>
      <p:graphicFrame>
        <p:nvGraphicFramePr>
          <p:cNvPr id="67606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203509"/>
              </p:ext>
            </p:extLst>
          </p:nvPr>
        </p:nvGraphicFramePr>
        <p:xfrm>
          <a:off x="1097279" y="4798378"/>
          <a:ext cx="3169805" cy="1612582"/>
        </p:xfrm>
        <a:graphic>
          <a:graphicData uri="http://schemas.openxmlformats.org/presentationml/2006/ole">
            <p:oleObj spid="_x0000_s92247" name="Equation" r:id="rId4" imgW="1143000" imgH="584200" progId="Equation.DSMT4">
              <p:embed/>
            </p:oleObj>
          </a:graphicData>
        </a:graphic>
      </p:graphicFrame>
      <p:grpSp>
        <p:nvGrpSpPr>
          <p:cNvPr id="2" name="Group 62"/>
          <p:cNvGrpSpPr>
            <a:grpSpLocks/>
          </p:cNvGrpSpPr>
          <p:nvPr/>
        </p:nvGrpSpPr>
        <p:grpSpPr bwMode="auto">
          <a:xfrm>
            <a:off x="5010875" y="1060103"/>
            <a:ext cx="3810000" cy="2971800"/>
            <a:chOff x="3024" y="528"/>
            <a:chExt cx="2400" cy="1872"/>
          </a:xfrm>
        </p:grpSpPr>
        <p:grpSp>
          <p:nvGrpSpPr>
            <p:cNvPr id="3" name="Group 61"/>
            <p:cNvGrpSpPr>
              <a:grpSpLocks/>
            </p:cNvGrpSpPr>
            <p:nvPr/>
          </p:nvGrpSpPr>
          <p:grpSpPr bwMode="auto">
            <a:xfrm>
              <a:off x="3024" y="528"/>
              <a:ext cx="2400" cy="1872"/>
              <a:chOff x="3024" y="528"/>
              <a:chExt cx="2400" cy="1872"/>
            </a:xfrm>
          </p:grpSpPr>
          <p:sp>
            <p:nvSpPr>
              <p:cNvPr id="22565" name="Rectangle 25"/>
              <p:cNvSpPr>
                <a:spLocks noChangeArrowheads="1"/>
              </p:cNvSpPr>
              <p:nvPr/>
            </p:nvSpPr>
            <p:spPr bwMode="auto">
              <a:xfrm>
                <a:off x="3024" y="528"/>
                <a:ext cx="2400" cy="1872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 sz="1800" b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22566" name="Arc 26"/>
              <p:cNvSpPr>
                <a:spLocks/>
              </p:cNvSpPr>
              <p:nvPr/>
            </p:nvSpPr>
            <p:spPr bwMode="auto">
              <a:xfrm flipH="1" flipV="1">
                <a:off x="3792" y="864"/>
                <a:ext cx="1286" cy="828"/>
              </a:xfrm>
              <a:custGeom>
                <a:avLst/>
                <a:gdLst>
                  <a:gd name="T0" fmla="*/ 1 w 21378"/>
                  <a:gd name="T1" fmla="*/ 0 h 21281"/>
                  <a:gd name="T2" fmla="*/ 5 w 21378"/>
                  <a:gd name="T3" fmla="*/ 1 h 21281"/>
                  <a:gd name="T4" fmla="*/ 0 w 21378"/>
                  <a:gd name="T5" fmla="*/ 1 h 21281"/>
                  <a:gd name="T6" fmla="*/ 0 60000 65536"/>
                  <a:gd name="T7" fmla="*/ 0 60000 65536"/>
                  <a:gd name="T8" fmla="*/ 0 60000 65536"/>
                  <a:gd name="T9" fmla="*/ 0 w 21378"/>
                  <a:gd name="T10" fmla="*/ 0 h 21281"/>
                  <a:gd name="T11" fmla="*/ 21378 w 21378"/>
                  <a:gd name="T12" fmla="*/ 21281 h 2128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378" h="21281" fill="none" extrusionOk="0">
                    <a:moveTo>
                      <a:pt x="3698" y="0"/>
                    </a:moveTo>
                    <a:cubicBezTo>
                      <a:pt x="12906" y="1600"/>
                      <a:pt x="20040" y="8941"/>
                      <a:pt x="21377" y="18191"/>
                    </a:cubicBezTo>
                  </a:path>
                  <a:path w="21378" h="21281" stroke="0" extrusionOk="0">
                    <a:moveTo>
                      <a:pt x="3698" y="0"/>
                    </a:moveTo>
                    <a:cubicBezTo>
                      <a:pt x="12906" y="1600"/>
                      <a:pt x="20040" y="8941"/>
                      <a:pt x="21377" y="18191"/>
                    </a:cubicBezTo>
                    <a:lnTo>
                      <a:pt x="0" y="21281"/>
                    </a:lnTo>
                    <a:close/>
                  </a:path>
                </a:pathLst>
              </a:cu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 sz="1800" b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22567" name="Line 27"/>
              <p:cNvSpPr>
                <a:spLocks noChangeShapeType="1"/>
              </p:cNvSpPr>
              <p:nvPr/>
            </p:nvSpPr>
            <p:spPr bwMode="auto">
              <a:xfrm>
                <a:off x="4190" y="2112"/>
                <a:ext cx="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pPr eaLnBrk="1" hangingPunct="1"/>
                <a:endParaRPr lang="zh-CN" altLang="en-US" sz="1800" b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22568" name="Line 28"/>
              <p:cNvSpPr>
                <a:spLocks noChangeShapeType="1"/>
              </p:cNvSpPr>
              <p:nvPr/>
            </p:nvSpPr>
            <p:spPr bwMode="auto">
              <a:xfrm>
                <a:off x="4848" y="1680"/>
                <a:ext cx="0" cy="38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 sz="1800" b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22569" name="Line 29"/>
              <p:cNvSpPr>
                <a:spLocks noChangeShapeType="1"/>
              </p:cNvSpPr>
              <p:nvPr/>
            </p:nvSpPr>
            <p:spPr bwMode="auto">
              <a:xfrm flipH="1">
                <a:off x="3431" y="998"/>
                <a:ext cx="38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 sz="1800" b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22570" name="Line 30"/>
              <p:cNvSpPr>
                <a:spLocks noChangeShapeType="1"/>
              </p:cNvSpPr>
              <p:nvPr/>
            </p:nvSpPr>
            <p:spPr bwMode="auto">
              <a:xfrm>
                <a:off x="4023" y="1353"/>
                <a:ext cx="96" cy="96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round/>
                <a:headEnd/>
                <a:tailEnd type="triangle" w="sm" len="lg"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 sz="1800" b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22571" name="Line 31"/>
              <p:cNvSpPr>
                <a:spLocks noChangeShapeType="1"/>
              </p:cNvSpPr>
              <p:nvPr/>
            </p:nvSpPr>
            <p:spPr bwMode="auto">
              <a:xfrm>
                <a:off x="3408" y="2064"/>
                <a:ext cx="192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sm" len="lg"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 sz="1800" b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22572" name="Line 32"/>
              <p:cNvSpPr>
                <a:spLocks noChangeShapeType="1"/>
              </p:cNvSpPr>
              <p:nvPr/>
            </p:nvSpPr>
            <p:spPr bwMode="auto">
              <a:xfrm flipV="1">
                <a:off x="3434" y="671"/>
                <a:ext cx="0" cy="140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sm" len="lg"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 sz="1800" b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22573" name="Line 33"/>
              <p:cNvSpPr>
                <a:spLocks noChangeShapeType="1"/>
              </p:cNvSpPr>
              <p:nvPr/>
            </p:nvSpPr>
            <p:spPr bwMode="auto">
              <a:xfrm>
                <a:off x="3792" y="1008"/>
                <a:ext cx="0" cy="107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 sz="1800" b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22574" name="Line 34"/>
              <p:cNvSpPr>
                <a:spLocks noChangeShapeType="1"/>
              </p:cNvSpPr>
              <p:nvPr/>
            </p:nvSpPr>
            <p:spPr bwMode="auto">
              <a:xfrm flipH="1">
                <a:off x="3431" y="1699"/>
                <a:ext cx="14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 sz="1800" b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22575" name="Text Box 35"/>
              <p:cNvSpPr txBox="1">
                <a:spLocks noChangeArrowheads="1"/>
              </p:cNvSpPr>
              <p:nvPr/>
            </p:nvSpPr>
            <p:spPr bwMode="auto">
              <a:xfrm>
                <a:off x="3648" y="688"/>
                <a:ext cx="336" cy="3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dirty="0">
                    <a:solidFill>
                      <a:srgbClr val="CC0000"/>
                    </a:solidFill>
                  </a:rPr>
                  <a:t>1</a:t>
                </a:r>
                <a:endParaRPr kumimoji="1" lang="en-US" altLang="zh-CN" dirty="0">
                  <a:solidFill>
                    <a:srgbClr val="A50021"/>
                  </a:solidFill>
                </a:endParaRPr>
              </a:p>
            </p:txBody>
          </p:sp>
          <p:sp>
            <p:nvSpPr>
              <p:cNvPr id="22576" name="Text Box 36"/>
              <p:cNvSpPr txBox="1">
                <a:spLocks noChangeArrowheads="1"/>
              </p:cNvSpPr>
              <p:nvPr/>
            </p:nvSpPr>
            <p:spPr bwMode="auto">
              <a:xfrm>
                <a:off x="4848" y="1536"/>
                <a:ext cx="240" cy="3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>
                    <a:solidFill>
                      <a:srgbClr val="CC0000"/>
                    </a:solidFill>
                  </a:rPr>
                  <a:t>2</a:t>
                </a:r>
                <a:endParaRPr kumimoji="1" lang="en-US" altLang="zh-CN" b="0">
                  <a:solidFill>
                    <a:srgbClr val="000000"/>
                  </a:solidFill>
                </a:endParaRPr>
              </a:p>
            </p:txBody>
          </p:sp>
          <p:graphicFrame>
            <p:nvGraphicFramePr>
              <p:cNvPr id="22535" name="Object 37"/>
              <p:cNvGraphicFramePr>
                <a:graphicFrameLocks noChangeAspect="1"/>
              </p:cNvGraphicFramePr>
              <p:nvPr/>
            </p:nvGraphicFramePr>
            <p:xfrm>
              <a:off x="3878" y="751"/>
              <a:ext cx="802" cy="274"/>
            </p:xfrm>
            <a:graphic>
              <a:graphicData uri="http://schemas.openxmlformats.org/presentationml/2006/ole">
                <p:oleObj spid="_x0000_s92248" name="公式" r:id="rId5" imgW="609336" imgH="215806" progId="Equation.3">
                  <p:embed/>
                </p:oleObj>
              </a:graphicData>
            </a:graphic>
          </p:graphicFrame>
          <p:graphicFrame>
            <p:nvGraphicFramePr>
              <p:cNvPr id="22536" name="Object 38"/>
              <p:cNvGraphicFramePr>
                <a:graphicFrameLocks noChangeAspect="1"/>
              </p:cNvGraphicFramePr>
              <p:nvPr/>
            </p:nvGraphicFramePr>
            <p:xfrm>
              <a:off x="4558" y="1298"/>
              <a:ext cx="703" cy="275"/>
            </p:xfrm>
            <a:graphic>
              <a:graphicData uri="http://schemas.openxmlformats.org/presentationml/2006/ole">
                <p:oleObj spid="_x0000_s92249" name="公式" r:id="rId6" imgW="647419" imgH="215806" progId="Equation.3">
                  <p:embed/>
                </p:oleObj>
              </a:graphicData>
            </a:graphic>
          </p:graphicFrame>
          <p:graphicFrame>
            <p:nvGraphicFramePr>
              <p:cNvPr id="22537" name="Object 39"/>
              <p:cNvGraphicFramePr>
                <a:graphicFrameLocks noChangeAspect="1"/>
              </p:cNvGraphicFramePr>
              <p:nvPr/>
            </p:nvGraphicFramePr>
            <p:xfrm>
              <a:off x="3076" y="864"/>
              <a:ext cx="332" cy="331"/>
            </p:xfrm>
            <a:graphic>
              <a:graphicData uri="http://schemas.openxmlformats.org/presentationml/2006/ole">
                <p:oleObj spid="_x0000_s92250" name="Equation" r:id="rId7" imgW="266353" imgH="317087" progId="Equation.3">
                  <p:embed/>
                </p:oleObj>
              </a:graphicData>
            </a:graphic>
          </p:graphicFrame>
          <p:graphicFrame>
            <p:nvGraphicFramePr>
              <p:cNvPr id="22538" name="Object 40"/>
              <p:cNvGraphicFramePr>
                <a:graphicFrameLocks noChangeAspect="1"/>
              </p:cNvGraphicFramePr>
              <p:nvPr/>
            </p:nvGraphicFramePr>
            <p:xfrm>
              <a:off x="3120" y="1488"/>
              <a:ext cx="310" cy="326"/>
            </p:xfrm>
            <a:graphic>
              <a:graphicData uri="http://schemas.openxmlformats.org/presentationml/2006/ole">
                <p:oleObj spid="_x0000_s92251" name="Equation" r:id="rId8" imgW="291847" imgH="317225" progId="Equation.3">
                  <p:embed/>
                </p:oleObj>
              </a:graphicData>
            </a:graphic>
          </p:graphicFrame>
          <p:graphicFrame>
            <p:nvGraphicFramePr>
              <p:cNvPr id="22539" name="Object 41"/>
              <p:cNvGraphicFramePr>
                <a:graphicFrameLocks noChangeAspect="1"/>
              </p:cNvGraphicFramePr>
              <p:nvPr/>
            </p:nvGraphicFramePr>
            <p:xfrm>
              <a:off x="3719" y="2016"/>
              <a:ext cx="269" cy="341"/>
            </p:xfrm>
            <a:graphic>
              <a:graphicData uri="http://schemas.openxmlformats.org/presentationml/2006/ole">
                <p:oleObj spid="_x0000_s92252" name="公式" r:id="rId9" imgW="126780" imgH="164814" progId="Equation.3">
                  <p:embed/>
                </p:oleObj>
              </a:graphicData>
            </a:graphic>
          </p:graphicFrame>
          <p:graphicFrame>
            <p:nvGraphicFramePr>
              <p:cNvPr id="22540" name="Object 42"/>
              <p:cNvGraphicFramePr>
                <a:graphicFrameLocks noChangeAspect="1"/>
              </p:cNvGraphicFramePr>
              <p:nvPr/>
            </p:nvGraphicFramePr>
            <p:xfrm>
              <a:off x="4715" y="2016"/>
              <a:ext cx="299" cy="341"/>
            </p:xfrm>
            <a:graphic>
              <a:graphicData uri="http://schemas.openxmlformats.org/presentationml/2006/ole">
                <p:oleObj spid="_x0000_s92253" name="公式" r:id="rId10" imgW="139579" imgH="164957" progId="Equation.3">
                  <p:embed/>
                </p:oleObj>
              </a:graphicData>
            </a:graphic>
          </p:graphicFrame>
          <p:graphicFrame>
            <p:nvGraphicFramePr>
              <p:cNvPr id="22541" name="Object 43"/>
              <p:cNvGraphicFramePr>
                <a:graphicFrameLocks noChangeAspect="1"/>
              </p:cNvGraphicFramePr>
              <p:nvPr/>
            </p:nvGraphicFramePr>
            <p:xfrm>
              <a:off x="3137" y="624"/>
              <a:ext cx="207" cy="245"/>
            </p:xfrm>
            <a:graphic>
              <a:graphicData uri="http://schemas.openxmlformats.org/presentationml/2006/ole">
                <p:oleObj spid="_x0000_s92254" name="Equation" r:id="rId11" imgW="203112" imgH="241195" progId="Equation.3">
                  <p:embed/>
                </p:oleObj>
              </a:graphicData>
            </a:graphic>
          </p:graphicFrame>
          <p:graphicFrame>
            <p:nvGraphicFramePr>
              <p:cNvPr id="22542" name="Object 44"/>
              <p:cNvGraphicFramePr>
                <a:graphicFrameLocks noChangeAspect="1"/>
              </p:cNvGraphicFramePr>
              <p:nvPr/>
            </p:nvGraphicFramePr>
            <p:xfrm>
              <a:off x="5136" y="2112"/>
              <a:ext cx="197" cy="220"/>
            </p:xfrm>
            <a:graphic>
              <a:graphicData uri="http://schemas.openxmlformats.org/presentationml/2006/ole">
                <p:oleObj spid="_x0000_s92255" name="Equation" r:id="rId12" imgW="215713" imgH="241091" progId="Equation.3">
                  <p:embed/>
                </p:oleObj>
              </a:graphicData>
            </a:graphic>
          </p:graphicFrame>
          <p:graphicFrame>
            <p:nvGraphicFramePr>
              <p:cNvPr id="22543" name="Object 45"/>
              <p:cNvGraphicFramePr>
                <a:graphicFrameLocks noChangeAspect="1"/>
              </p:cNvGraphicFramePr>
              <p:nvPr/>
            </p:nvGraphicFramePr>
            <p:xfrm>
              <a:off x="3360" y="2064"/>
              <a:ext cx="177" cy="204"/>
            </p:xfrm>
            <a:graphic>
              <a:graphicData uri="http://schemas.openxmlformats.org/presentationml/2006/ole">
                <p:oleObj spid="_x0000_s92256" name="Equation" r:id="rId13" imgW="164957" imgH="190335" progId="Equation.3">
                  <p:embed/>
                </p:oleObj>
              </a:graphicData>
            </a:graphic>
          </p:graphicFrame>
        </p:grpSp>
        <p:grpSp>
          <p:nvGrpSpPr>
            <p:cNvPr id="4" name="Group 59"/>
            <p:cNvGrpSpPr>
              <a:grpSpLocks/>
            </p:cNvGrpSpPr>
            <p:nvPr/>
          </p:nvGrpSpPr>
          <p:grpSpPr bwMode="auto">
            <a:xfrm>
              <a:off x="3936" y="1482"/>
              <a:ext cx="672" cy="824"/>
              <a:chOff x="3936" y="1482"/>
              <a:chExt cx="672" cy="824"/>
            </a:xfrm>
          </p:grpSpPr>
          <p:graphicFrame>
            <p:nvGraphicFramePr>
              <p:cNvPr id="22534" name="Object 47"/>
              <p:cNvGraphicFramePr>
                <a:graphicFrameLocks noChangeAspect="1"/>
              </p:cNvGraphicFramePr>
              <p:nvPr/>
            </p:nvGraphicFramePr>
            <p:xfrm>
              <a:off x="4128" y="2064"/>
              <a:ext cx="288" cy="242"/>
            </p:xfrm>
            <a:graphic>
              <a:graphicData uri="http://schemas.openxmlformats.org/presentationml/2006/ole">
                <p:oleObj spid="_x0000_s92257" name="Equation" r:id="rId14" imgW="355292" imgH="253780" progId="Equation.3">
                  <p:embed/>
                </p:oleObj>
              </a:graphicData>
            </a:graphic>
          </p:graphicFrame>
          <p:sp>
            <p:nvSpPr>
              <p:cNvPr id="22562" name="Freeform 48" descr="浅色下对角线"/>
              <p:cNvSpPr>
                <a:spLocks/>
              </p:cNvSpPr>
              <p:nvPr/>
            </p:nvSpPr>
            <p:spPr bwMode="auto">
              <a:xfrm>
                <a:off x="4176" y="1482"/>
                <a:ext cx="192" cy="576"/>
              </a:xfrm>
              <a:custGeom>
                <a:avLst/>
                <a:gdLst>
                  <a:gd name="T0" fmla="*/ 0 w 192"/>
                  <a:gd name="T1" fmla="*/ 532 h 624"/>
                  <a:gd name="T2" fmla="*/ 0 w 192"/>
                  <a:gd name="T3" fmla="*/ 0 h 624"/>
                  <a:gd name="T4" fmla="*/ 192 w 192"/>
                  <a:gd name="T5" fmla="*/ 82 h 624"/>
                  <a:gd name="T6" fmla="*/ 192 w 192"/>
                  <a:gd name="T7" fmla="*/ 532 h 624"/>
                  <a:gd name="T8" fmla="*/ 0 w 192"/>
                  <a:gd name="T9" fmla="*/ 532 h 62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2"/>
                  <a:gd name="T16" fmla="*/ 0 h 624"/>
                  <a:gd name="T17" fmla="*/ 192 w 192"/>
                  <a:gd name="T18" fmla="*/ 624 h 62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2" h="624">
                    <a:moveTo>
                      <a:pt x="0" y="624"/>
                    </a:moveTo>
                    <a:lnTo>
                      <a:pt x="0" y="0"/>
                    </a:lnTo>
                    <a:lnTo>
                      <a:pt x="192" y="96"/>
                    </a:lnTo>
                    <a:lnTo>
                      <a:pt x="192" y="624"/>
                    </a:lnTo>
                    <a:lnTo>
                      <a:pt x="0" y="624"/>
                    </a:lnTo>
                    <a:close/>
                  </a:path>
                </a:pathLst>
              </a:custGeom>
              <a:pattFill prst="ltDnDiag">
                <a:fgClr>
                  <a:srgbClr val="CC0099"/>
                </a:fgClr>
                <a:bgClr>
                  <a:srgbClr val="EFFFFF"/>
                </a:bgClr>
              </a:patt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pPr eaLnBrk="1" hangingPunct="1"/>
                <a:endParaRPr lang="zh-CN" altLang="en-US" sz="1800" b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22563" name="Line 49"/>
              <p:cNvSpPr>
                <a:spLocks noChangeShapeType="1"/>
              </p:cNvSpPr>
              <p:nvPr/>
            </p:nvSpPr>
            <p:spPr bwMode="auto">
              <a:xfrm>
                <a:off x="3936" y="2016"/>
                <a:ext cx="240" cy="0"/>
              </a:xfrm>
              <a:prstGeom prst="line">
                <a:avLst/>
              </a:prstGeom>
              <a:noFill/>
              <a:ln w="19050">
                <a:solidFill>
                  <a:srgbClr val="FF0066"/>
                </a:solidFill>
                <a:round/>
                <a:headEnd/>
                <a:tailEnd type="triangle" w="sm" len="lg"/>
              </a:ln>
            </p:spPr>
            <p:txBody>
              <a:bodyPr wrap="none"/>
              <a:lstStyle/>
              <a:p>
                <a:pPr eaLnBrk="1" hangingPunct="1"/>
                <a:endParaRPr lang="zh-CN" altLang="en-US" sz="1800" b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22564" name="Line 50"/>
              <p:cNvSpPr>
                <a:spLocks noChangeShapeType="1"/>
              </p:cNvSpPr>
              <p:nvPr/>
            </p:nvSpPr>
            <p:spPr bwMode="auto">
              <a:xfrm>
                <a:off x="4368" y="2016"/>
                <a:ext cx="240" cy="0"/>
              </a:xfrm>
              <a:prstGeom prst="line">
                <a:avLst/>
              </a:prstGeom>
              <a:noFill/>
              <a:ln w="19050">
                <a:solidFill>
                  <a:srgbClr val="FF0066"/>
                </a:solidFill>
                <a:round/>
                <a:headEnd type="triangle" w="sm" len="lg"/>
                <a:tailEnd type="none" w="sm" len="lg"/>
              </a:ln>
            </p:spPr>
            <p:txBody>
              <a:bodyPr wrap="none"/>
              <a:lstStyle/>
              <a:p>
                <a:pPr eaLnBrk="1" hangingPunct="1"/>
                <a:endParaRPr lang="zh-CN" altLang="en-US" sz="1800" b="0">
                  <a:solidFill>
                    <a:srgbClr val="000000"/>
                  </a:solidFill>
                  <a:latin typeface="Arial" charset="0"/>
                </a:endParaRPr>
              </a:p>
            </p:txBody>
          </p:sp>
        </p:grpSp>
      </p:grpSp>
      <p:grpSp>
        <p:nvGrpSpPr>
          <p:cNvPr id="5" name="Group 51"/>
          <p:cNvGrpSpPr>
            <a:grpSpLocks/>
          </p:cNvGrpSpPr>
          <p:nvPr/>
        </p:nvGrpSpPr>
        <p:grpSpPr bwMode="auto">
          <a:xfrm>
            <a:off x="1116015" y="1473806"/>
            <a:ext cx="3794125" cy="579437"/>
            <a:chOff x="703" y="864"/>
            <a:chExt cx="2390" cy="365"/>
          </a:xfrm>
        </p:grpSpPr>
        <p:sp>
          <p:nvSpPr>
            <p:cNvPr id="22559" name="Text Box 52"/>
            <p:cNvSpPr txBox="1">
              <a:spLocks noChangeArrowheads="1"/>
            </p:cNvSpPr>
            <p:nvPr/>
          </p:nvSpPr>
          <p:spPr bwMode="auto">
            <a:xfrm>
              <a:off x="703" y="864"/>
              <a:ext cx="2390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dirty="0">
                  <a:solidFill>
                    <a:srgbClr val="000000"/>
                  </a:solidFill>
                </a:rPr>
                <a:t>特征           </a:t>
              </a:r>
              <a:r>
                <a:rPr kumimoji="1" lang="zh-CN" altLang="en-US" dirty="0">
                  <a:solidFill>
                    <a:srgbClr val="0000FF"/>
                  </a:solidFill>
                </a:rPr>
                <a:t>常量</a:t>
              </a:r>
              <a:endParaRPr kumimoji="1" lang="zh-CN" altLang="zh-CN" b="0" i="1" dirty="0">
                <a:solidFill>
                  <a:srgbClr val="0000FF"/>
                </a:solidFill>
              </a:endParaRPr>
            </a:p>
          </p:txBody>
        </p:sp>
        <p:graphicFrame>
          <p:nvGraphicFramePr>
            <p:cNvPr id="22533" name="Object 53"/>
            <p:cNvGraphicFramePr>
              <a:graphicFrameLocks noChangeAspect="1"/>
            </p:cNvGraphicFramePr>
            <p:nvPr/>
          </p:nvGraphicFramePr>
          <p:xfrm>
            <a:off x="1494" y="903"/>
            <a:ext cx="524" cy="282"/>
          </p:xfrm>
          <a:graphic>
            <a:graphicData uri="http://schemas.openxmlformats.org/presentationml/2006/ole">
              <p:oleObj spid="_x0000_s92258" name="Equation" r:id="rId15" imgW="266469" imgH="152268" progId="Equation.DSMT4">
                <p:embed/>
              </p:oleObj>
            </a:graphicData>
          </a:graphic>
        </p:graphicFrame>
      </p:grpSp>
      <p:grpSp>
        <p:nvGrpSpPr>
          <p:cNvPr id="6" name="Group 54"/>
          <p:cNvGrpSpPr>
            <a:grpSpLocks/>
          </p:cNvGrpSpPr>
          <p:nvPr/>
        </p:nvGrpSpPr>
        <p:grpSpPr bwMode="auto">
          <a:xfrm>
            <a:off x="387472" y="2229459"/>
            <a:ext cx="4248151" cy="644526"/>
            <a:chOff x="204" y="1177"/>
            <a:chExt cx="2676" cy="406"/>
          </a:xfrm>
        </p:grpSpPr>
        <p:sp>
          <p:nvSpPr>
            <p:cNvPr id="22557" name="Rectangle 55"/>
            <p:cNvSpPr>
              <a:spLocks noChangeArrowheads="1"/>
            </p:cNvSpPr>
            <p:nvPr/>
          </p:nvSpPr>
          <p:spPr bwMode="auto">
            <a:xfrm>
              <a:off x="204" y="1218"/>
              <a:ext cx="1584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kumimoji="1" lang="zh-CN" altLang="en-US" dirty="0">
                  <a:solidFill>
                    <a:srgbClr val="000000"/>
                  </a:solidFill>
                </a:rPr>
                <a:t>过程方程</a:t>
              </a:r>
            </a:p>
          </p:txBody>
        </p:sp>
        <p:graphicFrame>
          <p:nvGraphicFramePr>
            <p:cNvPr id="22532" name="Object 56"/>
            <p:cNvGraphicFramePr>
              <a:graphicFrameLocks noChangeAspect="1"/>
            </p:cNvGraphicFramePr>
            <p:nvPr/>
          </p:nvGraphicFramePr>
          <p:xfrm>
            <a:off x="1479" y="1222"/>
            <a:ext cx="672" cy="353"/>
          </p:xfrm>
          <a:graphic>
            <a:graphicData uri="http://schemas.openxmlformats.org/presentationml/2006/ole">
              <p:oleObj spid="_x0000_s92259" name="Equation" r:id="rId16" imgW="698197" imgH="342751" progId="Equation.3">
                <p:embed/>
              </p:oleObj>
            </a:graphicData>
          </a:graphic>
        </p:graphicFrame>
        <p:sp>
          <p:nvSpPr>
            <p:cNvPr id="22558" name="Rectangle 57"/>
            <p:cNvSpPr>
              <a:spLocks noChangeArrowheads="1"/>
            </p:cNvSpPr>
            <p:nvPr/>
          </p:nvSpPr>
          <p:spPr bwMode="auto">
            <a:xfrm>
              <a:off x="2160" y="1177"/>
              <a:ext cx="720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/>
              <a:r>
                <a:rPr kumimoji="1" lang="zh-CN" altLang="en-US" dirty="0">
                  <a:solidFill>
                    <a:srgbClr val="000000"/>
                  </a:solidFill>
                </a:rPr>
                <a:t>常量</a:t>
              </a:r>
            </a:p>
          </p:txBody>
        </p:sp>
      </p:grpSp>
      <p:sp>
        <p:nvSpPr>
          <p:cNvPr id="59" name="Rectangle 5" descr="深色上对角线"/>
          <p:cNvSpPr>
            <a:spLocks noChangeArrowheads="1"/>
          </p:cNvSpPr>
          <p:nvPr/>
        </p:nvSpPr>
        <p:spPr bwMode="auto">
          <a:xfrm>
            <a:off x="5848672" y="4637466"/>
            <a:ext cx="1981200" cy="1295400"/>
          </a:xfrm>
          <a:prstGeom prst="rect">
            <a:avLst/>
          </a:prstGeom>
          <a:pattFill prst="dkUpDiag">
            <a:fgClr>
              <a:srgbClr val="996600"/>
            </a:fgClr>
            <a:bgClr>
              <a:srgbClr val="DAB48E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en-US" sz="1800" b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60" name="Rectangle 6"/>
          <p:cNvSpPr>
            <a:spLocks noChangeArrowheads="1"/>
          </p:cNvSpPr>
          <p:nvPr/>
        </p:nvSpPr>
        <p:spPr bwMode="auto">
          <a:xfrm>
            <a:off x="6458272" y="4789866"/>
            <a:ext cx="228600" cy="990600"/>
          </a:xfrm>
          <a:prstGeom prst="rect">
            <a:avLst/>
          </a:prstGeom>
          <a:gradFill rotWithShape="0">
            <a:gsLst>
              <a:gs pos="0">
                <a:srgbClr val="765D44"/>
              </a:gs>
              <a:gs pos="50000">
                <a:srgbClr val="D3A679"/>
              </a:gs>
              <a:gs pos="100000">
                <a:srgbClr val="765D44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en-US" sz="1800" b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61" name="Rectangle 7"/>
          <p:cNvSpPr>
            <a:spLocks noChangeArrowheads="1"/>
          </p:cNvSpPr>
          <p:nvPr/>
        </p:nvSpPr>
        <p:spPr bwMode="auto">
          <a:xfrm>
            <a:off x="6686872" y="5170866"/>
            <a:ext cx="1371600" cy="228600"/>
          </a:xfrm>
          <a:prstGeom prst="rect">
            <a:avLst/>
          </a:prstGeom>
          <a:gradFill rotWithShape="0">
            <a:gsLst>
              <a:gs pos="0">
                <a:srgbClr val="765D44"/>
              </a:gs>
              <a:gs pos="50000">
                <a:srgbClr val="D3A679"/>
              </a:gs>
              <a:gs pos="100000">
                <a:srgbClr val="765D44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en-US" sz="1800" b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62" name="Rectangle 8" descr="20%"/>
          <p:cNvSpPr>
            <a:spLocks noChangeArrowheads="1"/>
          </p:cNvSpPr>
          <p:nvPr/>
        </p:nvSpPr>
        <p:spPr bwMode="auto">
          <a:xfrm>
            <a:off x="6001072" y="4789866"/>
            <a:ext cx="457200" cy="990600"/>
          </a:xfrm>
          <a:prstGeom prst="rect">
            <a:avLst/>
          </a:prstGeom>
          <a:pattFill prst="pct20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en-US" sz="1800" b="0">
              <a:solidFill>
                <a:srgbClr val="000000"/>
              </a:solidFill>
              <a:latin typeface="Arial" charset="0"/>
            </a:endParaRPr>
          </a:p>
        </p:txBody>
      </p:sp>
      <p:grpSp>
        <p:nvGrpSpPr>
          <p:cNvPr id="7" name="Group 9"/>
          <p:cNvGrpSpPr>
            <a:grpSpLocks/>
          </p:cNvGrpSpPr>
          <p:nvPr/>
        </p:nvGrpSpPr>
        <p:grpSpPr bwMode="auto">
          <a:xfrm>
            <a:off x="5239072" y="4061203"/>
            <a:ext cx="671513" cy="2384425"/>
            <a:chOff x="2937" y="2544"/>
            <a:chExt cx="423" cy="1343"/>
          </a:xfrm>
        </p:grpSpPr>
        <p:sp>
          <p:nvSpPr>
            <p:cNvPr id="64" name="Rectangle 10"/>
            <p:cNvSpPr>
              <a:spLocks noChangeArrowheads="1"/>
            </p:cNvSpPr>
            <p:nvPr/>
          </p:nvSpPr>
          <p:spPr bwMode="auto">
            <a:xfrm>
              <a:off x="2963" y="2544"/>
              <a:ext cx="397" cy="1343"/>
            </a:xfrm>
            <a:prstGeom prst="rect">
              <a:avLst/>
            </a:prstGeom>
            <a:solidFill>
              <a:srgbClr val="FFCCCC"/>
            </a:solidFill>
            <a:ln w="9525">
              <a:solidFill>
                <a:srgbClr val="CC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65" name="Text Box 11"/>
            <p:cNvSpPr txBox="1">
              <a:spLocks noChangeArrowheads="1"/>
            </p:cNvSpPr>
            <p:nvPr/>
          </p:nvSpPr>
          <p:spPr bwMode="auto">
            <a:xfrm>
              <a:off x="2937" y="2598"/>
              <a:ext cx="423" cy="10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eaVer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>
                  <a:solidFill>
                    <a:srgbClr val="000000"/>
                  </a:solidFill>
                </a:rPr>
                <a:t>恒温热源</a:t>
              </a:r>
              <a:endParaRPr kumimoji="1" lang="zh-CN" altLang="en-US" b="0">
                <a:solidFill>
                  <a:srgbClr val="000000"/>
                </a:solidFill>
              </a:endParaRPr>
            </a:p>
          </p:txBody>
        </p:sp>
        <p:sp>
          <p:nvSpPr>
            <p:cNvPr id="66" name="Text Box 12"/>
            <p:cNvSpPr txBox="1">
              <a:spLocks noChangeArrowheads="1"/>
            </p:cNvSpPr>
            <p:nvPr/>
          </p:nvSpPr>
          <p:spPr bwMode="auto">
            <a:xfrm>
              <a:off x="3024" y="3552"/>
              <a:ext cx="264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i="1">
                  <a:solidFill>
                    <a:srgbClr val="000000"/>
                  </a:solidFill>
                  <a:ea typeface="楷体_GB2312" pitchFamily="49" charset="-122"/>
                </a:rPr>
                <a:t>T</a:t>
              </a:r>
              <a:endParaRPr kumimoji="1" lang="en-US" altLang="zh-CN" b="0" i="1">
                <a:solidFill>
                  <a:srgbClr val="000000"/>
                </a:solidFill>
                <a:ea typeface="楷体_GB2312" pitchFamily="49" charset="-122"/>
              </a:endParaRPr>
            </a:p>
          </p:txBody>
        </p:sp>
      </p:grpSp>
      <p:sp>
        <p:nvSpPr>
          <p:cNvPr id="67" name="Rectangle 13"/>
          <p:cNvSpPr>
            <a:spLocks noChangeArrowheads="1"/>
          </p:cNvSpPr>
          <p:nvPr/>
        </p:nvSpPr>
        <p:spPr bwMode="auto">
          <a:xfrm>
            <a:off x="6686872" y="4789866"/>
            <a:ext cx="11430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en-US" sz="1800" b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68" name="Rectangle 14"/>
          <p:cNvSpPr>
            <a:spLocks noChangeArrowheads="1"/>
          </p:cNvSpPr>
          <p:nvPr/>
        </p:nvSpPr>
        <p:spPr bwMode="auto">
          <a:xfrm>
            <a:off x="6686872" y="5399466"/>
            <a:ext cx="11430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en-US" sz="1800" b="0">
              <a:solidFill>
                <a:srgbClr val="000000"/>
              </a:solidFill>
              <a:latin typeface="Arial" charset="0"/>
            </a:endParaRPr>
          </a:p>
        </p:txBody>
      </p:sp>
      <p:grpSp>
        <p:nvGrpSpPr>
          <p:cNvPr id="8" name="Group 15"/>
          <p:cNvGrpSpPr>
            <a:grpSpLocks/>
          </p:cNvGrpSpPr>
          <p:nvPr/>
        </p:nvGrpSpPr>
        <p:grpSpPr bwMode="auto">
          <a:xfrm>
            <a:off x="6001072" y="4788278"/>
            <a:ext cx="2819400" cy="990600"/>
            <a:chOff x="5088" y="3216"/>
            <a:chExt cx="1776" cy="624"/>
          </a:xfrm>
        </p:grpSpPr>
        <p:sp>
          <p:nvSpPr>
            <p:cNvPr id="70" name="Rectangle 16" descr="5%"/>
            <p:cNvSpPr>
              <a:spLocks noChangeArrowheads="1"/>
            </p:cNvSpPr>
            <p:nvPr/>
          </p:nvSpPr>
          <p:spPr bwMode="auto">
            <a:xfrm>
              <a:off x="5088" y="3216"/>
              <a:ext cx="768" cy="624"/>
            </a:xfrm>
            <a:prstGeom prst="rect">
              <a:avLst/>
            </a:prstGeom>
            <a:pattFill prst="pct5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</a:endParaRPr>
            </a:p>
          </p:txBody>
        </p:sp>
        <p:grpSp>
          <p:nvGrpSpPr>
            <p:cNvPr id="9" name="Group 17"/>
            <p:cNvGrpSpPr>
              <a:grpSpLocks/>
            </p:cNvGrpSpPr>
            <p:nvPr/>
          </p:nvGrpSpPr>
          <p:grpSpPr bwMode="auto">
            <a:xfrm>
              <a:off x="5376" y="3216"/>
              <a:ext cx="1008" cy="624"/>
              <a:chOff x="3456" y="2928"/>
              <a:chExt cx="1008" cy="624"/>
            </a:xfrm>
          </p:grpSpPr>
          <p:sp>
            <p:nvSpPr>
              <p:cNvPr id="74" name="Rectangle 18"/>
              <p:cNvSpPr>
                <a:spLocks noChangeArrowheads="1"/>
              </p:cNvSpPr>
              <p:nvPr/>
            </p:nvSpPr>
            <p:spPr bwMode="auto">
              <a:xfrm>
                <a:off x="3456" y="2928"/>
                <a:ext cx="144" cy="624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prstDash val="dash"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 sz="1800" b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75" name="Rectangle 19"/>
              <p:cNvSpPr>
                <a:spLocks noChangeArrowheads="1"/>
              </p:cNvSpPr>
              <p:nvPr/>
            </p:nvSpPr>
            <p:spPr bwMode="auto">
              <a:xfrm>
                <a:off x="3600" y="3168"/>
                <a:ext cx="864" cy="144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prstDash val="dash"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 sz="1800" b="0">
                  <a:solidFill>
                    <a:srgbClr val="000000"/>
                  </a:solidFill>
                  <a:latin typeface="Arial" charset="0"/>
                </a:endParaRPr>
              </a:p>
            </p:txBody>
          </p:sp>
        </p:grpSp>
        <p:sp>
          <p:nvSpPr>
            <p:cNvPr id="72" name="Rectangle 20"/>
            <p:cNvSpPr>
              <a:spLocks noChangeArrowheads="1"/>
            </p:cNvSpPr>
            <p:nvPr/>
          </p:nvSpPr>
          <p:spPr bwMode="auto">
            <a:xfrm>
              <a:off x="5856" y="3216"/>
              <a:ext cx="144" cy="624"/>
            </a:xfrm>
            <a:prstGeom prst="rect">
              <a:avLst/>
            </a:prstGeom>
            <a:gradFill rotWithShape="0">
              <a:gsLst>
                <a:gs pos="0">
                  <a:srgbClr val="765D44"/>
                </a:gs>
                <a:gs pos="50000">
                  <a:srgbClr val="D3A679"/>
                </a:gs>
                <a:gs pos="100000">
                  <a:srgbClr val="765D44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73" name="Rectangle 21"/>
            <p:cNvSpPr>
              <a:spLocks noChangeArrowheads="1"/>
            </p:cNvSpPr>
            <p:nvPr/>
          </p:nvSpPr>
          <p:spPr bwMode="auto">
            <a:xfrm>
              <a:off x="6000" y="3456"/>
              <a:ext cx="864" cy="144"/>
            </a:xfrm>
            <a:prstGeom prst="rect">
              <a:avLst/>
            </a:prstGeom>
            <a:gradFill rotWithShape="0">
              <a:gsLst>
                <a:gs pos="0">
                  <a:srgbClr val="765D44"/>
                </a:gs>
                <a:gs pos="50000">
                  <a:srgbClr val="D3A679"/>
                </a:gs>
                <a:gs pos="100000">
                  <a:srgbClr val="765D44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2006706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67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67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67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87" grpId="0" animBg="1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8610" name="Object 2"/>
          <p:cNvGraphicFramePr>
            <a:graphicFrameLocks noChangeAspect="1"/>
          </p:cNvGraphicFramePr>
          <p:nvPr/>
        </p:nvGraphicFramePr>
        <p:xfrm>
          <a:off x="1187624" y="2133600"/>
          <a:ext cx="2205310" cy="1252168"/>
        </p:xfrm>
        <a:graphic>
          <a:graphicData uri="http://schemas.openxmlformats.org/presentationml/2006/ole">
            <p:oleObj spid="_x0000_s93216" name="公式" r:id="rId3" imgW="622030" imgH="393529" progId="Equation.3">
              <p:embed/>
            </p:oleObj>
          </a:graphicData>
        </a:graphic>
      </p:graphicFrame>
      <p:graphicFrame>
        <p:nvGraphicFramePr>
          <p:cNvPr id="2355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017303403"/>
              </p:ext>
            </p:extLst>
          </p:nvPr>
        </p:nvGraphicFramePr>
        <p:xfrm>
          <a:off x="1043608" y="599440"/>
          <a:ext cx="3932644" cy="1101368"/>
        </p:xfrm>
        <a:graphic>
          <a:graphicData uri="http://schemas.openxmlformats.org/presentationml/2006/ole">
            <p:oleObj spid="_x0000_s93217" name="Equation" r:id="rId4" imgW="1143000" imgH="355600" progId="Equation.DSMT4">
              <p:embed/>
            </p:oleObj>
          </a:graphicData>
        </a:graphic>
      </p:graphicFrame>
      <p:graphicFrame>
        <p:nvGraphicFramePr>
          <p:cNvPr id="68612" name="Object 4"/>
          <p:cNvGraphicFramePr>
            <a:graphicFrameLocks noChangeAspect="1"/>
          </p:cNvGraphicFramePr>
          <p:nvPr/>
        </p:nvGraphicFramePr>
        <p:xfrm>
          <a:off x="1259632" y="3746500"/>
          <a:ext cx="3387725" cy="1057275"/>
        </p:xfrm>
        <a:graphic>
          <a:graphicData uri="http://schemas.openxmlformats.org/presentationml/2006/ole">
            <p:oleObj spid="_x0000_s93218" name="公式" r:id="rId5" imgW="1358310" imgH="393529" progId="Equation.3">
              <p:embed/>
            </p:oleObj>
          </a:graphicData>
        </a:graphic>
      </p:graphicFrame>
      <p:graphicFrame>
        <p:nvGraphicFramePr>
          <p:cNvPr id="68613" name="Object 5"/>
          <p:cNvGraphicFramePr>
            <a:graphicFrameLocks noChangeAspect="1"/>
          </p:cNvGraphicFramePr>
          <p:nvPr/>
        </p:nvGraphicFramePr>
        <p:xfrm>
          <a:off x="4714875" y="3736975"/>
          <a:ext cx="2398713" cy="1249363"/>
        </p:xfrm>
        <a:graphic>
          <a:graphicData uri="http://schemas.openxmlformats.org/presentationml/2006/ole">
            <p:oleObj spid="_x0000_s93219" name="Equation" r:id="rId6" imgW="761669" imgH="431613" progId="Equation.DSMT4">
              <p:embed/>
            </p:oleObj>
          </a:graphicData>
        </a:graphic>
      </p:graphicFrame>
      <p:graphicFrame>
        <p:nvGraphicFramePr>
          <p:cNvPr id="68614" name="Object 6"/>
          <p:cNvGraphicFramePr>
            <a:graphicFrameLocks noChangeAspect="1"/>
          </p:cNvGraphicFramePr>
          <p:nvPr/>
        </p:nvGraphicFramePr>
        <p:xfrm>
          <a:off x="4751388" y="5086350"/>
          <a:ext cx="2305050" cy="1222375"/>
        </p:xfrm>
        <a:graphic>
          <a:graphicData uri="http://schemas.openxmlformats.org/presentationml/2006/ole">
            <p:oleObj spid="_x0000_s93220" name="Equation" r:id="rId7" imgW="787400" imgH="431800" progId="Equation.DSMT4">
              <p:embed/>
            </p:oleObj>
          </a:graphicData>
        </a:graphic>
      </p:graphicFrame>
    </p:spTree>
    <p:extLst>
      <p:ext uri="{BB962C8B-B14F-4D97-AF65-F5344CB8AC3E}">
        <p14:creationId xmlns:p14="http://schemas.microsoft.com/office/powerpoint/2010/main" xmlns="" val="215631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8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8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68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68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6173788" y="4903788"/>
            <a:ext cx="685800" cy="685800"/>
            <a:chOff x="3888" y="3600"/>
            <a:chExt cx="432" cy="432"/>
          </a:xfrm>
        </p:grpSpPr>
        <p:sp>
          <p:nvSpPr>
            <p:cNvPr id="24645" name="Oval 3"/>
            <p:cNvSpPr>
              <a:spLocks noChangeArrowheads="1"/>
            </p:cNvSpPr>
            <p:nvPr/>
          </p:nvSpPr>
          <p:spPr bwMode="auto">
            <a:xfrm>
              <a:off x="3888" y="3600"/>
              <a:ext cx="432" cy="432"/>
            </a:xfrm>
            <a:prstGeom prst="ellipse">
              <a:avLst/>
            </a:prstGeom>
            <a:solidFill>
              <a:srgbClr val="FFCCFF"/>
            </a:solidFill>
            <a:ln w="12700">
              <a:solidFill>
                <a:srgbClr val="D60093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</a:endParaRPr>
            </a:p>
          </p:txBody>
        </p:sp>
        <p:graphicFrame>
          <p:nvGraphicFramePr>
            <p:cNvPr id="24599" name="Object 4"/>
            <p:cNvGraphicFramePr>
              <a:graphicFrameLocks noChangeAspect="1"/>
            </p:cNvGraphicFramePr>
            <p:nvPr/>
          </p:nvGraphicFramePr>
          <p:xfrm>
            <a:off x="3984" y="3648"/>
            <a:ext cx="272" cy="288"/>
          </p:xfrm>
          <a:graphic>
            <a:graphicData uri="http://schemas.openxmlformats.org/presentationml/2006/ole">
              <p:oleObj spid="_x0000_s94342" name="Equation" r:id="rId3" imgW="215806" imgH="228501" progId="Equation.3">
                <p:embed/>
              </p:oleObj>
            </a:graphicData>
          </a:graphic>
        </p:graphicFrame>
      </p:grpSp>
      <p:grpSp>
        <p:nvGrpSpPr>
          <p:cNvPr id="3" name="Group 5"/>
          <p:cNvGrpSpPr>
            <a:grpSpLocks/>
          </p:cNvGrpSpPr>
          <p:nvPr/>
        </p:nvGrpSpPr>
        <p:grpSpPr bwMode="auto">
          <a:xfrm>
            <a:off x="1989138" y="4848225"/>
            <a:ext cx="685800" cy="685800"/>
            <a:chOff x="1200" y="3648"/>
            <a:chExt cx="432" cy="384"/>
          </a:xfrm>
        </p:grpSpPr>
        <p:sp>
          <p:nvSpPr>
            <p:cNvPr id="24644" name="Oval 6"/>
            <p:cNvSpPr>
              <a:spLocks noChangeArrowheads="1"/>
            </p:cNvSpPr>
            <p:nvPr/>
          </p:nvSpPr>
          <p:spPr bwMode="auto">
            <a:xfrm>
              <a:off x="1200" y="3648"/>
              <a:ext cx="432" cy="384"/>
            </a:xfrm>
            <a:prstGeom prst="ellipse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</a:endParaRPr>
            </a:p>
          </p:txBody>
        </p:sp>
        <p:graphicFrame>
          <p:nvGraphicFramePr>
            <p:cNvPr id="24598" name="Object 7"/>
            <p:cNvGraphicFramePr>
              <a:graphicFrameLocks noChangeAspect="1"/>
            </p:cNvGraphicFramePr>
            <p:nvPr/>
          </p:nvGraphicFramePr>
          <p:xfrm>
            <a:off x="1296" y="3696"/>
            <a:ext cx="272" cy="288"/>
          </p:xfrm>
          <a:graphic>
            <a:graphicData uri="http://schemas.openxmlformats.org/presentationml/2006/ole">
              <p:oleObj spid="_x0000_s94343" name="Equation" r:id="rId4" imgW="215806" imgH="228501" progId="Equation.3">
                <p:embed/>
              </p:oleObj>
            </a:graphicData>
          </a:graphic>
        </p:graphicFrame>
      </p:grpSp>
      <p:grpSp>
        <p:nvGrpSpPr>
          <p:cNvPr id="4" name="Group 70"/>
          <p:cNvGrpSpPr>
            <a:grpSpLocks/>
          </p:cNvGrpSpPr>
          <p:nvPr/>
        </p:nvGrpSpPr>
        <p:grpSpPr bwMode="auto">
          <a:xfrm>
            <a:off x="685800" y="1196975"/>
            <a:ext cx="3657600" cy="3276600"/>
            <a:chOff x="432" y="754"/>
            <a:chExt cx="2304" cy="2064"/>
          </a:xfrm>
        </p:grpSpPr>
        <p:sp>
          <p:nvSpPr>
            <p:cNvPr id="24629" name="Rectangle 9"/>
            <p:cNvSpPr>
              <a:spLocks noChangeArrowheads="1"/>
            </p:cNvSpPr>
            <p:nvPr/>
          </p:nvSpPr>
          <p:spPr bwMode="auto">
            <a:xfrm>
              <a:off x="432" y="754"/>
              <a:ext cx="2304" cy="206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4630" name="Arc 10"/>
            <p:cNvSpPr>
              <a:spLocks/>
            </p:cNvSpPr>
            <p:nvPr/>
          </p:nvSpPr>
          <p:spPr bwMode="auto">
            <a:xfrm flipH="1" flipV="1">
              <a:off x="1169" y="1400"/>
              <a:ext cx="1235" cy="764"/>
            </a:xfrm>
            <a:custGeom>
              <a:avLst/>
              <a:gdLst>
                <a:gd name="T0" fmla="*/ 1 w 21378"/>
                <a:gd name="T1" fmla="*/ 0 h 21281"/>
                <a:gd name="T2" fmla="*/ 4 w 21378"/>
                <a:gd name="T3" fmla="*/ 1 h 21281"/>
                <a:gd name="T4" fmla="*/ 0 w 21378"/>
                <a:gd name="T5" fmla="*/ 1 h 21281"/>
                <a:gd name="T6" fmla="*/ 0 60000 65536"/>
                <a:gd name="T7" fmla="*/ 0 60000 65536"/>
                <a:gd name="T8" fmla="*/ 0 60000 65536"/>
                <a:gd name="T9" fmla="*/ 0 w 21378"/>
                <a:gd name="T10" fmla="*/ 0 h 21281"/>
                <a:gd name="T11" fmla="*/ 21378 w 21378"/>
                <a:gd name="T12" fmla="*/ 21281 h 2128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378" h="21281" fill="none" extrusionOk="0">
                  <a:moveTo>
                    <a:pt x="3698" y="0"/>
                  </a:moveTo>
                  <a:cubicBezTo>
                    <a:pt x="12906" y="1600"/>
                    <a:pt x="20040" y="8941"/>
                    <a:pt x="21377" y="18191"/>
                  </a:cubicBezTo>
                </a:path>
                <a:path w="21378" h="21281" stroke="0" extrusionOk="0">
                  <a:moveTo>
                    <a:pt x="3698" y="0"/>
                  </a:moveTo>
                  <a:cubicBezTo>
                    <a:pt x="12906" y="1600"/>
                    <a:pt x="20040" y="8941"/>
                    <a:pt x="21377" y="18191"/>
                  </a:cubicBezTo>
                  <a:lnTo>
                    <a:pt x="0" y="21281"/>
                  </a:lnTo>
                  <a:close/>
                </a:path>
              </a:pathLst>
            </a:custGeom>
            <a:noFill/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4631" name="Line 11"/>
            <p:cNvSpPr>
              <a:spLocks noChangeShapeType="1"/>
            </p:cNvSpPr>
            <p:nvPr/>
          </p:nvSpPr>
          <p:spPr bwMode="auto">
            <a:xfrm>
              <a:off x="1551" y="2552"/>
              <a:ext cx="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4632" name="Line 12"/>
            <p:cNvSpPr>
              <a:spLocks noChangeShapeType="1"/>
            </p:cNvSpPr>
            <p:nvPr/>
          </p:nvSpPr>
          <p:spPr bwMode="auto">
            <a:xfrm>
              <a:off x="2183" y="2153"/>
              <a:ext cx="0" cy="35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4633" name="Line 13"/>
            <p:cNvSpPr>
              <a:spLocks noChangeShapeType="1"/>
            </p:cNvSpPr>
            <p:nvPr/>
          </p:nvSpPr>
          <p:spPr bwMode="auto">
            <a:xfrm flipH="1">
              <a:off x="823" y="1524"/>
              <a:ext cx="36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4634" name="Line 14"/>
            <p:cNvSpPr>
              <a:spLocks noChangeShapeType="1"/>
            </p:cNvSpPr>
            <p:nvPr/>
          </p:nvSpPr>
          <p:spPr bwMode="auto">
            <a:xfrm>
              <a:off x="801" y="2508"/>
              <a:ext cx="184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4635" name="Line 15"/>
            <p:cNvSpPr>
              <a:spLocks noChangeShapeType="1"/>
            </p:cNvSpPr>
            <p:nvPr/>
          </p:nvSpPr>
          <p:spPr bwMode="auto">
            <a:xfrm flipV="1">
              <a:off x="826" y="1222"/>
              <a:ext cx="0" cy="129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4636" name="Line 16"/>
            <p:cNvSpPr>
              <a:spLocks noChangeShapeType="1"/>
            </p:cNvSpPr>
            <p:nvPr/>
          </p:nvSpPr>
          <p:spPr bwMode="auto">
            <a:xfrm>
              <a:off x="1169" y="1533"/>
              <a:ext cx="0" cy="9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4637" name="Text Box 17"/>
            <p:cNvSpPr txBox="1">
              <a:spLocks noChangeArrowheads="1"/>
            </p:cNvSpPr>
            <p:nvPr/>
          </p:nvSpPr>
          <p:spPr bwMode="auto">
            <a:xfrm>
              <a:off x="1031" y="1267"/>
              <a:ext cx="32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>
                  <a:solidFill>
                    <a:srgbClr val="CC0000"/>
                  </a:solidFill>
                </a:rPr>
                <a:t>1</a:t>
              </a:r>
              <a:endParaRPr kumimoji="1" lang="en-US" altLang="zh-CN" sz="2400">
                <a:solidFill>
                  <a:srgbClr val="A50021"/>
                </a:solidFill>
              </a:endParaRPr>
            </a:p>
          </p:txBody>
        </p:sp>
        <p:sp>
          <p:nvSpPr>
            <p:cNvPr id="24638" name="Text Box 18"/>
            <p:cNvSpPr txBox="1">
              <a:spLocks noChangeArrowheads="1"/>
            </p:cNvSpPr>
            <p:nvPr/>
          </p:nvSpPr>
          <p:spPr bwMode="auto">
            <a:xfrm>
              <a:off x="2183" y="2020"/>
              <a:ext cx="23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>
                  <a:solidFill>
                    <a:srgbClr val="CC0000"/>
                  </a:solidFill>
                </a:rPr>
                <a:t>2</a:t>
              </a:r>
              <a:endParaRPr kumimoji="1" lang="en-US" altLang="zh-CN" sz="2400" b="0">
                <a:solidFill>
                  <a:srgbClr val="000000"/>
                </a:solidFill>
              </a:endParaRPr>
            </a:p>
          </p:txBody>
        </p:sp>
        <p:graphicFrame>
          <p:nvGraphicFramePr>
            <p:cNvPr id="24589" name="Object 19"/>
            <p:cNvGraphicFramePr>
              <a:graphicFrameLocks noChangeAspect="1"/>
            </p:cNvGraphicFramePr>
            <p:nvPr/>
          </p:nvGraphicFramePr>
          <p:xfrm>
            <a:off x="1247" y="1253"/>
            <a:ext cx="849" cy="279"/>
          </p:xfrm>
          <a:graphic>
            <a:graphicData uri="http://schemas.openxmlformats.org/presentationml/2006/ole">
              <p:oleObj spid="_x0000_s94344" name="公式" r:id="rId5" imgW="609336" imgH="215806" progId="Equation.3">
                <p:embed/>
              </p:oleObj>
            </a:graphicData>
          </a:graphic>
        </p:graphicFrame>
        <p:graphicFrame>
          <p:nvGraphicFramePr>
            <p:cNvPr id="24590" name="Object 20"/>
            <p:cNvGraphicFramePr>
              <a:graphicFrameLocks noChangeAspect="1"/>
            </p:cNvGraphicFramePr>
            <p:nvPr/>
          </p:nvGraphicFramePr>
          <p:xfrm>
            <a:off x="1882" y="1752"/>
            <a:ext cx="775" cy="291"/>
          </p:xfrm>
          <a:graphic>
            <a:graphicData uri="http://schemas.openxmlformats.org/presentationml/2006/ole">
              <p:oleObj spid="_x0000_s94345" name="公式" r:id="rId6" imgW="647419" imgH="215806" progId="Equation.3">
                <p:embed/>
              </p:oleObj>
            </a:graphicData>
          </a:graphic>
        </p:graphicFrame>
        <p:graphicFrame>
          <p:nvGraphicFramePr>
            <p:cNvPr id="24591" name="Object 21"/>
            <p:cNvGraphicFramePr>
              <a:graphicFrameLocks noChangeAspect="1"/>
            </p:cNvGraphicFramePr>
            <p:nvPr/>
          </p:nvGraphicFramePr>
          <p:xfrm>
            <a:off x="482" y="1400"/>
            <a:ext cx="319" cy="306"/>
          </p:xfrm>
          <a:graphic>
            <a:graphicData uri="http://schemas.openxmlformats.org/presentationml/2006/ole">
              <p:oleObj spid="_x0000_s94346" name="Equation" r:id="rId7" imgW="266353" imgH="317087" progId="Equation.3">
                <p:embed/>
              </p:oleObj>
            </a:graphicData>
          </a:graphic>
        </p:graphicFrame>
        <p:graphicFrame>
          <p:nvGraphicFramePr>
            <p:cNvPr id="24592" name="Object 22"/>
            <p:cNvGraphicFramePr>
              <a:graphicFrameLocks noChangeAspect="1"/>
            </p:cNvGraphicFramePr>
            <p:nvPr/>
          </p:nvGraphicFramePr>
          <p:xfrm>
            <a:off x="524" y="1976"/>
            <a:ext cx="298" cy="301"/>
          </p:xfrm>
          <a:graphic>
            <a:graphicData uri="http://schemas.openxmlformats.org/presentationml/2006/ole">
              <p:oleObj spid="_x0000_s94347" name="Equation" r:id="rId8" imgW="291847" imgH="317225" progId="Equation.3">
                <p:embed/>
              </p:oleObj>
            </a:graphicData>
          </a:graphic>
        </p:graphicFrame>
        <p:graphicFrame>
          <p:nvGraphicFramePr>
            <p:cNvPr id="24593" name="Object 23"/>
            <p:cNvGraphicFramePr>
              <a:graphicFrameLocks noChangeAspect="1"/>
            </p:cNvGraphicFramePr>
            <p:nvPr/>
          </p:nvGraphicFramePr>
          <p:xfrm>
            <a:off x="1099" y="2464"/>
            <a:ext cx="258" cy="314"/>
          </p:xfrm>
          <a:graphic>
            <a:graphicData uri="http://schemas.openxmlformats.org/presentationml/2006/ole">
              <p:oleObj spid="_x0000_s94348" name="公式" r:id="rId9" imgW="126780" imgH="164814" progId="Equation.3">
                <p:embed/>
              </p:oleObj>
            </a:graphicData>
          </a:graphic>
        </p:graphicFrame>
        <p:graphicFrame>
          <p:nvGraphicFramePr>
            <p:cNvPr id="24594" name="Object 24"/>
            <p:cNvGraphicFramePr>
              <a:graphicFrameLocks noChangeAspect="1"/>
            </p:cNvGraphicFramePr>
            <p:nvPr/>
          </p:nvGraphicFramePr>
          <p:xfrm>
            <a:off x="2055" y="2464"/>
            <a:ext cx="287" cy="314"/>
          </p:xfrm>
          <a:graphic>
            <a:graphicData uri="http://schemas.openxmlformats.org/presentationml/2006/ole">
              <p:oleObj spid="_x0000_s94349" name="公式" r:id="rId10" imgW="139579" imgH="164957" progId="Equation.3">
                <p:embed/>
              </p:oleObj>
            </a:graphicData>
          </a:graphic>
        </p:graphicFrame>
        <p:graphicFrame>
          <p:nvGraphicFramePr>
            <p:cNvPr id="24595" name="Object 25"/>
            <p:cNvGraphicFramePr>
              <a:graphicFrameLocks noChangeAspect="1"/>
            </p:cNvGraphicFramePr>
            <p:nvPr/>
          </p:nvGraphicFramePr>
          <p:xfrm>
            <a:off x="540" y="1179"/>
            <a:ext cx="199" cy="226"/>
          </p:xfrm>
          <a:graphic>
            <a:graphicData uri="http://schemas.openxmlformats.org/presentationml/2006/ole">
              <p:oleObj spid="_x0000_s94350" name="Equation" r:id="rId11" imgW="203112" imgH="241195" progId="Equation.3">
                <p:embed/>
              </p:oleObj>
            </a:graphicData>
          </a:graphic>
        </p:graphicFrame>
        <p:graphicFrame>
          <p:nvGraphicFramePr>
            <p:cNvPr id="24596" name="Object 26"/>
            <p:cNvGraphicFramePr>
              <a:graphicFrameLocks noChangeAspect="1"/>
            </p:cNvGraphicFramePr>
            <p:nvPr/>
          </p:nvGraphicFramePr>
          <p:xfrm>
            <a:off x="2460" y="2552"/>
            <a:ext cx="189" cy="203"/>
          </p:xfrm>
          <a:graphic>
            <a:graphicData uri="http://schemas.openxmlformats.org/presentationml/2006/ole">
              <p:oleObj spid="_x0000_s94351" name="Equation" r:id="rId12" imgW="215713" imgH="241091" progId="Equation.3">
                <p:embed/>
              </p:oleObj>
            </a:graphicData>
          </a:graphic>
        </p:graphicFrame>
        <p:graphicFrame>
          <p:nvGraphicFramePr>
            <p:cNvPr id="24597" name="Object 27"/>
            <p:cNvGraphicFramePr>
              <a:graphicFrameLocks noChangeAspect="1"/>
            </p:cNvGraphicFramePr>
            <p:nvPr/>
          </p:nvGraphicFramePr>
          <p:xfrm>
            <a:off x="755" y="2508"/>
            <a:ext cx="169" cy="188"/>
          </p:xfrm>
          <a:graphic>
            <a:graphicData uri="http://schemas.openxmlformats.org/presentationml/2006/ole">
              <p:oleObj spid="_x0000_s94352" name="Equation" r:id="rId13" imgW="164957" imgH="190335" progId="Equation.3">
                <p:embed/>
              </p:oleObj>
            </a:graphicData>
          </a:graphic>
        </p:graphicFrame>
        <p:sp>
          <p:nvSpPr>
            <p:cNvPr id="24639" name="Text Box 28"/>
            <p:cNvSpPr txBox="1">
              <a:spLocks noChangeArrowheads="1"/>
            </p:cNvSpPr>
            <p:nvPr/>
          </p:nvSpPr>
          <p:spPr bwMode="auto">
            <a:xfrm>
              <a:off x="1104" y="802"/>
              <a:ext cx="1044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800">
                  <a:solidFill>
                    <a:srgbClr val="000000"/>
                  </a:solidFill>
                </a:rPr>
                <a:t>等温</a:t>
              </a:r>
              <a:r>
                <a:rPr kumimoji="1" lang="zh-CN" altLang="en-US" sz="2800">
                  <a:solidFill>
                    <a:srgbClr val="CC0000"/>
                  </a:solidFill>
                </a:rPr>
                <a:t>膨胀</a:t>
              </a:r>
            </a:p>
          </p:txBody>
        </p:sp>
        <p:sp>
          <p:nvSpPr>
            <p:cNvPr id="24640" name="Freeform 29" descr="浅色下对角线"/>
            <p:cNvSpPr>
              <a:spLocks/>
            </p:cNvSpPr>
            <p:nvPr/>
          </p:nvSpPr>
          <p:spPr bwMode="auto">
            <a:xfrm>
              <a:off x="1173" y="1570"/>
              <a:ext cx="1008" cy="933"/>
            </a:xfrm>
            <a:custGeom>
              <a:avLst/>
              <a:gdLst>
                <a:gd name="T0" fmla="*/ 13 w 1008"/>
                <a:gd name="T1" fmla="*/ 933 h 933"/>
                <a:gd name="T2" fmla="*/ 0 w 1008"/>
                <a:gd name="T3" fmla="*/ 0 h 933"/>
                <a:gd name="T4" fmla="*/ 82 w 1008"/>
                <a:gd name="T5" fmla="*/ 165 h 933"/>
                <a:gd name="T6" fmla="*/ 205 w 1008"/>
                <a:gd name="T7" fmla="*/ 302 h 933"/>
                <a:gd name="T8" fmla="*/ 370 w 1008"/>
                <a:gd name="T9" fmla="*/ 411 h 933"/>
                <a:gd name="T10" fmla="*/ 541 w 1008"/>
                <a:gd name="T11" fmla="*/ 501 h 933"/>
                <a:gd name="T12" fmla="*/ 802 w 1008"/>
                <a:gd name="T13" fmla="*/ 583 h 933"/>
                <a:gd name="T14" fmla="*/ 994 w 1008"/>
                <a:gd name="T15" fmla="*/ 610 h 933"/>
                <a:gd name="T16" fmla="*/ 1008 w 1008"/>
                <a:gd name="T17" fmla="*/ 919 h 933"/>
                <a:gd name="T18" fmla="*/ 994 w 1008"/>
                <a:gd name="T19" fmla="*/ 933 h 933"/>
                <a:gd name="T20" fmla="*/ 13 w 1008"/>
                <a:gd name="T21" fmla="*/ 933 h 93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008"/>
                <a:gd name="T34" fmla="*/ 0 h 933"/>
                <a:gd name="T35" fmla="*/ 1008 w 1008"/>
                <a:gd name="T36" fmla="*/ 933 h 933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008" h="933">
                  <a:moveTo>
                    <a:pt x="13" y="933"/>
                  </a:moveTo>
                  <a:lnTo>
                    <a:pt x="0" y="0"/>
                  </a:lnTo>
                  <a:lnTo>
                    <a:pt x="82" y="165"/>
                  </a:lnTo>
                  <a:lnTo>
                    <a:pt x="205" y="302"/>
                  </a:lnTo>
                  <a:lnTo>
                    <a:pt x="370" y="411"/>
                  </a:lnTo>
                  <a:lnTo>
                    <a:pt x="541" y="501"/>
                  </a:lnTo>
                  <a:lnTo>
                    <a:pt x="802" y="583"/>
                  </a:lnTo>
                  <a:lnTo>
                    <a:pt x="994" y="610"/>
                  </a:lnTo>
                  <a:lnTo>
                    <a:pt x="1008" y="919"/>
                  </a:lnTo>
                  <a:lnTo>
                    <a:pt x="994" y="933"/>
                  </a:lnTo>
                  <a:lnTo>
                    <a:pt x="13" y="933"/>
                  </a:lnTo>
                  <a:close/>
                </a:path>
              </a:pathLst>
            </a:custGeom>
            <a:pattFill prst="ltDnDiag">
              <a:fgClr>
                <a:srgbClr val="CC0099"/>
              </a:fgClr>
              <a:bgClr>
                <a:schemeClr val="bg1"/>
              </a:bgClr>
            </a:patt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4641" name="Text Box 30"/>
            <p:cNvSpPr txBox="1">
              <a:spLocks noChangeArrowheads="1"/>
            </p:cNvSpPr>
            <p:nvPr/>
          </p:nvSpPr>
          <p:spPr bwMode="auto">
            <a:xfrm>
              <a:off x="1440" y="2098"/>
              <a:ext cx="432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800" i="1">
                  <a:solidFill>
                    <a:srgbClr val="CC0000"/>
                  </a:solidFill>
                </a:rPr>
                <a:t>W</a:t>
              </a:r>
            </a:p>
          </p:txBody>
        </p:sp>
        <p:sp>
          <p:nvSpPr>
            <p:cNvPr id="24642" name="Line 31"/>
            <p:cNvSpPr>
              <a:spLocks noChangeShapeType="1"/>
            </p:cNvSpPr>
            <p:nvPr/>
          </p:nvSpPr>
          <p:spPr bwMode="auto">
            <a:xfrm>
              <a:off x="1400" y="1852"/>
              <a:ext cx="92" cy="89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4643" name="Line 32"/>
            <p:cNvSpPr>
              <a:spLocks noChangeShapeType="1"/>
            </p:cNvSpPr>
            <p:nvPr/>
          </p:nvSpPr>
          <p:spPr bwMode="auto">
            <a:xfrm flipH="1">
              <a:off x="823" y="2171"/>
              <a:ext cx="138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</a:endParaRPr>
            </a:p>
          </p:txBody>
        </p:sp>
      </p:grpSp>
      <p:grpSp>
        <p:nvGrpSpPr>
          <p:cNvPr id="5" name="Group 72"/>
          <p:cNvGrpSpPr>
            <a:grpSpLocks/>
          </p:cNvGrpSpPr>
          <p:nvPr/>
        </p:nvGrpSpPr>
        <p:grpSpPr bwMode="auto">
          <a:xfrm>
            <a:off x="4876800" y="1196975"/>
            <a:ext cx="3657600" cy="3276600"/>
            <a:chOff x="3072" y="754"/>
            <a:chExt cx="2304" cy="2064"/>
          </a:xfrm>
        </p:grpSpPr>
        <p:sp>
          <p:nvSpPr>
            <p:cNvPr id="24614" name="Rectangle 34"/>
            <p:cNvSpPr>
              <a:spLocks noChangeArrowheads="1"/>
            </p:cNvSpPr>
            <p:nvPr/>
          </p:nvSpPr>
          <p:spPr bwMode="auto">
            <a:xfrm>
              <a:off x="3072" y="754"/>
              <a:ext cx="2304" cy="206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4615" name="Arc 35"/>
            <p:cNvSpPr>
              <a:spLocks/>
            </p:cNvSpPr>
            <p:nvPr/>
          </p:nvSpPr>
          <p:spPr bwMode="auto">
            <a:xfrm flipH="1" flipV="1">
              <a:off x="3809" y="1400"/>
              <a:ext cx="1235" cy="764"/>
            </a:xfrm>
            <a:custGeom>
              <a:avLst/>
              <a:gdLst>
                <a:gd name="T0" fmla="*/ 1 w 21378"/>
                <a:gd name="T1" fmla="*/ 0 h 21281"/>
                <a:gd name="T2" fmla="*/ 4 w 21378"/>
                <a:gd name="T3" fmla="*/ 1 h 21281"/>
                <a:gd name="T4" fmla="*/ 0 w 21378"/>
                <a:gd name="T5" fmla="*/ 1 h 21281"/>
                <a:gd name="T6" fmla="*/ 0 60000 65536"/>
                <a:gd name="T7" fmla="*/ 0 60000 65536"/>
                <a:gd name="T8" fmla="*/ 0 60000 65536"/>
                <a:gd name="T9" fmla="*/ 0 w 21378"/>
                <a:gd name="T10" fmla="*/ 0 h 21281"/>
                <a:gd name="T11" fmla="*/ 21378 w 21378"/>
                <a:gd name="T12" fmla="*/ 21281 h 2128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378" h="21281" fill="none" extrusionOk="0">
                  <a:moveTo>
                    <a:pt x="3698" y="0"/>
                  </a:moveTo>
                  <a:cubicBezTo>
                    <a:pt x="12906" y="1600"/>
                    <a:pt x="20040" y="8941"/>
                    <a:pt x="21377" y="18191"/>
                  </a:cubicBezTo>
                </a:path>
                <a:path w="21378" h="21281" stroke="0" extrusionOk="0">
                  <a:moveTo>
                    <a:pt x="3698" y="0"/>
                  </a:moveTo>
                  <a:cubicBezTo>
                    <a:pt x="12906" y="1600"/>
                    <a:pt x="20040" y="8941"/>
                    <a:pt x="21377" y="18191"/>
                  </a:cubicBezTo>
                  <a:lnTo>
                    <a:pt x="0" y="21281"/>
                  </a:lnTo>
                  <a:close/>
                </a:path>
              </a:pathLst>
            </a:custGeom>
            <a:noFill/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4616" name="Line 36"/>
            <p:cNvSpPr>
              <a:spLocks noChangeShapeType="1"/>
            </p:cNvSpPr>
            <p:nvPr/>
          </p:nvSpPr>
          <p:spPr bwMode="auto">
            <a:xfrm>
              <a:off x="4191" y="2552"/>
              <a:ext cx="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4617" name="Line 37"/>
            <p:cNvSpPr>
              <a:spLocks noChangeShapeType="1"/>
            </p:cNvSpPr>
            <p:nvPr/>
          </p:nvSpPr>
          <p:spPr bwMode="auto">
            <a:xfrm>
              <a:off x="4823" y="2153"/>
              <a:ext cx="0" cy="35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4618" name="Line 38"/>
            <p:cNvSpPr>
              <a:spLocks noChangeShapeType="1"/>
            </p:cNvSpPr>
            <p:nvPr/>
          </p:nvSpPr>
          <p:spPr bwMode="auto">
            <a:xfrm flipH="1">
              <a:off x="3463" y="1524"/>
              <a:ext cx="36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4619" name="Line 39"/>
            <p:cNvSpPr>
              <a:spLocks noChangeShapeType="1"/>
            </p:cNvSpPr>
            <p:nvPr/>
          </p:nvSpPr>
          <p:spPr bwMode="auto">
            <a:xfrm>
              <a:off x="3441" y="2508"/>
              <a:ext cx="184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4620" name="Line 40"/>
            <p:cNvSpPr>
              <a:spLocks noChangeShapeType="1"/>
            </p:cNvSpPr>
            <p:nvPr/>
          </p:nvSpPr>
          <p:spPr bwMode="auto">
            <a:xfrm flipV="1">
              <a:off x="3466" y="1222"/>
              <a:ext cx="0" cy="129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4621" name="Line 41"/>
            <p:cNvSpPr>
              <a:spLocks noChangeShapeType="1"/>
            </p:cNvSpPr>
            <p:nvPr/>
          </p:nvSpPr>
          <p:spPr bwMode="auto">
            <a:xfrm>
              <a:off x="3809" y="1533"/>
              <a:ext cx="0" cy="9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4622" name="Line 42"/>
            <p:cNvSpPr>
              <a:spLocks noChangeShapeType="1"/>
            </p:cNvSpPr>
            <p:nvPr/>
          </p:nvSpPr>
          <p:spPr bwMode="auto">
            <a:xfrm flipH="1">
              <a:off x="3463" y="2171"/>
              <a:ext cx="138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4623" name="Text Box 43"/>
            <p:cNvSpPr txBox="1">
              <a:spLocks noChangeArrowheads="1"/>
            </p:cNvSpPr>
            <p:nvPr/>
          </p:nvSpPr>
          <p:spPr bwMode="auto">
            <a:xfrm>
              <a:off x="3671" y="1267"/>
              <a:ext cx="32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>
                  <a:solidFill>
                    <a:srgbClr val="CC0000"/>
                  </a:solidFill>
                </a:rPr>
                <a:t>1</a:t>
              </a:r>
              <a:endParaRPr kumimoji="1" lang="en-US" altLang="zh-CN" sz="2400">
                <a:solidFill>
                  <a:srgbClr val="A50021"/>
                </a:solidFill>
              </a:endParaRPr>
            </a:p>
          </p:txBody>
        </p:sp>
        <p:sp>
          <p:nvSpPr>
            <p:cNvPr id="24624" name="Text Box 44"/>
            <p:cNvSpPr txBox="1">
              <a:spLocks noChangeArrowheads="1"/>
            </p:cNvSpPr>
            <p:nvPr/>
          </p:nvSpPr>
          <p:spPr bwMode="auto">
            <a:xfrm>
              <a:off x="4823" y="2020"/>
              <a:ext cx="23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>
                  <a:solidFill>
                    <a:srgbClr val="CC0000"/>
                  </a:solidFill>
                </a:rPr>
                <a:t>2</a:t>
              </a:r>
              <a:endParaRPr kumimoji="1" lang="en-US" altLang="zh-CN" sz="2400" b="0">
                <a:solidFill>
                  <a:srgbClr val="000000"/>
                </a:solidFill>
              </a:endParaRPr>
            </a:p>
          </p:txBody>
        </p:sp>
        <p:graphicFrame>
          <p:nvGraphicFramePr>
            <p:cNvPr id="24580" name="Object 45"/>
            <p:cNvGraphicFramePr>
              <a:graphicFrameLocks noChangeAspect="1"/>
            </p:cNvGraphicFramePr>
            <p:nvPr/>
          </p:nvGraphicFramePr>
          <p:xfrm>
            <a:off x="3923" y="1296"/>
            <a:ext cx="885" cy="291"/>
          </p:xfrm>
          <a:graphic>
            <a:graphicData uri="http://schemas.openxmlformats.org/presentationml/2006/ole">
              <p:oleObj spid="_x0000_s94353" name="公式" r:id="rId14" imgW="609336" imgH="215806" progId="Equation.3">
                <p:embed/>
              </p:oleObj>
            </a:graphicData>
          </a:graphic>
        </p:graphicFrame>
        <p:graphicFrame>
          <p:nvGraphicFramePr>
            <p:cNvPr id="24581" name="Object 46"/>
            <p:cNvGraphicFramePr>
              <a:graphicFrameLocks noChangeAspect="1"/>
            </p:cNvGraphicFramePr>
            <p:nvPr/>
          </p:nvGraphicFramePr>
          <p:xfrm>
            <a:off x="4513" y="1797"/>
            <a:ext cx="766" cy="288"/>
          </p:xfrm>
          <a:graphic>
            <a:graphicData uri="http://schemas.openxmlformats.org/presentationml/2006/ole">
              <p:oleObj spid="_x0000_s94354" name="公式" r:id="rId15" imgW="647419" imgH="215806" progId="Equation.3">
                <p:embed/>
              </p:oleObj>
            </a:graphicData>
          </a:graphic>
        </p:graphicFrame>
        <p:graphicFrame>
          <p:nvGraphicFramePr>
            <p:cNvPr id="24582" name="Object 47"/>
            <p:cNvGraphicFramePr>
              <a:graphicFrameLocks noChangeAspect="1"/>
            </p:cNvGraphicFramePr>
            <p:nvPr/>
          </p:nvGraphicFramePr>
          <p:xfrm>
            <a:off x="3122" y="1400"/>
            <a:ext cx="319" cy="306"/>
          </p:xfrm>
          <a:graphic>
            <a:graphicData uri="http://schemas.openxmlformats.org/presentationml/2006/ole">
              <p:oleObj spid="_x0000_s94355" name="Equation" r:id="rId16" imgW="266353" imgH="317087" progId="Equation.3">
                <p:embed/>
              </p:oleObj>
            </a:graphicData>
          </a:graphic>
        </p:graphicFrame>
        <p:graphicFrame>
          <p:nvGraphicFramePr>
            <p:cNvPr id="24583" name="Object 48"/>
            <p:cNvGraphicFramePr>
              <a:graphicFrameLocks noChangeAspect="1"/>
            </p:cNvGraphicFramePr>
            <p:nvPr/>
          </p:nvGraphicFramePr>
          <p:xfrm>
            <a:off x="3164" y="1976"/>
            <a:ext cx="298" cy="301"/>
          </p:xfrm>
          <a:graphic>
            <a:graphicData uri="http://schemas.openxmlformats.org/presentationml/2006/ole">
              <p:oleObj spid="_x0000_s94356" name="Equation" r:id="rId17" imgW="291847" imgH="317225" progId="Equation.3">
                <p:embed/>
              </p:oleObj>
            </a:graphicData>
          </a:graphic>
        </p:graphicFrame>
        <p:graphicFrame>
          <p:nvGraphicFramePr>
            <p:cNvPr id="24584" name="Object 49"/>
            <p:cNvGraphicFramePr>
              <a:graphicFrameLocks noChangeAspect="1"/>
            </p:cNvGraphicFramePr>
            <p:nvPr/>
          </p:nvGraphicFramePr>
          <p:xfrm>
            <a:off x="3739" y="2464"/>
            <a:ext cx="258" cy="314"/>
          </p:xfrm>
          <a:graphic>
            <a:graphicData uri="http://schemas.openxmlformats.org/presentationml/2006/ole">
              <p:oleObj spid="_x0000_s94357" name="公式" r:id="rId18" imgW="126780" imgH="164814" progId="Equation.3">
                <p:embed/>
              </p:oleObj>
            </a:graphicData>
          </a:graphic>
        </p:graphicFrame>
        <p:graphicFrame>
          <p:nvGraphicFramePr>
            <p:cNvPr id="24585" name="Object 50"/>
            <p:cNvGraphicFramePr>
              <a:graphicFrameLocks noChangeAspect="1"/>
            </p:cNvGraphicFramePr>
            <p:nvPr/>
          </p:nvGraphicFramePr>
          <p:xfrm>
            <a:off x="4695" y="2464"/>
            <a:ext cx="287" cy="314"/>
          </p:xfrm>
          <a:graphic>
            <a:graphicData uri="http://schemas.openxmlformats.org/presentationml/2006/ole">
              <p:oleObj spid="_x0000_s94358" name="公式" r:id="rId19" imgW="139579" imgH="164957" progId="Equation.3">
                <p:embed/>
              </p:oleObj>
            </a:graphicData>
          </a:graphic>
        </p:graphicFrame>
        <p:graphicFrame>
          <p:nvGraphicFramePr>
            <p:cNvPr id="24586" name="Object 51"/>
            <p:cNvGraphicFramePr>
              <a:graphicFrameLocks noChangeAspect="1"/>
            </p:cNvGraphicFramePr>
            <p:nvPr/>
          </p:nvGraphicFramePr>
          <p:xfrm>
            <a:off x="3180" y="1179"/>
            <a:ext cx="199" cy="226"/>
          </p:xfrm>
          <a:graphic>
            <a:graphicData uri="http://schemas.openxmlformats.org/presentationml/2006/ole">
              <p:oleObj spid="_x0000_s94359" name="Equation" r:id="rId20" imgW="203112" imgH="241195" progId="Equation.3">
                <p:embed/>
              </p:oleObj>
            </a:graphicData>
          </a:graphic>
        </p:graphicFrame>
        <p:graphicFrame>
          <p:nvGraphicFramePr>
            <p:cNvPr id="24587" name="Object 52"/>
            <p:cNvGraphicFramePr>
              <a:graphicFrameLocks noChangeAspect="1"/>
            </p:cNvGraphicFramePr>
            <p:nvPr/>
          </p:nvGraphicFramePr>
          <p:xfrm>
            <a:off x="5100" y="2552"/>
            <a:ext cx="189" cy="203"/>
          </p:xfrm>
          <a:graphic>
            <a:graphicData uri="http://schemas.openxmlformats.org/presentationml/2006/ole">
              <p:oleObj spid="_x0000_s94360" name="Equation" r:id="rId21" imgW="215713" imgH="241091" progId="Equation.3">
                <p:embed/>
              </p:oleObj>
            </a:graphicData>
          </a:graphic>
        </p:graphicFrame>
        <p:graphicFrame>
          <p:nvGraphicFramePr>
            <p:cNvPr id="24588" name="Object 53"/>
            <p:cNvGraphicFramePr>
              <a:graphicFrameLocks noChangeAspect="1"/>
            </p:cNvGraphicFramePr>
            <p:nvPr/>
          </p:nvGraphicFramePr>
          <p:xfrm>
            <a:off x="3395" y="2508"/>
            <a:ext cx="169" cy="188"/>
          </p:xfrm>
          <a:graphic>
            <a:graphicData uri="http://schemas.openxmlformats.org/presentationml/2006/ole">
              <p:oleObj spid="_x0000_s94361" name="Equation" r:id="rId22" imgW="164957" imgH="190335" progId="Equation.3">
                <p:embed/>
              </p:oleObj>
            </a:graphicData>
          </a:graphic>
        </p:graphicFrame>
        <p:sp>
          <p:nvSpPr>
            <p:cNvPr id="24625" name="Freeform 54" descr="浅色下对角线"/>
            <p:cNvSpPr>
              <a:spLocks/>
            </p:cNvSpPr>
            <p:nvPr/>
          </p:nvSpPr>
          <p:spPr bwMode="auto">
            <a:xfrm>
              <a:off x="3819" y="1577"/>
              <a:ext cx="1015" cy="926"/>
            </a:xfrm>
            <a:custGeom>
              <a:avLst/>
              <a:gdLst>
                <a:gd name="T0" fmla="*/ 7 w 1015"/>
                <a:gd name="T1" fmla="*/ 926 h 926"/>
                <a:gd name="T2" fmla="*/ 0 w 1015"/>
                <a:gd name="T3" fmla="*/ 0 h 926"/>
                <a:gd name="T4" fmla="*/ 76 w 1015"/>
                <a:gd name="T5" fmla="*/ 171 h 926"/>
                <a:gd name="T6" fmla="*/ 220 w 1015"/>
                <a:gd name="T7" fmla="*/ 302 h 926"/>
                <a:gd name="T8" fmla="*/ 384 w 1015"/>
                <a:gd name="T9" fmla="*/ 411 h 926"/>
                <a:gd name="T10" fmla="*/ 563 w 1015"/>
                <a:gd name="T11" fmla="*/ 494 h 926"/>
                <a:gd name="T12" fmla="*/ 823 w 1015"/>
                <a:gd name="T13" fmla="*/ 569 h 926"/>
                <a:gd name="T14" fmla="*/ 1002 w 1015"/>
                <a:gd name="T15" fmla="*/ 603 h 926"/>
                <a:gd name="T16" fmla="*/ 995 w 1015"/>
                <a:gd name="T17" fmla="*/ 905 h 926"/>
                <a:gd name="T18" fmla="*/ 1015 w 1015"/>
                <a:gd name="T19" fmla="*/ 926 h 926"/>
                <a:gd name="T20" fmla="*/ 7 w 1015"/>
                <a:gd name="T21" fmla="*/ 926 h 92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015"/>
                <a:gd name="T34" fmla="*/ 0 h 926"/>
                <a:gd name="T35" fmla="*/ 1015 w 1015"/>
                <a:gd name="T36" fmla="*/ 926 h 92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015" h="926">
                  <a:moveTo>
                    <a:pt x="7" y="926"/>
                  </a:moveTo>
                  <a:lnTo>
                    <a:pt x="0" y="0"/>
                  </a:lnTo>
                  <a:lnTo>
                    <a:pt x="76" y="171"/>
                  </a:lnTo>
                  <a:lnTo>
                    <a:pt x="220" y="302"/>
                  </a:lnTo>
                  <a:lnTo>
                    <a:pt x="384" y="411"/>
                  </a:lnTo>
                  <a:lnTo>
                    <a:pt x="563" y="494"/>
                  </a:lnTo>
                  <a:lnTo>
                    <a:pt x="823" y="569"/>
                  </a:lnTo>
                  <a:lnTo>
                    <a:pt x="1002" y="603"/>
                  </a:lnTo>
                  <a:lnTo>
                    <a:pt x="995" y="905"/>
                  </a:lnTo>
                  <a:lnTo>
                    <a:pt x="1015" y="926"/>
                  </a:lnTo>
                  <a:lnTo>
                    <a:pt x="7" y="926"/>
                  </a:lnTo>
                  <a:close/>
                </a:path>
              </a:pathLst>
            </a:custGeom>
            <a:pattFill prst="ltDnDiag">
              <a:fgClr>
                <a:srgbClr val="0066FF"/>
              </a:fgClr>
              <a:bgClr>
                <a:schemeClr val="bg1"/>
              </a:bgClr>
            </a:patt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4626" name="Rectangle 55"/>
            <p:cNvSpPr>
              <a:spLocks noChangeArrowheads="1"/>
            </p:cNvSpPr>
            <p:nvPr/>
          </p:nvSpPr>
          <p:spPr bwMode="auto">
            <a:xfrm>
              <a:off x="4128" y="2098"/>
              <a:ext cx="315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800" i="1">
                  <a:solidFill>
                    <a:srgbClr val="000000"/>
                  </a:solidFill>
                </a:rPr>
                <a:t>W</a:t>
              </a:r>
            </a:p>
          </p:txBody>
        </p:sp>
        <p:sp>
          <p:nvSpPr>
            <p:cNvPr id="24627" name="Rectangle 56"/>
            <p:cNvSpPr>
              <a:spLocks noChangeArrowheads="1"/>
            </p:cNvSpPr>
            <p:nvPr/>
          </p:nvSpPr>
          <p:spPr bwMode="auto">
            <a:xfrm>
              <a:off x="3696" y="802"/>
              <a:ext cx="1012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kumimoji="1" lang="zh-CN" altLang="en-US" sz="2800">
                  <a:solidFill>
                    <a:srgbClr val="000000"/>
                  </a:solidFill>
                </a:rPr>
                <a:t>等温</a:t>
              </a:r>
              <a:r>
                <a:rPr kumimoji="1" lang="zh-CN" altLang="en-US" sz="2800">
                  <a:solidFill>
                    <a:srgbClr val="C0504D"/>
                  </a:solidFill>
                </a:rPr>
                <a:t>压缩</a:t>
              </a:r>
            </a:p>
          </p:txBody>
        </p:sp>
        <p:sp>
          <p:nvSpPr>
            <p:cNvPr id="24628" name="Line 57"/>
            <p:cNvSpPr>
              <a:spLocks noChangeShapeType="1"/>
            </p:cNvSpPr>
            <p:nvPr/>
          </p:nvSpPr>
          <p:spPr bwMode="auto">
            <a:xfrm>
              <a:off x="4032" y="1867"/>
              <a:ext cx="144" cy="89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triangle" w="sm" len="lg"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</a:endParaRPr>
            </a:p>
          </p:txBody>
        </p:sp>
      </p:grpSp>
      <p:grpSp>
        <p:nvGrpSpPr>
          <p:cNvPr id="6" name="Group 58"/>
          <p:cNvGrpSpPr>
            <a:grpSpLocks/>
          </p:cNvGrpSpPr>
          <p:nvPr/>
        </p:nvGrpSpPr>
        <p:grpSpPr bwMode="auto">
          <a:xfrm>
            <a:off x="617538" y="4924425"/>
            <a:ext cx="1524000" cy="531813"/>
            <a:chOff x="288" y="3648"/>
            <a:chExt cx="960" cy="335"/>
          </a:xfrm>
        </p:grpSpPr>
        <p:sp>
          <p:nvSpPr>
            <p:cNvPr id="24613" name="AutoShape 59"/>
            <p:cNvSpPr>
              <a:spLocks noChangeArrowheads="1"/>
            </p:cNvSpPr>
            <p:nvPr/>
          </p:nvSpPr>
          <p:spPr bwMode="auto">
            <a:xfrm>
              <a:off x="624" y="3744"/>
              <a:ext cx="624" cy="144"/>
            </a:xfrm>
            <a:prstGeom prst="rightArrow">
              <a:avLst>
                <a:gd name="adj1" fmla="val 50000"/>
                <a:gd name="adj2" fmla="val 150704"/>
              </a:avLst>
            </a:prstGeom>
            <a:solidFill>
              <a:srgbClr val="FFCCFF"/>
            </a:solidFill>
            <a:ln w="2857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</a:endParaRPr>
            </a:p>
          </p:txBody>
        </p:sp>
        <p:graphicFrame>
          <p:nvGraphicFramePr>
            <p:cNvPr id="24579" name="Object 60"/>
            <p:cNvGraphicFramePr>
              <a:graphicFrameLocks noChangeAspect="1"/>
            </p:cNvGraphicFramePr>
            <p:nvPr/>
          </p:nvGraphicFramePr>
          <p:xfrm>
            <a:off x="288" y="3648"/>
            <a:ext cx="347" cy="335"/>
          </p:xfrm>
          <a:graphic>
            <a:graphicData uri="http://schemas.openxmlformats.org/presentationml/2006/ole">
              <p:oleObj spid="_x0000_s94362" name="Equation" r:id="rId23" imgW="330057" imgH="317362" progId="Equation.3">
                <p:embed/>
              </p:oleObj>
            </a:graphicData>
          </a:graphic>
        </p:graphicFrame>
      </p:grpSp>
      <p:grpSp>
        <p:nvGrpSpPr>
          <p:cNvPr id="7" name="Group 61"/>
          <p:cNvGrpSpPr>
            <a:grpSpLocks/>
          </p:cNvGrpSpPr>
          <p:nvPr/>
        </p:nvGrpSpPr>
        <p:grpSpPr bwMode="auto">
          <a:xfrm>
            <a:off x="4878388" y="4827588"/>
            <a:ext cx="1371600" cy="588962"/>
            <a:chOff x="3072" y="3600"/>
            <a:chExt cx="864" cy="371"/>
          </a:xfrm>
        </p:grpSpPr>
        <p:graphicFrame>
          <p:nvGraphicFramePr>
            <p:cNvPr id="24578" name="Object 62"/>
            <p:cNvGraphicFramePr>
              <a:graphicFrameLocks noChangeAspect="1"/>
            </p:cNvGraphicFramePr>
            <p:nvPr/>
          </p:nvGraphicFramePr>
          <p:xfrm>
            <a:off x="3072" y="3600"/>
            <a:ext cx="384" cy="371"/>
          </p:xfrm>
          <a:graphic>
            <a:graphicData uri="http://schemas.openxmlformats.org/presentationml/2006/ole">
              <p:oleObj spid="_x0000_s94363" name="Equation" r:id="rId24" imgW="330057" imgH="317362" progId="Equation.3">
                <p:embed/>
              </p:oleObj>
            </a:graphicData>
          </a:graphic>
        </p:graphicFrame>
        <p:sp>
          <p:nvSpPr>
            <p:cNvPr id="24612" name="AutoShape 63"/>
            <p:cNvSpPr>
              <a:spLocks noChangeArrowheads="1"/>
            </p:cNvSpPr>
            <p:nvPr/>
          </p:nvSpPr>
          <p:spPr bwMode="auto">
            <a:xfrm>
              <a:off x="3408" y="3792"/>
              <a:ext cx="528" cy="144"/>
            </a:xfrm>
            <a:prstGeom prst="leftArrow">
              <a:avLst>
                <a:gd name="adj1" fmla="val 50000"/>
                <a:gd name="adj2" fmla="val 110764"/>
              </a:avLst>
            </a:prstGeom>
            <a:solidFill>
              <a:srgbClr val="CCFFFF"/>
            </a:solidFill>
            <a:ln w="28575">
              <a:solidFill>
                <a:srgbClr val="0066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</a:endParaRPr>
            </a:p>
          </p:txBody>
        </p:sp>
      </p:grpSp>
      <p:grpSp>
        <p:nvGrpSpPr>
          <p:cNvPr id="8" name="Group 64"/>
          <p:cNvGrpSpPr>
            <a:grpSpLocks/>
          </p:cNvGrpSpPr>
          <p:nvPr/>
        </p:nvGrpSpPr>
        <p:grpSpPr bwMode="auto">
          <a:xfrm>
            <a:off x="2598738" y="5000625"/>
            <a:ext cx="1828800" cy="588963"/>
            <a:chOff x="1632" y="2784"/>
            <a:chExt cx="1152" cy="371"/>
          </a:xfrm>
        </p:grpSpPr>
        <p:sp>
          <p:nvSpPr>
            <p:cNvPr id="24610" name="Text Box 65"/>
            <p:cNvSpPr txBox="1">
              <a:spLocks noChangeArrowheads="1"/>
            </p:cNvSpPr>
            <p:nvPr/>
          </p:nvSpPr>
          <p:spPr bwMode="auto">
            <a:xfrm>
              <a:off x="2304" y="2784"/>
              <a:ext cx="480" cy="371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rgbClr val="9966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i="1">
                  <a:solidFill>
                    <a:srgbClr val="1C1C1C"/>
                  </a:solidFill>
                </a:rPr>
                <a:t> </a:t>
              </a:r>
              <a:r>
                <a:rPr lang="en-US" altLang="zh-CN" i="1">
                  <a:solidFill>
                    <a:srgbClr val="CC0000"/>
                  </a:solidFill>
                </a:rPr>
                <a:t>W</a:t>
              </a:r>
            </a:p>
          </p:txBody>
        </p:sp>
        <p:sp>
          <p:nvSpPr>
            <p:cNvPr id="24611" name="AutoShape 66"/>
            <p:cNvSpPr>
              <a:spLocks noChangeArrowheads="1"/>
            </p:cNvSpPr>
            <p:nvPr/>
          </p:nvSpPr>
          <p:spPr bwMode="auto">
            <a:xfrm rot="-26979">
              <a:off x="1632" y="2832"/>
              <a:ext cx="720" cy="144"/>
            </a:xfrm>
            <a:prstGeom prst="rightArrow">
              <a:avLst>
                <a:gd name="adj1" fmla="val 50000"/>
                <a:gd name="adj2" fmla="val 125000"/>
              </a:avLst>
            </a:prstGeom>
            <a:solidFill>
              <a:srgbClr val="FFFFCC"/>
            </a:solidFill>
            <a:ln w="28575">
              <a:solidFill>
                <a:srgbClr val="9966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</a:endParaRPr>
            </a:p>
          </p:txBody>
        </p:sp>
      </p:grpSp>
      <p:grpSp>
        <p:nvGrpSpPr>
          <p:cNvPr id="9" name="Group 67"/>
          <p:cNvGrpSpPr>
            <a:grpSpLocks/>
          </p:cNvGrpSpPr>
          <p:nvPr/>
        </p:nvGrpSpPr>
        <p:grpSpPr bwMode="auto">
          <a:xfrm>
            <a:off x="6783388" y="4908550"/>
            <a:ext cx="1676400" cy="528638"/>
            <a:chOff x="4272" y="2400"/>
            <a:chExt cx="1056" cy="333"/>
          </a:xfrm>
        </p:grpSpPr>
        <p:sp>
          <p:nvSpPr>
            <p:cNvPr id="24608" name="Text Box 68"/>
            <p:cNvSpPr txBox="1">
              <a:spLocks noChangeArrowheads="1"/>
            </p:cNvSpPr>
            <p:nvPr/>
          </p:nvSpPr>
          <p:spPr bwMode="auto">
            <a:xfrm>
              <a:off x="4896" y="2400"/>
              <a:ext cx="432" cy="333"/>
            </a:xfrm>
            <a:prstGeom prst="rect">
              <a:avLst/>
            </a:prstGeom>
            <a:solidFill>
              <a:srgbClr val="E1F4FB"/>
            </a:solidFill>
            <a:ln w="9525">
              <a:solidFill>
                <a:srgbClr val="0000FF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sz="2800">
                  <a:solidFill>
                    <a:srgbClr val="1C1C1C"/>
                  </a:solidFill>
                </a:rPr>
                <a:t> </a:t>
              </a:r>
              <a:r>
                <a:rPr lang="en-US" altLang="zh-CN" sz="2800" i="1">
                  <a:solidFill>
                    <a:srgbClr val="1C1C1C"/>
                  </a:solidFill>
                </a:rPr>
                <a:t>W</a:t>
              </a:r>
            </a:p>
          </p:txBody>
        </p:sp>
        <p:sp>
          <p:nvSpPr>
            <p:cNvPr id="24609" name="AutoShape 69"/>
            <p:cNvSpPr>
              <a:spLocks noChangeArrowheads="1"/>
            </p:cNvSpPr>
            <p:nvPr/>
          </p:nvSpPr>
          <p:spPr bwMode="auto">
            <a:xfrm>
              <a:off x="4272" y="2544"/>
              <a:ext cx="672" cy="144"/>
            </a:xfrm>
            <a:prstGeom prst="leftArrow">
              <a:avLst>
                <a:gd name="adj1" fmla="val 50000"/>
                <a:gd name="adj2" fmla="val 116667"/>
              </a:avLst>
            </a:prstGeom>
            <a:solidFill>
              <a:srgbClr val="CCECFF"/>
            </a:solidFill>
            <a:ln w="28575">
              <a:solidFill>
                <a:srgbClr val="0000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1394787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1"/>
          <p:cNvGrpSpPr>
            <a:grpSpLocks/>
          </p:cNvGrpSpPr>
          <p:nvPr/>
        </p:nvGrpSpPr>
        <p:grpSpPr bwMode="auto">
          <a:xfrm>
            <a:off x="4716016" y="2750195"/>
            <a:ext cx="4176716" cy="3351215"/>
            <a:chOff x="3275" y="-132"/>
            <a:chExt cx="2631" cy="2111"/>
          </a:xfrm>
        </p:grpSpPr>
        <p:graphicFrame>
          <p:nvGraphicFramePr>
            <p:cNvPr id="262147" name="Object 3"/>
            <p:cNvGraphicFramePr>
              <a:graphicFrameLocks noChangeAspect="1"/>
            </p:cNvGraphicFramePr>
            <p:nvPr/>
          </p:nvGraphicFramePr>
          <p:xfrm>
            <a:off x="4244" y="205"/>
            <a:ext cx="1043" cy="288"/>
          </p:xfrm>
          <a:graphic>
            <a:graphicData uri="http://schemas.openxmlformats.org/presentationml/2006/ole">
              <p:oleObj spid="_x0000_s95300" name="Equation" r:id="rId3" imgW="1040948" imgH="317362" progId="Equation.3">
                <p:embed/>
              </p:oleObj>
            </a:graphicData>
          </a:graphic>
        </p:graphicFrame>
        <p:graphicFrame>
          <p:nvGraphicFramePr>
            <p:cNvPr id="262148" name="Object 4"/>
            <p:cNvGraphicFramePr>
              <a:graphicFrameLocks noChangeAspect="1"/>
            </p:cNvGraphicFramePr>
            <p:nvPr/>
          </p:nvGraphicFramePr>
          <p:xfrm>
            <a:off x="4839" y="976"/>
            <a:ext cx="840" cy="251"/>
          </p:xfrm>
          <a:graphic>
            <a:graphicData uri="http://schemas.openxmlformats.org/presentationml/2006/ole">
              <p:oleObj spid="_x0000_s95301" name="Equation" r:id="rId4" imgW="1142504" imgH="317362" progId="Equation.3">
                <p:embed/>
              </p:oleObj>
            </a:graphicData>
          </a:graphic>
        </p:graphicFrame>
        <p:sp>
          <p:nvSpPr>
            <p:cNvPr id="262149" name="Line 5"/>
            <p:cNvSpPr>
              <a:spLocks noChangeShapeType="1"/>
            </p:cNvSpPr>
            <p:nvPr/>
          </p:nvSpPr>
          <p:spPr bwMode="auto">
            <a:xfrm>
              <a:off x="3843" y="1693"/>
              <a:ext cx="15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pPr algn="ctr" eaLnBrk="1" hangingPunct="1"/>
              <a:endParaRPr kumimoji="1" lang="zh-CN" altLang="en-US" sz="280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262150" name="Arc 6"/>
            <p:cNvSpPr>
              <a:spLocks/>
            </p:cNvSpPr>
            <p:nvPr/>
          </p:nvSpPr>
          <p:spPr bwMode="auto">
            <a:xfrm flipH="1" flipV="1">
              <a:off x="4229" y="192"/>
              <a:ext cx="1113" cy="1165"/>
            </a:xfrm>
            <a:custGeom>
              <a:avLst/>
              <a:gdLst>
                <a:gd name="G0" fmla="+- 0 0 0"/>
                <a:gd name="G1" fmla="+- 21281 0 0"/>
                <a:gd name="G2" fmla="+- 21600 0 0"/>
                <a:gd name="T0" fmla="*/ 3699 w 21059"/>
                <a:gd name="T1" fmla="*/ 0 h 21281"/>
                <a:gd name="T2" fmla="*/ 21059 w 21059"/>
                <a:gd name="T3" fmla="*/ 16475 h 21281"/>
                <a:gd name="T4" fmla="*/ 0 w 21059"/>
                <a:gd name="T5" fmla="*/ 21281 h 212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059" h="21281" fill="none" extrusionOk="0">
                  <a:moveTo>
                    <a:pt x="3698" y="0"/>
                  </a:moveTo>
                  <a:cubicBezTo>
                    <a:pt x="12277" y="1491"/>
                    <a:pt x="19121" y="7986"/>
                    <a:pt x="21058" y="16475"/>
                  </a:cubicBezTo>
                </a:path>
                <a:path w="21059" h="21281" stroke="0" extrusionOk="0">
                  <a:moveTo>
                    <a:pt x="3698" y="0"/>
                  </a:moveTo>
                  <a:cubicBezTo>
                    <a:pt x="12277" y="1491"/>
                    <a:pt x="19121" y="7986"/>
                    <a:pt x="21058" y="16475"/>
                  </a:cubicBezTo>
                  <a:lnTo>
                    <a:pt x="0" y="21281"/>
                  </a:lnTo>
                  <a:close/>
                </a:path>
              </a:pathLst>
            </a:custGeom>
            <a:noFill/>
            <a:ln w="38100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/>
              <a:endParaRPr kumimoji="1" lang="zh-CN" altLang="en-US" sz="280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262151" name="Line 7"/>
            <p:cNvSpPr>
              <a:spLocks noChangeShapeType="1"/>
            </p:cNvSpPr>
            <p:nvPr/>
          </p:nvSpPr>
          <p:spPr bwMode="auto">
            <a:xfrm flipH="1">
              <a:off x="4229" y="485"/>
              <a:ext cx="15" cy="121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/>
              <a:endParaRPr kumimoji="1" lang="zh-CN" altLang="en-US" sz="280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262152" name="Line 8"/>
            <p:cNvSpPr>
              <a:spLocks noChangeShapeType="1"/>
            </p:cNvSpPr>
            <p:nvPr/>
          </p:nvSpPr>
          <p:spPr bwMode="auto">
            <a:xfrm>
              <a:off x="5156" y="1369"/>
              <a:ext cx="0" cy="33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/>
              <a:endParaRPr kumimoji="1" lang="zh-CN" altLang="en-US" sz="280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262153" name="Line 9"/>
            <p:cNvSpPr>
              <a:spLocks noChangeShapeType="1"/>
            </p:cNvSpPr>
            <p:nvPr/>
          </p:nvSpPr>
          <p:spPr bwMode="auto">
            <a:xfrm flipH="1">
              <a:off x="3892" y="443"/>
              <a:ext cx="33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/>
              <a:endParaRPr kumimoji="1" lang="zh-CN" altLang="en-US" sz="280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262154" name="Line 10"/>
            <p:cNvSpPr>
              <a:spLocks noChangeShapeType="1"/>
            </p:cNvSpPr>
            <p:nvPr/>
          </p:nvSpPr>
          <p:spPr bwMode="auto">
            <a:xfrm flipH="1">
              <a:off x="3892" y="1369"/>
              <a:ext cx="12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/>
              <a:endParaRPr kumimoji="1" lang="zh-CN" altLang="en-US" sz="280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262155" name="Text Box 11"/>
            <p:cNvSpPr txBox="1">
              <a:spLocks noChangeArrowheads="1"/>
            </p:cNvSpPr>
            <p:nvPr/>
          </p:nvSpPr>
          <p:spPr bwMode="auto">
            <a:xfrm>
              <a:off x="4046" y="180"/>
              <a:ext cx="296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800" i="1" dirty="0">
                  <a:solidFill>
                    <a:srgbClr val="A50021"/>
                  </a:solidFill>
                  <a:ea typeface="宋体" pitchFamily="2" charset="-122"/>
                </a:rPr>
                <a:t>a</a:t>
              </a:r>
            </a:p>
          </p:txBody>
        </p:sp>
        <p:sp>
          <p:nvSpPr>
            <p:cNvPr id="262156" name="Text Box 12"/>
            <p:cNvSpPr txBox="1">
              <a:spLocks noChangeArrowheads="1"/>
            </p:cNvSpPr>
            <p:nvPr/>
          </p:nvSpPr>
          <p:spPr bwMode="auto">
            <a:xfrm>
              <a:off x="5162" y="1236"/>
              <a:ext cx="210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800" i="1" dirty="0">
                  <a:solidFill>
                    <a:srgbClr val="A50021"/>
                  </a:solidFill>
                  <a:ea typeface="宋体" pitchFamily="2" charset="-122"/>
                </a:rPr>
                <a:t>b</a:t>
              </a:r>
              <a:endParaRPr kumimoji="1" lang="en-US" altLang="zh-CN" sz="2800" b="0" i="1" dirty="0">
                <a:solidFill>
                  <a:srgbClr val="545472"/>
                </a:solidFill>
                <a:ea typeface="宋体" pitchFamily="2" charset="-122"/>
              </a:endParaRPr>
            </a:p>
          </p:txBody>
        </p:sp>
        <p:sp>
          <p:nvSpPr>
            <p:cNvPr id="262157" name="Line 13"/>
            <p:cNvSpPr>
              <a:spLocks noChangeShapeType="1"/>
            </p:cNvSpPr>
            <p:nvPr/>
          </p:nvSpPr>
          <p:spPr bwMode="auto">
            <a:xfrm>
              <a:off x="4381" y="829"/>
              <a:ext cx="85" cy="125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pPr algn="ctr" eaLnBrk="1" hangingPunct="1"/>
              <a:endParaRPr kumimoji="1" lang="zh-CN" altLang="en-US" sz="280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ea typeface="宋体" pitchFamily="2" charset="-122"/>
              </a:endParaRPr>
            </a:p>
          </p:txBody>
        </p:sp>
        <p:graphicFrame>
          <p:nvGraphicFramePr>
            <p:cNvPr id="262158" name="Object 14"/>
            <p:cNvGraphicFramePr>
              <a:graphicFrameLocks noChangeAspect="1"/>
            </p:cNvGraphicFramePr>
            <p:nvPr/>
          </p:nvGraphicFramePr>
          <p:xfrm>
            <a:off x="3275" y="1254"/>
            <a:ext cx="646" cy="266"/>
          </p:xfrm>
          <a:graphic>
            <a:graphicData uri="http://schemas.openxmlformats.org/presentationml/2006/ole">
              <p:oleObj spid="_x0000_s95302" name="Equation" r:id="rId5" imgW="368140" imgH="177723" progId="Equation.DSMT4">
                <p:embed/>
              </p:oleObj>
            </a:graphicData>
          </a:graphic>
        </p:graphicFrame>
        <p:graphicFrame>
          <p:nvGraphicFramePr>
            <p:cNvPr id="262159" name="Object 15"/>
            <p:cNvGraphicFramePr>
              <a:graphicFrameLocks noChangeAspect="1"/>
            </p:cNvGraphicFramePr>
            <p:nvPr/>
          </p:nvGraphicFramePr>
          <p:xfrm>
            <a:off x="4035" y="1741"/>
            <a:ext cx="419" cy="233"/>
          </p:xfrm>
          <a:graphic>
            <a:graphicData uri="http://schemas.openxmlformats.org/presentationml/2006/ole">
              <p:oleObj spid="_x0000_s95303" name="Equation" r:id="rId6" imgW="317087" imgH="177569" progId="Equation.3">
                <p:embed/>
              </p:oleObj>
            </a:graphicData>
          </a:graphic>
        </p:graphicFrame>
        <p:graphicFrame>
          <p:nvGraphicFramePr>
            <p:cNvPr id="262160" name="Object 16"/>
            <p:cNvGraphicFramePr>
              <a:graphicFrameLocks noChangeAspect="1"/>
            </p:cNvGraphicFramePr>
            <p:nvPr/>
          </p:nvGraphicFramePr>
          <p:xfrm>
            <a:off x="4813" y="1741"/>
            <a:ext cx="413" cy="235"/>
          </p:xfrm>
          <a:graphic>
            <a:graphicData uri="http://schemas.openxmlformats.org/presentationml/2006/ole">
              <p:oleObj spid="_x0000_s95304" name="Equation" r:id="rId7" imgW="304404" imgH="177569" progId="Equation.3">
                <p:embed/>
              </p:oleObj>
            </a:graphicData>
          </a:graphic>
        </p:graphicFrame>
        <p:graphicFrame>
          <p:nvGraphicFramePr>
            <p:cNvPr id="262161" name="Object 17"/>
            <p:cNvGraphicFramePr>
              <a:graphicFrameLocks noChangeAspect="1"/>
            </p:cNvGraphicFramePr>
            <p:nvPr/>
          </p:nvGraphicFramePr>
          <p:xfrm>
            <a:off x="3383" y="-132"/>
            <a:ext cx="1003" cy="337"/>
          </p:xfrm>
          <a:graphic>
            <a:graphicData uri="http://schemas.openxmlformats.org/presentationml/2006/ole">
              <p:oleObj spid="_x0000_s95305" name="Equation" r:id="rId8" imgW="672808" imgH="228501" progId="Equation.DSMT4">
                <p:embed/>
              </p:oleObj>
            </a:graphicData>
          </a:graphic>
        </p:graphicFrame>
        <p:graphicFrame>
          <p:nvGraphicFramePr>
            <p:cNvPr id="262162" name="Object 18"/>
            <p:cNvGraphicFramePr>
              <a:graphicFrameLocks noChangeAspect="1"/>
            </p:cNvGraphicFramePr>
            <p:nvPr/>
          </p:nvGraphicFramePr>
          <p:xfrm>
            <a:off x="5453" y="1611"/>
            <a:ext cx="453" cy="251"/>
          </p:xfrm>
          <a:graphic>
            <a:graphicData uri="http://schemas.openxmlformats.org/presentationml/2006/ole">
              <p:oleObj spid="_x0000_s95306" name="Equation" r:id="rId9" imgW="317087" imgH="177569" progId="Equation.DSMT4">
                <p:embed/>
              </p:oleObj>
            </a:graphicData>
          </a:graphic>
        </p:graphicFrame>
        <p:graphicFrame>
          <p:nvGraphicFramePr>
            <p:cNvPr id="262163" name="Object 19"/>
            <p:cNvGraphicFramePr>
              <a:graphicFrameLocks noChangeAspect="1"/>
            </p:cNvGraphicFramePr>
            <p:nvPr/>
          </p:nvGraphicFramePr>
          <p:xfrm>
            <a:off x="3723" y="1708"/>
            <a:ext cx="233" cy="271"/>
          </p:xfrm>
          <a:graphic>
            <a:graphicData uri="http://schemas.openxmlformats.org/presentationml/2006/ole">
              <p:oleObj spid="_x0000_s95307" name="公式" r:id="rId10" imgW="152202" imgH="177569" progId="Equation.3">
                <p:embed/>
              </p:oleObj>
            </a:graphicData>
          </a:graphic>
        </p:graphicFrame>
        <p:sp>
          <p:nvSpPr>
            <p:cNvPr id="262164" name="Line 20"/>
            <p:cNvSpPr>
              <a:spLocks noChangeShapeType="1"/>
            </p:cNvSpPr>
            <p:nvPr/>
          </p:nvSpPr>
          <p:spPr bwMode="auto">
            <a:xfrm flipV="1">
              <a:off x="3876" y="234"/>
              <a:ext cx="0" cy="146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lg"/>
            </a:ln>
            <a:effectLst/>
          </p:spPr>
          <p:txBody>
            <a:bodyPr wrap="none"/>
            <a:lstStyle/>
            <a:p>
              <a:pPr algn="ctr" eaLnBrk="1" hangingPunct="1"/>
              <a:endParaRPr kumimoji="1" lang="zh-CN" altLang="en-US" sz="280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262165" name="Line 21"/>
            <p:cNvSpPr>
              <a:spLocks noChangeShapeType="1"/>
            </p:cNvSpPr>
            <p:nvPr/>
          </p:nvSpPr>
          <p:spPr bwMode="auto">
            <a:xfrm>
              <a:off x="4237" y="445"/>
              <a:ext cx="0" cy="912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pPr algn="ctr" eaLnBrk="1" hangingPunct="1"/>
              <a:endParaRPr kumimoji="1" lang="zh-CN" altLang="en-US" sz="280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262166" name="Line 22"/>
            <p:cNvSpPr>
              <a:spLocks noChangeShapeType="1"/>
            </p:cNvSpPr>
            <p:nvPr/>
          </p:nvSpPr>
          <p:spPr bwMode="auto">
            <a:xfrm>
              <a:off x="4227" y="1362"/>
              <a:ext cx="912" cy="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pPr algn="ctr" eaLnBrk="1" hangingPunct="1"/>
              <a:endParaRPr kumimoji="1" lang="zh-CN" altLang="en-US" sz="280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39" name="Text Box 11"/>
            <p:cNvSpPr txBox="1">
              <a:spLocks noChangeArrowheads="1"/>
            </p:cNvSpPr>
            <p:nvPr/>
          </p:nvSpPr>
          <p:spPr bwMode="auto">
            <a:xfrm>
              <a:off x="4001" y="1281"/>
              <a:ext cx="296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800" i="1" dirty="0">
                  <a:solidFill>
                    <a:srgbClr val="A50021"/>
                  </a:solidFill>
                  <a:ea typeface="宋体" pitchFamily="2" charset="-122"/>
                </a:rPr>
                <a:t>c</a:t>
              </a:r>
            </a:p>
          </p:txBody>
        </p:sp>
      </p:grpSp>
      <p:sp>
        <p:nvSpPr>
          <p:cNvPr id="262167" name="Rectangle 23"/>
          <p:cNvSpPr>
            <a:spLocks noChangeArrowheads="1"/>
          </p:cNvSpPr>
          <p:nvPr/>
        </p:nvSpPr>
        <p:spPr bwMode="auto">
          <a:xfrm>
            <a:off x="228600" y="152400"/>
            <a:ext cx="8663880" cy="16435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just" eaLnBrk="1" hangingPunct="1">
              <a:lnSpc>
                <a:spcPct val="120000"/>
              </a:lnSpc>
            </a:pPr>
            <a:r>
              <a:rPr kumimoji="1" lang="zh-CN" altLang="en-US" sz="2800" dirty="0">
                <a:solidFill>
                  <a:srgbClr val="FF0000"/>
                </a:solidFill>
                <a:ea typeface="宋体" pitchFamily="2" charset="-122"/>
              </a:rPr>
              <a:t>例</a:t>
            </a:r>
            <a:r>
              <a:rPr kumimoji="1" lang="en-US" altLang="zh-CN" sz="2800" dirty="0">
                <a:solidFill>
                  <a:srgbClr val="FF0000"/>
                </a:solidFill>
                <a:ea typeface="宋体" pitchFamily="2" charset="-122"/>
              </a:rPr>
              <a:t>1 </a:t>
            </a:r>
            <a:r>
              <a:rPr kumimoji="1" lang="zh-CN" altLang="en-US" sz="2800" dirty="0">
                <a:solidFill>
                  <a:srgbClr val="000000"/>
                </a:solidFill>
                <a:ea typeface="宋体" pitchFamily="2" charset="-122"/>
              </a:rPr>
              <a:t>如图所示，使</a:t>
            </a:r>
            <a:r>
              <a:rPr kumimoji="1" lang="en-US" altLang="zh-CN" sz="2800" dirty="0">
                <a:solidFill>
                  <a:srgbClr val="FF0000"/>
                </a:solidFill>
                <a:ea typeface="宋体" pitchFamily="2" charset="-122"/>
              </a:rPr>
              <a:t>1mol</a:t>
            </a:r>
            <a:r>
              <a:rPr kumimoji="1" lang="zh-CN" altLang="en-US" sz="2800" dirty="0">
                <a:solidFill>
                  <a:srgbClr val="FF0000"/>
                </a:solidFill>
                <a:ea typeface="宋体" pitchFamily="2" charset="-122"/>
              </a:rPr>
              <a:t>氧气</a:t>
            </a:r>
            <a:r>
              <a:rPr kumimoji="1" lang="zh-CN" altLang="en-US" sz="2800" dirty="0">
                <a:solidFill>
                  <a:srgbClr val="000000"/>
                </a:solidFill>
                <a:ea typeface="宋体" pitchFamily="2" charset="-122"/>
              </a:rPr>
              <a:t>（</a:t>
            </a:r>
            <a:r>
              <a:rPr kumimoji="1" lang="en-US" altLang="zh-CN" sz="2800" dirty="0">
                <a:solidFill>
                  <a:srgbClr val="000000"/>
                </a:solidFill>
                <a:ea typeface="宋体" pitchFamily="2" charset="-122"/>
              </a:rPr>
              <a:t>1</a:t>
            </a:r>
            <a:r>
              <a:rPr kumimoji="1" lang="zh-CN" altLang="en-US" sz="2800" dirty="0">
                <a:solidFill>
                  <a:srgbClr val="000000"/>
                </a:solidFill>
                <a:ea typeface="宋体" pitchFamily="2" charset="-122"/>
              </a:rPr>
              <a:t>）从状态</a:t>
            </a:r>
            <a:r>
              <a:rPr kumimoji="1" lang="en-US" altLang="zh-CN" sz="2800" i="1" dirty="0">
                <a:solidFill>
                  <a:srgbClr val="000000"/>
                </a:solidFill>
                <a:ea typeface="宋体" pitchFamily="2" charset="-122"/>
              </a:rPr>
              <a:t>a</a:t>
            </a:r>
            <a:r>
              <a:rPr kumimoji="1" lang="zh-CN" altLang="en-US" sz="2800" dirty="0">
                <a:solidFill>
                  <a:srgbClr val="000000"/>
                </a:solidFill>
                <a:ea typeface="宋体" pitchFamily="2" charset="-122"/>
              </a:rPr>
              <a:t>等温变化到状态</a:t>
            </a:r>
            <a:r>
              <a:rPr kumimoji="1" lang="en-US" altLang="zh-CN" sz="2800" i="1" dirty="0">
                <a:solidFill>
                  <a:srgbClr val="000000"/>
                </a:solidFill>
                <a:ea typeface="宋体" pitchFamily="2" charset="-122"/>
              </a:rPr>
              <a:t>b</a:t>
            </a:r>
            <a:r>
              <a:rPr kumimoji="1" lang="zh-CN" altLang="en-US" sz="2800" dirty="0">
                <a:solidFill>
                  <a:srgbClr val="000000"/>
                </a:solidFill>
                <a:ea typeface="宋体" pitchFamily="2" charset="-122"/>
              </a:rPr>
              <a:t>；（</a:t>
            </a:r>
            <a:r>
              <a:rPr kumimoji="1" lang="en-US" altLang="zh-CN" sz="2800" dirty="0">
                <a:solidFill>
                  <a:srgbClr val="000000"/>
                </a:solidFill>
                <a:ea typeface="宋体" pitchFamily="2" charset="-122"/>
              </a:rPr>
              <a:t>2</a:t>
            </a:r>
            <a:r>
              <a:rPr kumimoji="1" lang="zh-CN" altLang="en-US" sz="2800" dirty="0">
                <a:solidFill>
                  <a:srgbClr val="000000"/>
                </a:solidFill>
                <a:ea typeface="宋体" pitchFamily="2" charset="-122"/>
              </a:rPr>
              <a:t>）从</a:t>
            </a:r>
            <a:r>
              <a:rPr kumimoji="1" lang="en-US" altLang="zh-CN" sz="2800" i="1" dirty="0">
                <a:solidFill>
                  <a:srgbClr val="000000"/>
                </a:solidFill>
                <a:ea typeface="宋体" pitchFamily="2" charset="-122"/>
              </a:rPr>
              <a:t>a</a:t>
            </a:r>
            <a:r>
              <a:rPr kumimoji="1" lang="zh-CN" altLang="en-US" sz="2800" dirty="0">
                <a:solidFill>
                  <a:srgbClr val="000000"/>
                </a:solidFill>
                <a:ea typeface="宋体" pitchFamily="2" charset="-122"/>
              </a:rPr>
              <a:t>等体变化到状态</a:t>
            </a:r>
            <a:r>
              <a:rPr kumimoji="1" lang="en-US" altLang="zh-CN" sz="2800" i="1" dirty="0">
                <a:solidFill>
                  <a:srgbClr val="000000"/>
                </a:solidFill>
                <a:ea typeface="宋体" pitchFamily="2" charset="-122"/>
              </a:rPr>
              <a:t>c</a:t>
            </a:r>
            <a:r>
              <a:rPr kumimoji="1" lang="zh-CN" altLang="en-US" sz="2800" dirty="0">
                <a:solidFill>
                  <a:srgbClr val="000000"/>
                </a:solidFill>
                <a:ea typeface="宋体" pitchFamily="2" charset="-122"/>
              </a:rPr>
              <a:t>，再等压变化到</a:t>
            </a:r>
            <a:r>
              <a:rPr kumimoji="1" lang="en-US" altLang="zh-CN" sz="2800" i="1" dirty="0">
                <a:solidFill>
                  <a:srgbClr val="000000"/>
                </a:solidFill>
                <a:ea typeface="宋体" pitchFamily="2" charset="-122"/>
              </a:rPr>
              <a:t>b</a:t>
            </a:r>
            <a:r>
              <a:rPr kumimoji="1" lang="en-US" altLang="zh-CN" sz="2800" dirty="0">
                <a:solidFill>
                  <a:srgbClr val="000000"/>
                </a:solidFill>
                <a:ea typeface="宋体" pitchFamily="2" charset="-122"/>
              </a:rPr>
              <a:t>.  </a:t>
            </a:r>
            <a:r>
              <a:rPr kumimoji="1" lang="zh-CN" altLang="en-US" sz="2800" dirty="0">
                <a:solidFill>
                  <a:srgbClr val="FF0000"/>
                </a:solidFill>
                <a:ea typeface="宋体" pitchFamily="2" charset="-122"/>
              </a:rPr>
              <a:t>试分别计算</a:t>
            </a:r>
            <a:r>
              <a:rPr kumimoji="1" lang="zh-CN" altLang="en-US" sz="2800" dirty="0">
                <a:solidFill>
                  <a:srgbClr val="000000"/>
                </a:solidFill>
                <a:ea typeface="宋体" pitchFamily="2" charset="-122"/>
              </a:rPr>
              <a:t>气体所做的</a:t>
            </a:r>
            <a:r>
              <a:rPr kumimoji="1" lang="zh-CN" altLang="en-US" sz="2800" dirty="0">
                <a:solidFill>
                  <a:srgbClr val="FF0000"/>
                </a:solidFill>
                <a:ea typeface="宋体" pitchFamily="2" charset="-122"/>
              </a:rPr>
              <a:t>功</a:t>
            </a:r>
            <a:r>
              <a:rPr kumimoji="1" lang="zh-CN" altLang="en-US" sz="2800" dirty="0">
                <a:solidFill>
                  <a:srgbClr val="000000"/>
                </a:solidFill>
                <a:ea typeface="宋体" pitchFamily="2" charset="-122"/>
              </a:rPr>
              <a:t>及吸收的</a:t>
            </a:r>
            <a:r>
              <a:rPr kumimoji="1" lang="zh-CN" altLang="en-US" sz="2800" dirty="0">
                <a:solidFill>
                  <a:srgbClr val="FF0000"/>
                </a:solidFill>
                <a:ea typeface="宋体" pitchFamily="2" charset="-122"/>
              </a:rPr>
              <a:t>热量</a:t>
            </a:r>
            <a:r>
              <a:rPr kumimoji="1" lang="en-US" altLang="zh-CN" sz="2800" dirty="0">
                <a:solidFill>
                  <a:srgbClr val="000000"/>
                </a:solidFill>
                <a:ea typeface="宋体" pitchFamily="2" charset="-122"/>
              </a:rPr>
              <a:t>. </a:t>
            </a:r>
          </a:p>
        </p:txBody>
      </p:sp>
      <p:sp>
        <p:nvSpPr>
          <p:cNvPr id="34" name="灯片编号占位符 21"/>
          <p:cNvSpPr>
            <a:spLocks noGrp="1"/>
          </p:cNvSpPr>
          <p:nvPr>
            <p:ph type="sldNum" sz="quarter" idx="12"/>
          </p:nvPr>
        </p:nvSpPr>
        <p:spPr>
          <a:xfrm>
            <a:off x="7236296" y="6381328"/>
            <a:ext cx="1905000" cy="457200"/>
          </a:xfrm>
        </p:spPr>
        <p:txBody>
          <a:bodyPr/>
          <a:lstStyle/>
          <a:p>
            <a:fld id="{6C956EC0-8506-4482-8E3C-76F37D92AB6E}" type="slidenum">
              <a:rPr lang="en-US" altLang="zh-CN" smtClean="0">
                <a:solidFill>
                  <a:srgbClr val="545472"/>
                </a:solidFill>
              </a:rPr>
              <a:pPr/>
              <a:t>5</a:t>
            </a:fld>
            <a:endParaRPr lang="en-US" altLang="zh-CN" dirty="0">
              <a:solidFill>
                <a:srgbClr val="545472"/>
              </a:solidFill>
            </a:endParaRPr>
          </a:p>
        </p:txBody>
      </p:sp>
      <p:sp>
        <p:nvSpPr>
          <p:cNvPr id="32" name="Rectangle 24"/>
          <p:cNvSpPr>
            <a:spLocks noChangeArrowheads="1"/>
          </p:cNvSpPr>
          <p:nvPr/>
        </p:nvSpPr>
        <p:spPr bwMode="auto">
          <a:xfrm>
            <a:off x="330126" y="1974552"/>
            <a:ext cx="8985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kumimoji="1" lang="zh-CN" altLang="en-US" sz="2800" dirty="0">
                <a:solidFill>
                  <a:srgbClr val="FF0000"/>
                </a:solidFill>
                <a:ea typeface="宋体" pitchFamily="2" charset="-122"/>
              </a:rPr>
              <a:t>解：</a:t>
            </a:r>
          </a:p>
        </p:txBody>
      </p:sp>
      <p:sp>
        <p:nvSpPr>
          <p:cNvPr id="33" name="Rectangle 25"/>
          <p:cNvSpPr>
            <a:spLocks noChangeArrowheads="1"/>
          </p:cNvSpPr>
          <p:nvPr/>
        </p:nvSpPr>
        <p:spPr bwMode="auto">
          <a:xfrm>
            <a:off x="755576" y="1988840"/>
            <a:ext cx="433003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kumimoji="1" lang="zh-CN" altLang="en-US" sz="2800" dirty="0">
                <a:solidFill>
                  <a:srgbClr val="FF0000"/>
                </a:solidFill>
                <a:ea typeface="宋体" pitchFamily="2" charset="-122"/>
              </a:rPr>
              <a:t>（</a:t>
            </a:r>
            <a:r>
              <a:rPr kumimoji="1" lang="en-US" altLang="zh-CN" sz="2800" dirty="0">
                <a:solidFill>
                  <a:srgbClr val="FF0000"/>
                </a:solidFill>
                <a:ea typeface="宋体" pitchFamily="2" charset="-122"/>
              </a:rPr>
              <a:t>1</a:t>
            </a:r>
            <a:r>
              <a:rPr kumimoji="1" lang="zh-CN" altLang="en-US" sz="2800" dirty="0">
                <a:solidFill>
                  <a:srgbClr val="FF0000"/>
                </a:solidFill>
                <a:ea typeface="宋体" pitchFamily="2" charset="-122"/>
              </a:rPr>
              <a:t>）从</a:t>
            </a:r>
            <a:r>
              <a:rPr kumimoji="1" lang="en-US" altLang="zh-CN" sz="2800" i="1" dirty="0">
                <a:solidFill>
                  <a:srgbClr val="FF0000"/>
                </a:solidFill>
                <a:ea typeface="宋体" pitchFamily="2" charset="-122"/>
              </a:rPr>
              <a:t>a</a:t>
            </a:r>
            <a:r>
              <a:rPr kumimoji="1" lang="zh-CN" altLang="en-US" sz="2800" dirty="0">
                <a:solidFill>
                  <a:srgbClr val="FF0000"/>
                </a:solidFill>
                <a:ea typeface="宋体" pitchFamily="2" charset="-122"/>
              </a:rPr>
              <a:t>等温变化到状态</a:t>
            </a:r>
            <a:r>
              <a:rPr kumimoji="1" lang="en-US" altLang="zh-CN" sz="2800" i="1" dirty="0">
                <a:solidFill>
                  <a:srgbClr val="FF0000"/>
                </a:solidFill>
                <a:ea typeface="宋体" pitchFamily="2" charset="-122"/>
              </a:rPr>
              <a:t>b</a:t>
            </a:r>
            <a:endParaRPr kumimoji="1" lang="en-US" altLang="zh-CN" sz="2800" dirty="0">
              <a:solidFill>
                <a:srgbClr val="FF0000"/>
              </a:solidFill>
              <a:ea typeface="宋体" pitchFamily="2" charset="-122"/>
            </a:endParaRPr>
          </a:p>
        </p:txBody>
      </p:sp>
      <p:graphicFrame>
        <p:nvGraphicFramePr>
          <p:cNvPr id="2" name="Object 31"/>
          <p:cNvGraphicFramePr>
            <a:graphicFrameLocks noChangeAspect="1"/>
          </p:cNvGraphicFramePr>
          <p:nvPr/>
        </p:nvGraphicFramePr>
        <p:xfrm>
          <a:off x="395536" y="3068960"/>
          <a:ext cx="1361284" cy="623922"/>
        </p:xfrm>
        <a:graphic>
          <a:graphicData uri="http://schemas.openxmlformats.org/presentationml/2006/ole">
            <p:oleObj spid="_x0000_s95308" name="Equation" r:id="rId11" imgW="507780" imgH="215806" progId="Equation.3">
              <p:embed/>
            </p:oleObj>
          </a:graphicData>
        </a:graphic>
      </p:graphicFrame>
      <p:graphicFrame>
        <p:nvGraphicFramePr>
          <p:cNvPr id="262176" name="Object 32"/>
          <p:cNvGraphicFramePr>
            <a:graphicFrameLocks noChangeAspect="1"/>
          </p:cNvGraphicFramePr>
          <p:nvPr/>
        </p:nvGraphicFramePr>
        <p:xfrm>
          <a:off x="899591" y="3789039"/>
          <a:ext cx="2488599" cy="1296145"/>
        </p:xfrm>
        <a:graphic>
          <a:graphicData uri="http://schemas.openxmlformats.org/presentationml/2006/ole">
            <p:oleObj spid="_x0000_s95309" name="Equation" r:id="rId12" imgW="761669" imgH="431613" progId="Equation.DSMT4">
              <p:embed/>
            </p:oleObj>
          </a:graphicData>
        </a:graphic>
      </p:graphicFrame>
      <p:graphicFrame>
        <p:nvGraphicFramePr>
          <p:cNvPr id="262178" name="Object 34"/>
          <p:cNvGraphicFramePr>
            <a:graphicFrameLocks noChangeAspect="1"/>
          </p:cNvGraphicFramePr>
          <p:nvPr/>
        </p:nvGraphicFramePr>
        <p:xfrm>
          <a:off x="899591" y="5218708"/>
          <a:ext cx="2810827" cy="597003"/>
        </p:xfrm>
        <a:graphic>
          <a:graphicData uri="http://schemas.openxmlformats.org/presentationml/2006/ole">
            <p:oleObj spid="_x0000_s95310" name="Equation" r:id="rId13" imgW="1079500" imgH="228600" progId="Equation.DSMT4">
              <p:embed/>
            </p:oleObj>
          </a:graphicData>
        </a:graphic>
      </p:graphicFrame>
    </p:spTree>
    <p:extLst>
      <p:ext uri="{BB962C8B-B14F-4D97-AF65-F5344CB8AC3E}">
        <p14:creationId xmlns:p14="http://schemas.microsoft.com/office/powerpoint/2010/main" xmlns="" val="229781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62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62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191" name="Rectangle 23"/>
          <p:cNvSpPr>
            <a:spLocks noChangeArrowheads="1"/>
          </p:cNvSpPr>
          <p:nvPr/>
        </p:nvSpPr>
        <p:spPr bwMode="auto">
          <a:xfrm>
            <a:off x="228600" y="411272"/>
            <a:ext cx="283443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kumimoji="1" lang="zh-CN" altLang="en-US" sz="2800" dirty="0">
                <a:solidFill>
                  <a:srgbClr val="FF0000"/>
                </a:solidFill>
                <a:ea typeface="宋体" pitchFamily="2" charset="-122"/>
              </a:rPr>
              <a:t>（</a:t>
            </a:r>
            <a:r>
              <a:rPr kumimoji="1" lang="en-US" altLang="zh-CN" sz="2800" dirty="0">
                <a:solidFill>
                  <a:srgbClr val="FF0000"/>
                </a:solidFill>
                <a:ea typeface="宋体" pitchFamily="2" charset="-122"/>
              </a:rPr>
              <a:t>2</a:t>
            </a:r>
            <a:r>
              <a:rPr kumimoji="1" lang="zh-CN" altLang="en-US" sz="2800" dirty="0">
                <a:solidFill>
                  <a:srgbClr val="FF0000"/>
                </a:solidFill>
                <a:ea typeface="宋体" pitchFamily="2" charset="-122"/>
              </a:rPr>
              <a:t>） </a:t>
            </a:r>
            <a:r>
              <a:rPr kumimoji="1" lang="en-US" altLang="zh-CN" sz="2800" i="1" dirty="0">
                <a:solidFill>
                  <a:srgbClr val="FF0000"/>
                </a:solidFill>
                <a:ea typeface="宋体" pitchFamily="2" charset="-122"/>
              </a:rPr>
              <a:t>a- c- b</a:t>
            </a:r>
            <a:r>
              <a:rPr kumimoji="1" lang="zh-CN" altLang="en-US" sz="2800" dirty="0">
                <a:solidFill>
                  <a:srgbClr val="FF0000"/>
                </a:solidFill>
                <a:ea typeface="宋体" pitchFamily="2" charset="-122"/>
              </a:rPr>
              <a:t>过程</a:t>
            </a:r>
            <a:endParaRPr kumimoji="1" lang="zh-CN" altLang="en-US" sz="2800" i="1" dirty="0">
              <a:solidFill>
                <a:srgbClr val="FF0000"/>
              </a:solidFill>
              <a:ea typeface="宋体" pitchFamily="2" charset="-122"/>
            </a:endParaRPr>
          </a:p>
        </p:txBody>
      </p:sp>
      <p:grpSp>
        <p:nvGrpSpPr>
          <p:cNvPr id="2" name="Group 24"/>
          <p:cNvGrpSpPr>
            <a:grpSpLocks/>
          </p:cNvGrpSpPr>
          <p:nvPr/>
        </p:nvGrpSpPr>
        <p:grpSpPr bwMode="auto">
          <a:xfrm>
            <a:off x="457200" y="1222584"/>
            <a:ext cx="2143125" cy="582613"/>
            <a:chOff x="288" y="553"/>
            <a:chExt cx="1350" cy="367"/>
          </a:xfrm>
        </p:grpSpPr>
        <p:sp>
          <p:nvSpPr>
            <p:cNvPr id="263193" name="Rectangle 25"/>
            <p:cNvSpPr>
              <a:spLocks noChangeArrowheads="1"/>
            </p:cNvSpPr>
            <p:nvPr/>
          </p:nvSpPr>
          <p:spPr bwMode="auto">
            <a:xfrm>
              <a:off x="288" y="553"/>
              <a:ext cx="1350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1" hangingPunct="1"/>
              <a:r>
                <a:rPr kumimoji="1" lang="zh-CN" altLang="en-US" sz="2800" dirty="0">
                  <a:solidFill>
                    <a:srgbClr val="000000"/>
                  </a:solidFill>
                  <a:ea typeface="宋体" pitchFamily="2" charset="-122"/>
                </a:rPr>
                <a:t>因              ，</a:t>
              </a:r>
            </a:p>
          </p:txBody>
        </p:sp>
        <p:graphicFrame>
          <p:nvGraphicFramePr>
            <p:cNvPr id="263194" name="Object 26"/>
            <p:cNvGraphicFramePr>
              <a:graphicFrameLocks noChangeAspect="1"/>
            </p:cNvGraphicFramePr>
            <p:nvPr/>
          </p:nvGraphicFramePr>
          <p:xfrm>
            <a:off x="624" y="563"/>
            <a:ext cx="714" cy="357"/>
          </p:xfrm>
          <a:graphic>
            <a:graphicData uri="http://schemas.openxmlformats.org/presentationml/2006/ole">
              <p:oleObj spid="_x0000_s96357" name="Equation" r:id="rId3" imgW="457200" imgH="228600" progId="Equation.DSMT4">
                <p:embed/>
              </p:oleObj>
            </a:graphicData>
          </a:graphic>
        </p:graphicFrame>
      </p:grpSp>
      <p:grpSp>
        <p:nvGrpSpPr>
          <p:cNvPr id="3" name="Group 27"/>
          <p:cNvGrpSpPr>
            <a:grpSpLocks/>
          </p:cNvGrpSpPr>
          <p:nvPr/>
        </p:nvGrpSpPr>
        <p:grpSpPr bwMode="auto">
          <a:xfrm>
            <a:off x="2514600" y="1185973"/>
            <a:ext cx="1957388" cy="636588"/>
            <a:chOff x="1584" y="504"/>
            <a:chExt cx="1233" cy="401"/>
          </a:xfrm>
        </p:grpSpPr>
        <p:graphicFrame>
          <p:nvGraphicFramePr>
            <p:cNvPr id="263196" name="Object 28"/>
            <p:cNvGraphicFramePr>
              <a:graphicFrameLocks noChangeAspect="1"/>
            </p:cNvGraphicFramePr>
            <p:nvPr/>
          </p:nvGraphicFramePr>
          <p:xfrm>
            <a:off x="1927" y="504"/>
            <a:ext cx="890" cy="401"/>
          </p:xfrm>
          <a:graphic>
            <a:graphicData uri="http://schemas.openxmlformats.org/presentationml/2006/ole">
              <p:oleObj spid="_x0000_s96358" name="Equation" r:id="rId4" imgW="508000" imgH="228600" progId="Equation.3">
                <p:embed/>
              </p:oleObj>
            </a:graphicData>
          </a:graphic>
        </p:graphicFrame>
        <p:sp>
          <p:nvSpPr>
            <p:cNvPr id="263197" name="Rectangle 29"/>
            <p:cNvSpPr>
              <a:spLocks noChangeArrowheads="1"/>
            </p:cNvSpPr>
            <p:nvPr/>
          </p:nvSpPr>
          <p:spPr bwMode="auto">
            <a:xfrm>
              <a:off x="1584" y="528"/>
              <a:ext cx="341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1" hangingPunct="1"/>
              <a:r>
                <a:rPr kumimoji="1" lang="zh-CN" altLang="en-US" sz="2800">
                  <a:solidFill>
                    <a:srgbClr val="000000"/>
                  </a:solidFill>
                  <a:ea typeface="宋体" pitchFamily="2" charset="-122"/>
                </a:rPr>
                <a:t>有</a:t>
              </a:r>
            </a:p>
          </p:txBody>
        </p:sp>
      </p:grpSp>
      <p:sp>
        <p:nvSpPr>
          <p:cNvPr id="263199" name="Rectangle 31"/>
          <p:cNvSpPr>
            <a:spLocks noChangeArrowheads="1"/>
          </p:cNvSpPr>
          <p:nvPr/>
        </p:nvSpPr>
        <p:spPr bwMode="auto">
          <a:xfrm>
            <a:off x="482600" y="3941872"/>
            <a:ext cx="8985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kumimoji="1" lang="zh-CN" altLang="en-US" sz="2800">
                <a:solidFill>
                  <a:srgbClr val="000000"/>
                </a:solidFill>
                <a:ea typeface="宋体" pitchFamily="2" charset="-122"/>
              </a:rPr>
              <a:t>其中</a:t>
            </a:r>
          </a:p>
        </p:txBody>
      </p:sp>
      <p:graphicFrame>
        <p:nvGraphicFramePr>
          <p:cNvPr id="263206" name="Object 38"/>
          <p:cNvGraphicFramePr>
            <a:graphicFrameLocks noChangeAspect="1"/>
          </p:cNvGraphicFramePr>
          <p:nvPr/>
        </p:nvGraphicFramePr>
        <p:xfrm>
          <a:off x="1342688" y="3955009"/>
          <a:ext cx="1419225" cy="601663"/>
        </p:xfrm>
        <a:graphic>
          <a:graphicData uri="http://schemas.openxmlformats.org/presentationml/2006/ole">
            <p:oleObj spid="_x0000_s96359" name="Equation" r:id="rId5" imgW="533169" imgH="228501" progId="Equation.DSMT4">
              <p:embed/>
            </p:oleObj>
          </a:graphicData>
        </a:graphic>
      </p:graphicFrame>
      <p:graphicFrame>
        <p:nvGraphicFramePr>
          <p:cNvPr id="263207" name="Object 39"/>
          <p:cNvGraphicFramePr>
            <a:graphicFrameLocks noChangeAspect="1"/>
          </p:cNvGraphicFramePr>
          <p:nvPr/>
        </p:nvGraphicFramePr>
        <p:xfrm>
          <a:off x="2738779" y="3929792"/>
          <a:ext cx="2378805" cy="648072"/>
        </p:xfrm>
        <a:graphic>
          <a:graphicData uri="http://schemas.openxmlformats.org/presentationml/2006/ole">
            <p:oleObj spid="_x0000_s96360" name="Equation" r:id="rId6" imgW="838200" imgH="228600" progId="Equation.DSMT4">
              <p:embed/>
            </p:oleObj>
          </a:graphicData>
        </a:graphic>
      </p:graphicFrame>
      <p:graphicFrame>
        <p:nvGraphicFramePr>
          <p:cNvPr id="263209" name="Object 41"/>
          <p:cNvGraphicFramePr>
            <a:graphicFrameLocks noChangeAspect="1"/>
          </p:cNvGraphicFramePr>
          <p:nvPr/>
        </p:nvGraphicFramePr>
        <p:xfrm>
          <a:off x="5117584" y="3929792"/>
          <a:ext cx="2523342" cy="597941"/>
        </p:xfrm>
        <a:graphic>
          <a:graphicData uri="http://schemas.openxmlformats.org/presentationml/2006/ole">
            <p:oleObj spid="_x0000_s96361" name="Equation" r:id="rId7" imgW="965200" imgH="228600" progId="Equation.DSMT4">
              <p:embed/>
            </p:oleObj>
          </a:graphicData>
        </a:graphic>
      </p:graphicFrame>
      <p:sp>
        <p:nvSpPr>
          <p:cNvPr id="263210" name="Rectangle 42"/>
          <p:cNvSpPr>
            <a:spLocks noChangeArrowheads="1"/>
          </p:cNvSpPr>
          <p:nvPr/>
        </p:nvSpPr>
        <p:spPr bwMode="auto">
          <a:xfrm>
            <a:off x="539552" y="4945400"/>
            <a:ext cx="646068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/>
            <a:r>
              <a:rPr kumimoji="1" lang="en-US" altLang="zh-CN" sz="2800" i="1" dirty="0">
                <a:solidFill>
                  <a:srgbClr val="000000"/>
                </a:solidFill>
                <a:ea typeface="宋体" pitchFamily="2" charset="-122"/>
              </a:rPr>
              <a:t>a- c- b</a:t>
            </a:r>
            <a:r>
              <a:rPr kumimoji="1" lang="zh-CN" altLang="en-US" sz="2800" dirty="0">
                <a:solidFill>
                  <a:srgbClr val="000000"/>
                </a:solidFill>
                <a:ea typeface="宋体" pitchFamily="2" charset="-122"/>
              </a:rPr>
              <a:t>过程中气体吸收的</a:t>
            </a:r>
            <a:r>
              <a:rPr kumimoji="1" lang="zh-CN" altLang="en-US" sz="2800" dirty="0">
                <a:solidFill>
                  <a:srgbClr val="FF0000"/>
                </a:solidFill>
                <a:ea typeface="宋体" pitchFamily="2" charset="-122"/>
              </a:rPr>
              <a:t>总热量</a:t>
            </a:r>
            <a:r>
              <a:rPr kumimoji="1" lang="zh-CN" altLang="en-US" sz="2800" dirty="0" smtClean="0">
                <a:solidFill>
                  <a:srgbClr val="000000"/>
                </a:solidFill>
                <a:ea typeface="宋体" pitchFamily="2" charset="-122"/>
              </a:rPr>
              <a:t>为</a:t>
            </a:r>
            <a:r>
              <a:rPr kumimoji="1" lang="en-US" altLang="zh-CN" sz="2800" dirty="0" smtClean="0">
                <a:solidFill>
                  <a:srgbClr val="000000"/>
                </a:solidFill>
                <a:ea typeface="宋体" pitchFamily="2" charset="-122"/>
              </a:rPr>
              <a:t>:</a:t>
            </a:r>
            <a:endParaRPr kumimoji="1" lang="zh-CN" altLang="en-US" sz="2800" i="1" dirty="0">
              <a:solidFill>
                <a:srgbClr val="000000"/>
              </a:solidFill>
              <a:ea typeface="宋体" pitchFamily="2" charset="-122"/>
            </a:endParaRPr>
          </a:p>
        </p:txBody>
      </p:sp>
      <p:graphicFrame>
        <p:nvGraphicFramePr>
          <p:cNvPr id="263211" name="Object 43"/>
          <p:cNvGraphicFramePr>
            <a:graphicFrameLocks noChangeAspect="1"/>
          </p:cNvGraphicFramePr>
          <p:nvPr/>
        </p:nvGraphicFramePr>
        <p:xfrm>
          <a:off x="917103" y="5806832"/>
          <a:ext cx="1316718" cy="601537"/>
        </p:xfrm>
        <a:graphic>
          <a:graphicData uri="http://schemas.openxmlformats.org/presentationml/2006/ole">
            <p:oleObj spid="_x0000_s96362" name="Equation" r:id="rId8" imgW="444307" imgH="203112" progId="Equation.DSMT4">
              <p:embed/>
            </p:oleObj>
          </a:graphicData>
        </a:graphic>
      </p:graphicFrame>
      <p:graphicFrame>
        <p:nvGraphicFramePr>
          <p:cNvPr id="263212" name="Object 44"/>
          <p:cNvGraphicFramePr>
            <a:graphicFrameLocks noChangeAspect="1"/>
          </p:cNvGraphicFramePr>
          <p:nvPr/>
        </p:nvGraphicFramePr>
        <p:xfrm>
          <a:off x="2069149" y="5780927"/>
          <a:ext cx="2616200" cy="567168"/>
        </p:xfrm>
        <a:graphic>
          <a:graphicData uri="http://schemas.openxmlformats.org/presentationml/2006/ole">
            <p:oleObj spid="_x0000_s96363" name="Equation" r:id="rId9" imgW="1054100" imgH="228600" progId="Equation.DSMT4">
              <p:embed/>
            </p:oleObj>
          </a:graphicData>
        </a:graphic>
      </p:graphicFrame>
      <p:sp>
        <p:nvSpPr>
          <p:cNvPr id="48" name="灯片编号占位符 21"/>
          <p:cNvSpPr>
            <a:spLocks noGrp="1"/>
          </p:cNvSpPr>
          <p:nvPr>
            <p:ph type="sldNum" sz="quarter" idx="12"/>
          </p:nvPr>
        </p:nvSpPr>
        <p:spPr>
          <a:xfrm>
            <a:off x="7236296" y="6381328"/>
            <a:ext cx="1905000" cy="457200"/>
          </a:xfrm>
        </p:spPr>
        <p:txBody>
          <a:bodyPr/>
          <a:lstStyle/>
          <a:p>
            <a:fld id="{6C956EC0-8506-4482-8E3C-76F37D92AB6E}" type="slidenum">
              <a:rPr lang="en-US" altLang="zh-CN" b="1" smtClean="0">
                <a:solidFill>
                  <a:srgbClr val="545472"/>
                </a:solidFill>
              </a:rPr>
              <a:pPr/>
              <a:t>6</a:t>
            </a:fld>
            <a:endParaRPr lang="en-US" altLang="zh-CN" b="1" dirty="0">
              <a:solidFill>
                <a:srgbClr val="545472"/>
              </a:solidFill>
            </a:endParaRPr>
          </a:p>
        </p:txBody>
      </p:sp>
      <p:grpSp>
        <p:nvGrpSpPr>
          <p:cNvPr id="4" name="Group 31"/>
          <p:cNvGrpSpPr>
            <a:grpSpLocks/>
          </p:cNvGrpSpPr>
          <p:nvPr/>
        </p:nvGrpSpPr>
        <p:grpSpPr bwMode="auto">
          <a:xfrm>
            <a:off x="4987349" y="217806"/>
            <a:ext cx="4049715" cy="3265489"/>
            <a:chOff x="3310" y="-78"/>
            <a:chExt cx="2551" cy="2057"/>
          </a:xfrm>
        </p:grpSpPr>
        <p:graphicFrame>
          <p:nvGraphicFramePr>
            <p:cNvPr id="47" name="Object 3"/>
            <p:cNvGraphicFramePr>
              <a:graphicFrameLocks noChangeAspect="1"/>
            </p:cNvGraphicFramePr>
            <p:nvPr/>
          </p:nvGraphicFramePr>
          <p:xfrm>
            <a:off x="4244" y="205"/>
            <a:ext cx="1043" cy="288"/>
          </p:xfrm>
          <a:graphic>
            <a:graphicData uri="http://schemas.openxmlformats.org/presentationml/2006/ole">
              <p:oleObj spid="_x0000_s96364" name="Equation" r:id="rId10" imgW="1040948" imgH="317362" progId="Equation.3">
                <p:embed/>
              </p:oleObj>
            </a:graphicData>
          </a:graphic>
        </p:graphicFrame>
        <p:graphicFrame>
          <p:nvGraphicFramePr>
            <p:cNvPr id="49" name="Object 4"/>
            <p:cNvGraphicFramePr>
              <a:graphicFrameLocks noChangeAspect="1"/>
            </p:cNvGraphicFramePr>
            <p:nvPr/>
          </p:nvGraphicFramePr>
          <p:xfrm>
            <a:off x="4839" y="976"/>
            <a:ext cx="840" cy="251"/>
          </p:xfrm>
          <a:graphic>
            <a:graphicData uri="http://schemas.openxmlformats.org/presentationml/2006/ole">
              <p:oleObj spid="_x0000_s96365" name="Equation" r:id="rId11" imgW="1142504" imgH="317362" progId="Equation.3">
                <p:embed/>
              </p:oleObj>
            </a:graphicData>
          </a:graphic>
        </p:graphicFrame>
        <p:sp>
          <p:nvSpPr>
            <p:cNvPr id="50" name="Line 5"/>
            <p:cNvSpPr>
              <a:spLocks noChangeShapeType="1"/>
            </p:cNvSpPr>
            <p:nvPr/>
          </p:nvSpPr>
          <p:spPr bwMode="auto">
            <a:xfrm>
              <a:off x="3843" y="1693"/>
              <a:ext cx="15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pPr algn="ctr" eaLnBrk="1" hangingPunct="1"/>
              <a:endParaRPr kumimoji="1" lang="zh-CN" altLang="en-US" sz="280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51" name="Arc 6"/>
            <p:cNvSpPr>
              <a:spLocks/>
            </p:cNvSpPr>
            <p:nvPr/>
          </p:nvSpPr>
          <p:spPr bwMode="auto">
            <a:xfrm flipH="1" flipV="1">
              <a:off x="4229" y="192"/>
              <a:ext cx="1113" cy="1165"/>
            </a:xfrm>
            <a:custGeom>
              <a:avLst/>
              <a:gdLst>
                <a:gd name="G0" fmla="+- 0 0 0"/>
                <a:gd name="G1" fmla="+- 21281 0 0"/>
                <a:gd name="G2" fmla="+- 21600 0 0"/>
                <a:gd name="T0" fmla="*/ 3699 w 21059"/>
                <a:gd name="T1" fmla="*/ 0 h 21281"/>
                <a:gd name="T2" fmla="*/ 21059 w 21059"/>
                <a:gd name="T3" fmla="*/ 16475 h 21281"/>
                <a:gd name="T4" fmla="*/ 0 w 21059"/>
                <a:gd name="T5" fmla="*/ 21281 h 212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059" h="21281" fill="none" extrusionOk="0">
                  <a:moveTo>
                    <a:pt x="3698" y="0"/>
                  </a:moveTo>
                  <a:cubicBezTo>
                    <a:pt x="12277" y="1491"/>
                    <a:pt x="19121" y="7986"/>
                    <a:pt x="21058" y="16475"/>
                  </a:cubicBezTo>
                </a:path>
                <a:path w="21059" h="21281" stroke="0" extrusionOk="0">
                  <a:moveTo>
                    <a:pt x="3698" y="0"/>
                  </a:moveTo>
                  <a:cubicBezTo>
                    <a:pt x="12277" y="1491"/>
                    <a:pt x="19121" y="7986"/>
                    <a:pt x="21058" y="16475"/>
                  </a:cubicBezTo>
                  <a:lnTo>
                    <a:pt x="0" y="21281"/>
                  </a:lnTo>
                  <a:close/>
                </a:path>
              </a:pathLst>
            </a:custGeom>
            <a:noFill/>
            <a:ln w="38100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/>
              <a:endParaRPr kumimoji="1" lang="zh-CN" altLang="en-US" sz="280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52" name="Line 7"/>
            <p:cNvSpPr>
              <a:spLocks noChangeShapeType="1"/>
            </p:cNvSpPr>
            <p:nvPr/>
          </p:nvSpPr>
          <p:spPr bwMode="auto">
            <a:xfrm flipH="1">
              <a:off x="4229" y="485"/>
              <a:ext cx="15" cy="121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/>
              <a:endParaRPr kumimoji="1" lang="zh-CN" altLang="en-US" sz="280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53" name="Line 8"/>
            <p:cNvSpPr>
              <a:spLocks noChangeShapeType="1"/>
            </p:cNvSpPr>
            <p:nvPr/>
          </p:nvSpPr>
          <p:spPr bwMode="auto">
            <a:xfrm>
              <a:off x="5156" y="1369"/>
              <a:ext cx="0" cy="33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/>
              <a:endParaRPr kumimoji="1" lang="zh-CN" altLang="en-US" sz="280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54" name="Line 9"/>
            <p:cNvSpPr>
              <a:spLocks noChangeShapeType="1"/>
            </p:cNvSpPr>
            <p:nvPr/>
          </p:nvSpPr>
          <p:spPr bwMode="auto">
            <a:xfrm flipH="1">
              <a:off x="3892" y="443"/>
              <a:ext cx="33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/>
              <a:endParaRPr kumimoji="1" lang="zh-CN" altLang="en-US" sz="280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55" name="Line 10"/>
            <p:cNvSpPr>
              <a:spLocks noChangeShapeType="1"/>
            </p:cNvSpPr>
            <p:nvPr/>
          </p:nvSpPr>
          <p:spPr bwMode="auto">
            <a:xfrm flipH="1">
              <a:off x="3892" y="1369"/>
              <a:ext cx="12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/>
              <a:endParaRPr kumimoji="1" lang="zh-CN" altLang="en-US" sz="280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56" name="Text Box 11"/>
            <p:cNvSpPr txBox="1">
              <a:spLocks noChangeArrowheads="1"/>
            </p:cNvSpPr>
            <p:nvPr/>
          </p:nvSpPr>
          <p:spPr bwMode="auto">
            <a:xfrm>
              <a:off x="4046" y="180"/>
              <a:ext cx="296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800" i="1" dirty="0">
                  <a:solidFill>
                    <a:srgbClr val="A50021"/>
                  </a:solidFill>
                  <a:ea typeface="宋体" pitchFamily="2" charset="-122"/>
                </a:rPr>
                <a:t>a</a:t>
              </a:r>
            </a:p>
          </p:txBody>
        </p:sp>
        <p:sp>
          <p:nvSpPr>
            <p:cNvPr id="57" name="Text Box 12"/>
            <p:cNvSpPr txBox="1">
              <a:spLocks noChangeArrowheads="1"/>
            </p:cNvSpPr>
            <p:nvPr/>
          </p:nvSpPr>
          <p:spPr bwMode="auto">
            <a:xfrm>
              <a:off x="5162" y="1236"/>
              <a:ext cx="210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800" i="1" dirty="0">
                  <a:solidFill>
                    <a:srgbClr val="A50021"/>
                  </a:solidFill>
                  <a:ea typeface="宋体" pitchFamily="2" charset="-122"/>
                </a:rPr>
                <a:t>b</a:t>
              </a:r>
              <a:endParaRPr kumimoji="1" lang="en-US" altLang="zh-CN" sz="2800" i="1" dirty="0">
                <a:solidFill>
                  <a:srgbClr val="545472"/>
                </a:solidFill>
                <a:ea typeface="宋体" pitchFamily="2" charset="-122"/>
              </a:endParaRPr>
            </a:p>
          </p:txBody>
        </p:sp>
        <p:sp>
          <p:nvSpPr>
            <p:cNvPr id="58" name="Line 13"/>
            <p:cNvSpPr>
              <a:spLocks noChangeShapeType="1"/>
            </p:cNvSpPr>
            <p:nvPr/>
          </p:nvSpPr>
          <p:spPr bwMode="auto">
            <a:xfrm>
              <a:off x="4381" y="829"/>
              <a:ext cx="85" cy="125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pPr algn="ctr" eaLnBrk="1" hangingPunct="1"/>
              <a:endParaRPr kumimoji="1" lang="zh-CN" altLang="en-US" sz="280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ea typeface="宋体" pitchFamily="2" charset="-122"/>
              </a:endParaRPr>
            </a:p>
          </p:txBody>
        </p:sp>
        <p:graphicFrame>
          <p:nvGraphicFramePr>
            <p:cNvPr id="59" name="Object 14"/>
            <p:cNvGraphicFramePr>
              <a:graphicFrameLocks noChangeAspect="1"/>
            </p:cNvGraphicFramePr>
            <p:nvPr/>
          </p:nvGraphicFramePr>
          <p:xfrm>
            <a:off x="3310" y="1254"/>
            <a:ext cx="646" cy="266"/>
          </p:xfrm>
          <a:graphic>
            <a:graphicData uri="http://schemas.openxmlformats.org/presentationml/2006/ole">
              <p:oleObj spid="_x0000_s96366" name="Equation" r:id="rId12" imgW="368140" imgH="177723" progId="Equation.DSMT4">
                <p:embed/>
              </p:oleObj>
            </a:graphicData>
          </a:graphic>
        </p:graphicFrame>
        <p:graphicFrame>
          <p:nvGraphicFramePr>
            <p:cNvPr id="60" name="Object 15"/>
            <p:cNvGraphicFramePr>
              <a:graphicFrameLocks noChangeAspect="1"/>
            </p:cNvGraphicFramePr>
            <p:nvPr/>
          </p:nvGraphicFramePr>
          <p:xfrm>
            <a:off x="4035" y="1741"/>
            <a:ext cx="419" cy="233"/>
          </p:xfrm>
          <a:graphic>
            <a:graphicData uri="http://schemas.openxmlformats.org/presentationml/2006/ole">
              <p:oleObj spid="_x0000_s96367" name="Equation" r:id="rId13" imgW="317087" imgH="177569" progId="Equation.3">
                <p:embed/>
              </p:oleObj>
            </a:graphicData>
          </a:graphic>
        </p:graphicFrame>
        <p:graphicFrame>
          <p:nvGraphicFramePr>
            <p:cNvPr id="61" name="Object 16"/>
            <p:cNvGraphicFramePr>
              <a:graphicFrameLocks noChangeAspect="1"/>
            </p:cNvGraphicFramePr>
            <p:nvPr/>
          </p:nvGraphicFramePr>
          <p:xfrm>
            <a:off x="4813" y="1741"/>
            <a:ext cx="413" cy="235"/>
          </p:xfrm>
          <a:graphic>
            <a:graphicData uri="http://schemas.openxmlformats.org/presentationml/2006/ole">
              <p:oleObj spid="_x0000_s96368" name="Equation" r:id="rId14" imgW="304404" imgH="177569" progId="Equation.3">
                <p:embed/>
              </p:oleObj>
            </a:graphicData>
          </a:graphic>
        </p:graphicFrame>
        <p:graphicFrame>
          <p:nvGraphicFramePr>
            <p:cNvPr id="62" name="Object 17"/>
            <p:cNvGraphicFramePr>
              <a:graphicFrameLocks noChangeAspect="1"/>
            </p:cNvGraphicFramePr>
            <p:nvPr/>
          </p:nvGraphicFramePr>
          <p:xfrm>
            <a:off x="3463" y="-78"/>
            <a:ext cx="946" cy="337"/>
          </p:xfrm>
          <a:graphic>
            <a:graphicData uri="http://schemas.openxmlformats.org/presentationml/2006/ole">
              <p:oleObj spid="_x0000_s96369" name="Equation" r:id="rId15" imgW="634725" imgH="228501" progId="Equation.DSMT4">
                <p:embed/>
              </p:oleObj>
            </a:graphicData>
          </a:graphic>
        </p:graphicFrame>
        <p:graphicFrame>
          <p:nvGraphicFramePr>
            <p:cNvPr id="63" name="Object 18"/>
            <p:cNvGraphicFramePr>
              <a:graphicFrameLocks noChangeAspect="1"/>
            </p:cNvGraphicFramePr>
            <p:nvPr/>
          </p:nvGraphicFramePr>
          <p:xfrm>
            <a:off x="5408" y="1611"/>
            <a:ext cx="453" cy="251"/>
          </p:xfrm>
          <a:graphic>
            <a:graphicData uri="http://schemas.openxmlformats.org/presentationml/2006/ole">
              <p:oleObj spid="_x0000_s96370" name="Equation" r:id="rId16" imgW="317087" imgH="177569" progId="Equation.DSMT4">
                <p:embed/>
              </p:oleObj>
            </a:graphicData>
          </a:graphic>
        </p:graphicFrame>
        <p:graphicFrame>
          <p:nvGraphicFramePr>
            <p:cNvPr id="64" name="Object 19"/>
            <p:cNvGraphicFramePr>
              <a:graphicFrameLocks noChangeAspect="1"/>
            </p:cNvGraphicFramePr>
            <p:nvPr/>
          </p:nvGraphicFramePr>
          <p:xfrm>
            <a:off x="3723" y="1708"/>
            <a:ext cx="233" cy="271"/>
          </p:xfrm>
          <a:graphic>
            <a:graphicData uri="http://schemas.openxmlformats.org/presentationml/2006/ole">
              <p:oleObj spid="_x0000_s96371" name="公式" r:id="rId17" imgW="152202" imgH="177569" progId="Equation.3">
                <p:embed/>
              </p:oleObj>
            </a:graphicData>
          </a:graphic>
        </p:graphicFrame>
        <p:sp>
          <p:nvSpPr>
            <p:cNvPr id="65" name="Line 20"/>
            <p:cNvSpPr>
              <a:spLocks noChangeShapeType="1"/>
            </p:cNvSpPr>
            <p:nvPr/>
          </p:nvSpPr>
          <p:spPr bwMode="auto">
            <a:xfrm flipV="1">
              <a:off x="3876" y="234"/>
              <a:ext cx="0" cy="146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lg"/>
            </a:ln>
            <a:effectLst/>
          </p:spPr>
          <p:txBody>
            <a:bodyPr wrap="none"/>
            <a:lstStyle/>
            <a:p>
              <a:pPr algn="ctr" eaLnBrk="1" hangingPunct="1"/>
              <a:endParaRPr kumimoji="1" lang="zh-CN" altLang="en-US" sz="280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66" name="Line 21"/>
            <p:cNvSpPr>
              <a:spLocks noChangeShapeType="1"/>
            </p:cNvSpPr>
            <p:nvPr/>
          </p:nvSpPr>
          <p:spPr bwMode="auto">
            <a:xfrm>
              <a:off x="4237" y="445"/>
              <a:ext cx="0" cy="912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pPr algn="ctr" eaLnBrk="1" hangingPunct="1"/>
              <a:endParaRPr kumimoji="1" lang="zh-CN" altLang="en-US" sz="280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67" name="Line 22"/>
            <p:cNvSpPr>
              <a:spLocks noChangeShapeType="1"/>
            </p:cNvSpPr>
            <p:nvPr/>
          </p:nvSpPr>
          <p:spPr bwMode="auto">
            <a:xfrm>
              <a:off x="4227" y="1362"/>
              <a:ext cx="912" cy="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pPr algn="ctr" eaLnBrk="1" hangingPunct="1"/>
              <a:endParaRPr kumimoji="1" lang="zh-CN" altLang="en-US" sz="280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68" name="Text Box 12"/>
            <p:cNvSpPr txBox="1">
              <a:spLocks noChangeArrowheads="1"/>
            </p:cNvSpPr>
            <p:nvPr/>
          </p:nvSpPr>
          <p:spPr bwMode="auto">
            <a:xfrm>
              <a:off x="4001" y="1302"/>
              <a:ext cx="210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800" i="1" dirty="0">
                  <a:solidFill>
                    <a:srgbClr val="A50021"/>
                  </a:solidFill>
                  <a:ea typeface="宋体" pitchFamily="2" charset="-122"/>
                </a:rPr>
                <a:t>c</a:t>
              </a:r>
              <a:endParaRPr kumimoji="1" lang="en-US" altLang="zh-CN" sz="2800" i="1" dirty="0">
                <a:solidFill>
                  <a:srgbClr val="545472"/>
                </a:solidFill>
                <a:ea typeface="宋体" pitchFamily="2" charset="-122"/>
              </a:endParaRPr>
            </a:p>
          </p:txBody>
        </p:sp>
      </p:grpSp>
      <p:grpSp>
        <p:nvGrpSpPr>
          <p:cNvPr id="70" name="组合 69"/>
          <p:cNvGrpSpPr/>
          <p:nvPr/>
        </p:nvGrpSpPr>
        <p:grpSpPr>
          <a:xfrm>
            <a:off x="518160" y="2094176"/>
            <a:ext cx="3791423" cy="1352892"/>
            <a:chOff x="518160" y="2094176"/>
            <a:chExt cx="3791423" cy="1352892"/>
          </a:xfrm>
        </p:grpSpPr>
        <p:sp>
          <p:nvSpPr>
            <p:cNvPr id="263201" name="Rectangle 33"/>
            <p:cNvSpPr>
              <a:spLocks noChangeArrowheads="1"/>
            </p:cNvSpPr>
            <p:nvPr/>
          </p:nvSpPr>
          <p:spPr bwMode="auto">
            <a:xfrm>
              <a:off x="518160" y="2094176"/>
              <a:ext cx="3791423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1" hangingPunct="1"/>
              <a:r>
                <a:rPr kumimoji="1" lang="zh-CN" altLang="en-US" sz="2800" dirty="0">
                  <a:solidFill>
                    <a:srgbClr val="040000"/>
                  </a:solidFill>
                  <a:ea typeface="宋体" pitchFamily="2" charset="-122"/>
                </a:rPr>
                <a:t>由热力学第一定</a:t>
              </a:r>
              <a:r>
                <a:rPr kumimoji="1" lang="zh-CN" altLang="en-US" sz="2800" dirty="0" smtClean="0">
                  <a:solidFill>
                    <a:srgbClr val="040000"/>
                  </a:solidFill>
                  <a:ea typeface="宋体" pitchFamily="2" charset="-122"/>
                </a:rPr>
                <a:t>律得：</a:t>
              </a:r>
              <a:endParaRPr kumimoji="1" lang="zh-CN" altLang="en-US" sz="2800" dirty="0">
                <a:solidFill>
                  <a:srgbClr val="040000"/>
                </a:solidFill>
                <a:ea typeface="宋体" pitchFamily="2" charset="-122"/>
              </a:endParaRPr>
            </a:p>
          </p:txBody>
        </p:sp>
        <p:grpSp>
          <p:nvGrpSpPr>
            <p:cNvPr id="69" name="组合 68"/>
            <p:cNvGrpSpPr/>
            <p:nvPr/>
          </p:nvGrpSpPr>
          <p:grpSpPr>
            <a:xfrm>
              <a:off x="621944" y="2862293"/>
              <a:ext cx="3404591" cy="584775"/>
              <a:chOff x="611784" y="2140933"/>
              <a:chExt cx="3404591" cy="584775"/>
            </a:xfrm>
          </p:grpSpPr>
          <p:graphicFrame>
            <p:nvGraphicFramePr>
              <p:cNvPr id="263202" name="Object 34"/>
              <p:cNvGraphicFramePr>
                <a:graphicFrameLocks noChangeAspect="1"/>
              </p:cNvGraphicFramePr>
              <p:nvPr/>
            </p:nvGraphicFramePr>
            <p:xfrm>
              <a:off x="2865438" y="2191703"/>
              <a:ext cx="1150937" cy="496887"/>
            </p:xfrm>
            <a:graphic>
              <a:graphicData uri="http://schemas.openxmlformats.org/presentationml/2006/ole">
                <p:oleObj spid="_x0000_s96372" name="Equation" r:id="rId18" imgW="457002" imgH="203112" progId="Equation.DSMT4">
                  <p:embed/>
                </p:oleObj>
              </a:graphicData>
            </a:graphic>
          </p:graphicFrame>
          <p:sp>
            <p:nvSpPr>
              <p:cNvPr id="46" name="矩形 45"/>
              <p:cNvSpPr/>
              <p:nvPr/>
            </p:nvSpPr>
            <p:spPr>
              <a:xfrm>
                <a:off x="611784" y="2140933"/>
                <a:ext cx="2079415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kumimoji="1" lang="en-US" altLang="zh-CN" i="1" dirty="0" smtClean="0">
                    <a:solidFill>
                      <a:srgbClr val="0000FF"/>
                    </a:solidFill>
                    <a:ea typeface="宋体" pitchFamily="2" charset="-122"/>
                  </a:rPr>
                  <a:t>a- c- b</a:t>
                </a:r>
                <a:r>
                  <a:rPr kumimoji="1" lang="zh-CN" altLang="en-US" dirty="0" smtClean="0">
                    <a:solidFill>
                      <a:srgbClr val="0000FF"/>
                    </a:solidFill>
                    <a:ea typeface="宋体" pitchFamily="2" charset="-122"/>
                  </a:rPr>
                  <a:t>过程</a:t>
                </a:r>
                <a:endParaRPr lang="zh-CN" altLang="en-US" dirty="0">
                  <a:solidFill>
                    <a:srgbClr val="0000FF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xmlns="" val="1853999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63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63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63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63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63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63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63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3199" grpId="0" autoUpdateAnimBg="0"/>
      <p:bldP spid="263210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8"/>
          <p:cNvGrpSpPr>
            <a:grpSpLocks/>
          </p:cNvGrpSpPr>
          <p:nvPr/>
        </p:nvGrpSpPr>
        <p:grpSpPr bwMode="auto">
          <a:xfrm>
            <a:off x="5148263" y="548680"/>
            <a:ext cx="3505200" cy="3505200"/>
            <a:chOff x="3243" y="482"/>
            <a:chExt cx="2208" cy="2208"/>
          </a:xfrm>
        </p:grpSpPr>
        <p:sp>
          <p:nvSpPr>
            <p:cNvPr id="25644" name="Rectangle 9"/>
            <p:cNvSpPr>
              <a:spLocks noChangeArrowheads="1"/>
            </p:cNvSpPr>
            <p:nvPr/>
          </p:nvSpPr>
          <p:spPr bwMode="auto">
            <a:xfrm>
              <a:off x="3243" y="482"/>
              <a:ext cx="2208" cy="220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</a:endParaRPr>
            </a:p>
          </p:txBody>
        </p:sp>
        <p:graphicFrame>
          <p:nvGraphicFramePr>
            <p:cNvPr id="25607" name="Object 10"/>
            <p:cNvGraphicFramePr>
              <a:graphicFrameLocks noChangeAspect="1"/>
            </p:cNvGraphicFramePr>
            <p:nvPr/>
          </p:nvGraphicFramePr>
          <p:xfrm>
            <a:off x="4050" y="535"/>
            <a:ext cx="917" cy="310"/>
          </p:xfrm>
          <a:graphic>
            <a:graphicData uri="http://schemas.openxmlformats.org/presentationml/2006/ole">
              <p:oleObj spid="_x0000_s97366" name="公式" r:id="rId3" imgW="634449" imgH="215713" progId="Equation.3">
                <p:embed/>
              </p:oleObj>
            </a:graphicData>
          </a:graphic>
        </p:graphicFrame>
        <p:graphicFrame>
          <p:nvGraphicFramePr>
            <p:cNvPr id="25608" name="Object 11"/>
            <p:cNvGraphicFramePr>
              <a:graphicFrameLocks noChangeAspect="1"/>
            </p:cNvGraphicFramePr>
            <p:nvPr/>
          </p:nvGraphicFramePr>
          <p:xfrm>
            <a:off x="4558" y="1499"/>
            <a:ext cx="801" cy="298"/>
          </p:xfrm>
          <a:graphic>
            <a:graphicData uri="http://schemas.openxmlformats.org/presentationml/2006/ole">
              <p:oleObj spid="_x0000_s97367" name="公式" r:id="rId4" imgW="685502" imgH="215806" progId="Equation.3">
                <p:embed/>
              </p:oleObj>
            </a:graphicData>
          </a:graphic>
        </p:graphicFrame>
        <p:sp>
          <p:nvSpPr>
            <p:cNvPr id="25645" name="Line 12"/>
            <p:cNvSpPr>
              <a:spLocks noChangeShapeType="1"/>
            </p:cNvSpPr>
            <p:nvPr/>
          </p:nvSpPr>
          <p:spPr bwMode="auto">
            <a:xfrm flipV="1">
              <a:off x="3595" y="2306"/>
              <a:ext cx="1664" cy="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5646" name="Arc 13"/>
            <p:cNvSpPr>
              <a:spLocks/>
            </p:cNvSpPr>
            <p:nvPr/>
          </p:nvSpPr>
          <p:spPr bwMode="auto">
            <a:xfrm flipH="1" flipV="1">
              <a:off x="3948" y="578"/>
              <a:ext cx="1163" cy="1339"/>
            </a:xfrm>
            <a:custGeom>
              <a:avLst/>
              <a:gdLst>
                <a:gd name="T0" fmla="*/ 1 w 21059"/>
                <a:gd name="T1" fmla="*/ 0 h 21281"/>
                <a:gd name="T2" fmla="*/ 4 w 21059"/>
                <a:gd name="T3" fmla="*/ 4 h 21281"/>
                <a:gd name="T4" fmla="*/ 0 w 21059"/>
                <a:gd name="T5" fmla="*/ 5 h 21281"/>
                <a:gd name="T6" fmla="*/ 0 60000 65536"/>
                <a:gd name="T7" fmla="*/ 0 60000 65536"/>
                <a:gd name="T8" fmla="*/ 0 60000 65536"/>
                <a:gd name="T9" fmla="*/ 0 w 21059"/>
                <a:gd name="T10" fmla="*/ 0 h 21281"/>
                <a:gd name="T11" fmla="*/ 21059 w 21059"/>
                <a:gd name="T12" fmla="*/ 21281 h 2128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059" h="21281" fill="none" extrusionOk="0">
                  <a:moveTo>
                    <a:pt x="3698" y="0"/>
                  </a:moveTo>
                  <a:cubicBezTo>
                    <a:pt x="12277" y="1491"/>
                    <a:pt x="19121" y="7986"/>
                    <a:pt x="21058" y="16475"/>
                  </a:cubicBezTo>
                </a:path>
                <a:path w="21059" h="21281" stroke="0" extrusionOk="0">
                  <a:moveTo>
                    <a:pt x="3698" y="0"/>
                  </a:moveTo>
                  <a:cubicBezTo>
                    <a:pt x="12277" y="1491"/>
                    <a:pt x="19121" y="7986"/>
                    <a:pt x="21058" y="16475"/>
                  </a:cubicBezTo>
                  <a:lnTo>
                    <a:pt x="0" y="21281"/>
                  </a:lnTo>
                  <a:close/>
                </a:path>
              </a:pathLst>
            </a:custGeom>
            <a:noFill/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5647" name="Line 14"/>
            <p:cNvSpPr>
              <a:spLocks noChangeShapeType="1"/>
            </p:cNvSpPr>
            <p:nvPr/>
          </p:nvSpPr>
          <p:spPr bwMode="auto">
            <a:xfrm flipH="1">
              <a:off x="3948" y="914"/>
              <a:ext cx="15" cy="140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5648" name="Line 15"/>
            <p:cNvSpPr>
              <a:spLocks noChangeShapeType="1"/>
            </p:cNvSpPr>
            <p:nvPr/>
          </p:nvSpPr>
          <p:spPr bwMode="auto">
            <a:xfrm>
              <a:off x="4917" y="1931"/>
              <a:ext cx="0" cy="3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5649" name="Line 16"/>
            <p:cNvSpPr>
              <a:spLocks noChangeShapeType="1"/>
            </p:cNvSpPr>
            <p:nvPr/>
          </p:nvSpPr>
          <p:spPr bwMode="auto">
            <a:xfrm flipH="1">
              <a:off x="3595" y="866"/>
              <a:ext cx="35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5650" name="Line 17"/>
            <p:cNvSpPr>
              <a:spLocks noChangeShapeType="1"/>
            </p:cNvSpPr>
            <p:nvPr/>
          </p:nvSpPr>
          <p:spPr bwMode="auto">
            <a:xfrm flipH="1">
              <a:off x="3595" y="1931"/>
              <a:ext cx="132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5651" name="Text Box 18"/>
            <p:cNvSpPr txBox="1">
              <a:spLocks noChangeArrowheads="1"/>
            </p:cNvSpPr>
            <p:nvPr/>
          </p:nvSpPr>
          <p:spPr bwMode="auto">
            <a:xfrm>
              <a:off x="3819" y="626"/>
              <a:ext cx="309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>
                  <a:solidFill>
                    <a:srgbClr val="A50021"/>
                  </a:solidFill>
                </a:rPr>
                <a:t>1</a:t>
              </a:r>
            </a:p>
          </p:txBody>
        </p:sp>
        <p:sp>
          <p:nvSpPr>
            <p:cNvPr id="25652" name="Text Box 19"/>
            <p:cNvSpPr txBox="1">
              <a:spLocks noChangeArrowheads="1"/>
            </p:cNvSpPr>
            <p:nvPr/>
          </p:nvSpPr>
          <p:spPr bwMode="auto">
            <a:xfrm>
              <a:off x="4923" y="1778"/>
              <a:ext cx="220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>
                  <a:solidFill>
                    <a:srgbClr val="A50021"/>
                  </a:solidFill>
                </a:rPr>
                <a:t>2</a:t>
              </a:r>
              <a:endParaRPr kumimoji="1" lang="en-US" altLang="zh-CN" b="0">
                <a:solidFill>
                  <a:srgbClr val="000000"/>
                </a:solidFill>
              </a:endParaRPr>
            </a:p>
          </p:txBody>
        </p:sp>
        <p:sp>
          <p:nvSpPr>
            <p:cNvPr id="25653" name="Line 20"/>
            <p:cNvSpPr>
              <a:spLocks noChangeShapeType="1"/>
            </p:cNvSpPr>
            <p:nvPr/>
          </p:nvSpPr>
          <p:spPr bwMode="auto">
            <a:xfrm>
              <a:off x="4107" y="1310"/>
              <a:ext cx="88" cy="144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</a:endParaRPr>
            </a:p>
          </p:txBody>
        </p:sp>
        <p:graphicFrame>
          <p:nvGraphicFramePr>
            <p:cNvPr id="25609" name="Object 21"/>
            <p:cNvGraphicFramePr>
              <a:graphicFrameLocks noChangeAspect="1"/>
            </p:cNvGraphicFramePr>
            <p:nvPr/>
          </p:nvGraphicFramePr>
          <p:xfrm>
            <a:off x="3291" y="770"/>
            <a:ext cx="283" cy="288"/>
          </p:xfrm>
          <a:graphic>
            <a:graphicData uri="http://schemas.openxmlformats.org/presentationml/2006/ole">
              <p:oleObj spid="_x0000_s97368" name="Equation" r:id="rId5" imgW="266353" imgH="317087" progId="Equation.3">
                <p:embed/>
              </p:oleObj>
            </a:graphicData>
          </a:graphic>
        </p:graphicFrame>
        <p:graphicFrame>
          <p:nvGraphicFramePr>
            <p:cNvPr id="25610" name="Object 22"/>
            <p:cNvGraphicFramePr>
              <a:graphicFrameLocks noChangeAspect="1"/>
            </p:cNvGraphicFramePr>
            <p:nvPr/>
          </p:nvGraphicFramePr>
          <p:xfrm>
            <a:off x="3291" y="1742"/>
            <a:ext cx="271" cy="276"/>
          </p:xfrm>
          <a:graphic>
            <a:graphicData uri="http://schemas.openxmlformats.org/presentationml/2006/ole">
              <p:oleObj spid="_x0000_s97369" name="Equation" r:id="rId6" imgW="291847" imgH="317225" progId="Equation.3">
                <p:embed/>
              </p:oleObj>
            </a:graphicData>
          </a:graphic>
        </p:graphicFrame>
        <p:graphicFrame>
          <p:nvGraphicFramePr>
            <p:cNvPr id="25611" name="Object 23"/>
            <p:cNvGraphicFramePr>
              <a:graphicFrameLocks noChangeAspect="1"/>
            </p:cNvGraphicFramePr>
            <p:nvPr/>
          </p:nvGraphicFramePr>
          <p:xfrm>
            <a:off x="3867" y="2270"/>
            <a:ext cx="272" cy="384"/>
          </p:xfrm>
          <a:graphic>
            <a:graphicData uri="http://schemas.openxmlformats.org/presentationml/2006/ole">
              <p:oleObj spid="_x0000_s97370" name="公式" r:id="rId7" imgW="126780" imgH="164814" progId="Equation.3">
                <p:embed/>
              </p:oleObj>
            </a:graphicData>
          </a:graphic>
        </p:graphicFrame>
        <p:graphicFrame>
          <p:nvGraphicFramePr>
            <p:cNvPr id="25612" name="Object 24"/>
            <p:cNvGraphicFramePr>
              <a:graphicFrameLocks noChangeAspect="1"/>
            </p:cNvGraphicFramePr>
            <p:nvPr/>
          </p:nvGraphicFramePr>
          <p:xfrm>
            <a:off x="4762" y="2270"/>
            <a:ext cx="305" cy="387"/>
          </p:xfrm>
          <a:graphic>
            <a:graphicData uri="http://schemas.openxmlformats.org/presentationml/2006/ole">
              <p:oleObj spid="_x0000_s97371" name="公式" r:id="rId8" imgW="139579" imgH="164957" progId="Equation.3">
                <p:embed/>
              </p:oleObj>
            </a:graphicData>
          </a:graphic>
        </p:graphicFrame>
        <p:graphicFrame>
          <p:nvGraphicFramePr>
            <p:cNvPr id="25613" name="Object 25"/>
            <p:cNvGraphicFramePr>
              <a:graphicFrameLocks noChangeAspect="1"/>
            </p:cNvGraphicFramePr>
            <p:nvPr/>
          </p:nvGraphicFramePr>
          <p:xfrm>
            <a:off x="3339" y="578"/>
            <a:ext cx="196" cy="252"/>
          </p:xfrm>
          <a:graphic>
            <a:graphicData uri="http://schemas.openxmlformats.org/presentationml/2006/ole">
              <p:oleObj spid="_x0000_s97372" name="Equation" r:id="rId9" imgW="203112" imgH="241195" progId="Equation.3">
                <p:embed/>
              </p:oleObj>
            </a:graphicData>
          </a:graphic>
        </p:graphicFrame>
        <p:graphicFrame>
          <p:nvGraphicFramePr>
            <p:cNvPr id="25614" name="Object 26"/>
            <p:cNvGraphicFramePr>
              <a:graphicFrameLocks noChangeAspect="1"/>
            </p:cNvGraphicFramePr>
            <p:nvPr/>
          </p:nvGraphicFramePr>
          <p:xfrm>
            <a:off x="5067" y="2362"/>
            <a:ext cx="180" cy="220"/>
          </p:xfrm>
          <a:graphic>
            <a:graphicData uri="http://schemas.openxmlformats.org/presentationml/2006/ole">
              <p:oleObj spid="_x0000_s97373" name="Equation" r:id="rId10" imgW="215713" imgH="241091" progId="Equation.3">
                <p:embed/>
              </p:oleObj>
            </a:graphicData>
          </a:graphic>
        </p:graphicFrame>
        <p:graphicFrame>
          <p:nvGraphicFramePr>
            <p:cNvPr id="25615" name="Object 27"/>
            <p:cNvGraphicFramePr>
              <a:graphicFrameLocks noChangeAspect="1"/>
            </p:cNvGraphicFramePr>
            <p:nvPr/>
          </p:nvGraphicFramePr>
          <p:xfrm>
            <a:off x="3507" y="2315"/>
            <a:ext cx="162" cy="203"/>
          </p:xfrm>
          <a:graphic>
            <a:graphicData uri="http://schemas.openxmlformats.org/presentationml/2006/ole">
              <p:oleObj spid="_x0000_s97374" name="Equation" r:id="rId11" imgW="164957" imgH="190335" progId="Equation.3">
                <p:embed/>
              </p:oleObj>
            </a:graphicData>
          </a:graphic>
        </p:graphicFrame>
        <p:sp>
          <p:nvSpPr>
            <p:cNvPr id="25654" name="Line 28"/>
            <p:cNvSpPr>
              <a:spLocks noChangeShapeType="1"/>
            </p:cNvSpPr>
            <p:nvPr/>
          </p:nvSpPr>
          <p:spPr bwMode="auto">
            <a:xfrm flipV="1">
              <a:off x="3579" y="626"/>
              <a:ext cx="0" cy="16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lg"/>
            </a:ln>
          </p:spPr>
          <p:txBody>
            <a:bodyPr wrap="none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</a:endParaRPr>
            </a:p>
          </p:txBody>
        </p:sp>
      </p:grpSp>
      <p:sp>
        <p:nvSpPr>
          <p:cNvPr id="25618" name="Text Box 29"/>
          <p:cNvSpPr txBox="1">
            <a:spLocks noChangeArrowheads="1"/>
          </p:cNvSpPr>
          <p:nvPr/>
        </p:nvSpPr>
        <p:spPr bwMode="auto">
          <a:xfrm>
            <a:off x="495300" y="256747"/>
            <a:ext cx="34290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dirty="0" smtClean="0">
                <a:solidFill>
                  <a:srgbClr val="CC0000"/>
                </a:solidFill>
                <a:latin typeface="宋体" charset="-122"/>
              </a:rPr>
              <a:t>四、 </a:t>
            </a:r>
            <a:r>
              <a:rPr kumimoji="1" lang="zh-CN" altLang="en-US" dirty="0">
                <a:solidFill>
                  <a:srgbClr val="CC0000"/>
                </a:solidFill>
                <a:latin typeface="宋体" charset="-122"/>
              </a:rPr>
              <a:t>绝热过程</a:t>
            </a:r>
            <a:endParaRPr kumimoji="1" lang="zh-CN" altLang="en-US" dirty="0">
              <a:solidFill>
                <a:srgbClr val="A50021"/>
              </a:solidFill>
              <a:latin typeface="宋体" charset="-122"/>
            </a:endParaRPr>
          </a:p>
        </p:txBody>
      </p:sp>
      <p:grpSp>
        <p:nvGrpSpPr>
          <p:cNvPr id="3" name="Group 87"/>
          <p:cNvGrpSpPr>
            <a:grpSpLocks/>
          </p:cNvGrpSpPr>
          <p:nvPr/>
        </p:nvGrpSpPr>
        <p:grpSpPr bwMode="auto">
          <a:xfrm>
            <a:off x="803675" y="1007936"/>
            <a:ext cx="2247901" cy="582611"/>
            <a:chOff x="550" y="1523"/>
            <a:chExt cx="1416" cy="367"/>
          </a:xfrm>
        </p:grpSpPr>
        <p:graphicFrame>
          <p:nvGraphicFramePr>
            <p:cNvPr id="25606" name="Object 39"/>
            <p:cNvGraphicFramePr>
              <a:graphicFrameLocks noChangeAspect="1"/>
            </p:cNvGraphicFramePr>
            <p:nvPr/>
          </p:nvGraphicFramePr>
          <p:xfrm>
            <a:off x="1180" y="1529"/>
            <a:ext cx="786" cy="361"/>
          </p:xfrm>
          <a:graphic>
            <a:graphicData uri="http://schemas.openxmlformats.org/presentationml/2006/ole">
              <p:oleObj spid="_x0000_s97375" name="Equation" r:id="rId12" imgW="469696" imgH="203112" progId="Equation.DSMT4">
                <p:embed/>
              </p:oleObj>
            </a:graphicData>
          </a:graphic>
        </p:graphicFrame>
        <p:sp>
          <p:nvSpPr>
            <p:cNvPr id="25643" name="Rectangle 40"/>
            <p:cNvSpPr>
              <a:spLocks noChangeArrowheads="1"/>
            </p:cNvSpPr>
            <p:nvPr/>
          </p:nvSpPr>
          <p:spPr bwMode="auto">
            <a:xfrm>
              <a:off x="550" y="1523"/>
              <a:ext cx="1008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>
                  <a:solidFill>
                    <a:srgbClr val="000000"/>
                  </a:solidFill>
                  <a:latin typeface="宋体" charset="-122"/>
                </a:rPr>
                <a:t>特征</a:t>
              </a:r>
            </a:p>
          </p:txBody>
        </p:sp>
      </p:grpSp>
      <p:graphicFrame>
        <p:nvGraphicFramePr>
          <p:cNvPr id="70697" name="Object 41"/>
          <p:cNvGraphicFramePr>
            <a:graphicFrameLocks noChangeAspect="1"/>
          </p:cNvGraphicFramePr>
          <p:nvPr/>
        </p:nvGraphicFramePr>
        <p:xfrm>
          <a:off x="665798" y="4539615"/>
          <a:ext cx="3211512" cy="765175"/>
        </p:xfrm>
        <a:graphic>
          <a:graphicData uri="http://schemas.openxmlformats.org/presentationml/2006/ole">
            <p:oleObj spid="_x0000_s97376" name="Equation" r:id="rId13" imgW="977900" imgH="241300" progId="Equation.DSMT4">
              <p:embed/>
            </p:oleObj>
          </a:graphicData>
        </a:graphic>
      </p:graphicFrame>
      <p:grpSp>
        <p:nvGrpSpPr>
          <p:cNvPr id="4" name="Group 42"/>
          <p:cNvGrpSpPr>
            <a:grpSpLocks/>
          </p:cNvGrpSpPr>
          <p:nvPr/>
        </p:nvGrpSpPr>
        <p:grpSpPr bwMode="auto">
          <a:xfrm>
            <a:off x="6553200" y="2298105"/>
            <a:ext cx="838200" cy="1546225"/>
            <a:chOff x="3936" y="1632"/>
            <a:chExt cx="528" cy="974"/>
          </a:xfrm>
        </p:grpSpPr>
        <p:graphicFrame>
          <p:nvGraphicFramePr>
            <p:cNvPr id="25605" name="Object 43"/>
            <p:cNvGraphicFramePr>
              <a:graphicFrameLocks noChangeAspect="1"/>
            </p:cNvGraphicFramePr>
            <p:nvPr/>
          </p:nvGraphicFramePr>
          <p:xfrm>
            <a:off x="4032" y="2364"/>
            <a:ext cx="336" cy="242"/>
          </p:xfrm>
          <a:graphic>
            <a:graphicData uri="http://schemas.openxmlformats.org/presentationml/2006/ole">
              <p:oleObj spid="_x0000_s97377" name="Equation" r:id="rId14" imgW="355292" imgH="253780" progId="Equation.3">
                <p:embed/>
              </p:oleObj>
            </a:graphicData>
          </a:graphic>
        </p:graphicFrame>
        <p:sp>
          <p:nvSpPr>
            <p:cNvPr id="25640" name="Freeform 44" descr="浅色上对角线"/>
            <p:cNvSpPr>
              <a:spLocks/>
            </p:cNvSpPr>
            <p:nvPr/>
          </p:nvSpPr>
          <p:spPr bwMode="auto">
            <a:xfrm>
              <a:off x="4121" y="1632"/>
              <a:ext cx="151" cy="720"/>
            </a:xfrm>
            <a:custGeom>
              <a:avLst/>
              <a:gdLst>
                <a:gd name="T0" fmla="*/ 0 w 144"/>
                <a:gd name="T1" fmla="*/ 635 h 816"/>
                <a:gd name="T2" fmla="*/ 0 w 144"/>
                <a:gd name="T3" fmla="*/ 0 h 816"/>
                <a:gd name="T4" fmla="*/ 158 w 144"/>
                <a:gd name="T5" fmla="*/ 112 h 816"/>
                <a:gd name="T6" fmla="*/ 158 w 144"/>
                <a:gd name="T7" fmla="*/ 635 h 816"/>
                <a:gd name="T8" fmla="*/ 0 w 144"/>
                <a:gd name="T9" fmla="*/ 635 h 8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4"/>
                <a:gd name="T16" fmla="*/ 0 h 816"/>
                <a:gd name="T17" fmla="*/ 144 w 144"/>
                <a:gd name="T18" fmla="*/ 816 h 81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4" h="816">
                  <a:moveTo>
                    <a:pt x="0" y="816"/>
                  </a:moveTo>
                  <a:lnTo>
                    <a:pt x="0" y="0"/>
                  </a:lnTo>
                  <a:lnTo>
                    <a:pt x="144" y="144"/>
                  </a:lnTo>
                  <a:lnTo>
                    <a:pt x="144" y="816"/>
                  </a:lnTo>
                  <a:lnTo>
                    <a:pt x="0" y="816"/>
                  </a:lnTo>
                  <a:close/>
                </a:path>
              </a:pathLst>
            </a:custGeom>
            <a:pattFill prst="ltUpDiag">
              <a:fgClr>
                <a:srgbClr val="CC0099"/>
              </a:fgClr>
              <a:bgClr>
                <a:schemeClr val="accent1"/>
              </a:bgClr>
            </a:patt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5641" name="Line 45"/>
            <p:cNvSpPr>
              <a:spLocks noChangeShapeType="1"/>
            </p:cNvSpPr>
            <p:nvPr/>
          </p:nvSpPr>
          <p:spPr bwMode="auto">
            <a:xfrm>
              <a:off x="3936" y="2304"/>
              <a:ext cx="192" cy="0"/>
            </a:xfrm>
            <a:prstGeom prst="line">
              <a:avLst/>
            </a:prstGeom>
            <a:noFill/>
            <a:ln w="19050">
              <a:solidFill>
                <a:srgbClr val="FF0066"/>
              </a:solidFill>
              <a:round/>
              <a:headEnd/>
              <a:tailEnd type="triangle" w="sm" len="lg"/>
            </a:ln>
          </p:spPr>
          <p:txBody>
            <a:bodyPr wrap="none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5642" name="Line 46"/>
            <p:cNvSpPr>
              <a:spLocks noChangeShapeType="1"/>
            </p:cNvSpPr>
            <p:nvPr/>
          </p:nvSpPr>
          <p:spPr bwMode="auto">
            <a:xfrm>
              <a:off x="4272" y="2304"/>
              <a:ext cx="192" cy="0"/>
            </a:xfrm>
            <a:prstGeom prst="line">
              <a:avLst/>
            </a:prstGeom>
            <a:noFill/>
            <a:ln w="19050">
              <a:solidFill>
                <a:srgbClr val="FF0066"/>
              </a:solidFill>
              <a:round/>
              <a:headEnd type="triangle" w="sm" len="lg"/>
              <a:tailEnd type="none" w="sm" len="lg"/>
            </a:ln>
          </p:spPr>
          <p:txBody>
            <a:bodyPr wrap="none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</a:endParaRPr>
            </a:p>
          </p:txBody>
        </p:sp>
      </p:grpSp>
      <p:grpSp>
        <p:nvGrpSpPr>
          <p:cNvPr id="5" name="Group 70"/>
          <p:cNvGrpSpPr>
            <a:grpSpLocks/>
          </p:cNvGrpSpPr>
          <p:nvPr/>
        </p:nvGrpSpPr>
        <p:grpSpPr bwMode="auto">
          <a:xfrm>
            <a:off x="5491194" y="4941441"/>
            <a:ext cx="2209800" cy="1295400"/>
            <a:chOff x="3456" y="3216"/>
            <a:chExt cx="1392" cy="816"/>
          </a:xfrm>
        </p:grpSpPr>
        <p:sp>
          <p:nvSpPr>
            <p:cNvPr id="25634" name="Rectangle 71"/>
            <p:cNvSpPr>
              <a:spLocks noChangeArrowheads="1"/>
            </p:cNvSpPr>
            <p:nvPr/>
          </p:nvSpPr>
          <p:spPr bwMode="auto">
            <a:xfrm>
              <a:off x="3456" y="3216"/>
              <a:ext cx="1248" cy="816"/>
            </a:xfrm>
            <a:prstGeom prst="rect">
              <a:avLst/>
            </a:prstGeom>
            <a:solidFill>
              <a:srgbClr val="99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5635" name="Rectangle 72"/>
            <p:cNvSpPr>
              <a:spLocks noChangeArrowheads="1"/>
            </p:cNvSpPr>
            <p:nvPr/>
          </p:nvSpPr>
          <p:spPr bwMode="auto">
            <a:xfrm>
              <a:off x="3552" y="3312"/>
              <a:ext cx="1152" cy="62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5636" name="Rectangle 73"/>
            <p:cNvSpPr>
              <a:spLocks noChangeArrowheads="1"/>
            </p:cNvSpPr>
            <p:nvPr/>
          </p:nvSpPr>
          <p:spPr bwMode="auto">
            <a:xfrm>
              <a:off x="3840" y="3312"/>
              <a:ext cx="144" cy="624"/>
            </a:xfrm>
            <a:prstGeom prst="rect">
              <a:avLst/>
            </a:prstGeom>
            <a:gradFill rotWithShape="0">
              <a:gsLst>
                <a:gs pos="0">
                  <a:srgbClr val="49442A"/>
                </a:gs>
                <a:gs pos="50000">
                  <a:srgbClr val="9D925B"/>
                </a:gs>
                <a:gs pos="100000">
                  <a:srgbClr val="49442A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5637" name="Rectangle 74"/>
            <p:cNvSpPr>
              <a:spLocks noChangeArrowheads="1"/>
            </p:cNvSpPr>
            <p:nvPr/>
          </p:nvSpPr>
          <p:spPr bwMode="auto">
            <a:xfrm>
              <a:off x="3984" y="3552"/>
              <a:ext cx="864" cy="144"/>
            </a:xfrm>
            <a:prstGeom prst="rect">
              <a:avLst/>
            </a:prstGeom>
            <a:gradFill rotWithShape="0">
              <a:gsLst>
                <a:gs pos="0">
                  <a:srgbClr val="585233"/>
                </a:gs>
                <a:gs pos="50000">
                  <a:srgbClr val="9D925B"/>
                </a:gs>
                <a:gs pos="100000">
                  <a:srgbClr val="585233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5638" name="Rectangle 75" descr="20%"/>
            <p:cNvSpPr>
              <a:spLocks noChangeArrowheads="1"/>
            </p:cNvSpPr>
            <p:nvPr/>
          </p:nvSpPr>
          <p:spPr bwMode="auto">
            <a:xfrm>
              <a:off x="3552" y="3312"/>
              <a:ext cx="288" cy="624"/>
            </a:xfrm>
            <a:prstGeom prst="rect">
              <a:avLst/>
            </a:prstGeom>
            <a:pattFill prst="pct20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</a:endParaRPr>
            </a:p>
          </p:txBody>
        </p:sp>
      </p:grpSp>
      <p:grpSp>
        <p:nvGrpSpPr>
          <p:cNvPr id="6" name="Group 76"/>
          <p:cNvGrpSpPr>
            <a:grpSpLocks/>
          </p:cNvGrpSpPr>
          <p:nvPr/>
        </p:nvGrpSpPr>
        <p:grpSpPr bwMode="auto">
          <a:xfrm>
            <a:off x="5643594" y="5093841"/>
            <a:ext cx="2819400" cy="990600"/>
            <a:chOff x="5568" y="2592"/>
            <a:chExt cx="1776" cy="624"/>
          </a:xfrm>
        </p:grpSpPr>
        <p:sp>
          <p:nvSpPr>
            <p:cNvPr id="25628" name="Rectangle 77" descr="5%"/>
            <p:cNvSpPr>
              <a:spLocks noChangeArrowheads="1"/>
            </p:cNvSpPr>
            <p:nvPr/>
          </p:nvSpPr>
          <p:spPr bwMode="auto">
            <a:xfrm>
              <a:off x="5568" y="2592"/>
              <a:ext cx="768" cy="624"/>
            </a:xfrm>
            <a:prstGeom prst="rect">
              <a:avLst/>
            </a:prstGeom>
            <a:pattFill prst="pct5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</a:endParaRPr>
            </a:p>
          </p:txBody>
        </p:sp>
        <p:grpSp>
          <p:nvGrpSpPr>
            <p:cNvPr id="7" name="Group 78"/>
            <p:cNvGrpSpPr>
              <a:grpSpLocks/>
            </p:cNvGrpSpPr>
            <p:nvPr/>
          </p:nvGrpSpPr>
          <p:grpSpPr bwMode="auto">
            <a:xfrm>
              <a:off x="5856" y="2592"/>
              <a:ext cx="1008" cy="624"/>
              <a:chOff x="3456" y="2928"/>
              <a:chExt cx="1008" cy="624"/>
            </a:xfrm>
          </p:grpSpPr>
          <p:sp>
            <p:nvSpPr>
              <p:cNvPr id="25632" name="Rectangle 79"/>
              <p:cNvSpPr>
                <a:spLocks noChangeArrowheads="1"/>
              </p:cNvSpPr>
              <p:nvPr/>
            </p:nvSpPr>
            <p:spPr bwMode="auto">
              <a:xfrm>
                <a:off x="3456" y="2928"/>
                <a:ext cx="144" cy="624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prstDash val="dash"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 sz="1800" b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25633" name="Rectangle 80"/>
              <p:cNvSpPr>
                <a:spLocks noChangeArrowheads="1"/>
              </p:cNvSpPr>
              <p:nvPr/>
            </p:nvSpPr>
            <p:spPr bwMode="auto">
              <a:xfrm>
                <a:off x="3600" y="3168"/>
                <a:ext cx="864" cy="144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prstDash val="dash"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 sz="1800" b="0">
                  <a:solidFill>
                    <a:srgbClr val="000000"/>
                  </a:solidFill>
                  <a:latin typeface="Arial" charset="0"/>
                </a:endParaRPr>
              </a:p>
            </p:txBody>
          </p:sp>
        </p:grpSp>
        <p:sp>
          <p:nvSpPr>
            <p:cNvPr id="25630" name="Rectangle 81"/>
            <p:cNvSpPr>
              <a:spLocks noChangeArrowheads="1"/>
            </p:cNvSpPr>
            <p:nvPr/>
          </p:nvSpPr>
          <p:spPr bwMode="auto">
            <a:xfrm>
              <a:off x="6336" y="2592"/>
              <a:ext cx="144" cy="624"/>
            </a:xfrm>
            <a:prstGeom prst="rect">
              <a:avLst/>
            </a:prstGeom>
            <a:gradFill rotWithShape="0">
              <a:gsLst>
                <a:gs pos="0">
                  <a:srgbClr val="49442A"/>
                </a:gs>
                <a:gs pos="50000">
                  <a:srgbClr val="9D925B"/>
                </a:gs>
                <a:gs pos="100000">
                  <a:srgbClr val="49442A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5631" name="Rectangle 82"/>
            <p:cNvSpPr>
              <a:spLocks noChangeArrowheads="1"/>
            </p:cNvSpPr>
            <p:nvPr/>
          </p:nvSpPr>
          <p:spPr bwMode="auto">
            <a:xfrm>
              <a:off x="6480" y="2832"/>
              <a:ext cx="864" cy="144"/>
            </a:xfrm>
            <a:prstGeom prst="rect">
              <a:avLst/>
            </a:prstGeom>
            <a:gradFill rotWithShape="0">
              <a:gsLst>
                <a:gs pos="0">
                  <a:srgbClr val="585233"/>
                </a:gs>
                <a:gs pos="50000">
                  <a:srgbClr val="9D925B"/>
                </a:gs>
                <a:gs pos="100000">
                  <a:srgbClr val="585233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</a:endParaRPr>
            </a:p>
          </p:txBody>
        </p:sp>
      </p:grpSp>
      <p:grpSp>
        <p:nvGrpSpPr>
          <p:cNvPr id="8" name="Group 83"/>
          <p:cNvGrpSpPr>
            <a:grpSpLocks/>
          </p:cNvGrpSpPr>
          <p:nvPr/>
        </p:nvGrpSpPr>
        <p:grpSpPr bwMode="auto">
          <a:xfrm>
            <a:off x="5148014" y="4312490"/>
            <a:ext cx="3600450" cy="933750"/>
            <a:chOff x="3317" y="2773"/>
            <a:chExt cx="2112" cy="635"/>
          </a:xfrm>
        </p:grpSpPr>
        <p:sp>
          <p:nvSpPr>
            <p:cNvPr id="25626" name="Freeform 84"/>
            <p:cNvSpPr>
              <a:spLocks/>
            </p:cNvSpPr>
            <p:nvPr/>
          </p:nvSpPr>
          <p:spPr bwMode="auto">
            <a:xfrm>
              <a:off x="3360" y="2784"/>
              <a:ext cx="1920" cy="624"/>
            </a:xfrm>
            <a:custGeom>
              <a:avLst/>
              <a:gdLst>
                <a:gd name="T0" fmla="*/ 0 w 1824"/>
                <a:gd name="T1" fmla="*/ 0 h 528"/>
                <a:gd name="T2" fmla="*/ 2021 w 1824"/>
                <a:gd name="T3" fmla="*/ 9 h 528"/>
                <a:gd name="T4" fmla="*/ 2021 w 1824"/>
                <a:gd name="T5" fmla="*/ 402 h 528"/>
                <a:gd name="T6" fmla="*/ 1171 w 1824"/>
                <a:gd name="T7" fmla="*/ 402 h 528"/>
                <a:gd name="T8" fmla="*/ 1064 w 1824"/>
                <a:gd name="T9" fmla="*/ 737 h 528"/>
                <a:gd name="T10" fmla="*/ 1011 w 1824"/>
                <a:gd name="T11" fmla="*/ 402 h 528"/>
                <a:gd name="T12" fmla="*/ 319 w 1824"/>
                <a:gd name="T13" fmla="*/ 402 h 528"/>
                <a:gd name="T14" fmla="*/ 319 w 1824"/>
                <a:gd name="T15" fmla="*/ 604 h 528"/>
                <a:gd name="T16" fmla="*/ 213 w 1824"/>
                <a:gd name="T17" fmla="*/ 402 h 528"/>
                <a:gd name="T18" fmla="*/ 0 w 1824"/>
                <a:gd name="T19" fmla="*/ 402 h 528"/>
                <a:gd name="T20" fmla="*/ 0 w 1824"/>
                <a:gd name="T21" fmla="*/ 0 h 52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824"/>
                <a:gd name="T34" fmla="*/ 0 h 528"/>
                <a:gd name="T35" fmla="*/ 1824 w 1824"/>
                <a:gd name="T36" fmla="*/ 528 h 528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824" h="528">
                  <a:moveTo>
                    <a:pt x="0" y="0"/>
                  </a:moveTo>
                  <a:cubicBezTo>
                    <a:pt x="608" y="2"/>
                    <a:pt x="1216" y="5"/>
                    <a:pt x="1824" y="7"/>
                  </a:cubicBezTo>
                  <a:lnTo>
                    <a:pt x="1824" y="288"/>
                  </a:lnTo>
                  <a:lnTo>
                    <a:pt x="1056" y="288"/>
                  </a:lnTo>
                  <a:lnTo>
                    <a:pt x="960" y="528"/>
                  </a:lnTo>
                  <a:lnTo>
                    <a:pt x="912" y="288"/>
                  </a:lnTo>
                  <a:lnTo>
                    <a:pt x="288" y="288"/>
                  </a:lnTo>
                  <a:lnTo>
                    <a:pt x="288" y="432"/>
                  </a:lnTo>
                  <a:lnTo>
                    <a:pt x="192" y="288"/>
                  </a:lnTo>
                  <a:lnTo>
                    <a:pt x="0" y="288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9050" cmpd="sng">
              <a:solidFill>
                <a:srgbClr val="CC0099"/>
              </a:solidFill>
              <a:round/>
              <a:headEnd/>
              <a:tailEnd/>
            </a:ln>
          </p:spPr>
          <p:txBody>
            <a:bodyPr wrap="none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5627" name="Text Box 85"/>
            <p:cNvSpPr txBox="1">
              <a:spLocks noChangeArrowheads="1"/>
            </p:cNvSpPr>
            <p:nvPr/>
          </p:nvSpPr>
          <p:spPr bwMode="auto">
            <a:xfrm>
              <a:off x="3317" y="2773"/>
              <a:ext cx="2112" cy="3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800" dirty="0">
                  <a:solidFill>
                    <a:srgbClr val="1C1C1C"/>
                  </a:solidFill>
                </a:rPr>
                <a:t>绝热的汽缸壁和活塞</a:t>
              </a:r>
            </a:p>
          </p:txBody>
        </p:sp>
      </p:grpSp>
      <p:grpSp>
        <p:nvGrpSpPr>
          <p:cNvPr id="53" name="组合 52"/>
          <p:cNvGrpSpPr/>
          <p:nvPr/>
        </p:nvGrpSpPr>
        <p:grpSpPr>
          <a:xfrm>
            <a:off x="730009" y="1870135"/>
            <a:ext cx="4118992" cy="2216725"/>
            <a:chOff x="730009" y="1870135"/>
            <a:chExt cx="4118992" cy="2216725"/>
          </a:xfrm>
        </p:grpSpPr>
        <p:sp>
          <p:nvSpPr>
            <p:cNvPr id="25639" name="Text Box 52"/>
            <p:cNvSpPr txBox="1">
              <a:spLocks noChangeArrowheads="1"/>
            </p:cNvSpPr>
            <p:nvPr/>
          </p:nvSpPr>
          <p:spPr bwMode="auto">
            <a:xfrm>
              <a:off x="730009" y="1870135"/>
              <a:ext cx="4118992" cy="584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dirty="0">
                  <a:solidFill>
                    <a:srgbClr val="000000"/>
                  </a:solidFill>
                  <a:latin typeface="宋体" charset="-122"/>
                </a:rPr>
                <a:t>热力学第一定律</a:t>
              </a:r>
              <a:r>
                <a:rPr kumimoji="1" lang="en-US" altLang="zh-CN" dirty="0">
                  <a:solidFill>
                    <a:srgbClr val="000000"/>
                  </a:solidFill>
                  <a:latin typeface="宋体" charset="-122"/>
                </a:rPr>
                <a:t>:</a:t>
              </a:r>
              <a:endParaRPr kumimoji="1" lang="zh-CN" altLang="en-US" dirty="0">
                <a:solidFill>
                  <a:srgbClr val="000000"/>
                </a:solidFill>
                <a:ea typeface="楷体_GB2312" pitchFamily="49" charset="-122"/>
              </a:endParaRPr>
            </a:p>
          </p:txBody>
        </p:sp>
        <p:graphicFrame>
          <p:nvGraphicFramePr>
            <p:cNvPr id="56" name="Object 53"/>
            <p:cNvGraphicFramePr>
              <a:graphicFrameLocks noChangeAspect="1"/>
            </p:cNvGraphicFramePr>
            <p:nvPr/>
          </p:nvGraphicFramePr>
          <p:xfrm>
            <a:off x="1079500" y="2780348"/>
            <a:ext cx="2794000" cy="1306512"/>
          </p:xfrm>
          <a:graphic>
            <a:graphicData uri="http://schemas.openxmlformats.org/presentationml/2006/ole">
              <p:oleObj spid="_x0000_s97378" name="Equation" r:id="rId15" imgW="812447" imgH="406224" progId="Equation.DSMT4">
                <p:embed/>
              </p:oleObj>
            </a:graphicData>
          </a:graphic>
        </p:graphicFrame>
      </p:grpSp>
      <p:graphicFrame>
        <p:nvGraphicFramePr>
          <p:cNvPr id="71685" name="Object 5"/>
          <p:cNvGraphicFramePr>
            <a:graphicFrameLocks noChangeAspect="1"/>
          </p:cNvGraphicFramePr>
          <p:nvPr/>
        </p:nvGraphicFramePr>
        <p:xfrm>
          <a:off x="668338" y="5646103"/>
          <a:ext cx="3995102" cy="661987"/>
        </p:xfrm>
        <a:graphic>
          <a:graphicData uri="http://schemas.openxmlformats.org/presentationml/2006/ole">
            <p:oleObj spid="_x0000_s97379" name="Equation" r:id="rId16" imgW="1409700" imgH="228600" progId="Equation.DSMT4">
              <p:embed/>
            </p:oleObj>
          </a:graphicData>
        </a:graphic>
      </p:graphicFrame>
    </p:spTree>
    <p:extLst>
      <p:ext uri="{BB962C8B-B14F-4D97-AF65-F5344CB8AC3E}">
        <p14:creationId xmlns:p14="http://schemas.microsoft.com/office/powerpoint/2010/main" xmlns="" val="1474748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70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71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88" name="Text Box 2"/>
          <p:cNvSpPr txBox="1">
            <a:spLocks noChangeArrowheads="1"/>
          </p:cNvSpPr>
          <p:nvPr/>
        </p:nvSpPr>
        <p:spPr bwMode="auto">
          <a:xfrm>
            <a:off x="539552" y="548680"/>
            <a:ext cx="528002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dirty="0" smtClean="0">
                <a:solidFill>
                  <a:srgbClr val="000000"/>
                </a:solidFill>
              </a:rPr>
              <a:t>* </a:t>
            </a:r>
            <a:r>
              <a:rPr kumimoji="1" lang="zh-CN" altLang="en-US" dirty="0">
                <a:solidFill>
                  <a:srgbClr val="000000"/>
                </a:solidFill>
              </a:rPr>
              <a:t>绝热过程方程的推导</a:t>
            </a:r>
          </a:p>
        </p:txBody>
      </p:sp>
      <p:graphicFrame>
        <p:nvGraphicFramePr>
          <p:cNvPr id="73731" name="Object 3"/>
          <p:cNvGraphicFramePr>
            <a:graphicFrameLocks noChangeAspect="1"/>
          </p:cNvGraphicFramePr>
          <p:nvPr/>
        </p:nvGraphicFramePr>
        <p:xfrm>
          <a:off x="323528" y="1628800"/>
          <a:ext cx="4411545" cy="605259"/>
        </p:xfrm>
        <a:graphic>
          <a:graphicData uri="http://schemas.openxmlformats.org/presentationml/2006/ole">
            <p:oleObj spid="_x0000_s99414" name="公式" r:id="rId3" imgW="1536033" imgH="215806" progId="Equation.3">
              <p:embed/>
            </p:oleObj>
          </a:graphicData>
        </a:graphic>
      </p:graphicFrame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467544" y="2781329"/>
            <a:ext cx="3887658" cy="1584251"/>
            <a:chOff x="431" y="1114"/>
            <a:chExt cx="2134" cy="921"/>
          </a:xfrm>
        </p:grpSpPr>
        <p:graphicFrame>
          <p:nvGraphicFramePr>
            <p:cNvPr id="28686" name="Object 5"/>
            <p:cNvGraphicFramePr>
              <a:graphicFrameLocks noChangeAspect="1"/>
            </p:cNvGraphicFramePr>
            <p:nvPr/>
          </p:nvGraphicFramePr>
          <p:xfrm>
            <a:off x="567" y="1114"/>
            <a:ext cx="1998" cy="383"/>
          </p:xfrm>
          <a:graphic>
            <a:graphicData uri="http://schemas.openxmlformats.org/presentationml/2006/ole">
              <p:oleObj spid="_x0000_s99415" name="公式" r:id="rId4" imgW="1079500" imgH="228600" progId="Equation.3">
                <p:embed/>
              </p:oleObj>
            </a:graphicData>
          </a:graphic>
        </p:graphicFrame>
        <p:sp>
          <p:nvSpPr>
            <p:cNvPr id="28703" name="AutoShape 6"/>
            <p:cNvSpPr>
              <a:spLocks/>
            </p:cNvSpPr>
            <p:nvPr/>
          </p:nvSpPr>
          <p:spPr bwMode="auto">
            <a:xfrm>
              <a:off x="431" y="1282"/>
              <a:ext cx="183" cy="530"/>
            </a:xfrm>
            <a:prstGeom prst="leftBrace">
              <a:avLst>
                <a:gd name="adj1" fmla="val 24135"/>
                <a:gd name="adj2" fmla="val 50000"/>
              </a:avLst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</a:endParaRPr>
            </a:p>
          </p:txBody>
        </p:sp>
        <p:graphicFrame>
          <p:nvGraphicFramePr>
            <p:cNvPr id="28687" name="Object 7"/>
            <p:cNvGraphicFramePr>
              <a:graphicFrameLocks noChangeAspect="1"/>
            </p:cNvGraphicFramePr>
            <p:nvPr/>
          </p:nvGraphicFramePr>
          <p:xfrm>
            <a:off x="612" y="1700"/>
            <a:ext cx="1110" cy="335"/>
          </p:xfrm>
          <a:graphic>
            <a:graphicData uri="http://schemas.openxmlformats.org/presentationml/2006/ole">
              <p:oleObj spid="_x0000_s99416" name="公式" r:id="rId5" imgW="609336" imgH="190417" progId="Equation.3">
                <p:embed/>
              </p:oleObj>
            </a:graphicData>
          </a:graphic>
        </p:graphicFrame>
      </p:grpSp>
      <p:graphicFrame>
        <p:nvGraphicFramePr>
          <p:cNvPr id="73736" name="Object 8"/>
          <p:cNvGraphicFramePr>
            <a:graphicFrameLocks noChangeAspect="1"/>
          </p:cNvGraphicFramePr>
          <p:nvPr/>
        </p:nvGraphicFramePr>
        <p:xfrm>
          <a:off x="323528" y="4845968"/>
          <a:ext cx="4443412" cy="1103312"/>
        </p:xfrm>
        <a:graphic>
          <a:graphicData uri="http://schemas.openxmlformats.org/presentationml/2006/ole">
            <p:oleObj spid="_x0000_s99417" name="公式" r:id="rId6" imgW="1333500" imgH="393700" progId="Equation.3">
              <p:embed/>
            </p:oleObj>
          </a:graphicData>
        </a:graphic>
      </p:graphicFrame>
      <p:grpSp>
        <p:nvGrpSpPr>
          <p:cNvPr id="3" name="Group 32"/>
          <p:cNvGrpSpPr>
            <a:grpSpLocks/>
          </p:cNvGrpSpPr>
          <p:nvPr/>
        </p:nvGrpSpPr>
        <p:grpSpPr bwMode="auto">
          <a:xfrm>
            <a:off x="5611688" y="2037184"/>
            <a:ext cx="3352800" cy="3048000"/>
            <a:chOff x="3351" y="1117"/>
            <a:chExt cx="2112" cy="1920"/>
          </a:xfrm>
        </p:grpSpPr>
        <p:sp>
          <p:nvSpPr>
            <p:cNvPr id="28691" name="Rectangle 10"/>
            <p:cNvSpPr>
              <a:spLocks noChangeArrowheads="1"/>
            </p:cNvSpPr>
            <p:nvPr/>
          </p:nvSpPr>
          <p:spPr bwMode="auto">
            <a:xfrm>
              <a:off x="3351" y="1117"/>
              <a:ext cx="2112" cy="19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8692" name="AutoShape 11"/>
            <p:cNvSpPr>
              <a:spLocks noChangeArrowheads="1"/>
            </p:cNvSpPr>
            <p:nvPr/>
          </p:nvSpPr>
          <p:spPr bwMode="auto">
            <a:xfrm>
              <a:off x="4359" y="1501"/>
              <a:ext cx="672" cy="384"/>
            </a:xfrm>
            <a:prstGeom prst="wedgeRoundRectCallout">
              <a:avLst>
                <a:gd name="adj1" fmla="val -53421"/>
                <a:gd name="adj2" fmla="val 92449"/>
                <a:gd name="adj3" fmla="val 16667"/>
              </a:avLst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eaLnBrk="1" hangingPunct="1"/>
              <a:endParaRPr lang="zh-CN" altLang="zh-CN" sz="2800">
                <a:solidFill>
                  <a:srgbClr val="000000"/>
                </a:solidFill>
              </a:endParaRPr>
            </a:p>
          </p:txBody>
        </p:sp>
        <p:graphicFrame>
          <p:nvGraphicFramePr>
            <p:cNvPr id="28676" name="Object 12"/>
            <p:cNvGraphicFramePr>
              <a:graphicFrameLocks noChangeAspect="1"/>
            </p:cNvGraphicFramePr>
            <p:nvPr/>
          </p:nvGraphicFramePr>
          <p:xfrm>
            <a:off x="4105" y="1198"/>
            <a:ext cx="893" cy="274"/>
          </p:xfrm>
          <a:graphic>
            <a:graphicData uri="http://schemas.openxmlformats.org/presentationml/2006/ole">
              <p:oleObj spid="_x0000_s99418" name="公式" r:id="rId7" imgW="634449" imgH="215713" progId="Equation.3">
                <p:embed/>
              </p:oleObj>
            </a:graphicData>
          </a:graphic>
        </p:graphicFrame>
        <p:graphicFrame>
          <p:nvGraphicFramePr>
            <p:cNvPr id="28677" name="Object 13"/>
            <p:cNvGraphicFramePr>
              <a:graphicFrameLocks noChangeAspect="1"/>
            </p:cNvGraphicFramePr>
            <p:nvPr/>
          </p:nvGraphicFramePr>
          <p:xfrm>
            <a:off x="4649" y="2024"/>
            <a:ext cx="801" cy="270"/>
          </p:xfrm>
          <a:graphic>
            <a:graphicData uri="http://schemas.openxmlformats.org/presentationml/2006/ole">
              <p:oleObj spid="_x0000_s99419" name="公式" r:id="rId8" imgW="685502" imgH="215806" progId="Equation.3">
                <p:embed/>
              </p:oleObj>
            </a:graphicData>
          </a:graphic>
        </p:graphicFrame>
        <p:sp>
          <p:nvSpPr>
            <p:cNvPr id="28693" name="Line 14"/>
            <p:cNvSpPr>
              <a:spLocks noChangeShapeType="1"/>
            </p:cNvSpPr>
            <p:nvPr/>
          </p:nvSpPr>
          <p:spPr bwMode="auto">
            <a:xfrm>
              <a:off x="3671" y="2701"/>
              <a:ext cx="15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8694" name="Arc 15"/>
            <p:cNvSpPr>
              <a:spLocks/>
            </p:cNvSpPr>
            <p:nvPr/>
          </p:nvSpPr>
          <p:spPr bwMode="auto">
            <a:xfrm flipH="1" flipV="1">
              <a:off x="4025" y="1200"/>
              <a:ext cx="1113" cy="1165"/>
            </a:xfrm>
            <a:custGeom>
              <a:avLst/>
              <a:gdLst>
                <a:gd name="T0" fmla="*/ 1 w 21059"/>
                <a:gd name="T1" fmla="*/ 0 h 21281"/>
                <a:gd name="T2" fmla="*/ 3 w 21059"/>
                <a:gd name="T3" fmla="*/ 3 h 21281"/>
                <a:gd name="T4" fmla="*/ 0 w 21059"/>
                <a:gd name="T5" fmla="*/ 4 h 21281"/>
                <a:gd name="T6" fmla="*/ 0 60000 65536"/>
                <a:gd name="T7" fmla="*/ 0 60000 65536"/>
                <a:gd name="T8" fmla="*/ 0 60000 65536"/>
                <a:gd name="T9" fmla="*/ 0 w 21059"/>
                <a:gd name="T10" fmla="*/ 0 h 21281"/>
                <a:gd name="T11" fmla="*/ 21059 w 21059"/>
                <a:gd name="T12" fmla="*/ 21281 h 2128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059" h="21281" fill="none" extrusionOk="0">
                  <a:moveTo>
                    <a:pt x="3698" y="0"/>
                  </a:moveTo>
                  <a:cubicBezTo>
                    <a:pt x="12277" y="1491"/>
                    <a:pt x="19121" y="7986"/>
                    <a:pt x="21058" y="16475"/>
                  </a:cubicBezTo>
                </a:path>
                <a:path w="21059" h="21281" stroke="0" extrusionOk="0">
                  <a:moveTo>
                    <a:pt x="3698" y="0"/>
                  </a:moveTo>
                  <a:cubicBezTo>
                    <a:pt x="12277" y="1491"/>
                    <a:pt x="19121" y="7986"/>
                    <a:pt x="21058" y="16475"/>
                  </a:cubicBezTo>
                  <a:lnTo>
                    <a:pt x="0" y="21281"/>
                  </a:lnTo>
                  <a:close/>
                </a:path>
              </a:pathLst>
            </a:custGeom>
            <a:noFill/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8695" name="Line 16"/>
            <p:cNvSpPr>
              <a:spLocks noChangeShapeType="1"/>
            </p:cNvSpPr>
            <p:nvPr/>
          </p:nvSpPr>
          <p:spPr bwMode="auto">
            <a:xfrm flipH="1">
              <a:off x="4025" y="1493"/>
              <a:ext cx="15" cy="121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8696" name="Line 17"/>
            <p:cNvSpPr>
              <a:spLocks noChangeShapeType="1"/>
            </p:cNvSpPr>
            <p:nvPr/>
          </p:nvSpPr>
          <p:spPr bwMode="auto">
            <a:xfrm>
              <a:off x="4952" y="2377"/>
              <a:ext cx="0" cy="33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8697" name="Line 18"/>
            <p:cNvSpPr>
              <a:spLocks noChangeShapeType="1"/>
            </p:cNvSpPr>
            <p:nvPr/>
          </p:nvSpPr>
          <p:spPr bwMode="auto">
            <a:xfrm flipH="1">
              <a:off x="3688" y="1451"/>
              <a:ext cx="33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8698" name="Line 19"/>
            <p:cNvSpPr>
              <a:spLocks noChangeShapeType="1"/>
            </p:cNvSpPr>
            <p:nvPr/>
          </p:nvSpPr>
          <p:spPr bwMode="auto">
            <a:xfrm flipH="1">
              <a:off x="3688" y="2377"/>
              <a:ext cx="12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8699" name="Text Box 20"/>
            <p:cNvSpPr txBox="1">
              <a:spLocks noChangeArrowheads="1"/>
            </p:cNvSpPr>
            <p:nvPr/>
          </p:nvSpPr>
          <p:spPr bwMode="auto">
            <a:xfrm>
              <a:off x="3902" y="1218"/>
              <a:ext cx="29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>
                  <a:solidFill>
                    <a:srgbClr val="A50021"/>
                  </a:solidFill>
                </a:rPr>
                <a:t>1</a:t>
              </a:r>
            </a:p>
          </p:txBody>
        </p:sp>
        <p:sp>
          <p:nvSpPr>
            <p:cNvPr id="28700" name="Text Box 21"/>
            <p:cNvSpPr txBox="1">
              <a:spLocks noChangeArrowheads="1"/>
            </p:cNvSpPr>
            <p:nvPr/>
          </p:nvSpPr>
          <p:spPr bwMode="auto">
            <a:xfrm>
              <a:off x="4958" y="2244"/>
              <a:ext cx="21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>
                  <a:solidFill>
                    <a:srgbClr val="A50021"/>
                  </a:solidFill>
                </a:rPr>
                <a:t>2</a:t>
              </a:r>
              <a:endParaRPr kumimoji="1" lang="en-US" altLang="zh-CN" sz="2400" b="0">
                <a:solidFill>
                  <a:srgbClr val="000000"/>
                </a:solidFill>
              </a:endParaRPr>
            </a:p>
          </p:txBody>
        </p:sp>
        <p:sp>
          <p:nvSpPr>
            <p:cNvPr id="28701" name="Line 22"/>
            <p:cNvSpPr>
              <a:spLocks noChangeShapeType="1"/>
            </p:cNvSpPr>
            <p:nvPr/>
          </p:nvSpPr>
          <p:spPr bwMode="auto">
            <a:xfrm>
              <a:off x="4177" y="1837"/>
              <a:ext cx="85" cy="125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</a:endParaRPr>
            </a:p>
          </p:txBody>
        </p:sp>
        <p:graphicFrame>
          <p:nvGraphicFramePr>
            <p:cNvPr id="28678" name="Object 23"/>
            <p:cNvGraphicFramePr>
              <a:graphicFrameLocks noChangeAspect="1"/>
            </p:cNvGraphicFramePr>
            <p:nvPr/>
          </p:nvGraphicFramePr>
          <p:xfrm>
            <a:off x="3397" y="1367"/>
            <a:ext cx="271" cy="251"/>
          </p:xfrm>
          <a:graphic>
            <a:graphicData uri="http://schemas.openxmlformats.org/presentationml/2006/ole">
              <p:oleObj spid="_x0000_s99420" name="Equation" r:id="rId9" imgW="266353" imgH="317087" progId="Equation.3">
                <p:embed/>
              </p:oleObj>
            </a:graphicData>
          </a:graphic>
        </p:graphicFrame>
        <p:graphicFrame>
          <p:nvGraphicFramePr>
            <p:cNvPr id="28679" name="Object 24"/>
            <p:cNvGraphicFramePr>
              <a:graphicFrameLocks noChangeAspect="1"/>
            </p:cNvGraphicFramePr>
            <p:nvPr/>
          </p:nvGraphicFramePr>
          <p:xfrm>
            <a:off x="3397" y="2213"/>
            <a:ext cx="259" cy="240"/>
          </p:xfrm>
          <a:graphic>
            <a:graphicData uri="http://schemas.openxmlformats.org/presentationml/2006/ole">
              <p:oleObj spid="_x0000_s99421" name="Equation" r:id="rId10" imgW="291847" imgH="317225" progId="Equation.3">
                <p:embed/>
              </p:oleObj>
            </a:graphicData>
          </a:graphic>
        </p:graphicFrame>
        <p:graphicFrame>
          <p:nvGraphicFramePr>
            <p:cNvPr id="28680" name="Object 25"/>
            <p:cNvGraphicFramePr>
              <a:graphicFrameLocks noChangeAspect="1"/>
            </p:cNvGraphicFramePr>
            <p:nvPr/>
          </p:nvGraphicFramePr>
          <p:xfrm>
            <a:off x="3948" y="2672"/>
            <a:ext cx="237" cy="304"/>
          </p:xfrm>
          <a:graphic>
            <a:graphicData uri="http://schemas.openxmlformats.org/presentationml/2006/ole">
              <p:oleObj spid="_x0000_s99422" name="公式" r:id="rId11" imgW="126780" imgH="164814" progId="Equation.3">
                <p:embed/>
              </p:oleObj>
            </a:graphicData>
          </a:graphic>
        </p:graphicFrame>
        <p:graphicFrame>
          <p:nvGraphicFramePr>
            <p:cNvPr id="28681" name="Object 26"/>
            <p:cNvGraphicFramePr>
              <a:graphicFrameLocks noChangeAspect="1"/>
            </p:cNvGraphicFramePr>
            <p:nvPr/>
          </p:nvGraphicFramePr>
          <p:xfrm>
            <a:off x="4804" y="2672"/>
            <a:ext cx="264" cy="304"/>
          </p:xfrm>
          <a:graphic>
            <a:graphicData uri="http://schemas.openxmlformats.org/presentationml/2006/ole">
              <p:oleObj spid="_x0000_s99423" name="公式" r:id="rId12" imgW="139579" imgH="164957" progId="Equation.3">
                <p:embed/>
              </p:oleObj>
            </a:graphicData>
          </a:graphic>
        </p:graphicFrame>
        <p:graphicFrame>
          <p:nvGraphicFramePr>
            <p:cNvPr id="28682" name="Object 27"/>
            <p:cNvGraphicFramePr>
              <a:graphicFrameLocks noChangeAspect="1"/>
            </p:cNvGraphicFramePr>
            <p:nvPr/>
          </p:nvGraphicFramePr>
          <p:xfrm>
            <a:off x="3443" y="1200"/>
            <a:ext cx="187" cy="220"/>
          </p:xfrm>
          <a:graphic>
            <a:graphicData uri="http://schemas.openxmlformats.org/presentationml/2006/ole">
              <p:oleObj spid="_x0000_s99424" name="Equation" r:id="rId13" imgW="203112" imgH="241195" progId="Equation.3">
                <p:embed/>
              </p:oleObj>
            </a:graphicData>
          </a:graphic>
        </p:graphicFrame>
        <p:graphicFrame>
          <p:nvGraphicFramePr>
            <p:cNvPr id="28683" name="Object 28"/>
            <p:cNvGraphicFramePr>
              <a:graphicFrameLocks noChangeAspect="1"/>
            </p:cNvGraphicFramePr>
            <p:nvPr/>
          </p:nvGraphicFramePr>
          <p:xfrm>
            <a:off x="5104" y="2736"/>
            <a:ext cx="161" cy="179"/>
          </p:xfrm>
          <a:graphic>
            <a:graphicData uri="http://schemas.openxmlformats.org/presentationml/2006/ole">
              <p:oleObj spid="_x0000_s99425" name="Equation" r:id="rId14" imgW="215713" imgH="241091" progId="Equation.3">
                <p:embed/>
              </p:oleObj>
            </a:graphicData>
          </a:graphic>
        </p:graphicFrame>
        <p:graphicFrame>
          <p:nvGraphicFramePr>
            <p:cNvPr id="28684" name="Object 29"/>
            <p:cNvGraphicFramePr>
              <a:graphicFrameLocks noChangeAspect="1"/>
            </p:cNvGraphicFramePr>
            <p:nvPr/>
          </p:nvGraphicFramePr>
          <p:xfrm>
            <a:off x="3604" y="2711"/>
            <a:ext cx="154" cy="176"/>
          </p:xfrm>
          <a:graphic>
            <a:graphicData uri="http://schemas.openxmlformats.org/presentationml/2006/ole">
              <p:oleObj spid="_x0000_s99426" name="Equation" r:id="rId15" imgW="164957" imgH="190335" progId="Equation.3">
                <p:embed/>
              </p:oleObj>
            </a:graphicData>
          </a:graphic>
        </p:graphicFrame>
        <p:sp>
          <p:nvSpPr>
            <p:cNvPr id="28702" name="Line 30"/>
            <p:cNvSpPr>
              <a:spLocks noChangeShapeType="1"/>
            </p:cNvSpPr>
            <p:nvPr/>
          </p:nvSpPr>
          <p:spPr bwMode="auto">
            <a:xfrm flipV="1">
              <a:off x="3672" y="1242"/>
              <a:ext cx="0" cy="146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lg"/>
            </a:ln>
          </p:spPr>
          <p:txBody>
            <a:bodyPr wrap="none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</a:endParaRPr>
            </a:p>
          </p:txBody>
        </p:sp>
        <p:graphicFrame>
          <p:nvGraphicFramePr>
            <p:cNvPr id="28685" name="Object 31"/>
            <p:cNvGraphicFramePr>
              <a:graphicFrameLocks noChangeAspect="1"/>
            </p:cNvGraphicFramePr>
            <p:nvPr/>
          </p:nvGraphicFramePr>
          <p:xfrm>
            <a:off x="4495" y="1585"/>
            <a:ext cx="469" cy="227"/>
          </p:xfrm>
          <a:graphic>
            <a:graphicData uri="http://schemas.openxmlformats.org/presentationml/2006/ole">
              <p:oleObj spid="_x0000_s99427" name="公式" r:id="rId16" imgW="596900" imgH="292100" progId="Equation.3">
                <p:embed/>
              </p:oleObj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xmlns="" val="433844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73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73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4754" name="Object 2"/>
          <p:cNvGraphicFramePr>
            <a:graphicFrameLocks noChangeAspect="1"/>
          </p:cNvGraphicFramePr>
          <p:nvPr/>
        </p:nvGraphicFramePr>
        <p:xfrm>
          <a:off x="772345" y="3579057"/>
          <a:ext cx="3019522" cy="1108745"/>
        </p:xfrm>
        <a:graphic>
          <a:graphicData uri="http://schemas.openxmlformats.org/presentationml/2006/ole">
            <p:oleObj spid="_x0000_s100402" name="Equation" r:id="rId3" imgW="1879600" imgH="660400" progId="Equation.3">
              <p:embed/>
            </p:oleObj>
          </a:graphicData>
        </a:graphic>
      </p:graphicFrame>
      <p:grpSp>
        <p:nvGrpSpPr>
          <p:cNvPr id="2" name="Group 17"/>
          <p:cNvGrpSpPr>
            <a:grpSpLocks/>
          </p:cNvGrpSpPr>
          <p:nvPr/>
        </p:nvGrpSpPr>
        <p:grpSpPr bwMode="auto">
          <a:xfrm>
            <a:off x="492993" y="877531"/>
            <a:ext cx="5591175" cy="1176338"/>
            <a:chOff x="521" y="709"/>
            <a:chExt cx="3522" cy="741"/>
          </a:xfrm>
        </p:grpSpPr>
        <p:graphicFrame>
          <p:nvGraphicFramePr>
            <p:cNvPr id="29703" name="Object 4"/>
            <p:cNvGraphicFramePr>
              <a:graphicFrameLocks noChangeAspect="1"/>
            </p:cNvGraphicFramePr>
            <p:nvPr/>
          </p:nvGraphicFramePr>
          <p:xfrm>
            <a:off x="2079" y="709"/>
            <a:ext cx="1964" cy="741"/>
          </p:xfrm>
          <a:graphic>
            <a:graphicData uri="http://schemas.openxmlformats.org/presentationml/2006/ole">
              <p:oleObj spid="_x0000_s100403" name="公式" r:id="rId4" imgW="1040948" imgH="406224" progId="Equation.3">
                <p:embed/>
              </p:oleObj>
            </a:graphicData>
          </a:graphic>
        </p:graphicFrame>
        <p:sp>
          <p:nvSpPr>
            <p:cNvPr id="29712" name="Text Box 5"/>
            <p:cNvSpPr txBox="1">
              <a:spLocks noChangeArrowheads="1"/>
            </p:cNvSpPr>
            <p:nvPr/>
          </p:nvSpPr>
          <p:spPr bwMode="auto">
            <a:xfrm>
              <a:off x="521" y="853"/>
              <a:ext cx="2366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dirty="0">
                  <a:solidFill>
                    <a:srgbClr val="000000"/>
                  </a:solidFill>
                </a:rPr>
                <a:t>分离变量得</a:t>
              </a:r>
            </a:p>
          </p:txBody>
        </p:sp>
      </p:grpSp>
      <p:grpSp>
        <p:nvGrpSpPr>
          <p:cNvPr id="3" name="Group 6"/>
          <p:cNvGrpSpPr>
            <a:grpSpLocks/>
          </p:cNvGrpSpPr>
          <p:nvPr/>
        </p:nvGrpSpPr>
        <p:grpSpPr bwMode="auto">
          <a:xfrm>
            <a:off x="5188271" y="3784863"/>
            <a:ext cx="3377198" cy="2233379"/>
            <a:chOff x="3236" y="2590"/>
            <a:chExt cx="2340" cy="1542"/>
          </a:xfrm>
        </p:grpSpPr>
        <p:sp>
          <p:nvSpPr>
            <p:cNvPr id="74760" name="Text Box 8"/>
            <p:cNvSpPr txBox="1">
              <a:spLocks noChangeArrowheads="1"/>
            </p:cNvSpPr>
            <p:nvPr/>
          </p:nvSpPr>
          <p:spPr bwMode="auto">
            <a:xfrm>
              <a:off x="3236" y="2590"/>
              <a:ext cx="469" cy="1492"/>
            </a:xfrm>
            <a:prstGeom prst="rect">
              <a:avLst/>
            </a:prstGeom>
            <a:gradFill rotWithShape="0">
              <a:gsLst>
                <a:gs pos="0">
                  <a:schemeClr val="accent1">
                    <a:lumMod val="50000"/>
                    <a:lumOff val="50000"/>
                  </a:schemeClr>
                </a:gs>
                <a:gs pos="50000">
                  <a:srgbClr val="FFFFFF"/>
                </a:gs>
                <a:gs pos="100000">
                  <a:schemeClr val="accent1">
                    <a:lumMod val="50000"/>
                    <a:lumOff val="50000"/>
                  </a:schemeClr>
                </a:gs>
              </a:gsLst>
              <a:lin ang="0" scaled="1"/>
            </a:gradFill>
            <a:ln w="1270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vert="eaVert" wrap="square"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kumimoji="1" lang="zh-CN" altLang="en-US" dirty="0">
                  <a:solidFill>
                    <a:srgbClr val="CC0000"/>
                  </a:solidFill>
                  <a:ea typeface="宋体" pitchFamily="2" charset="-122"/>
                </a:rPr>
                <a:t>绝 热</a:t>
              </a:r>
              <a:r>
                <a:rPr kumimoji="1" lang="zh-CN" altLang="en-US" dirty="0">
                  <a:solidFill>
                    <a:srgbClr val="000000"/>
                  </a:solidFill>
                  <a:ea typeface="宋体" pitchFamily="2" charset="-122"/>
                </a:rPr>
                <a:t> 方 程</a:t>
              </a:r>
            </a:p>
          </p:txBody>
        </p:sp>
        <p:graphicFrame>
          <p:nvGraphicFramePr>
            <p:cNvPr id="29700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xmlns="" val="75922079"/>
                </p:ext>
              </p:extLst>
            </p:nvPr>
          </p:nvGraphicFramePr>
          <p:xfrm>
            <a:off x="3786" y="2662"/>
            <a:ext cx="887" cy="360"/>
          </p:xfrm>
          <a:graphic>
            <a:graphicData uri="http://schemas.openxmlformats.org/presentationml/2006/ole">
              <p:oleObj spid="_x0000_s100404" name="Equation" r:id="rId5" imgW="520474" imgH="203112" progId="Equation.DSMT4">
                <p:embed/>
              </p:oleObj>
            </a:graphicData>
          </a:graphic>
        </p:graphicFrame>
        <p:graphicFrame>
          <p:nvGraphicFramePr>
            <p:cNvPr id="29701" name="Object 10"/>
            <p:cNvGraphicFramePr>
              <a:graphicFrameLocks noChangeAspect="1"/>
            </p:cNvGraphicFramePr>
            <p:nvPr/>
          </p:nvGraphicFramePr>
          <p:xfrm>
            <a:off x="3789" y="3087"/>
            <a:ext cx="945" cy="497"/>
          </p:xfrm>
          <a:graphic>
            <a:graphicData uri="http://schemas.openxmlformats.org/presentationml/2006/ole">
              <p:oleObj spid="_x0000_s100405" name="Equation" r:id="rId6" imgW="444307" imgH="228501" progId="Equation.DSMT4">
                <p:embed/>
              </p:oleObj>
            </a:graphicData>
          </a:graphic>
        </p:graphicFrame>
        <p:graphicFrame>
          <p:nvGraphicFramePr>
            <p:cNvPr id="29702" name="Object 11"/>
            <p:cNvGraphicFramePr>
              <a:graphicFrameLocks noChangeAspect="1"/>
            </p:cNvGraphicFramePr>
            <p:nvPr/>
          </p:nvGraphicFramePr>
          <p:xfrm>
            <a:off x="3800" y="3684"/>
            <a:ext cx="1104" cy="407"/>
          </p:xfrm>
          <a:graphic>
            <a:graphicData uri="http://schemas.openxmlformats.org/presentationml/2006/ole">
              <p:oleObj spid="_x0000_s100406" name="Equation" r:id="rId7" imgW="1193282" imgH="406224" progId="Equation.3">
                <p:embed/>
              </p:oleObj>
            </a:graphicData>
          </a:graphic>
        </p:graphicFrame>
        <p:sp>
          <p:nvSpPr>
            <p:cNvPr id="29709" name="Text Box 12"/>
            <p:cNvSpPr txBox="1">
              <a:spLocks noChangeArrowheads="1"/>
            </p:cNvSpPr>
            <p:nvPr/>
          </p:nvSpPr>
          <p:spPr bwMode="auto">
            <a:xfrm>
              <a:off x="4760" y="2621"/>
              <a:ext cx="768" cy="4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dirty="0">
                  <a:solidFill>
                    <a:srgbClr val="000000"/>
                  </a:solidFill>
                </a:rPr>
                <a:t>常量</a:t>
              </a:r>
            </a:p>
          </p:txBody>
        </p:sp>
        <p:sp>
          <p:nvSpPr>
            <p:cNvPr id="29710" name="Rectangle 13"/>
            <p:cNvSpPr>
              <a:spLocks noChangeArrowheads="1"/>
            </p:cNvSpPr>
            <p:nvPr/>
          </p:nvSpPr>
          <p:spPr bwMode="auto">
            <a:xfrm>
              <a:off x="4711" y="3168"/>
              <a:ext cx="721" cy="4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dirty="0">
                  <a:solidFill>
                    <a:srgbClr val="0000FF"/>
                  </a:solidFill>
                </a:rPr>
                <a:t>常量</a:t>
              </a:r>
            </a:p>
          </p:txBody>
        </p:sp>
        <p:sp>
          <p:nvSpPr>
            <p:cNvPr id="29711" name="Rectangle 14"/>
            <p:cNvSpPr>
              <a:spLocks noChangeArrowheads="1"/>
            </p:cNvSpPr>
            <p:nvPr/>
          </p:nvSpPr>
          <p:spPr bwMode="auto">
            <a:xfrm>
              <a:off x="4856" y="3732"/>
              <a:ext cx="720" cy="4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>
                  <a:solidFill>
                    <a:srgbClr val="000000"/>
                  </a:solidFill>
                </a:rPr>
                <a:t>常量</a:t>
              </a:r>
            </a:p>
          </p:txBody>
        </p:sp>
      </p:grpSp>
      <p:graphicFrame>
        <p:nvGraphicFramePr>
          <p:cNvPr id="74767" name="Object 15"/>
          <p:cNvGraphicFramePr>
            <a:graphicFrameLocks noGrp="1" noChangeAspect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xmlns="" val="2584040120"/>
              </p:ext>
            </p:extLst>
          </p:nvPr>
        </p:nvGraphicFramePr>
        <p:xfrm>
          <a:off x="773113" y="5019675"/>
          <a:ext cx="1789112" cy="698500"/>
        </p:xfrm>
        <a:graphic>
          <a:graphicData uri="http://schemas.openxmlformats.org/presentationml/2006/ole">
            <p:oleObj spid="_x0000_s100407" name="Equation" r:id="rId8" imgW="520474" imgH="203112" progId="Equation.DSMT4">
              <p:embed/>
            </p:oleObj>
          </a:graphicData>
        </a:graphic>
      </p:graphicFrame>
      <p:sp>
        <p:nvSpPr>
          <p:cNvPr id="74768" name="Text Box 16"/>
          <p:cNvSpPr txBox="1">
            <a:spLocks noChangeArrowheads="1"/>
          </p:cNvSpPr>
          <p:nvPr/>
        </p:nvSpPr>
        <p:spPr bwMode="auto">
          <a:xfrm>
            <a:off x="2561458" y="5143253"/>
            <a:ext cx="1000125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dirty="0">
                <a:solidFill>
                  <a:srgbClr val="000000"/>
                </a:solidFill>
              </a:rPr>
              <a:t>常量</a:t>
            </a:r>
          </a:p>
        </p:txBody>
      </p:sp>
      <p:graphicFrame>
        <p:nvGraphicFramePr>
          <p:cNvPr id="6349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962917072"/>
              </p:ext>
            </p:extLst>
          </p:nvPr>
        </p:nvGraphicFramePr>
        <p:xfrm>
          <a:off x="3891657" y="2312546"/>
          <a:ext cx="1889125" cy="593725"/>
        </p:xfrm>
        <a:graphic>
          <a:graphicData uri="http://schemas.openxmlformats.org/presentationml/2006/ole">
            <p:oleObj spid="_x0000_s100408" name="公式" r:id="rId9" imgW="914400" imgH="241300" progId="Equation.3">
              <p:embed/>
            </p:oleObj>
          </a:graphicData>
        </a:graphic>
      </p:graphicFrame>
      <p:graphicFrame>
        <p:nvGraphicFramePr>
          <p:cNvPr id="6349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630416168"/>
              </p:ext>
            </p:extLst>
          </p:nvPr>
        </p:nvGraphicFramePr>
        <p:xfrm>
          <a:off x="1033601" y="2312546"/>
          <a:ext cx="2778125" cy="606425"/>
        </p:xfrm>
        <a:graphic>
          <a:graphicData uri="http://schemas.openxmlformats.org/presentationml/2006/ole">
            <p:oleObj spid="_x0000_s100409" name="公式" r:id="rId10" imgW="990170" imgH="241195" progId="Equation.3">
              <p:embed/>
            </p:oleObj>
          </a:graphicData>
        </a:graphic>
      </p:graphicFrame>
    </p:spTree>
    <p:extLst>
      <p:ext uri="{BB962C8B-B14F-4D97-AF65-F5344CB8AC3E}">
        <p14:creationId xmlns:p14="http://schemas.microsoft.com/office/powerpoint/2010/main" xmlns="" val="2277940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3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3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74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74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74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6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4"/>
          <p:cNvGrpSpPr>
            <a:grpSpLocks/>
          </p:cNvGrpSpPr>
          <p:nvPr/>
        </p:nvGrpSpPr>
        <p:grpSpPr bwMode="auto">
          <a:xfrm>
            <a:off x="1143000" y="838200"/>
            <a:ext cx="3124200" cy="3733800"/>
            <a:chOff x="720" y="528"/>
            <a:chExt cx="1968" cy="2352"/>
          </a:xfrm>
        </p:grpSpPr>
        <p:sp>
          <p:nvSpPr>
            <p:cNvPr id="30778" name="Rectangle 3"/>
            <p:cNvSpPr>
              <a:spLocks noChangeArrowheads="1"/>
            </p:cNvSpPr>
            <p:nvPr/>
          </p:nvSpPr>
          <p:spPr bwMode="auto">
            <a:xfrm>
              <a:off x="720" y="528"/>
              <a:ext cx="1968" cy="235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</a:endParaRPr>
            </a:p>
          </p:txBody>
        </p:sp>
        <p:graphicFrame>
          <p:nvGraphicFramePr>
            <p:cNvPr id="30735" name="Object 4"/>
            <p:cNvGraphicFramePr>
              <a:graphicFrameLocks noChangeAspect="1"/>
            </p:cNvGraphicFramePr>
            <p:nvPr/>
          </p:nvGraphicFramePr>
          <p:xfrm>
            <a:off x="1429" y="1026"/>
            <a:ext cx="805" cy="272"/>
          </p:xfrm>
          <a:graphic>
            <a:graphicData uri="http://schemas.openxmlformats.org/presentationml/2006/ole">
              <p:oleObj spid="_x0000_s101510" name="公式" r:id="rId3" imgW="634449" imgH="215713" progId="Equation.3">
                <p:embed/>
              </p:oleObj>
            </a:graphicData>
          </a:graphic>
        </p:graphicFrame>
        <p:graphicFrame>
          <p:nvGraphicFramePr>
            <p:cNvPr id="30736" name="Object 5"/>
            <p:cNvGraphicFramePr>
              <a:graphicFrameLocks noChangeAspect="1"/>
            </p:cNvGraphicFramePr>
            <p:nvPr/>
          </p:nvGraphicFramePr>
          <p:xfrm>
            <a:off x="1882" y="1797"/>
            <a:ext cx="761" cy="284"/>
          </p:xfrm>
          <a:graphic>
            <a:graphicData uri="http://schemas.openxmlformats.org/presentationml/2006/ole">
              <p:oleObj spid="_x0000_s101511" name="公式" r:id="rId4" imgW="685502" imgH="215806" progId="Equation.3">
                <p:embed/>
              </p:oleObj>
            </a:graphicData>
          </a:graphic>
        </p:graphicFrame>
        <p:sp>
          <p:nvSpPr>
            <p:cNvPr id="30779" name="Line 6"/>
            <p:cNvSpPr>
              <a:spLocks noChangeShapeType="1"/>
            </p:cNvSpPr>
            <p:nvPr/>
          </p:nvSpPr>
          <p:spPr bwMode="auto">
            <a:xfrm flipV="1">
              <a:off x="1018" y="2538"/>
              <a:ext cx="1483" cy="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30780" name="Arc 7"/>
            <p:cNvSpPr>
              <a:spLocks/>
            </p:cNvSpPr>
            <p:nvPr/>
          </p:nvSpPr>
          <p:spPr bwMode="auto">
            <a:xfrm flipH="1" flipV="1">
              <a:off x="1348" y="998"/>
              <a:ext cx="1037" cy="1193"/>
            </a:xfrm>
            <a:custGeom>
              <a:avLst/>
              <a:gdLst>
                <a:gd name="T0" fmla="*/ 0 w 21059"/>
                <a:gd name="T1" fmla="*/ 0 h 21281"/>
                <a:gd name="T2" fmla="*/ 3 w 21059"/>
                <a:gd name="T3" fmla="*/ 3 h 21281"/>
                <a:gd name="T4" fmla="*/ 0 w 21059"/>
                <a:gd name="T5" fmla="*/ 4 h 21281"/>
                <a:gd name="T6" fmla="*/ 0 60000 65536"/>
                <a:gd name="T7" fmla="*/ 0 60000 65536"/>
                <a:gd name="T8" fmla="*/ 0 60000 65536"/>
                <a:gd name="T9" fmla="*/ 0 w 21059"/>
                <a:gd name="T10" fmla="*/ 0 h 21281"/>
                <a:gd name="T11" fmla="*/ 21059 w 21059"/>
                <a:gd name="T12" fmla="*/ 21281 h 2128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059" h="21281" fill="none" extrusionOk="0">
                  <a:moveTo>
                    <a:pt x="3698" y="0"/>
                  </a:moveTo>
                  <a:cubicBezTo>
                    <a:pt x="12277" y="1491"/>
                    <a:pt x="19121" y="7986"/>
                    <a:pt x="21058" y="16475"/>
                  </a:cubicBezTo>
                </a:path>
                <a:path w="21059" h="21281" stroke="0" extrusionOk="0">
                  <a:moveTo>
                    <a:pt x="3698" y="0"/>
                  </a:moveTo>
                  <a:cubicBezTo>
                    <a:pt x="12277" y="1491"/>
                    <a:pt x="19121" y="7986"/>
                    <a:pt x="21058" y="16475"/>
                  </a:cubicBezTo>
                  <a:lnTo>
                    <a:pt x="0" y="21281"/>
                  </a:lnTo>
                  <a:close/>
                </a:path>
              </a:pathLst>
            </a:custGeom>
            <a:noFill/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30781" name="Line 8"/>
            <p:cNvSpPr>
              <a:spLocks noChangeShapeType="1"/>
            </p:cNvSpPr>
            <p:nvPr/>
          </p:nvSpPr>
          <p:spPr bwMode="auto">
            <a:xfrm flipH="1">
              <a:off x="1348" y="1297"/>
              <a:ext cx="14" cy="1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30782" name="Line 9"/>
            <p:cNvSpPr>
              <a:spLocks noChangeShapeType="1"/>
            </p:cNvSpPr>
            <p:nvPr/>
          </p:nvSpPr>
          <p:spPr bwMode="auto">
            <a:xfrm>
              <a:off x="2212" y="2204"/>
              <a:ext cx="0" cy="34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30783" name="Line 10"/>
            <p:cNvSpPr>
              <a:spLocks noChangeShapeType="1"/>
            </p:cNvSpPr>
            <p:nvPr/>
          </p:nvSpPr>
          <p:spPr bwMode="auto">
            <a:xfrm flipH="1">
              <a:off x="1034" y="1254"/>
              <a:ext cx="31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30784" name="Text Box 11"/>
            <p:cNvSpPr txBox="1">
              <a:spLocks noChangeArrowheads="1"/>
            </p:cNvSpPr>
            <p:nvPr/>
          </p:nvSpPr>
          <p:spPr bwMode="auto">
            <a:xfrm>
              <a:off x="1233" y="1008"/>
              <a:ext cx="27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>
                  <a:solidFill>
                    <a:srgbClr val="A50021"/>
                  </a:solidFill>
                </a:rPr>
                <a:t>1</a:t>
              </a:r>
            </a:p>
          </p:txBody>
        </p:sp>
        <p:sp>
          <p:nvSpPr>
            <p:cNvPr id="30785" name="Text Box 12"/>
            <p:cNvSpPr txBox="1">
              <a:spLocks noChangeArrowheads="1"/>
            </p:cNvSpPr>
            <p:nvPr/>
          </p:nvSpPr>
          <p:spPr bwMode="auto">
            <a:xfrm>
              <a:off x="2200" y="2069"/>
              <a:ext cx="19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>
                  <a:solidFill>
                    <a:srgbClr val="A50021"/>
                  </a:solidFill>
                </a:rPr>
                <a:t>2</a:t>
              </a:r>
              <a:endParaRPr kumimoji="1" lang="en-US" altLang="zh-CN" sz="2400" b="0">
                <a:solidFill>
                  <a:srgbClr val="000000"/>
                </a:solidFill>
              </a:endParaRPr>
            </a:p>
          </p:txBody>
        </p:sp>
        <p:graphicFrame>
          <p:nvGraphicFramePr>
            <p:cNvPr id="30737" name="Object 13"/>
            <p:cNvGraphicFramePr>
              <a:graphicFrameLocks noChangeAspect="1"/>
            </p:cNvGraphicFramePr>
            <p:nvPr/>
          </p:nvGraphicFramePr>
          <p:xfrm>
            <a:off x="763" y="1169"/>
            <a:ext cx="252" cy="256"/>
          </p:xfrm>
          <a:graphic>
            <a:graphicData uri="http://schemas.openxmlformats.org/presentationml/2006/ole">
              <p:oleObj spid="_x0000_s101512" name="Equation" r:id="rId5" imgW="266353" imgH="317087" progId="Equation.3">
                <p:embed/>
              </p:oleObj>
            </a:graphicData>
          </a:graphic>
        </p:graphicFrame>
        <p:graphicFrame>
          <p:nvGraphicFramePr>
            <p:cNvPr id="30738" name="Object 14"/>
            <p:cNvGraphicFramePr>
              <a:graphicFrameLocks noChangeAspect="1"/>
            </p:cNvGraphicFramePr>
            <p:nvPr/>
          </p:nvGraphicFramePr>
          <p:xfrm>
            <a:off x="763" y="2035"/>
            <a:ext cx="241" cy="246"/>
          </p:xfrm>
          <a:graphic>
            <a:graphicData uri="http://schemas.openxmlformats.org/presentationml/2006/ole">
              <p:oleObj spid="_x0000_s101513" name="Equation" r:id="rId6" imgW="291847" imgH="317225" progId="Equation.3">
                <p:embed/>
              </p:oleObj>
            </a:graphicData>
          </a:graphic>
        </p:graphicFrame>
        <p:graphicFrame>
          <p:nvGraphicFramePr>
            <p:cNvPr id="30739" name="Object 15"/>
            <p:cNvGraphicFramePr>
              <a:graphicFrameLocks noChangeAspect="1"/>
            </p:cNvGraphicFramePr>
            <p:nvPr/>
          </p:nvGraphicFramePr>
          <p:xfrm>
            <a:off x="1276" y="2506"/>
            <a:ext cx="243" cy="342"/>
          </p:xfrm>
          <a:graphic>
            <a:graphicData uri="http://schemas.openxmlformats.org/presentationml/2006/ole">
              <p:oleObj spid="_x0000_s101514" name="公式" r:id="rId7" imgW="126780" imgH="164814" progId="Equation.3">
                <p:embed/>
              </p:oleObj>
            </a:graphicData>
          </a:graphic>
        </p:graphicFrame>
        <p:graphicFrame>
          <p:nvGraphicFramePr>
            <p:cNvPr id="30740" name="Object 16"/>
            <p:cNvGraphicFramePr>
              <a:graphicFrameLocks noChangeAspect="1"/>
            </p:cNvGraphicFramePr>
            <p:nvPr/>
          </p:nvGraphicFramePr>
          <p:xfrm>
            <a:off x="2074" y="2506"/>
            <a:ext cx="272" cy="345"/>
          </p:xfrm>
          <a:graphic>
            <a:graphicData uri="http://schemas.openxmlformats.org/presentationml/2006/ole">
              <p:oleObj spid="_x0000_s101515" name="公式" r:id="rId8" imgW="139579" imgH="164957" progId="Equation.3">
                <p:embed/>
              </p:oleObj>
            </a:graphicData>
          </a:graphic>
        </p:graphicFrame>
        <p:graphicFrame>
          <p:nvGraphicFramePr>
            <p:cNvPr id="30741" name="Object 17"/>
            <p:cNvGraphicFramePr>
              <a:graphicFrameLocks noChangeAspect="1"/>
            </p:cNvGraphicFramePr>
            <p:nvPr/>
          </p:nvGraphicFramePr>
          <p:xfrm>
            <a:off x="806" y="998"/>
            <a:ext cx="174" cy="224"/>
          </p:xfrm>
          <a:graphic>
            <a:graphicData uri="http://schemas.openxmlformats.org/presentationml/2006/ole">
              <p:oleObj spid="_x0000_s101516" name="Equation" r:id="rId9" imgW="203112" imgH="241195" progId="Equation.3">
                <p:embed/>
              </p:oleObj>
            </a:graphicData>
          </a:graphic>
        </p:graphicFrame>
        <p:graphicFrame>
          <p:nvGraphicFramePr>
            <p:cNvPr id="30742" name="Object 18"/>
            <p:cNvGraphicFramePr>
              <a:graphicFrameLocks noChangeAspect="1"/>
            </p:cNvGraphicFramePr>
            <p:nvPr/>
          </p:nvGraphicFramePr>
          <p:xfrm>
            <a:off x="2346" y="2588"/>
            <a:ext cx="160" cy="196"/>
          </p:xfrm>
          <a:graphic>
            <a:graphicData uri="http://schemas.openxmlformats.org/presentationml/2006/ole">
              <p:oleObj spid="_x0000_s101517" name="Equation" r:id="rId10" imgW="215713" imgH="241091" progId="Equation.3">
                <p:embed/>
              </p:oleObj>
            </a:graphicData>
          </a:graphic>
        </p:graphicFrame>
        <p:graphicFrame>
          <p:nvGraphicFramePr>
            <p:cNvPr id="30743" name="Object 19"/>
            <p:cNvGraphicFramePr>
              <a:graphicFrameLocks noChangeAspect="1"/>
            </p:cNvGraphicFramePr>
            <p:nvPr/>
          </p:nvGraphicFramePr>
          <p:xfrm>
            <a:off x="956" y="2546"/>
            <a:ext cx="143" cy="181"/>
          </p:xfrm>
          <a:graphic>
            <a:graphicData uri="http://schemas.openxmlformats.org/presentationml/2006/ole">
              <p:oleObj spid="_x0000_s101518" name="Equation" r:id="rId11" imgW="164957" imgH="190335" progId="Equation.3">
                <p:embed/>
              </p:oleObj>
            </a:graphicData>
          </a:graphic>
        </p:graphicFrame>
        <p:sp>
          <p:nvSpPr>
            <p:cNvPr id="30786" name="Line 20"/>
            <p:cNvSpPr>
              <a:spLocks noChangeShapeType="1"/>
            </p:cNvSpPr>
            <p:nvPr/>
          </p:nvSpPr>
          <p:spPr bwMode="auto">
            <a:xfrm flipV="1">
              <a:off x="1019" y="1040"/>
              <a:ext cx="0" cy="149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lg"/>
            </a:ln>
          </p:spPr>
          <p:txBody>
            <a:bodyPr wrap="none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30787" name="Freeform 21" descr="浅色下对角线"/>
            <p:cNvSpPr>
              <a:spLocks/>
            </p:cNvSpPr>
            <p:nvPr/>
          </p:nvSpPr>
          <p:spPr bwMode="auto">
            <a:xfrm>
              <a:off x="1341" y="1275"/>
              <a:ext cx="869" cy="1248"/>
            </a:xfrm>
            <a:custGeom>
              <a:avLst/>
              <a:gdLst>
                <a:gd name="T0" fmla="*/ 0 w 912"/>
                <a:gd name="T1" fmla="*/ 0 h 1248"/>
                <a:gd name="T2" fmla="*/ 26 w 912"/>
                <a:gd name="T3" fmla="*/ 94 h 1248"/>
                <a:gd name="T4" fmla="*/ 19 w 912"/>
                <a:gd name="T5" fmla="*/ 1248 h 1248"/>
                <a:gd name="T6" fmla="*/ 828 w 912"/>
                <a:gd name="T7" fmla="*/ 1248 h 1248"/>
                <a:gd name="T8" fmla="*/ 822 w 912"/>
                <a:gd name="T9" fmla="*/ 940 h 1248"/>
                <a:gd name="T10" fmla="*/ 660 w 912"/>
                <a:gd name="T11" fmla="*/ 885 h 1248"/>
                <a:gd name="T12" fmla="*/ 523 w 912"/>
                <a:gd name="T13" fmla="*/ 816 h 1248"/>
                <a:gd name="T14" fmla="*/ 405 w 912"/>
                <a:gd name="T15" fmla="*/ 727 h 1248"/>
                <a:gd name="T16" fmla="*/ 322 w 912"/>
                <a:gd name="T17" fmla="*/ 644 h 1248"/>
                <a:gd name="T18" fmla="*/ 200 w 912"/>
                <a:gd name="T19" fmla="*/ 508 h 1248"/>
                <a:gd name="T20" fmla="*/ 106 w 912"/>
                <a:gd name="T21" fmla="*/ 357 h 1248"/>
                <a:gd name="T22" fmla="*/ 44 w 912"/>
                <a:gd name="T23" fmla="*/ 186 h 1248"/>
                <a:gd name="T24" fmla="*/ 0 w 912"/>
                <a:gd name="T25" fmla="*/ 0 h 124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912"/>
                <a:gd name="T40" fmla="*/ 0 h 1248"/>
                <a:gd name="T41" fmla="*/ 912 w 912"/>
                <a:gd name="T42" fmla="*/ 1248 h 1248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912" h="1248">
                  <a:moveTo>
                    <a:pt x="0" y="0"/>
                  </a:moveTo>
                  <a:cubicBezTo>
                    <a:pt x="9" y="76"/>
                    <a:pt x="28" y="9"/>
                    <a:pt x="28" y="94"/>
                  </a:cubicBezTo>
                  <a:lnTo>
                    <a:pt x="21" y="1248"/>
                  </a:lnTo>
                  <a:lnTo>
                    <a:pt x="912" y="1248"/>
                  </a:lnTo>
                  <a:lnTo>
                    <a:pt x="906" y="940"/>
                  </a:lnTo>
                  <a:lnTo>
                    <a:pt x="727" y="885"/>
                  </a:lnTo>
                  <a:lnTo>
                    <a:pt x="576" y="816"/>
                  </a:lnTo>
                  <a:lnTo>
                    <a:pt x="446" y="727"/>
                  </a:lnTo>
                  <a:lnTo>
                    <a:pt x="355" y="644"/>
                  </a:lnTo>
                  <a:lnTo>
                    <a:pt x="220" y="508"/>
                  </a:lnTo>
                  <a:lnTo>
                    <a:pt x="117" y="357"/>
                  </a:lnTo>
                  <a:lnTo>
                    <a:pt x="48" y="186"/>
                  </a:lnTo>
                  <a:lnTo>
                    <a:pt x="0" y="0"/>
                  </a:lnTo>
                  <a:close/>
                </a:path>
              </a:pathLst>
            </a:custGeom>
            <a:pattFill prst="ltDnDiag">
              <a:fgClr>
                <a:srgbClr val="CC0099"/>
              </a:fgClr>
              <a:bgClr>
                <a:schemeClr val="bg1"/>
              </a:bgClr>
            </a:patt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30788" name="Line 22"/>
            <p:cNvSpPr>
              <a:spLocks noChangeShapeType="1"/>
            </p:cNvSpPr>
            <p:nvPr/>
          </p:nvSpPr>
          <p:spPr bwMode="auto">
            <a:xfrm flipH="1">
              <a:off x="1034" y="2204"/>
              <a:ext cx="117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30789" name="Line 23"/>
            <p:cNvSpPr>
              <a:spLocks noChangeShapeType="1"/>
            </p:cNvSpPr>
            <p:nvPr/>
          </p:nvSpPr>
          <p:spPr bwMode="auto">
            <a:xfrm>
              <a:off x="1490" y="1650"/>
              <a:ext cx="79" cy="128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30790" name="Text Box 24"/>
            <p:cNvSpPr txBox="1">
              <a:spLocks noChangeArrowheads="1"/>
            </p:cNvSpPr>
            <p:nvPr/>
          </p:nvSpPr>
          <p:spPr bwMode="auto">
            <a:xfrm>
              <a:off x="1590" y="2160"/>
              <a:ext cx="366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800" i="1">
                  <a:solidFill>
                    <a:srgbClr val="CC0000"/>
                  </a:solidFill>
                </a:rPr>
                <a:t>W</a:t>
              </a:r>
            </a:p>
          </p:txBody>
        </p:sp>
        <p:sp>
          <p:nvSpPr>
            <p:cNvPr id="30791" name="Text Box 25"/>
            <p:cNvSpPr txBox="1">
              <a:spLocks noChangeArrowheads="1"/>
            </p:cNvSpPr>
            <p:nvPr/>
          </p:nvSpPr>
          <p:spPr bwMode="auto">
            <a:xfrm>
              <a:off x="1132" y="576"/>
              <a:ext cx="1510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>
                  <a:solidFill>
                    <a:srgbClr val="333333"/>
                  </a:solidFill>
                </a:rPr>
                <a:t>绝热</a:t>
              </a:r>
              <a:r>
                <a:rPr kumimoji="1" lang="zh-CN" altLang="en-US">
                  <a:solidFill>
                    <a:srgbClr val="CC0000"/>
                  </a:solidFill>
                </a:rPr>
                <a:t>膨胀</a:t>
              </a:r>
            </a:p>
          </p:txBody>
        </p:sp>
      </p:grpSp>
      <p:grpSp>
        <p:nvGrpSpPr>
          <p:cNvPr id="3" name="Group 78"/>
          <p:cNvGrpSpPr>
            <a:grpSpLocks/>
          </p:cNvGrpSpPr>
          <p:nvPr/>
        </p:nvGrpSpPr>
        <p:grpSpPr bwMode="auto">
          <a:xfrm>
            <a:off x="5076825" y="908050"/>
            <a:ext cx="2951163" cy="3600450"/>
            <a:chOff x="3198" y="572"/>
            <a:chExt cx="1859" cy="2268"/>
          </a:xfrm>
        </p:grpSpPr>
        <p:sp>
          <p:nvSpPr>
            <p:cNvPr id="30764" name="Rectangle 27"/>
            <p:cNvSpPr>
              <a:spLocks noChangeArrowheads="1"/>
            </p:cNvSpPr>
            <p:nvPr/>
          </p:nvSpPr>
          <p:spPr bwMode="auto">
            <a:xfrm>
              <a:off x="3198" y="572"/>
              <a:ext cx="1859" cy="226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</a:endParaRPr>
            </a:p>
          </p:txBody>
        </p:sp>
        <p:graphicFrame>
          <p:nvGraphicFramePr>
            <p:cNvPr id="30726" name="Object 28"/>
            <p:cNvGraphicFramePr>
              <a:graphicFrameLocks noChangeAspect="1"/>
            </p:cNvGraphicFramePr>
            <p:nvPr/>
          </p:nvGraphicFramePr>
          <p:xfrm>
            <a:off x="4208" y="1784"/>
            <a:ext cx="790" cy="274"/>
          </p:xfrm>
          <a:graphic>
            <a:graphicData uri="http://schemas.openxmlformats.org/presentationml/2006/ole">
              <p:oleObj spid="_x0000_s101519" name="公式" r:id="rId12" imgW="634449" imgH="215713" progId="Equation.3">
                <p:embed/>
              </p:oleObj>
            </a:graphicData>
          </a:graphic>
        </p:graphicFrame>
        <p:graphicFrame>
          <p:nvGraphicFramePr>
            <p:cNvPr id="30727" name="Object 29"/>
            <p:cNvGraphicFramePr>
              <a:graphicFrameLocks noChangeAspect="1"/>
            </p:cNvGraphicFramePr>
            <p:nvPr/>
          </p:nvGraphicFramePr>
          <p:xfrm>
            <a:off x="3900" y="1108"/>
            <a:ext cx="746" cy="287"/>
          </p:xfrm>
          <a:graphic>
            <a:graphicData uri="http://schemas.openxmlformats.org/presentationml/2006/ole">
              <p:oleObj spid="_x0000_s101520" name="公式" r:id="rId13" imgW="685502" imgH="215806" progId="Equation.3">
                <p:embed/>
              </p:oleObj>
            </a:graphicData>
          </a:graphic>
        </p:graphicFrame>
        <p:sp>
          <p:nvSpPr>
            <p:cNvPr id="30765" name="Line 30"/>
            <p:cNvSpPr>
              <a:spLocks noChangeShapeType="1"/>
            </p:cNvSpPr>
            <p:nvPr/>
          </p:nvSpPr>
          <p:spPr bwMode="auto">
            <a:xfrm flipV="1">
              <a:off x="3479" y="2510"/>
              <a:ext cx="1401" cy="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30766" name="Arc 31"/>
            <p:cNvSpPr>
              <a:spLocks/>
            </p:cNvSpPr>
            <p:nvPr/>
          </p:nvSpPr>
          <p:spPr bwMode="auto">
            <a:xfrm flipH="1" flipV="1">
              <a:off x="3792" y="1025"/>
              <a:ext cx="978" cy="1151"/>
            </a:xfrm>
            <a:custGeom>
              <a:avLst/>
              <a:gdLst>
                <a:gd name="T0" fmla="*/ 0 w 21059"/>
                <a:gd name="T1" fmla="*/ 0 h 21281"/>
                <a:gd name="T2" fmla="*/ 2 w 21059"/>
                <a:gd name="T3" fmla="*/ 3 h 21281"/>
                <a:gd name="T4" fmla="*/ 0 w 21059"/>
                <a:gd name="T5" fmla="*/ 3 h 21281"/>
                <a:gd name="T6" fmla="*/ 0 60000 65536"/>
                <a:gd name="T7" fmla="*/ 0 60000 65536"/>
                <a:gd name="T8" fmla="*/ 0 60000 65536"/>
                <a:gd name="T9" fmla="*/ 0 w 21059"/>
                <a:gd name="T10" fmla="*/ 0 h 21281"/>
                <a:gd name="T11" fmla="*/ 21059 w 21059"/>
                <a:gd name="T12" fmla="*/ 21281 h 2128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059" h="21281" fill="none" extrusionOk="0">
                  <a:moveTo>
                    <a:pt x="3698" y="0"/>
                  </a:moveTo>
                  <a:cubicBezTo>
                    <a:pt x="12277" y="1491"/>
                    <a:pt x="19121" y="7986"/>
                    <a:pt x="21058" y="16475"/>
                  </a:cubicBezTo>
                </a:path>
                <a:path w="21059" h="21281" stroke="0" extrusionOk="0">
                  <a:moveTo>
                    <a:pt x="3698" y="0"/>
                  </a:moveTo>
                  <a:cubicBezTo>
                    <a:pt x="12277" y="1491"/>
                    <a:pt x="19121" y="7986"/>
                    <a:pt x="21058" y="16475"/>
                  </a:cubicBezTo>
                  <a:lnTo>
                    <a:pt x="0" y="21281"/>
                  </a:lnTo>
                  <a:close/>
                </a:path>
              </a:pathLst>
            </a:custGeom>
            <a:noFill/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30767" name="Line 32"/>
            <p:cNvSpPr>
              <a:spLocks noChangeShapeType="1"/>
            </p:cNvSpPr>
            <p:nvPr/>
          </p:nvSpPr>
          <p:spPr bwMode="auto">
            <a:xfrm flipH="1">
              <a:off x="3792" y="1314"/>
              <a:ext cx="12" cy="12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30768" name="Line 33"/>
            <p:cNvSpPr>
              <a:spLocks noChangeShapeType="1"/>
            </p:cNvSpPr>
            <p:nvPr/>
          </p:nvSpPr>
          <p:spPr bwMode="auto">
            <a:xfrm>
              <a:off x="4608" y="2188"/>
              <a:ext cx="0" cy="33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30769" name="Line 34"/>
            <p:cNvSpPr>
              <a:spLocks noChangeShapeType="1"/>
            </p:cNvSpPr>
            <p:nvPr/>
          </p:nvSpPr>
          <p:spPr bwMode="auto">
            <a:xfrm flipH="1">
              <a:off x="3494" y="1272"/>
              <a:ext cx="29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30770" name="Text Box 35"/>
            <p:cNvSpPr txBox="1">
              <a:spLocks noChangeArrowheads="1"/>
            </p:cNvSpPr>
            <p:nvPr/>
          </p:nvSpPr>
          <p:spPr bwMode="auto">
            <a:xfrm>
              <a:off x="4582" y="2053"/>
              <a:ext cx="26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>
                  <a:solidFill>
                    <a:srgbClr val="A50021"/>
                  </a:solidFill>
                </a:rPr>
                <a:t>1</a:t>
              </a:r>
            </a:p>
          </p:txBody>
        </p:sp>
        <p:sp>
          <p:nvSpPr>
            <p:cNvPr id="30771" name="Text Box 36"/>
            <p:cNvSpPr txBox="1">
              <a:spLocks noChangeArrowheads="1"/>
            </p:cNvSpPr>
            <p:nvPr/>
          </p:nvSpPr>
          <p:spPr bwMode="auto">
            <a:xfrm>
              <a:off x="3704" y="1035"/>
              <a:ext cx="18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>
                  <a:solidFill>
                    <a:srgbClr val="A50021"/>
                  </a:solidFill>
                </a:rPr>
                <a:t>2</a:t>
              </a:r>
              <a:endParaRPr kumimoji="1" lang="en-US" altLang="zh-CN" sz="2400" b="0">
                <a:solidFill>
                  <a:srgbClr val="000000"/>
                </a:solidFill>
              </a:endParaRPr>
            </a:p>
          </p:txBody>
        </p:sp>
        <p:graphicFrame>
          <p:nvGraphicFramePr>
            <p:cNvPr id="30728" name="Object 37"/>
            <p:cNvGraphicFramePr>
              <a:graphicFrameLocks noChangeAspect="1"/>
            </p:cNvGraphicFramePr>
            <p:nvPr/>
          </p:nvGraphicFramePr>
          <p:xfrm>
            <a:off x="3219" y="2053"/>
            <a:ext cx="238" cy="247"/>
          </p:xfrm>
          <a:graphic>
            <a:graphicData uri="http://schemas.openxmlformats.org/presentationml/2006/ole">
              <p:oleObj spid="_x0000_s101521" name="Equation" r:id="rId14" imgW="266353" imgH="317087" progId="Equation.3">
                <p:embed/>
              </p:oleObj>
            </a:graphicData>
          </a:graphic>
        </p:graphicFrame>
        <p:graphicFrame>
          <p:nvGraphicFramePr>
            <p:cNvPr id="30729" name="Object 38"/>
            <p:cNvGraphicFramePr>
              <a:graphicFrameLocks noChangeAspect="1"/>
            </p:cNvGraphicFramePr>
            <p:nvPr/>
          </p:nvGraphicFramePr>
          <p:xfrm>
            <a:off x="3242" y="1220"/>
            <a:ext cx="227" cy="237"/>
          </p:xfrm>
          <a:graphic>
            <a:graphicData uri="http://schemas.openxmlformats.org/presentationml/2006/ole">
              <p:oleObj spid="_x0000_s101522" name="Equation" r:id="rId15" imgW="291847" imgH="317225" progId="Equation.3">
                <p:embed/>
              </p:oleObj>
            </a:graphicData>
          </a:graphic>
        </p:graphicFrame>
        <p:graphicFrame>
          <p:nvGraphicFramePr>
            <p:cNvPr id="30730" name="Object 39"/>
            <p:cNvGraphicFramePr>
              <a:graphicFrameLocks noChangeAspect="1"/>
            </p:cNvGraphicFramePr>
            <p:nvPr/>
          </p:nvGraphicFramePr>
          <p:xfrm>
            <a:off x="4452" y="2470"/>
            <a:ext cx="229" cy="330"/>
          </p:xfrm>
          <a:graphic>
            <a:graphicData uri="http://schemas.openxmlformats.org/presentationml/2006/ole">
              <p:oleObj spid="_x0000_s101523" name="公式" r:id="rId16" imgW="126780" imgH="164814" progId="Equation.3">
                <p:embed/>
              </p:oleObj>
            </a:graphicData>
          </a:graphic>
        </p:graphicFrame>
        <p:graphicFrame>
          <p:nvGraphicFramePr>
            <p:cNvPr id="30731" name="Object 40"/>
            <p:cNvGraphicFramePr>
              <a:graphicFrameLocks noChangeAspect="1"/>
            </p:cNvGraphicFramePr>
            <p:nvPr/>
          </p:nvGraphicFramePr>
          <p:xfrm>
            <a:off x="3676" y="2470"/>
            <a:ext cx="257" cy="332"/>
          </p:xfrm>
          <a:graphic>
            <a:graphicData uri="http://schemas.openxmlformats.org/presentationml/2006/ole">
              <p:oleObj spid="_x0000_s101524" name="公式" r:id="rId17" imgW="139579" imgH="164957" progId="Equation.3">
                <p:embed/>
              </p:oleObj>
            </a:graphicData>
          </a:graphic>
        </p:graphicFrame>
        <p:graphicFrame>
          <p:nvGraphicFramePr>
            <p:cNvPr id="30732" name="Object 41"/>
            <p:cNvGraphicFramePr>
              <a:graphicFrameLocks noChangeAspect="1"/>
            </p:cNvGraphicFramePr>
            <p:nvPr/>
          </p:nvGraphicFramePr>
          <p:xfrm>
            <a:off x="3279" y="1025"/>
            <a:ext cx="165" cy="216"/>
          </p:xfrm>
          <a:graphic>
            <a:graphicData uri="http://schemas.openxmlformats.org/presentationml/2006/ole">
              <p:oleObj spid="_x0000_s101525" name="Equation" r:id="rId18" imgW="203112" imgH="241195" progId="Equation.3">
                <p:embed/>
              </p:oleObj>
            </a:graphicData>
          </a:graphic>
        </p:graphicFrame>
        <p:graphicFrame>
          <p:nvGraphicFramePr>
            <p:cNvPr id="30733" name="Object 42"/>
            <p:cNvGraphicFramePr>
              <a:graphicFrameLocks noChangeAspect="1"/>
            </p:cNvGraphicFramePr>
            <p:nvPr/>
          </p:nvGraphicFramePr>
          <p:xfrm>
            <a:off x="4734" y="2558"/>
            <a:ext cx="151" cy="189"/>
          </p:xfrm>
          <a:graphic>
            <a:graphicData uri="http://schemas.openxmlformats.org/presentationml/2006/ole">
              <p:oleObj spid="_x0000_s101526" name="Equation" r:id="rId19" imgW="215713" imgH="241091" progId="Equation.3">
                <p:embed/>
              </p:oleObj>
            </a:graphicData>
          </a:graphic>
        </p:graphicFrame>
        <p:graphicFrame>
          <p:nvGraphicFramePr>
            <p:cNvPr id="30734" name="Object 43"/>
            <p:cNvGraphicFramePr>
              <a:graphicFrameLocks noChangeAspect="1"/>
            </p:cNvGraphicFramePr>
            <p:nvPr/>
          </p:nvGraphicFramePr>
          <p:xfrm>
            <a:off x="3421" y="2518"/>
            <a:ext cx="135" cy="174"/>
          </p:xfrm>
          <a:graphic>
            <a:graphicData uri="http://schemas.openxmlformats.org/presentationml/2006/ole">
              <p:oleObj spid="_x0000_s101527" name="Equation" r:id="rId20" imgW="164957" imgH="190335" progId="Equation.3">
                <p:embed/>
              </p:oleObj>
            </a:graphicData>
          </a:graphic>
        </p:graphicFrame>
        <p:sp>
          <p:nvSpPr>
            <p:cNvPr id="30772" name="Line 44"/>
            <p:cNvSpPr>
              <a:spLocks noChangeShapeType="1"/>
            </p:cNvSpPr>
            <p:nvPr/>
          </p:nvSpPr>
          <p:spPr bwMode="auto">
            <a:xfrm flipV="1">
              <a:off x="3481" y="1066"/>
              <a:ext cx="0" cy="14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lg"/>
            </a:ln>
          </p:spPr>
          <p:txBody>
            <a:bodyPr wrap="none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30773" name="Freeform 45" descr="浅色下对角线"/>
            <p:cNvSpPr>
              <a:spLocks/>
            </p:cNvSpPr>
            <p:nvPr/>
          </p:nvSpPr>
          <p:spPr bwMode="auto">
            <a:xfrm>
              <a:off x="3785" y="1292"/>
              <a:ext cx="821" cy="1204"/>
            </a:xfrm>
            <a:custGeom>
              <a:avLst/>
              <a:gdLst>
                <a:gd name="T0" fmla="*/ 0 w 912"/>
                <a:gd name="T1" fmla="*/ 0 h 1248"/>
                <a:gd name="T2" fmla="*/ 23 w 912"/>
                <a:gd name="T3" fmla="*/ 88 h 1248"/>
                <a:gd name="T4" fmla="*/ 17 w 912"/>
                <a:gd name="T5" fmla="*/ 1162 h 1248"/>
                <a:gd name="T6" fmla="*/ 739 w 912"/>
                <a:gd name="T7" fmla="*/ 1162 h 1248"/>
                <a:gd name="T8" fmla="*/ 735 w 912"/>
                <a:gd name="T9" fmla="*/ 875 h 1248"/>
                <a:gd name="T10" fmla="*/ 589 w 912"/>
                <a:gd name="T11" fmla="*/ 824 h 1248"/>
                <a:gd name="T12" fmla="*/ 467 w 912"/>
                <a:gd name="T13" fmla="*/ 759 h 1248"/>
                <a:gd name="T14" fmla="*/ 361 w 912"/>
                <a:gd name="T15" fmla="*/ 676 h 1248"/>
                <a:gd name="T16" fmla="*/ 288 w 912"/>
                <a:gd name="T17" fmla="*/ 599 h 1248"/>
                <a:gd name="T18" fmla="*/ 178 w 912"/>
                <a:gd name="T19" fmla="*/ 473 h 1248"/>
                <a:gd name="T20" fmla="*/ 95 w 912"/>
                <a:gd name="T21" fmla="*/ 332 h 1248"/>
                <a:gd name="T22" fmla="*/ 39 w 912"/>
                <a:gd name="T23" fmla="*/ 173 h 1248"/>
                <a:gd name="T24" fmla="*/ 0 w 912"/>
                <a:gd name="T25" fmla="*/ 0 h 124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912"/>
                <a:gd name="T40" fmla="*/ 0 h 1248"/>
                <a:gd name="T41" fmla="*/ 912 w 912"/>
                <a:gd name="T42" fmla="*/ 1248 h 1248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912" h="1248">
                  <a:moveTo>
                    <a:pt x="0" y="0"/>
                  </a:moveTo>
                  <a:cubicBezTo>
                    <a:pt x="9" y="76"/>
                    <a:pt x="28" y="9"/>
                    <a:pt x="28" y="94"/>
                  </a:cubicBezTo>
                  <a:lnTo>
                    <a:pt x="21" y="1248"/>
                  </a:lnTo>
                  <a:lnTo>
                    <a:pt x="912" y="1248"/>
                  </a:lnTo>
                  <a:lnTo>
                    <a:pt x="906" y="940"/>
                  </a:lnTo>
                  <a:lnTo>
                    <a:pt x="727" y="885"/>
                  </a:lnTo>
                  <a:lnTo>
                    <a:pt x="576" y="816"/>
                  </a:lnTo>
                  <a:lnTo>
                    <a:pt x="446" y="727"/>
                  </a:lnTo>
                  <a:lnTo>
                    <a:pt x="355" y="644"/>
                  </a:lnTo>
                  <a:lnTo>
                    <a:pt x="220" y="508"/>
                  </a:lnTo>
                  <a:lnTo>
                    <a:pt x="117" y="357"/>
                  </a:lnTo>
                  <a:lnTo>
                    <a:pt x="48" y="186"/>
                  </a:lnTo>
                  <a:lnTo>
                    <a:pt x="0" y="0"/>
                  </a:lnTo>
                  <a:close/>
                </a:path>
              </a:pathLst>
            </a:custGeom>
            <a:pattFill prst="ltDnDiag">
              <a:fgClr>
                <a:srgbClr val="0066FF"/>
              </a:fgClr>
              <a:bgClr>
                <a:schemeClr val="bg1"/>
              </a:bgClr>
            </a:patt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30774" name="Line 46"/>
            <p:cNvSpPr>
              <a:spLocks noChangeShapeType="1"/>
            </p:cNvSpPr>
            <p:nvPr/>
          </p:nvSpPr>
          <p:spPr bwMode="auto">
            <a:xfrm flipH="1">
              <a:off x="3494" y="2188"/>
              <a:ext cx="111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30775" name="Line 47"/>
            <p:cNvSpPr>
              <a:spLocks noChangeShapeType="1"/>
            </p:cNvSpPr>
            <p:nvPr/>
          </p:nvSpPr>
          <p:spPr bwMode="auto">
            <a:xfrm>
              <a:off x="3926" y="1654"/>
              <a:ext cx="74" cy="123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triangle" w="sm" len="lg"/>
              <a:tailEnd type="none" w="med" len="lg"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30776" name="Text Box 48"/>
            <p:cNvSpPr txBox="1">
              <a:spLocks noChangeArrowheads="1"/>
            </p:cNvSpPr>
            <p:nvPr/>
          </p:nvSpPr>
          <p:spPr bwMode="auto">
            <a:xfrm>
              <a:off x="4019" y="2146"/>
              <a:ext cx="347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800" i="1">
                  <a:solidFill>
                    <a:srgbClr val="000000"/>
                  </a:solidFill>
                </a:rPr>
                <a:t>W</a:t>
              </a:r>
            </a:p>
          </p:txBody>
        </p:sp>
        <p:sp>
          <p:nvSpPr>
            <p:cNvPr id="30777" name="Text Box 49"/>
            <p:cNvSpPr txBox="1">
              <a:spLocks noChangeArrowheads="1"/>
            </p:cNvSpPr>
            <p:nvPr/>
          </p:nvSpPr>
          <p:spPr bwMode="auto">
            <a:xfrm>
              <a:off x="3587" y="618"/>
              <a:ext cx="1167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>
                  <a:solidFill>
                    <a:srgbClr val="333333"/>
                  </a:solidFill>
                </a:rPr>
                <a:t>绝热</a:t>
              </a:r>
              <a:r>
                <a:rPr kumimoji="1" lang="zh-CN" altLang="en-US">
                  <a:solidFill>
                    <a:srgbClr val="0000FF"/>
                  </a:solidFill>
                </a:rPr>
                <a:t>压缩</a:t>
              </a:r>
            </a:p>
          </p:txBody>
        </p:sp>
      </p:grpSp>
      <p:grpSp>
        <p:nvGrpSpPr>
          <p:cNvPr id="4" name="Group 50"/>
          <p:cNvGrpSpPr>
            <a:grpSpLocks/>
          </p:cNvGrpSpPr>
          <p:nvPr/>
        </p:nvGrpSpPr>
        <p:grpSpPr bwMode="auto">
          <a:xfrm>
            <a:off x="5334000" y="5334000"/>
            <a:ext cx="762000" cy="762000"/>
            <a:chOff x="1296" y="3600"/>
            <a:chExt cx="480" cy="480"/>
          </a:xfrm>
        </p:grpSpPr>
        <p:sp>
          <p:nvSpPr>
            <p:cNvPr id="30763" name="Oval 51"/>
            <p:cNvSpPr>
              <a:spLocks noChangeArrowheads="1"/>
            </p:cNvSpPr>
            <p:nvPr/>
          </p:nvSpPr>
          <p:spPr bwMode="auto">
            <a:xfrm>
              <a:off x="1296" y="3600"/>
              <a:ext cx="480" cy="480"/>
            </a:xfrm>
            <a:prstGeom prst="ellips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</a:endParaRPr>
            </a:p>
          </p:txBody>
        </p:sp>
        <p:graphicFrame>
          <p:nvGraphicFramePr>
            <p:cNvPr id="30725" name="Object 52"/>
            <p:cNvGraphicFramePr>
              <a:graphicFrameLocks noChangeAspect="1"/>
            </p:cNvGraphicFramePr>
            <p:nvPr/>
          </p:nvGraphicFramePr>
          <p:xfrm>
            <a:off x="1392" y="3648"/>
            <a:ext cx="333" cy="404"/>
          </p:xfrm>
          <a:graphic>
            <a:graphicData uri="http://schemas.openxmlformats.org/presentationml/2006/ole">
              <p:oleObj spid="_x0000_s101528" name="Equation" r:id="rId21" imgW="177569" imgH="215619" progId="Equation.3">
                <p:embed/>
              </p:oleObj>
            </a:graphicData>
          </a:graphic>
        </p:graphicFrame>
      </p:grpSp>
      <p:grpSp>
        <p:nvGrpSpPr>
          <p:cNvPr id="5" name="Group 53"/>
          <p:cNvGrpSpPr>
            <a:grpSpLocks/>
          </p:cNvGrpSpPr>
          <p:nvPr/>
        </p:nvGrpSpPr>
        <p:grpSpPr bwMode="auto">
          <a:xfrm>
            <a:off x="5867400" y="4724400"/>
            <a:ext cx="1600200" cy="762000"/>
            <a:chOff x="1680" y="3408"/>
            <a:chExt cx="1008" cy="480"/>
          </a:xfrm>
        </p:grpSpPr>
        <p:grpSp>
          <p:nvGrpSpPr>
            <p:cNvPr id="6" name="Group 54"/>
            <p:cNvGrpSpPr>
              <a:grpSpLocks/>
            </p:cNvGrpSpPr>
            <p:nvPr/>
          </p:nvGrpSpPr>
          <p:grpSpPr bwMode="auto">
            <a:xfrm>
              <a:off x="2208" y="3408"/>
              <a:ext cx="480" cy="480"/>
              <a:chOff x="2208" y="3408"/>
              <a:chExt cx="480" cy="480"/>
            </a:xfrm>
          </p:grpSpPr>
          <p:sp>
            <p:nvSpPr>
              <p:cNvPr id="30762" name="Oval 55"/>
              <p:cNvSpPr>
                <a:spLocks noChangeArrowheads="1"/>
              </p:cNvSpPr>
              <p:nvPr/>
            </p:nvSpPr>
            <p:spPr bwMode="auto">
              <a:xfrm>
                <a:off x="2208" y="3408"/>
                <a:ext cx="480" cy="480"/>
              </a:xfrm>
              <a:prstGeom prst="ellipse">
                <a:avLst/>
              </a:prstGeom>
              <a:noFill/>
              <a:ln w="12700">
                <a:solidFill>
                  <a:srgbClr val="9966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 sz="1800" b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graphicFrame>
            <p:nvGraphicFramePr>
              <p:cNvPr id="30724" name="Object 56"/>
              <p:cNvGraphicFramePr>
                <a:graphicFrameLocks noChangeAspect="1"/>
              </p:cNvGraphicFramePr>
              <p:nvPr/>
            </p:nvGraphicFramePr>
            <p:xfrm>
              <a:off x="2304" y="3456"/>
              <a:ext cx="317" cy="356"/>
            </p:xfrm>
            <a:graphic>
              <a:graphicData uri="http://schemas.openxmlformats.org/presentationml/2006/ole">
                <p:oleObj spid="_x0000_s101529" name="Equation" r:id="rId22" imgW="190335" imgH="215713" progId="Equation.3">
                  <p:embed/>
                </p:oleObj>
              </a:graphicData>
            </a:graphic>
          </p:graphicFrame>
        </p:grpSp>
        <p:sp>
          <p:nvSpPr>
            <p:cNvPr id="30761" name="AutoShape 57"/>
            <p:cNvSpPr>
              <a:spLocks noChangeArrowheads="1"/>
            </p:cNvSpPr>
            <p:nvPr/>
          </p:nvSpPr>
          <p:spPr bwMode="auto">
            <a:xfrm rot="-1310175">
              <a:off x="1680" y="3696"/>
              <a:ext cx="672" cy="119"/>
            </a:xfrm>
            <a:prstGeom prst="rightArrow">
              <a:avLst>
                <a:gd name="adj1" fmla="val 50000"/>
                <a:gd name="adj2" fmla="val 141176"/>
              </a:avLst>
            </a:prstGeom>
            <a:solidFill>
              <a:schemeClr val="accent1"/>
            </a:solidFill>
            <a:ln w="28575">
              <a:solidFill>
                <a:srgbClr val="CC00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</a:endParaRPr>
            </a:p>
          </p:txBody>
        </p:sp>
      </p:grpSp>
      <p:grpSp>
        <p:nvGrpSpPr>
          <p:cNvPr id="7" name="Group 58"/>
          <p:cNvGrpSpPr>
            <a:grpSpLocks/>
          </p:cNvGrpSpPr>
          <p:nvPr/>
        </p:nvGrpSpPr>
        <p:grpSpPr bwMode="auto">
          <a:xfrm>
            <a:off x="1295400" y="4876800"/>
            <a:ext cx="762000" cy="762000"/>
            <a:chOff x="3984" y="3408"/>
            <a:chExt cx="480" cy="480"/>
          </a:xfrm>
          <a:noFill/>
        </p:grpSpPr>
        <p:sp>
          <p:nvSpPr>
            <p:cNvPr id="30759" name="Oval 59"/>
            <p:cNvSpPr>
              <a:spLocks noChangeArrowheads="1"/>
            </p:cNvSpPr>
            <p:nvPr/>
          </p:nvSpPr>
          <p:spPr bwMode="auto">
            <a:xfrm>
              <a:off x="3984" y="3408"/>
              <a:ext cx="480" cy="480"/>
            </a:xfrm>
            <a:prstGeom prst="ellipse">
              <a:avLst/>
            </a:prstGeom>
            <a:grpFill/>
            <a:ln w="9525">
              <a:solidFill>
                <a:srgbClr val="9966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</a:endParaRPr>
            </a:p>
          </p:txBody>
        </p:sp>
        <p:graphicFrame>
          <p:nvGraphicFramePr>
            <p:cNvPr id="30723" name="Object 60"/>
            <p:cNvGraphicFramePr>
              <a:graphicFrameLocks noChangeAspect="1"/>
            </p:cNvGraphicFramePr>
            <p:nvPr/>
          </p:nvGraphicFramePr>
          <p:xfrm>
            <a:off x="4080" y="3456"/>
            <a:ext cx="293" cy="356"/>
          </p:xfrm>
          <a:graphic>
            <a:graphicData uri="http://schemas.openxmlformats.org/presentationml/2006/ole">
              <p:oleObj spid="_x0000_s101530" name="Equation" r:id="rId23" imgW="177569" imgH="215619" progId="Equation.3">
                <p:embed/>
              </p:oleObj>
            </a:graphicData>
          </a:graphic>
        </p:graphicFrame>
      </p:grpSp>
      <p:grpSp>
        <p:nvGrpSpPr>
          <p:cNvPr id="8" name="Group 61"/>
          <p:cNvGrpSpPr>
            <a:grpSpLocks/>
          </p:cNvGrpSpPr>
          <p:nvPr/>
        </p:nvGrpSpPr>
        <p:grpSpPr bwMode="auto">
          <a:xfrm>
            <a:off x="1905000" y="5486400"/>
            <a:ext cx="1600200" cy="762000"/>
            <a:chOff x="1152" y="3552"/>
            <a:chExt cx="1008" cy="480"/>
          </a:xfrm>
        </p:grpSpPr>
        <p:grpSp>
          <p:nvGrpSpPr>
            <p:cNvPr id="9" name="Group 62"/>
            <p:cNvGrpSpPr>
              <a:grpSpLocks/>
            </p:cNvGrpSpPr>
            <p:nvPr/>
          </p:nvGrpSpPr>
          <p:grpSpPr bwMode="auto">
            <a:xfrm>
              <a:off x="1706" y="3600"/>
              <a:ext cx="454" cy="432"/>
              <a:chOff x="4848" y="3696"/>
              <a:chExt cx="432" cy="432"/>
            </a:xfrm>
          </p:grpSpPr>
          <p:sp>
            <p:nvSpPr>
              <p:cNvPr id="30758" name="Oval 63"/>
              <p:cNvSpPr>
                <a:spLocks noChangeArrowheads="1"/>
              </p:cNvSpPr>
              <p:nvPr/>
            </p:nvSpPr>
            <p:spPr bwMode="auto">
              <a:xfrm>
                <a:off x="4848" y="3696"/>
                <a:ext cx="432" cy="432"/>
              </a:xfrm>
              <a:prstGeom prst="ellips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 sz="1800" b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graphicFrame>
            <p:nvGraphicFramePr>
              <p:cNvPr id="30722" name="Object 64"/>
              <p:cNvGraphicFramePr>
                <a:graphicFrameLocks noChangeAspect="1"/>
              </p:cNvGraphicFramePr>
              <p:nvPr/>
            </p:nvGraphicFramePr>
            <p:xfrm>
              <a:off x="4915" y="3724"/>
              <a:ext cx="317" cy="356"/>
            </p:xfrm>
            <a:graphic>
              <a:graphicData uri="http://schemas.openxmlformats.org/presentationml/2006/ole">
                <p:oleObj spid="_x0000_s101531" name="Equation" r:id="rId24" imgW="190335" imgH="215713" progId="Equation.3">
                  <p:embed/>
                </p:oleObj>
              </a:graphicData>
            </a:graphic>
          </p:graphicFrame>
        </p:grpSp>
        <p:sp>
          <p:nvSpPr>
            <p:cNvPr id="30757" name="AutoShape 65"/>
            <p:cNvSpPr>
              <a:spLocks noChangeArrowheads="1"/>
            </p:cNvSpPr>
            <p:nvPr/>
          </p:nvSpPr>
          <p:spPr bwMode="auto">
            <a:xfrm rot="1204178">
              <a:off x="1152" y="3552"/>
              <a:ext cx="655" cy="144"/>
            </a:xfrm>
            <a:prstGeom prst="rightArrow">
              <a:avLst>
                <a:gd name="adj1" fmla="val 42426"/>
                <a:gd name="adj2" fmla="val 184303"/>
              </a:avLst>
            </a:prstGeom>
            <a:solidFill>
              <a:srgbClr val="99FFCC"/>
            </a:solidFill>
            <a:ln w="28575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</a:endParaRPr>
            </a:p>
          </p:txBody>
        </p:sp>
      </p:grpSp>
      <p:grpSp>
        <p:nvGrpSpPr>
          <p:cNvPr id="10" name="Group 66"/>
          <p:cNvGrpSpPr>
            <a:grpSpLocks/>
          </p:cNvGrpSpPr>
          <p:nvPr/>
        </p:nvGrpSpPr>
        <p:grpSpPr bwMode="auto">
          <a:xfrm>
            <a:off x="1905000" y="4724400"/>
            <a:ext cx="1828800" cy="588963"/>
            <a:chOff x="1200" y="3024"/>
            <a:chExt cx="1152" cy="371"/>
          </a:xfrm>
        </p:grpSpPr>
        <p:sp>
          <p:nvSpPr>
            <p:cNvPr id="30754" name="Text Box 67"/>
            <p:cNvSpPr txBox="1">
              <a:spLocks noChangeArrowheads="1"/>
            </p:cNvSpPr>
            <p:nvPr/>
          </p:nvSpPr>
          <p:spPr bwMode="auto">
            <a:xfrm>
              <a:off x="1872" y="3024"/>
              <a:ext cx="480" cy="371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rgbClr val="9966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i="1">
                  <a:solidFill>
                    <a:srgbClr val="1C1C1C"/>
                  </a:solidFill>
                </a:rPr>
                <a:t> </a:t>
              </a:r>
              <a:r>
                <a:rPr lang="en-US" altLang="zh-CN" i="1">
                  <a:solidFill>
                    <a:srgbClr val="CC0000"/>
                  </a:solidFill>
                </a:rPr>
                <a:t>W</a:t>
              </a:r>
            </a:p>
          </p:txBody>
        </p:sp>
        <p:sp>
          <p:nvSpPr>
            <p:cNvPr id="30755" name="AutoShape 68"/>
            <p:cNvSpPr>
              <a:spLocks noChangeArrowheads="1"/>
            </p:cNvSpPr>
            <p:nvPr/>
          </p:nvSpPr>
          <p:spPr bwMode="auto">
            <a:xfrm rot="-26979">
              <a:off x="1200" y="3168"/>
              <a:ext cx="720" cy="144"/>
            </a:xfrm>
            <a:prstGeom prst="rightArrow">
              <a:avLst>
                <a:gd name="adj1" fmla="val 50000"/>
                <a:gd name="adj2" fmla="val 125000"/>
              </a:avLst>
            </a:prstGeom>
            <a:solidFill>
              <a:srgbClr val="FFFFCC"/>
            </a:solidFill>
            <a:ln w="28575">
              <a:solidFill>
                <a:srgbClr val="9966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</a:endParaRPr>
            </a:p>
          </p:txBody>
        </p:sp>
      </p:grpSp>
      <p:grpSp>
        <p:nvGrpSpPr>
          <p:cNvPr id="11" name="Group 69"/>
          <p:cNvGrpSpPr>
            <a:grpSpLocks/>
          </p:cNvGrpSpPr>
          <p:nvPr/>
        </p:nvGrpSpPr>
        <p:grpSpPr bwMode="auto">
          <a:xfrm>
            <a:off x="5943600" y="5719763"/>
            <a:ext cx="1676400" cy="528637"/>
            <a:chOff x="3936" y="3555"/>
            <a:chExt cx="1056" cy="333"/>
          </a:xfrm>
        </p:grpSpPr>
        <p:sp>
          <p:nvSpPr>
            <p:cNvPr id="30752" name="Text Box 70"/>
            <p:cNvSpPr txBox="1">
              <a:spLocks noChangeArrowheads="1"/>
            </p:cNvSpPr>
            <p:nvPr/>
          </p:nvSpPr>
          <p:spPr bwMode="auto">
            <a:xfrm>
              <a:off x="4560" y="3555"/>
              <a:ext cx="432" cy="333"/>
            </a:xfrm>
            <a:prstGeom prst="rect">
              <a:avLst/>
            </a:prstGeom>
            <a:solidFill>
              <a:srgbClr val="E1F4FB"/>
            </a:solidFill>
            <a:ln w="9525">
              <a:solidFill>
                <a:srgbClr val="0000FF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sz="2800">
                  <a:solidFill>
                    <a:srgbClr val="1C1C1C"/>
                  </a:solidFill>
                </a:rPr>
                <a:t> </a:t>
              </a:r>
              <a:r>
                <a:rPr lang="en-US" altLang="zh-CN" sz="2800" i="1">
                  <a:solidFill>
                    <a:srgbClr val="1C1C1C"/>
                  </a:solidFill>
                </a:rPr>
                <a:t>W</a:t>
              </a:r>
            </a:p>
          </p:txBody>
        </p:sp>
        <p:sp>
          <p:nvSpPr>
            <p:cNvPr id="30753" name="AutoShape 71"/>
            <p:cNvSpPr>
              <a:spLocks noChangeArrowheads="1"/>
            </p:cNvSpPr>
            <p:nvPr/>
          </p:nvSpPr>
          <p:spPr bwMode="auto">
            <a:xfrm>
              <a:off x="3936" y="3600"/>
              <a:ext cx="672" cy="144"/>
            </a:xfrm>
            <a:prstGeom prst="leftArrow">
              <a:avLst>
                <a:gd name="adj1" fmla="val 50000"/>
                <a:gd name="adj2" fmla="val 116667"/>
              </a:avLst>
            </a:prstGeom>
            <a:solidFill>
              <a:srgbClr val="CCECFF"/>
            </a:solidFill>
            <a:ln w="28575">
              <a:solidFill>
                <a:srgbClr val="0000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1422279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8ED7AFA-2AC6-40B6-9FEE-554F668AF940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11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180" name="Text Box 2"/>
          <p:cNvSpPr txBox="1">
            <a:spLocks noChangeArrowheads="1"/>
          </p:cNvSpPr>
          <p:nvPr/>
        </p:nvSpPr>
        <p:spPr bwMode="auto">
          <a:xfrm>
            <a:off x="395536" y="188640"/>
            <a:ext cx="511256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Clr>
                <a:srgbClr val="C00000"/>
              </a:buClr>
              <a:buFont typeface="Wingdings" pitchFamily="2" charset="2"/>
              <a:buChar char="u"/>
            </a:pPr>
            <a:r>
              <a:rPr kumimoji="1" lang="zh-CN" altLang="en-US" dirty="0" smtClean="0">
                <a:solidFill>
                  <a:srgbClr val="000000"/>
                </a:solidFill>
              </a:rPr>
              <a:t>比</a:t>
            </a:r>
            <a:r>
              <a:rPr kumimoji="1" lang="zh-CN" altLang="en-US" dirty="0">
                <a:solidFill>
                  <a:srgbClr val="000000"/>
                </a:solidFill>
              </a:rPr>
              <a:t>较</a:t>
            </a:r>
            <a:r>
              <a:rPr kumimoji="1" lang="en-US" altLang="zh-CN" dirty="0">
                <a:solidFill>
                  <a:srgbClr val="000000"/>
                </a:solidFill>
              </a:rPr>
              <a:t> </a:t>
            </a:r>
            <a:r>
              <a:rPr kumimoji="1" lang="zh-CN" altLang="en-US" dirty="0">
                <a:solidFill>
                  <a:srgbClr val="0000FF"/>
                </a:solidFill>
              </a:rPr>
              <a:t>绝热</a:t>
            </a:r>
            <a:r>
              <a:rPr kumimoji="1" lang="zh-CN" altLang="en-US" dirty="0">
                <a:solidFill>
                  <a:srgbClr val="000000"/>
                </a:solidFill>
              </a:rPr>
              <a:t>线和</a:t>
            </a:r>
            <a:r>
              <a:rPr kumimoji="1" lang="zh-CN" altLang="en-US" dirty="0">
                <a:solidFill>
                  <a:srgbClr val="0000FF"/>
                </a:solidFill>
              </a:rPr>
              <a:t>等温</a:t>
            </a:r>
            <a:r>
              <a:rPr kumimoji="1" lang="zh-CN" altLang="en-US" dirty="0">
                <a:solidFill>
                  <a:srgbClr val="000000"/>
                </a:solidFill>
              </a:rPr>
              <a:t>线</a:t>
            </a:r>
          </a:p>
        </p:txBody>
      </p:sp>
      <p:sp>
        <p:nvSpPr>
          <p:cNvPr id="117763" name="Text Box 3"/>
          <p:cNvSpPr txBox="1">
            <a:spLocks noChangeArrowheads="1"/>
          </p:cNvSpPr>
          <p:nvPr/>
        </p:nvSpPr>
        <p:spPr bwMode="auto">
          <a:xfrm>
            <a:off x="792163" y="957263"/>
            <a:ext cx="39687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>
                <a:solidFill>
                  <a:srgbClr val="CC0000"/>
                </a:solidFill>
              </a:rPr>
              <a:t>1. </a:t>
            </a:r>
            <a:r>
              <a:rPr kumimoji="1" lang="zh-CN" altLang="en-US" sz="2800">
                <a:solidFill>
                  <a:srgbClr val="CC0000"/>
                </a:solidFill>
              </a:rPr>
              <a:t>绝热过程曲线的斜率</a:t>
            </a:r>
          </a:p>
        </p:txBody>
      </p:sp>
      <p:graphicFrame>
        <p:nvGraphicFramePr>
          <p:cNvPr id="117764" name="Object 4"/>
          <p:cNvGraphicFramePr>
            <a:graphicFrameLocks noChangeAspect="1"/>
          </p:cNvGraphicFramePr>
          <p:nvPr/>
        </p:nvGraphicFramePr>
        <p:xfrm>
          <a:off x="881063" y="2259013"/>
          <a:ext cx="3856037" cy="622300"/>
        </p:xfrm>
        <a:graphic>
          <a:graphicData uri="http://schemas.openxmlformats.org/presentationml/2006/ole">
            <p:oleObj spid="_x0000_s102456" name="公式" r:id="rId3" imgW="1435100" imgH="228600" progId="Equation.3">
              <p:embed/>
            </p:oleObj>
          </a:graphicData>
        </a:graphic>
      </p:graphicFrame>
      <p:graphicFrame>
        <p:nvGraphicFramePr>
          <p:cNvPr id="117765" name="Object 5"/>
          <p:cNvGraphicFramePr>
            <a:graphicFrameLocks noChangeAspect="1"/>
          </p:cNvGraphicFramePr>
          <p:nvPr/>
        </p:nvGraphicFramePr>
        <p:xfrm>
          <a:off x="895350" y="2949575"/>
          <a:ext cx="3027363" cy="1160463"/>
        </p:xfrm>
        <a:graphic>
          <a:graphicData uri="http://schemas.openxmlformats.org/presentationml/2006/ole">
            <p:oleObj spid="_x0000_s102457" name="Equation" r:id="rId4" imgW="18767972" imgH="8282952" progId="Equation.DSMT4">
              <p:embed/>
            </p:oleObj>
          </a:graphicData>
        </a:graphic>
      </p:graphicFrame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881063" y="1493838"/>
            <a:ext cx="2490787" cy="641350"/>
            <a:chOff x="546" y="1019"/>
            <a:chExt cx="1569" cy="404"/>
          </a:xfrm>
        </p:grpSpPr>
        <p:sp>
          <p:nvSpPr>
            <p:cNvPr id="7201" name="Rectangle 7"/>
            <p:cNvSpPr>
              <a:spLocks noChangeArrowheads="1"/>
            </p:cNvSpPr>
            <p:nvPr/>
          </p:nvSpPr>
          <p:spPr bwMode="auto">
            <a:xfrm>
              <a:off x="1299" y="1054"/>
              <a:ext cx="816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/>
              <a:r>
                <a:rPr kumimoji="1" lang="zh-CN" altLang="en-US" sz="2800">
                  <a:solidFill>
                    <a:srgbClr val="000000"/>
                  </a:solidFill>
                </a:rPr>
                <a:t>常量</a:t>
              </a:r>
            </a:p>
          </p:txBody>
        </p:sp>
        <p:graphicFrame>
          <p:nvGraphicFramePr>
            <p:cNvPr id="7178" name="Object 8"/>
            <p:cNvGraphicFramePr>
              <a:graphicFrameLocks noChangeAspect="1"/>
            </p:cNvGraphicFramePr>
            <p:nvPr/>
          </p:nvGraphicFramePr>
          <p:xfrm>
            <a:off x="546" y="1019"/>
            <a:ext cx="831" cy="404"/>
          </p:xfrm>
          <a:graphic>
            <a:graphicData uri="http://schemas.openxmlformats.org/presentationml/2006/ole">
              <p:oleObj spid="_x0000_s102458" name="公式" r:id="rId5" imgW="469900" imgH="228600" progId="Equation.3">
                <p:embed/>
              </p:oleObj>
            </a:graphicData>
          </a:graphic>
        </p:graphicFrame>
      </p:grp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5278438" y="1223963"/>
            <a:ext cx="3467100" cy="3244850"/>
            <a:chOff x="3325" y="771"/>
            <a:chExt cx="2184" cy="2044"/>
          </a:xfrm>
        </p:grpSpPr>
        <p:sp>
          <p:nvSpPr>
            <p:cNvPr id="7196" name="Line 10"/>
            <p:cNvSpPr>
              <a:spLocks noChangeShapeType="1"/>
            </p:cNvSpPr>
            <p:nvPr/>
          </p:nvSpPr>
          <p:spPr bwMode="auto">
            <a:xfrm flipV="1">
              <a:off x="3614" y="2547"/>
              <a:ext cx="1895" cy="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pPr algn="ctr" eaLnBrk="1" hangingPunct="1"/>
              <a:endParaRPr lang="zh-CN" altLang="en-US" sz="2400">
                <a:solidFill>
                  <a:srgbClr val="FFFFFF"/>
                </a:solidFill>
              </a:endParaRPr>
            </a:p>
          </p:txBody>
        </p:sp>
        <p:sp>
          <p:nvSpPr>
            <p:cNvPr id="7197" name="Line 11"/>
            <p:cNvSpPr>
              <a:spLocks noChangeShapeType="1"/>
            </p:cNvSpPr>
            <p:nvPr/>
          </p:nvSpPr>
          <p:spPr bwMode="auto">
            <a:xfrm flipV="1">
              <a:off x="3613" y="771"/>
              <a:ext cx="0" cy="178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pPr algn="ctr" eaLnBrk="1" hangingPunct="1"/>
              <a:endParaRPr lang="zh-CN" altLang="en-US" sz="2400">
                <a:solidFill>
                  <a:srgbClr val="FFFFFF"/>
                </a:solidFill>
              </a:endParaRPr>
            </a:p>
          </p:txBody>
        </p:sp>
        <p:sp>
          <p:nvSpPr>
            <p:cNvPr id="7198" name="Text Box 12"/>
            <p:cNvSpPr txBox="1">
              <a:spLocks noChangeArrowheads="1"/>
            </p:cNvSpPr>
            <p:nvPr/>
          </p:nvSpPr>
          <p:spPr bwMode="auto">
            <a:xfrm>
              <a:off x="4333" y="1251"/>
              <a:ext cx="33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i="1">
                  <a:solidFill>
                    <a:srgbClr val="000000"/>
                  </a:solidFill>
                  <a:ea typeface="楷体_GB2312" pitchFamily="49" charset="-122"/>
                </a:rPr>
                <a:t>A</a:t>
              </a:r>
            </a:p>
          </p:txBody>
        </p:sp>
        <p:graphicFrame>
          <p:nvGraphicFramePr>
            <p:cNvPr id="7175" name="Object 13"/>
            <p:cNvGraphicFramePr>
              <a:graphicFrameLocks noChangeAspect="1"/>
            </p:cNvGraphicFramePr>
            <p:nvPr/>
          </p:nvGraphicFramePr>
          <p:xfrm>
            <a:off x="3325" y="771"/>
            <a:ext cx="213" cy="254"/>
          </p:xfrm>
          <a:graphic>
            <a:graphicData uri="http://schemas.openxmlformats.org/presentationml/2006/ole">
              <p:oleObj spid="_x0000_s102459" name="Equation" r:id="rId6" imgW="203112" imgH="241195" progId="Equation.3">
                <p:embed/>
              </p:oleObj>
            </a:graphicData>
          </a:graphic>
        </p:graphicFrame>
        <p:graphicFrame>
          <p:nvGraphicFramePr>
            <p:cNvPr id="7176" name="Object 14"/>
            <p:cNvGraphicFramePr>
              <a:graphicFrameLocks noChangeAspect="1"/>
            </p:cNvGraphicFramePr>
            <p:nvPr/>
          </p:nvGraphicFramePr>
          <p:xfrm>
            <a:off x="5245" y="2595"/>
            <a:ext cx="197" cy="220"/>
          </p:xfrm>
          <a:graphic>
            <a:graphicData uri="http://schemas.openxmlformats.org/presentationml/2006/ole">
              <p:oleObj spid="_x0000_s102460" name="Equation" r:id="rId7" imgW="215713" imgH="241091" progId="Equation.3">
                <p:embed/>
              </p:oleObj>
            </a:graphicData>
          </a:graphic>
        </p:graphicFrame>
        <p:graphicFrame>
          <p:nvGraphicFramePr>
            <p:cNvPr id="7177" name="Object 15"/>
            <p:cNvGraphicFramePr>
              <a:graphicFrameLocks noChangeAspect="1"/>
            </p:cNvGraphicFramePr>
            <p:nvPr/>
          </p:nvGraphicFramePr>
          <p:xfrm>
            <a:off x="3494" y="2602"/>
            <a:ext cx="177" cy="204"/>
          </p:xfrm>
          <a:graphic>
            <a:graphicData uri="http://schemas.openxmlformats.org/presentationml/2006/ole">
              <p:oleObj spid="_x0000_s102461" name="Equation" r:id="rId8" imgW="164957" imgH="190335" progId="Equation.3">
                <p:embed/>
              </p:oleObj>
            </a:graphicData>
          </a:graphic>
        </p:graphicFrame>
        <p:sp>
          <p:nvSpPr>
            <p:cNvPr id="7199" name="Freeform 16"/>
            <p:cNvSpPr>
              <a:spLocks/>
            </p:cNvSpPr>
            <p:nvPr/>
          </p:nvSpPr>
          <p:spPr bwMode="auto">
            <a:xfrm>
              <a:off x="3901" y="867"/>
              <a:ext cx="1440" cy="1179"/>
            </a:xfrm>
            <a:custGeom>
              <a:avLst/>
              <a:gdLst>
                <a:gd name="T0" fmla="*/ 0 w 1495"/>
                <a:gd name="T1" fmla="*/ 0 h 1179"/>
                <a:gd name="T2" fmla="*/ 199 w 1495"/>
                <a:gd name="T3" fmla="*/ 329 h 1179"/>
                <a:gd name="T4" fmla="*/ 439 w 1495"/>
                <a:gd name="T5" fmla="*/ 617 h 1179"/>
                <a:gd name="T6" fmla="*/ 796 w 1495"/>
                <a:gd name="T7" fmla="*/ 891 h 1179"/>
                <a:gd name="T8" fmla="*/ 1255 w 1495"/>
                <a:gd name="T9" fmla="*/ 1097 h 1179"/>
                <a:gd name="T10" fmla="*/ 1495 w 1495"/>
                <a:gd name="T11" fmla="*/ 1179 h 117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495"/>
                <a:gd name="T19" fmla="*/ 0 h 1179"/>
                <a:gd name="T20" fmla="*/ 1495 w 1495"/>
                <a:gd name="T21" fmla="*/ 1179 h 117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495" h="1179">
                  <a:moveTo>
                    <a:pt x="0" y="0"/>
                  </a:moveTo>
                  <a:cubicBezTo>
                    <a:pt x="33" y="55"/>
                    <a:pt x="126" y="226"/>
                    <a:pt x="199" y="329"/>
                  </a:cubicBezTo>
                  <a:cubicBezTo>
                    <a:pt x="272" y="432"/>
                    <a:pt x="339" y="523"/>
                    <a:pt x="439" y="617"/>
                  </a:cubicBezTo>
                  <a:cubicBezTo>
                    <a:pt x="539" y="711"/>
                    <a:pt x="660" y="811"/>
                    <a:pt x="796" y="891"/>
                  </a:cubicBezTo>
                  <a:cubicBezTo>
                    <a:pt x="932" y="971"/>
                    <a:pt x="1139" y="1049"/>
                    <a:pt x="1255" y="1097"/>
                  </a:cubicBezTo>
                  <a:cubicBezTo>
                    <a:pt x="1371" y="1145"/>
                    <a:pt x="1445" y="1162"/>
                    <a:pt x="1495" y="1179"/>
                  </a:cubicBezTo>
                </a:path>
              </a:pathLst>
            </a:cu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 wrap="none"/>
            <a:lstStyle/>
            <a:p>
              <a:pPr algn="ctr" eaLnBrk="1" hangingPunct="1"/>
              <a:endParaRPr lang="zh-CN" altLang="en-US" sz="2400">
                <a:solidFill>
                  <a:srgbClr val="FFFFFF"/>
                </a:solidFill>
              </a:endParaRPr>
            </a:p>
          </p:txBody>
        </p:sp>
        <p:sp>
          <p:nvSpPr>
            <p:cNvPr id="7200" name="Freeform 17"/>
            <p:cNvSpPr>
              <a:spLocks/>
            </p:cNvSpPr>
            <p:nvPr/>
          </p:nvSpPr>
          <p:spPr bwMode="auto">
            <a:xfrm>
              <a:off x="4093" y="867"/>
              <a:ext cx="1248" cy="1406"/>
            </a:xfrm>
            <a:custGeom>
              <a:avLst/>
              <a:gdLst>
                <a:gd name="T0" fmla="*/ 0 w 1248"/>
                <a:gd name="T1" fmla="*/ 0 h 1406"/>
                <a:gd name="T2" fmla="*/ 102 w 1248"/>
                <a:gd name="T3" fmla="*/ 329 h 1406"/>
                <a:gd name="T4" fmla="*/ 233 w 1248"/>
                <a:gd name="T5" fmla="*/ 597 h 1406"/>
                <a:gd name="T6" fmla="*/ 425 w 1248"/>
                <a:gd name="T7" fmla="*/ 871 h 1406"/>
                <a:gd name="T8" fmla="*/ 603 w 1248"/>
                <a:gd name="T9" fmla="*/ 1069 h 1406"/>
                <a:gd name="T10" fmla="*/ 843 w 1248"/>
                <a:gd name="T11" fmla="*/ 1234 h 1406"/>
                <a:gd name="T12" fmla="*/ 1090 w 1248"/>
                <a:gd name="T13" fmla="*/ 1351 h 1406"/>
                <a:gd name="T14" fmla="*/ 1248 w 1248"/>
                <a:gd name="T15" fmla="*/ 1406 h 140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248"/>
                <a:gd name="T25" fmla="*/ 0 h 1406"/>
                <a:gd name="T26" fmla="*/ 1248 w 1248"/>
                <a:gd name="T27" fmla="*/ 1406 h 140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248" h="1406">
                  <a:moveTo>
                    <a:pt x="0" y="0"/>
                  </a:moveTo>
                  <a:cubicBezTo>
                    <a:pt x="17" y="55"/>
                    <a:pt x="63" y="229"/>
                    <a:pt x="102" y="329"/>
                  </a:cubicBezTo>
                  <a:cubicBezTo>
                    <a:pt x="141" y="429"/>
                    <a:pt x="179" y="507"/>
                    <a:pt x="233" y="597"/>
                  </a:cubicBezTo>
                  <a:cubicBezTo>
                    <a:pt x="287" y="687"/>
                    <a:pt x="363" y="792"/>
                    <a:pt x="425" y="871"/>
                  </a:cubicBezTo>
                  <a:cubicBezTo>
                    <a:pt x="487" y="950"/>
                    <a:pt x="533" y="1009"/>
                    <a:pt x="603" y="1069"/>
                  </a:cubicBezTo>
                  <a:cubicBezTo>
                    <a:pt x="673" y="1129"/>
                    <a:pt x="762" y="1187"/>
                    <a:pt x="843" y="1234"/>
                  </a:cubicBezTo>
                  <a:cubicBezTo>
                    <a:pt x="924" y="1281"/>
                    <a:pt x="1023" y="1322"/>
                    <a:pt x="1090" y="1351"/>
                  </a:cubicBezTo>
                  <a:cubicBezTo>
                    <a:pt x="1157" y="1380"/>
                    <a:pt x="1215" y="1395"/>
                    <a:pt x="1248" y="1406"/>
                  </a:cubicBezTo>
                </a:path>
              </a:pathLst>
            </a:custGeom>
            <a:noFill/>
            <a:ln w="28575">
              <a:solidFill>
                <a:srgbClr val="CC0099"/>
              </a:solidFill>
              <a:round/>
              <a:headEnd/>
              <a:tailEnd/>
            </a:ln>
          </p:spPr>
          <p:txBody>
            <a:bodyPr wrap="none"/>
            <a:lstStyle/>
            <a:p>
              <a:pPr algn="ctr" eaLnBrk="1" hangingPunct="1"/>
              <a:endParaRPr lang="zh-CN" altLang="en-US" sz="2400">
                <a:solidFill>
                  <a:srgbClr val="FFFFFF"/>
                </a:solidFill>
              </a:endParaRPr>
            </a:p>
          </p:txBody>
        </p:sp>
      </p:grpSp>
      <p:sp>
        <p:nvSpPr>
          <p:cNvPr id="117801" name="Text Box 41"/>
          <p:cNvSpPr txBox="1">
            <a:spLocks noChangeArrowheads="1"/>
          </p:cNvSpPr>
          <p:nvPr/>
        </p:nvSpPr>
        <p:spPr bwMode="auto">
          <a:xfrm>
            <a:off x="792163" y="4194175"/>
            <a:ext cx="432117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>
                <a:solidFill>
                  <a:srgbClr val="CC0000"/>
                </a:solidFill>
              </a:rPr>
              <a:t>2. </a:t>
            </a:r>
            <a:r>
              <a:rPr kumimoji="1" lang="zh-CN" altLang="en-US" sz="2800">
                <a:solidFill>
                  <a:srgbClr val="CC0000"/>
                </a:solidFill>
              </a:rPr>
              <a:t>等温过程曲线的斜率</a:t>
            </a:r>
          </a:p>
        </p:txBody>
      </p:sp>
      <p:graphicFrame>
        <p:nvGraphicFramePr>
          <p:cNvPr id="117802" name="Object 42"/>
          <p:cNvGraphicFramePr>
            <a:graphicFrameLocks noChangeAspect="1"/>
          </p:cNvGraphicFramePr>
          <p:nvPr/>
        </p:nvGraphicFramePr>
        <p:xfrm>
          <a:off x="1196975" y="5616575"/>
          <a:ext cx="2784475" cy="495300"/>
        </p:xfrm>
        <a:graphic>
          <a:graphicData uri="http://schemas.openxmlformats.org/presentationml/2006/ole">
            <p:oleObj spid="_x0000_s102462" name="Equation" r:id="rId9" imgW="2120900" imgH="419100" progId="Equation.3">
              <p:embed/>
            </p:oleObj>
          </a:graphicData>
        </a:graphic>
      </p:graphicFrame>
      <p:grpSp>
        <p:nvGrpSpPr>
          <p:cNvPr id="4" name="Group 43"/>
          <p:cNvGrpSpPr>
            <a:grpSpLocks/>
          </p:cNvGrpSpPr>
          <p:nvPr/>
        </p:nvGrpSpPr>
        <p:grpSpPr bwMode="auto">
          <a:xfrm>
            <a:off x="1196975" y="4824413"/>
            <a:ext cx="2395538" cy="550862"/>
            <a:chOff x="3723" y="2640"/>
            <a:chExt cx="1509" cy="347"/>
          </a:xfrm>
        </p:grpSpPr>
        <p:graphicFrame>
          <p:nvGraphicFramePr>
            <p:cNvPr id="7174" name="Object 44"/>
            <p:cNvGraphicFramePr>
              <a:graphicFrameLocks noChangeAspect="1"/>
            </p:cNvGraphicFramePr>
            <p:nvPr/>
          </p:nvGraphicFramePr>
          <p:xfrm>
            <a:off x="3723" y="2682"/>
            <a:ext cx="741" cy="305"/>
          </p:xfrm>
          <a:graphic>
            <a:graphicData uri="http://schemas.openxmlformats.org/presentationml/2006/ole">
              <p:oleObj spid="_x0000_s102463" name="Equation" r:id="rId10" imgW="837836" imgH="406224" progId="Equation.3">
                <p:embed/>
              </p:oleObj>
            </a:graphicData>
          </a:graphic>
        </p:graphicFrame>
        <p:sp>
          <p:nvSpPr>
            <p:cNvPr id="7195" name="Rectangle 45"/>
            <p:cNvSpPr>
              <a:spLocks noChangeArrowheads="1"/>
            </p:cNvSpPr>
            <p:nvPr/>
          </p:nvSpPr>
          <p:spPr bwMode="auto">
            <a:xfrm>
              <a:off x="4464" y="2640"/>
              <a:ext cx="768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/>
              <a:r>
                <a:rPr kumimoji="1" lang="zh-CN" altLang="en-US" sz="2800">
                  <a:solidFill>
                    <a:srgbClr val="000000"/>
                  </a:solidFill>
                </a:rPr>
                <a:t>常量</a:t>
              </a:r>
            </a:p>
          </p:txBody>
        </p:sp>
      </p:grpSp>
      <p:grpSp>
        <p:nvGrpSpPr>
          <p:cNvPr id="5" name="Group 46"/>
          <p:cNvGrpSpPr>
            <a:grpSpLocks/>
          </p:cNvGrpSpPr>
          <p:nvPr/>
        </p:nvGrpSpPr>
        <p:grpSpPr bwMode="auto">
          <a:xfrm>
            <a:off x="4178299" y="5202238"/>
            <a:ext cx="4117975" cy="1162050"/>
            <a:chOff x="2632" y="3277"/>
            <a:chExt cx="2594" cy="732"/>
          </a:xfrm>
        </p:grpSpPr>
        <p:graphicFrame>
          <p:nvGraphicFramePr>
            <p:cNvPr id="7173" name="Object 47"/>
            <p:cNvGraphicFramePr>
              <a:graphicFrameLocks noChangeAspect="1"/>
            </p:cNvGraphicFramePr>
            <p:nvPr/>
          </p:nvGraphicFramePr>
          <p:xfrm>
            <a:off x="3588" y="3277"/>
            <a:ext cx="1638" cy="732"/>
          </p:xfrm>
          <a:graphic>
            <a:graphicData uri="http://schemas.openxmlformats.org/presentationml/2006/ole">
              <p:oleObj spid="_x0000_s102464" name="Equation" r:id="rId11" imgW="17304932" imgH="8282952" progId="Equation.DSMT4">
                <p:embed/>
              </p:oleObj>
            </a:graphicData>
          </a:graphic>
        </p:graphicFrame>
        <p:sp>
          <p:nvSpPr>
            <p:cNvPr id="7194" name="AutoShape 48"/>
            <p:cNvSpPr>
              <a:spLocks noChangeArrowheads="1"/>
            </p:cNvSpPr>
            <p:nvPr/>
          </p:nvSpPr>
          <p:spPr bwMode="auto">
            <a:xfrm>
              <a:off x="2632" y="3595"/>
              <a:ext cx="589" cy="148"/>
            </a:xfrm>
            <a:prstGeom prst="rightArrow">
              <a:avLst>
                <a:gd name="adj1" fmla="val 50000"/>
                <a:gd name="adj2" fmla="val 99493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endParaRPr lang="zh-CN" altLang="en-US" sz="2400">
                <a:solidFill>
                  <a:srgbClr val="FFFFFF"/>
                </a:solidFill>
              </a:endParaRPr>
            </a:p>
          </p:txBody>
        </p:sp>
      </p:grpSp>
      <p:grpSp>
        <p:nvGrpSpPr>
          <p:cNvPr id="6" name="Group 49"/>
          <p:cNvGrpSpPr>
            <a:grpSpLocks/>
          </p:cNvGrpSpPr>
          <p:nvPr/>
        </p:nvGrpSpPr>
        <p:grpSpPr bwMode="auto">
          <a:xfrm>
            <a:off x="6804248" y="309563"/>
            <a:ext cx="1934942" cy="936625"/>
            <a:chOff x="4420" y="171"/>
            <a:chExt cx="1085" cy="590"/>
          </a:xfrm>
        </p:grpSpPr>
        <p:grpSp>
          <p:nvGrpSpPr>
            <p:cNvPr id="7" name="Group 50"/>
            <p:cNvGrpSpPr>
              <a:grpSpLocks/>
            </p:cNvGrpSpPr>
            <p:nvPr/>
          </p:nvGrpSpPr>
          <p:grpSpPr bwMode="auto">
            <a:xfrm>
              <a:off x="4429" y="171"/>
              <a:ext cx="1076" cy="330"/>
              <a:chOff x="4429" y="171"/>
              <a:chExt cx="1076" cy="330"/>
            </a:xfrm>
          </p:grpSpPr>
          <p:sp>
            <p:nvSpPr>
              <p:cNvPr id="7192" name="Line 51"/>
              <p:cNvSpPr>
                <a:spLocks noChangeShapeType="1"/>
              </p:cNvSpPr>
              <p:nvPr/>
            </p:nvSpPr>
            <p:spPr bwMode="auto">
              <a:xfrm>
                <a:off x="4429" y="346"/>
                <a:ext cx="240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 eaLnBrk="1" hangingPunct="1"/>
                <a:endParaRPr lang="zh-CN" altLang="en-US" sz="2800">
                  <a:solidFill>
                    <a:srgbClr val="FFFFFF"/>
                  </a:solidFill>
                </a:endParaRPr>
              </a:p>
            </p:txBody>
          </p:sp>
          <p:sp>
            <p:nvSpPr>
              <p:cNvPr id="7193" name="Text Box 52"/>
              <p:cNvSpPr txBox="1">
                <a:spLocks noChangeArrowheads="1"/>
              </p:cNvSpPr>
              <p:nvPr/>
            </p:nvSpPr>
            <p:spPr bwMode="auto">
              <a:xfrm>
                <a:off x="4707" y="171"/>
                <a:ext cx="798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kumimoji="1" lang="zh-CN" altLang="en-US" sz="2800">
                    <a:solidFill>
                      <a:srgbClr val="000000"/>
                    </a:solidFill>
                  </a:rPr>
                  <a:t>等温线</a:t>
                </a:r>
              </a:p>
            </p:txBody>
          </p:sp>
        </p:grpSp>
        <p:grpSp>
          <p:nvGrpSpPr>
            <p:cNvPr id="8" name="Group 53"/>
            <p:cNvGrpSpPr>
              <a:grpSpLocks/>
            </p:cNvGrpSpPr>
            <p:nvPr/>
          </p:nvGrpSpPr>
          <p:grpSpPr bwMode="auto">
            <a:xfrm>
              <a:off x="4420" y="431"/>
              <a:ext cx="1085" cy="330"/>
              <a:chOff x="4420" y="584"/>
              <a:chExt cx="1085" cy="330"/>
            </a:xfrm>
          </p:grpSpPr>
          <p:sp>
            <p:nvSpPr>
              <p:cNvPr id="7190" name="Line 54"/>
              <p:cNvSpPr>
                <a:spLocks noChangeShapeType="1"/>
              </p:cNvSpPr>
              <p:nvPr/>
            </p:nvSpPr>
            <p:spPr bwMode="auto">
              <a:xfrm>
                <a:off x="4420" y="754"/>
                <a:ext cx="240" cy="0"/>
              </a:xfrm>
              <a:prstGeom prst="line">
                <a:avLst/>
              </a:prstGeom>
              <a:noFill/>
              <a:ln w="25400">
                <a:solidFill>
                  <a:srgbClr val="CC0099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 eaLnBrk="1" hangingPunct="1"/>
                <a:endParaRPr lang="zh-CN" altLang="en-US" sz="2800">
                  <a:solidFill>
                    <a:srgbClr val="FFFFFF"/>
                  </a:solidFill>
                </a:endParaRPr>
              </a:p>
            </p:txBody>
          </p:sp>
          <p:sp>
            <p:nvSpPr>
              <p:cNvPr id="7191" name="Text Box 55"/>
              <p:cNvSpPr txBox="1">
                <a:spLocks noChangeArrowheads="1"/>
              </p:cNvSpPr>
              <p:nvPr/>
            </p:nvSpPr>
            <p:spPr bwMode="auto">
              <a:xfrm>
                <a:off x="4707" y="584"/>
                <a:ext cx="798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kumimoji="1" lang="zh-CN" altLang="en-US" sz="2800">
                    <a:solidFill>
                      <a:srgbClr val="000000"/>
                    </a:solidFill>
                  </a:rPr>
                  <a:t>绝热线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xmlns="" val="372969024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7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7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117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7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17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763" grpId="0" autoUpdateAnimBg="0"/>
      <p:bldP spid="11780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44" name="Rectangle 2"/>
          <p:cNvSpPr>
            <a:spLocks noChangeArrowheads="1"/>
          </p:cNvSpPr>
          <p:nvPr/>
        </p:nvSpPr>
        <p:spPr bwMode="auto">
          <a:xfrm>
            <a:off x="4732784" y="2329259"/>
            <a:ext cx="3733800" cy="2971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en-US" sz="1800" b="0">
              <a:solidFill>
                <a:srgbClr val="000000"/>
              </a:solidFill>
              <a:latin typeface="Arial" charset="0"/>
            </a:endParaRP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4808984" y="2359422"/>
            <a:ext cx="3513138" cy="2797175"/>
            <a:chOff x="3072" y="1632"/>
            <a:chExt cx="2213" cy="1762"/>
          </a:xfrm>
        </p:grpSpPr>
        <p:sp>
          <p:nvSpPr>
            <p:cNvPr id="44063" name="Line 4"/>
            <p:cNvSpPr>
              <a:spLocks noChangeShapeType="1"/>
            </p:cNvSpPr>
            <p:nvPr/>
          </p:nvSpPr>
          <p:spPr bwMode="auto">
            <a:xfrm flipV="1">
              <a:off x="3306" y="3120"/>
              <a:ext cx="1974" cy="6"/>
            </a:xfrm>
            <a:prstGeom prst="line">
              <a:avLst/>
            </a:prstGeom>
            <a:noFill/>
            <a:ln w="19050">
              <a:solidFill>
                <a:srgbClr val="333333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44064" name="Line 5"/>
            <p:cNvSpPr>
              <a:spLocks noChangeShapeType="1"/>
            </p:cNvSpPr>
            <p:nvPr/>
          </p:nvSpPr>
          <p:spPr bwMode="auto">
            <a:xfrm flipV="1">
              <a:off x="3306" y="1638"/>
              <a:ext cx="0" cy="1488"/>
            </a:xfrm>
            <a:prstGeom prst="line">
              <a:avLst/>
            </a:prstGeom>
            <a:noFill/>
            <a:ln w="19050">
              <a:solidFill>
                <a:srgbClr val="333333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</a:endParaRPr>
            </a:p>
          </p:txBody>
        </p:sp>
        <p:graphicFrame>
          <p:nvGraphicFramePr>
            <p:cNvPr id="44041" name="Object 6"/>
            <p:cNvGraphicFramePr>
              <a:graphicFrameLocks noChangeAspect="1"/>
            </p:cNvGraphicFramePr>
            <p:nvPr/>
          </p:nvGraphicFramePr>
          <p:xfrm>
            <a:off x="3072" y="1632"/>
            <a:ext cx="192" cy="228"/>
          </p:xfrm>
          <a:graphic>
            <a:graphicData uri="http://schemas.openxmlformats.org/presentationml/2006/ole">
              <p:oleObj spid="_x0000_s179287" name="Equation" r:id="rId3" imgW="203112" imgH="241195" progId="Equation.3">
                <p:embed/>
              </p:oleObj>
            </a:graphicData>
          </a:graphic>
        </p:graphicFrame>
        <p:graphicFrame>
          <p:nvGraphicFramePr>
            <p:cNvPr id="44042" name="Object 7"/>
            <p:cNvGraphicFramePr>
              <a:graphicFrameLocks noChangeAspect="1"/>
            </p:cNvGraphicFramePr>
            <p:nvPr/>
          </p:nvGraphicFramePr>
          <p:xfrm>
            <a:off x="5088" y="3174"/>
            <a:ext cx="197" cy="220"/>
          </p:xfrm>
          <a:graphic>
            <a:graphicData uri="http://schemas.openxmlformats.org/presentationml/2006/ole">
              <p:oleObj spid="_x0000_s179288" name="Equation" r:id="rId4" imgW="215713" imgH="241091" progId="Equation.3">
                <p:embed/>
              </p:oleObj>
            </a:graphicData>
          </a:graphic>
        </p:graphicFrame>
        <p:graphicFrame>
          <p:nvGraphicFramePr>
            <p:cNvPr id="44043" name="Object 8"/>
            <p:cNvGraphicFramePr>
              <a:graphicFrameLocks noChangeAspect="1"/>
            </p:cNvGraphicFramePr>
            <p:nvPr/>
          </p:nvGraphicFramePr>
          <p:xfrm>
            <a:off x="3210" y="3126"/>
            <a:ext cx="177" cy="204"/>
          </p:xfrm>
          <a:graphic>
            <a:graphicData uri="http://schemas.openxmlformats.org/presentationml/2006/ole">
              <p:oleObj spid="_x0000_s179289" name="Equation" r:id="rId5" imgW="164957" imgH="190335" progId="Equation.3">
                <p:embed/>
              </p:oleObj>
            </a:graphicData>
          </a:graphic>
        </p:graphicFrame>
      </p:grp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5723384" y="2851547"/>
            <a:ext cx="1981200" cy="1219200"/>
            <a:chOff x="3648" y="1920"/>
            <a:chExt cx="1248" cy="768"/>
          </a:xfrm>
        </p:grpSpPr>
        <p:sp>
          <p:nvSpPr>
            <p:cNvPr id="44062" name="Freeform 10" descr="浅色下对角线"/>
            <p:cNvSpPr>
              <a:spLocks/>
            </p:cNvSpPr>
            <p:nvPr/>
          </p:nvSpPr>
          <p:spPr bwMode="auto">
            <a:xfrm>
              <a:off x="3648" y="1920"/>
              <a:ext cx="1248" cy="768"/>
            </a:xfrm>
            <a:custGeom>
              <a:avLst/>
              <a:gdLst>
                <a:gd name="T0" fmla="*/ 0 w 1248"/>
                <a:gd name="T1" fmla="*/ 0 h 768"/>
                <a:gd name="T2" fmla="*/ 250 w 1248"/>
                <a:gd name="T3" fmla="*/ 0 h 768"/>
                <a:gd name="T4" fmla="*/ 624 w 1248"/>
                <a:gd name="T5" fmla="*/ 96 h 768"/>
                <a:gd name="T6" fmla="*/ 957 w 1248"/>
                <a:gd name="T7" fmla="*/ 288 h 768"/>
                <a:gd name="T8" fmla="*/ 1118 w 1248"/>
                <a:gd name="T9" fmla="*/ 446 h 768"/>
                <a:gd name="T10" fmla="*/ 1206 w 1248"/>
                <a:gd name="T11" fmla="*/ 624 h 768"/>
                <a:gd name="T12" fmla="*/ 1248 w 1248"/>
                <a:gd name="T13" fmla="*/ 768 h 768"/>
                <a:gd name="T14" fmla="*/ 1040 w 1248"/>
                <a:gd name="T15" fmla="*/ 768 h 768"/>
                <a:gd name="T16" fmla="*/ 790 w 1248"/>
                <a:gd name="T17" fmla="*/ 720 h 768"/>
                <a:gd name="T18" fmla="*/ 582 w 1248"/>
                <a:gd name="T19" fmla="*/ 624 h 768"/>
                <a:gd name="T20" fmla="*/ 374 w 1248"/>
                <a:gd name="T21" fmla="*/ 528 h 768"/>
                <a:gd name="T22" fmla="*/ 250 w 1248"/>
                <a:gd name="T23" fmla="*/ 432 h 768"/>
                <a:gd name="T24" fmla="*/ 166 w 1248"/>
                <a:gd name="T25" fmla="*/ 336 h 768"/>
                <a:gd name="T26" fmla="*/ 62 w 1248"/>
                <a:gd name="T27" fmla="*/ 206 h 768"/>
                <a:gd name="T28" fmla="*/ 27 w 1248"/>
                <a:gd name="T29" fmla="*/ 103 h 768"/>
                <a:gd name="T30" fmla="*/ 0 w 1248"/>
                <a:gd name="T31" fmla="*/ 0 h 76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248"/>
                <a:gd name="T49" fmla="*/ 0 h 768"/>
                <a:gd name="T50" fmla="*/ 1248 w 1248"/>
                <a:gd name="T51" fmla="*/ 768 h 768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248" h="768">
                  <a:moveTo>
                    <a:pt x="0" y="0"/>
                  </a:moveTo>
                  <a:lnTo>
                    <a:pt x="250" y="0"/>
                  </a:lnTo>
                  <a:lnTo>
                    <a:pt x="624" y="96"/>
                  </a:lnTo>
                  <a:lnTo>
                    <a:pt x="957" y="288"/>
                  </a:lnTo>
                  <a:lnTo>
                    <a:pt x="1118" y="446"/>
                  </a:lnTo>
                  <a:lnTo>
                    <a:pt x="1206" y="624"/>
                  </a:lnTo>
                  <a:lnTo>
                    <a:pt x="1248" y="768"/>
                  </a:lnTo>
                  <a:lnTo>
                    <a:pt x="1040" y="768"/>
                  </a:lnTo>
                  <a:lnTo>
                    <a:pt x="790" y="720"/>
                  </a:lnTo>
                  <a:lnTo>
                    <a:pt x="582" y="624"/>
                  </a:lnTo>
                  <a:lnTo>
                    <a:pt x="374" y="528"/>
                  </a:lnTo>
                  <a:lnTo>
                    <a:pt x="250" y="432"/>
                  </a:lnTo>
                  <a:lnTo>
                    <a:pt x="166" y="336"/>
                  </a:lnTo>
                  <a:lnTo>
                    <a:pt x="62" y="206"/>
                  </a:lnTo>
                  <a:lnTo>
                    <a:pt x="27" y="103"/>
                  </a:lnTo>
                  <a:lnTo>
                    <a:pt x="0" y="0"/>
                  </a:lnTo>
                  <a:close/>
                </a:path>
              </a:pathLst>
            </a:custGeom>
            <a:pattFill prst="ltDnDiag">
              <a:fgClr>
                <a:srgbClr val="CC0099"/>
              </a:fgClr>
              <a:bgClr>
                <a:schemeClr val="bg1"/>
              </a:bgClr>
            </a:patt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</a:endParaRPr>
            </a:p>
          </p:txBody>
        </p:sp>
        <p:graphicFrame>
          <p:nvGraphicFramePr>
            <p:cNvPr id="44040" name="Object 11"/>
            <p:cNvGraphicFramePr>
              <a:graphicFrameLocks noChangeAspect="1"/>
            </p:cNvGraphicFramePr>
            <p:nvPr/>
          </p:nvGraphicFramePr>
          <p:xfrm>
            <a:off x="4128" y="2160"/>
            <a:ext cx="276" cy="250"/>
          </p:xfrm>
          <a:graphic>
            <a:graphicData uri="http://schemas.openxmlformats.org/presentationml/2006/ole">
              <p:oleObj spid="_x0000_s179290" name="Equation" r:id="rId6" imgW="5113076" imgH="4625424" progId="Equation.3">
                <p:embed/>
              </p:oleObj>
            </a:graphicData>
          </a:graphic>
        </p:graphicFrame>
      </p:grpSp>
      <p:sp>
        <p:nvSpPr>
          <p:cNvPr id="91148" name="Text Box 12"/>
          <p:cNvSpPr txBox="1">
            <a:spLocks noChangeArrowheads="1"/>
          </p:cNvSpPr>
          <p:nvPr/>
        </p:nvSpPr>
        <p:spPr bwMode="auto">
          <a:xfrm>
            <a:off x="452884" y="1271919"/>
            <a:ext cx="8007350" cy="10769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kumimoji="1" lang="en-US" altLang="zh-CN" sz="2800" dirty="0">
                <a:solidFill>
                  <a:srgbClr val="A50021"/>
                </a:solidFill>
              </a:rPr>
              <a:t>         </a:t>
            </a:r>
            <a:r>
              <a:rPr kumimoji="1" lang="zh-CN" altLang="en-US" sz="2800" dirty="0">
                <a:solidFill>
                  <a:srgbClr val="010000"/>
                </a:solidFill>
              </a:rPr>
              <a:t>系统经过一系列状态变化过程后，又回到原来的状态的过程叫</a:t>
            </a:r>
            <a:r>
              <a:rPr kumimoji="1" lang="zh-CN" altLang="en-US" sz="2800" dirty="0">
                <a:solidFill>
                  <a:srgbClr val="0000FF"/>
                </a:solidFill>
              </a:rPr>
              <a:t>热力学循环过程</a:t>
            </a:r>
            <a:r>
              <a:rPr kumimoji="1" lang="zh-CN" altLang="en-US" sz="2800" dirty="0">
                <a:solidFill>
                  <a:srgbClr val="010000"/>
                </a:solidFill>
              </a:rPr>
              <a:t> </a:t>
            </a:r>
            <a:r>
              <a:rPr kumimoji="1" lang="en-US" altLang="zh-CN" sz="2800" dirty="0">
                <a:solidFill>
                  <a:srgbClr val="010000"/>
                </a:solidFill>
              </a:rPr>
              <a:t>.</a:t>
            </a:r>
          </a:p>
        </p:txBody>
      </p:sp>
      <p:sp>
        <p:nvSpPr>
          <p:cNvPr id="91149" name="Text Box 13"/>
          <p:cNvSpPr txBox="1">
            <a:spLocks noChangeArrowheads="1"/>
          </p:cNvSpPr>
          <p:nvPr/>
        </p:nvSpPr>
        <p:spPr bwMode="auto">
          <a:xfrm>
            <a:off x="611634" y="2996952"/>
            <a:ext cx="360045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 smtClean="0">
                <a:solidFill>
                  <a:srgbClr val="010000"/>
                </a:solidFill>
              </a:rPr>
              <a:t>热</a:t>
            </a:r>
            <a:r>
              <a:rPr kumimoji="1" lang="zh-CN" altLang="en-US" sz="2800" dirty="0">
                <a:solidFill>
                  <a:srgbClr val="010000"/>
                </a:solidFill>
              </a:rPr>
              <a:t>力学第一定</a:t>
            </a:r>
            <a:r>
              <a:rPr kumimoji="1" lang="zh-CN" altLang="en-US" sz="2800" dirty="0" smtClean="0">
                <a:solidFill>
                  <a:srgbClr val="010000"/>
                </a:solidFill>
              </a:rPr>
              <a:t>律</a:t>
            </a:r>
            <a:endParaRPr kumimoji="1" lang="zh-CN" altLang="en-US" sz="2800" dirty="0">
              <a:solidFill>
                <a:srgbClr val="010000"/>
              </a:solidFill>
              <a:ea typeface="楷体_GB2312" pitchFamily="49" charset="-122"/>
            </a:endParaRPr>
          </a:p>
        </p:txBody>
      </p:sp>
      <p:graphicFrame>
        <p:nvGraphicFramePr>
          <p:cNvPr id="91150" name="Object 14"/>
          <p:cNvGraphicFramePr>
            <a:graphicFrameLocks noChangeAspect="1"/>
          </p:cNvGraphicFramePr>
          <p:nvPr/>
        </p:nvGraphicFramePr>
        <p:xfrm>
          <a:off x="1619673" y="3501008"/>
          <a:ext cx="1124134" cy="513333"/>
        </p:xfrm>
        <a:graphic>
          <a:graphicData uri="http://schemas.openxmlformats.org/presentationml/2006/ole">
            <p:oleObj spid="_x0000_s179291" name="Equation" r:id="rId7" imgW="444307" imgH="203112" progId="Equation.DSMT4">
              <p:embed/>
            </p:oleObj>
          </a:graphicData>
        </a:graphic>
      </p:graphicFrame>
      <p:grpSp>
        <p:nvGrpSpPr>
          <p:cNvPr id="4" name="Group 15"/>
          <p:cNvGrpSpPr>
            <a:grpSpLocks/>
          </p:cNvGrpSpPr>
          <p:nvPr/>
        </p:nvGrpSpPr>
        <p:grpSpPr bwMode="auto">
          <a:xfrm>
            <a:off x="640209" y="2420487"/>
            <a:ext cx="2236788" cy="565150"/>
            <a:chOff x="624" y="1669"/>
            <a:chExt cx="1409" cy="356"/>
          </a:xfrm>
        </p:grpSpPr>
        <p:graphicFrame>
          <p:nvGraphicFramePr>
            <p:cNvPr id="44039" name="Object 16"/>
            <p:cNvGraphicFramePr>
              <a:graphicFrameLocks noChangeAspect="1"/>
            </p:cNvGraphicFramePr>
            <p:nvPr/>
          </p:nvGraphicFramePr>
          <p:xfrm>
            <a:off x="1150" y="1669"/>
            <a:ext cx="883" cy="322"/>
          </p:xfrm>
          <a:graphic>
            <a:graphicData uri="http://schemas.openxmlformats.org/presentationml/2006/ole">
              <p:oleObj spid="_x0000_s179292" name="Equation" r:id="rId8" imgW="469696" imgH="177723" progId="Equation.DSMT4">
                <p:embed/>
              </p:oleObj>
            </a:graphicData>
          </a:graphic>
        </p:graphicFrame>
        <p:sp>
          <p:nvSpPr>
            <p:cNvPr id="44061" name="Rectangle 17"/>
            <p:cNvSpPr>
              <a:spLocks noChangeArrowheads="1"/>
            </p:cNvSpPr>
            <p:nvPr/>
          </p:nvSpPr>
          <p:spPr bwMode="auto">
            <a:xfrm>
              <a:off x="624" y="1695"/>
              <a:ext cx="1200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800">
                  <a:solidFill>
                    <a:srgbClr val="010000"/>
                  </a:solidFill>
                </a:rPr>
                <a:t>特征</a:t>
              </a:r>
            </a:p>
          </p:txBody>
        </p:sp>
      </p:grpSp>
      <p:sp>
        <p:nvSpPr>
          <p:cNvPr id="44050" name="Rectangle 18"/>
          <p:cNvSpPr>
            <a:spLocks noChangeArrowheads="1"/>
          </p:cNvSpPr>
          <p:nvPr/>
        </p:nvSpPr>
        <p:spPr bwMode="auto">
          <a:xfrm>
            <a:off x="395536" y="692696"/>
            <a:ext cx="32004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dirty="0">
                <a:solidFill>
                  <a:srgbClr val="CC0000"/>
                </a:solidFill>
              </a:rPr>
              <a:t>一   循环过程</a:t>
            </a:r>
          </a:p>
        </p:txBody>
      </p:sp>
      <p:grpSp>
        <p:nvGrpSpPr>
          <p:cNvPr id="5" name="Group 19"/>
          <p:cNvGrpSpPr>
            <a:grpSpLocks/>
          </p:cNvGrpSpPr>
          <p:nvPr/>
        </p:nvGrpSpPr>
        <p:grpSpPr bwMode="auto">
          <a:xfrm>
            <a:off x="5494784" y="2378472"/>
            <a:ext cx="2743200" cy="2895600"/>
            <a:chOff x="3504" y="1632"/>
            <a:chExt cx="1728" cy="1824"/>
          </a:xfrm>
        </p:grpSpPr>
        <p:sp>
          <p:nvSpPr>
            <p:cNvPr id="44055" name="Arc 20"/>
            <p:cNvSpPr>
              <a:spLocks/>
            </p:cNvSpPr>
            <p:nvPr/>
          </p:nvSpPr>
          <p:spPr bwMode="auto">
            <a:xfrm>
              <a:off x="3648" y="1921"/>
              <a:ext cx="1252" cy="816"/>
            </a:xfrm>
            <a:custGeom>
              <a:avLst/>
              <a:gdLst>
                <a:gd name="T0" fmla="*/ 0 w 21594"/>
                <a:gd name="T1" fmla="*/ 0 h 21600"/>
                <a:gd name="T2" fmla="*/ 4 w 21594"/>
                <a:gd name="T3" fmla="*/ 1 h 21600"/>
                <a:gd name="T4" fmla="*/ 0 w 21594"/>
                <a:gd name="T5" fmla="*/ 1 h 21600"/>
                <a:gd name="T6" fmla="*/ 0 60000 65536"/>
                <a:gd name="T7" fmla="*/ 0 60000 65536"/>
                <a:gd name="T8" fmla="*/ 0 60000 65536"/>
                <a:gd name="T9" fmla="*/ 0 w 21594"/>
                <a:gd name="T10" fmla="*/ 0 h 21600"/>
                <a:gd name="T11" fmla="*/ 21594 w 2159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594" h="21600" fill="none" extrusionOk="0">
                  <a:moveTo>
                    <a:pt x="-1" y="0"/>
                  </a:moveTo>
                  <a:cubicBezTo>
                    <a:pt x="11723" y="0"/>
                    <a:pt x="21306" y="9351"/>
                    <a:pt x="21593" y="21072"/>
                  </a:cubicBezTo>
                </a:path>
                <a:path w="21594" h="21600" stroke="0" extrusionOk="0">
                  <a:moveTo>
                    <a:pt x="-1" y="0"/>
                  </a:moveTo>
                  <a:cubicBezTo>
                    <a:pt x="11723" y="0"/>
                    <a:pt x="21306" y="9351"/>
                    <a:pt x="21593" y="21072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rgbClr val="CC00CC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44056" name="Line 21"/>
            <p:cNvSpPr>
              <a:spLocks noChangeShapeType="1"/>
            </p:cNvSpPr>
            <p:nvPr/>
          </p:nvSpPr>
          <p:spPr bwMode="auto">
            <a:xfrm>
              <a:off x="4368" y="2064"/>
              <a:ext cx="192" cy="96"/>
            </a:xfrm>
            <a:prstGeom prst="line">
              <a:avLst/>
            </a:prstGeom>
            <a:noFill/>
            <a:ln w="57150">
              <a:solidFill>
                <a:srgbClr val="CC0099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44057" name="Text Box 22"/>
            <p:cNvSpPr txBox="1">
              <a:spLocks noChangeArrowheads="1"/>
            </p:cNvSpPr>
            <p:nvPr/>
          </p:nvSpPr>
          <p:spPr bwMode="auto">
            <a:xfrm>
              <a:off x="3504" y="1632"/>
              <a:ext cx="336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i="1">
                  <a:solidFill>
                    <a:srgbClr val="010000"/>
                  </a:solidFill>
                  <a:ea typeface="楷体_GB2312" pitchFamily="49" charset="-122"/>
                </a:rPr>
                <a:t>A</a:t>
              </a:r>
            </a:p>
          </p:txBody>
        </p:sp>
        <p:sp>
          <p:nvSpPr>
            <p:cNvPr id="44058" name="Text Box 23"/>
            <p:cNvSpPr txBox="1">
              <a:spLocks noChangeArrowheads="1"/>
            </p:cNvSpPr>
            <p:nvPr/>
          </p:nvSpPr>
          <p:spPr bwMode="auto">
            <a:xfrm>
              <a:off x="4896" y="2544"/>
              <a:ext cx="336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i="1">
                  <a:solidFill>
                    <a:srgbClr val="010000"/>
                  </a:solidFill>
                  <a:ea typeface="楷体_GB2312" pitchFamily="49" charset="-122"/>
                </a:rPr>
                <a:t>B</a:t>
              </a:r>
            </a:p>
          </p:txBody>
        </p:sp>
        <p:sp>
          <p:nvSpPr>
            <p:cNvPr id="44059" name="Line 24"/>
            <p:cNvSpPr>
              <a:spLocks noChangeShapeType="1"/>
            </p:cNvSpPr>
            <p:nvPr/>
          </p:nvSpPr>
          <p:spPr bwMode="auto">
            <a:xfrm>
              <a:off x="3648" y="1920"/>
              <a:ext cx="0" cy="1200"/>
            </a:xfrm>
            <a:prstGeom prst="line">
              <a:avLst/>
            </a:prstGeom>
            <a:noFill/>
            <a:ln w="19050">
              <a:solidFill>
                <a:srgbClr val="1C1C1C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44060" name="Line 25"/>
            <p:cNvSpPr>
              <a:spLocks noChangeShapeType="1"/>
            </p:cNvSpPr>
            <p:nvPr/>
          </p:nvSpPr>
          <p:spPr bwMode="auto">
            <a:xfrm>
              <a:off x="4896" y="2688"/>
              <a:ext cx="0" cy="432"/>
            </a:xfrm>
            <a:prstGeom prst="line">
              <a:avLst/>
            </a:prstGeom>
            <a:noFill/>
            <a:ln w="19050">
              <a:solidFill>
                <a:srgbClr val="1C1C1C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</a:endParaRPr>
            </a:p>
          </p:txBody>
        </p:sp>
        <p:graphicFrame>
          <p:nvGraphicFramePr>
            <p:cNvPr id="44036" name="Object 26"/>
            <p:cNvGraphicFramePr>
              <a:graphicFrameLocks noChangeAspect="1"/>
            </p:cNvGraphicFramePr>
            <p:nvPr/>
          </p:nvGraphicFramePr>
          <p:xfrm>
            <a:off x="3552" y="3072"/>
            <a:ext cx="287" cy="336"/>
          </p:xfrm>
          <a:graphic>
            <a:graphicData uri="http://schemas.openxmlformats.org/presentationml/2006/ole">
              <p:oleObj spid="_x0000_s179293" name="公式" r:id="rId9" imgW="139579" imgH="164957" progId="Equation.3">
                <p:embed/>
              </p:oleObj>
            </a:graphicData>
          </a:graphic>
        </p:graphicFrame>
        <p:graphicFrame>
          <p:nvGraphicFramePr>
            <p:cNvPr id="44037" name="Object 27"/>
            <p:cNvGraphicFramePr>
              <a:graphicFrameLocks noChangeAspect="1"/>
            </p:cNvGraphicFramePr>
            <p:nvPr/>
          </p:nvGraphicFramePr>
          <p:xfrm>
            <a:off x="4800" y="3120"/>
            <a:ext cx="287" cy="336"/>
          </p:xfrm>
          <a:graphic>
            <a:graphicData uri="http://schemas.openxmlformats.org/presentationml/2006/ole">
              <p:oleObj spid="_x0000_s179294" name="公式" r:id="rId10" imgW="139579" imgH="164957" progId="Equation.3">
                <p:embed/>
              </p:oleObj>
            </a:graphicData>
          </a:graphic>
        </p:graphicFrame>
        <p:graphicFrame>
          <p:nvGraphicFramePr>
            <p:cNvPr id="44038" name="Object 28"/>
            <p:cNvGraphicFramePr>
              <a:graphicFrameLocks noChangeAspect="1"/>
            </p:cNvGraphicFramePr>
            <p:nvPr/>
          </p:nvGraphicFramePr>
          <p:xfrm>
            <a:off x="4430" y="1920"/>
            <a:ext cx="163" cy="204"/>
          </p:xfrm>
          <a:graphic>
            <a:graphicData uri="http://schemas.openxmlformats.org/presentationml/2006/ole">
              <p:oleObj spid="_x0000_s179295" name="Equation" r:id="rId11" imgW="152334" imgH="190417" progId="Equation.3">
                <p:embed/>
              </p:oleObj>
            </a:graphicData>
          </a:graphic>
        </p:graphicFrame>
      </p:grpSp>
      <p:grpSp>
        <p:nvGrpSpPr>
          <p:cNvPr id="6" name="Group 29"/>
          <p:cNvGrpSpPr>
            <a:grpSpLocks/>
          </p:cNvGrpSpPr>
          <p:nvPr/>
        </p:nvGrpSpPr>
        <p:grpSpPr bwMode="auto">
          <a:xfrm>
            <a:off x="5723384" y="2780109"/>
            <a:ext cx="1981200" cy="1422400"/>
            <a:chOff x="3648" y="1872"/>
            <a:chExt cx="1248" cy="896"/>
          </a:xfrm>
        </p:grpSpPr>
        <p:sp>
          <p:nvSpPr>
            <p:cNvPr id="44053" name="Arc 30"/>
            <p:cNvSpPr>
              <a:spLocks/>
            </p:cNvSpPr>
            <p:nvPr/>
          </p:nvSpPr>
          <p:spPr bwMode="auto">
            <a:xfrm flipH="1" flipV="1">
              <a:off x="3648" y="1872"/>
              <a:ext cx="1248" cy="816"/>
            </a:xfrm>
            <a:custGeom>
              <a:avLst/>
              <a:gdLst>
                <a:gd name="T0" fmla="*/ 0 w 21591"/>
                <a:gd name="T1" fmla="*/ 0 h 21600"/>
                <a:gd name="T2" fmla="*/ 4 w 21591"/>
                <a:gd name="T3" fmla="*/ 1 h 21600"/>
                <a:gd name="T4" fmla="*/ 0 w 21591"/>
                <a:gd name="T5" fmla="*/ 1 h 21600"/>
                <a:gd name="T6" fmla="*/ 0 60000 65536"/>
                <a:gd name="T7" fmla="*/ 0 60000 65536"/>
                <a:gd name="T8" fmla="*/ 0 60000 65536"/>
                <a:gd name="T9" fmla="*/ 0 w 21591"/>
                <a:gd name="T10" fmla="*/ 0 h 21600"/>
                <a:gd name="T11" fmla="*/ 21591 w 21591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591" h="21600" fill="none" extrusionOk="0">
                  <a:moveTo>
                    <a:pt x="-1" y="0"/>
                  </a:moveTo>
                  <a:cubicBezTo>
                    <a:pt x="11681" y="0"/>
                    <a:pt x="21246" y="9287"/>
                    <a:pt x="21590" y="20964"/>
                  </a:cubicBezTo>
                </a:path>
                <a:path w="21591" h="21600" stroke="0" extrusionOk="0">
                  <a:moveTo>
                    <a:pt x="-1" y="0"/>
                  </a:moveTo>
                  <a:cubicBezTo>
                    <a:pt x="11681" y="0"/>
                    <a:pt x="21246" y="9287"/>
                    <a:pt x="21590" y="20964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44054" name="Line 31"/>
            <p:cNvSpPr>
              <a:spLocks noChangeShapeType="1"/>
            </p:cNvSpPr>
            <p:nvPr/>
          </p:nvSpPr>
          <p:spPr bwMode="auto">
            <a:xfrm flipH="1" flipV="1">
              <a:off x="4176" y="2544"/>
              <a:ext cx="144" cy="48"/>
            </a:xfrm>
            <a:prstGeom prst="line">
              <a:avLst/>
            </a:prstGeom>
            <a:noFill/>
            <a:ln w="57150">
              <a:solidFill>
                <a:srgbClr val="0000FF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</a:endParaRPr>
            </a:p>
          </p:txBody>
        </p:sp>
        <p:graphicFrame>
          <p:nvGraphicFramePr>
            <p:cNvPr id="44035" name="Object 32"/>
            <p:cNvGraphicFramePr>
              <a:graphicFrameLocks noChangeAspect="1"/>
            </p:cNvGraphicFramePr>
            <p:nvPr/>
          </p:nvGraphicFramePr>
          <p:xfrm>
            <a:off x="4080" y="2544"/>
            <a:ext cx="168" cy="224"/>
          </p:xfrm>
          <a:graphic>
            <a:graphicData uri="http://schemas.openxmlformats.org/presentationml/2006/ole">
              <p:oleObj spid="_x0000_s179296" name="Equation" r:id="rId12" imgW="190417" imgH="253890" progId="Equation.3">
                <p:embed/>
              </p:oleObj>
            </a:graphicData>
          </a:graphic>
        </p:graphicFrame>
      </p:grpSp>
      <p:sp>
        <p:nvSpPr>
          <p:cNvPr id="33" name="矩形 32"/>
          <p:cNvSpPr/>
          <p:nvPr/>
        </p:nvSpPr>
        <p:spPr>
          <a:xfrm>
            <a:off x="1259632" y="188640"/>
            <a:ext cx="640871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kumimoji="1" lang="en-US" altLang="en-US" dirty="0" smtClean="0">
                <a:solidFill>
                  <a:srgbClr val="000000"/>
                </a:solidFill>
              </a:rPr>
              <a:t>§</a:t>
            </a:r>
            <a:r>
              <a:rPr kumimoji="1" lang="en-US" altLang="zh-CN" dirty="0" smtClean="0">
                <a:solidFill>
                  <a:srgbClr val="000000"/>
                </a:solidFill>
              </a:rPr>
              <a:t>6-3   </a:t>
            </a:r>
            <a:r>
              <a:rPr kumimoji="1" lang="zh-CN" altLang="en-US" dirty="0" smtClean="0">
                <a:solidFill>
                  <a:srgbClr val="000000"/>
                </a:solidFill>
              </a:rPr>
              <a:t>循环过程</a:t>
            </a:r>
          </a:p>
        </p:txBody>
      </p:sp>
      <p:graphicFrame>
        <p:nvGraphicFramePr>
          <p:cNvPr id="34" name="Object 7"/>
          <p:cNvGraphicFramePr>
            <a:graphicFrameLocks noChangeAspect="1"/>
          </p:cNvGraphicFramePr>
          <p:nvPr/>
        </p:nvGraphicFramePr>
        <p:xfrm>
          <a:off x="1547664" y="4158967"/>
          <a:ext cx="2083073" cy="484416"/>
        </p:xfrm>
        <a:graphic>
          <a:graphicData uri="http://schemas.openxmlformats.org/presentationml/2006/ole">
            <p:oleObj spid="_x0000_s179297" name="公式" r:id="rId13" imgW="749300" imgH="228600" progId="Equation.DSMT4">
              <p:embed/>
            </p:oleObj>
          </a:graphicData>
        </a:graphic>
      </p:graphicFrame>
      <p:sp>
        <p:nvSpPr>
          <p:cNvPr id="35" name="矩形 34"/>
          <p:cNvSpPr/>
          <p:nvPr/>
        </p:nvSpPr>
        <p:spPr>
          <a:xfrm>
            <a:off x="611560" y="4149080"/>
            <a:ext cx="90601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 smtClean="0"/>
              <a:t>其中</a:t>
            </a:r>
            <a:endParaRPr lang="zh-CN" altLang="en-US" sz="2800" dirty="0"/>
          </a:p>
        </p:txBody>
      </p:sp>
      <p:sp>
        <p:nvSpPr>
          <p:cNvPr id="40" name="Line 13"/>
          <p:cNvSpPr>
            <a:spLocks noChangeShapeType="1"/>
          </p:cNvSpPr>
          <p:nvPr/>
        </p:nvSpPr>
        <p:spPr bwMode="auto">
          <a:xfrm>
            <a:off x="6021397" y="5766254"/>
            <a:ext cx="817563" cy="0"/>
          </a:xfrm>
          <a:prstGeom prst="line">
            <a:avLst/>
          </a:prstGeom>
          <a:noFill/>
          <a:ln w="38100">
            <a:noFill/>
            <a:round/>
            <a:headEnd/>
            <a:tailEnd type="triangle" w="med" len="med"/>
          </a:ln>
        </p:spPr>
        <p:txBody>
          <a:bodyPr wrap="none" anchor="ctr"/>
          <a:lstStyle/>
          <a:p>
            <a:pPr eaLnBrk="1" hangingPunct="1"/>
            <a:endParaRPr lang="zh-CN" altLang="en-US" sz="2800" b="0">
              <a:solidFill>
                <a:srgbClr val="000000"/>
              </a:solidFill>
              <a:latin typeface="Arial" charset="0"/>
            </a:endParaRPr>
          </a:p>
        </p:txBody>
      </p:sp>
      <p:graphicFrame>
        <p:nvGraphicFramePr>
          <p:cNvPr id="41" name="Object 16"/>
          <p:cNvGraphicFramePr>
            <a:graphicFrameLocks noGrp="1" noChangeAspect="1"/>
          </p:cNvGraphicFramePr>
          <p:nvPr/>
        </p:nvGraphicFramePr>
        <p:xfrm>
          <a:off x="1280219" y="5372000"/>
          <a:ext cx="503238" cy="576263"/>
        </p:xfrm>
        <a:graphic>
          <a:graphicData uri="http://schemas.openxmlformats.org/presentationml/2006/ole">
            <p:oleObj spid="_x0000_s179298" name="公式" r:id="rId14" imgW="177569" imgH="202936" progId="Equation.3">
              <p:embed/>
            </p:oleObj>
          </a:graphicData>
        </a:graphic>
      </p:graphicFrame>
      <p:graphicFrame>
        <p:nvGraphicFramePr>
          <p:cNvPr id="179215" name="Object 15"/>
          <p:cNvGraphicFramePr>
            <a:graphicFrameLocks noGrp="1" noChangeAspect="1"/>
          </p:cNvGraphicFramePr>
          <p:nvPr/>
        </p:nvGraphicFramePr>
        <p:xfrm>
          <a:off x="1280219" y="5948064"/>
          <a:ext cx="538163" cy="649288"/>
        </p:xfrm>
        <a:graphic>
          <a:graphicData uri="http://schemas.openxmlformats.org/presentationml/2006/ole">
            <p:oleObj spid="_x0000_s179299" name="公式" r:id="rId15" imgW="190500" imgH="228600" progId="Equation.DSMT4">
              <p:embed/>
            </p:oleObj>
          </a:graphicData>
        </a:graphic>
      </p:graphicFrame>
      <p:sp>
        <p:nvSpPr>
          <p:cNvPr id="58" name="Text Box 3"/>
          <p:cNvSpPr txBox="1">
            <a:spLocks noChangeArrowheads="1"/>
          </p:cNvSpPr>
          <p:nvPr/>
        </p:nvSpPr>
        <p:spPr bwMode="auto">
          <a:xfrm>
            <a:off x="1821259" y="6064746"/>
            <a:ext cx="147637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dirty="0" smtClean="0">
                <a:solidFill>
                  <a:srgbClr val="010000"/>
                </a:solidFill>
              </a:rPr>
              <a:t>: </a:t>
            </a:r>
            <a:r>
              <a:rPr kumimoji="1" lang="zh-CN" altLang="en-US" sz="2800" dirty="0" smtClean="0">
                <a:solidFill>
                  <a:srgbClr val="010000"/>
                </a:solidFill>
              </a:rPr>
              <a:t>总</a:t>
            </a:r>
            <a:r>
              <a:rPr kumimoji="1" lang="zh-CN" altLang="en-US" sz="2800" dirty="0">
                <a:solidFill>
                  <a:srgbClr val="FF0000"/>
                </a:solidFill>
              </a:rPr>
              <a:t>放</a:t>
            </a:r>
            <a:r>
              <a:rPr kumimoji="1" lang="zh-CN" altLang="en-US" sz="2800" dirty="0">
                <a:solidFill>
                  <a:srgbClr val="010000"/>
                </a:solidFill>
              </a:rPr>
              <a:t>热</a:t>
            </a:r>
          </a:p>
        </p:txBody>
      </p:sp>
      <p:sp>
        <p:nvSpPr>
          <p:cNvPr id="59" name="Text Box 12"/>
          <p:cNvSpPr txBox="1">
            <a:spLocks noChangeArrowheads="1"/>
          </p:cNvSpPr>
          <p:nvPr/>
        </p:nvSpPr>
        <p:spPr bwMode="auto">
          <a:xfrm>
            <a:off x="1821259" y="5425405"/>
            <a:ext cx="163512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dirty="0" smtClean="0">
                <a:solidFill>
                  <a:srgbClr val="010000"/>
                </a:solidFill>
              </a:rPr>
              <a:t>: </a:t>
            </a:r>
            <a:r>
              <a:rPr kumimoji="1" lang="zh-CN" altLang="en-US" sz="2800" dirty="0" smtClean="0">
                <a:solidFill>
                  <a:srgbClr val="010000"/>
                </a:solidFill>
              </a:rPr>
              <a:t>总</a:t>
            </a:r>
            <a:r>
              <a:rPr kumimoji="1" lang="zh-CN" altLang="en-US" sz="2800" dirty="0">
                <a:solidFill>
                  <a:srgbClr val="FF0000"/>
                </a:solidFill>
              </a:rPr>
              <a:t>吸</a:t>
            </a:r>
            <a:r>
              <a:rPr kumimoji="1" lang="zh-CN" altLang="en-US" sz="2800" dirty="0">
                <a:solidFill>
                  <a:srgbClr val="010000"/>
                </a:solidFill>
              </a:rPr>
              <a:t>热</a:t>
            </a:r>
          </a:p>
        </p:txBody>
      </p:sp>
      <p:graphicFrame>
        <p:nvGraphicFramePr>
          <p:cNvPr id="60" name="Object 16"/>
          <p:cNvGraphicFramePr>
            <a:graphicFrameLocks noGrp="1" noChangeAspect="1"/>
          </p:cNvGraphicFramePr>
          <p:nvPr/>
        </p:nvGraphicFramePr>
        <p:xfrm>
          <a:off x="1300119" y="4797152"/>
          <a:ext cx="391561" cy="522561"/>
        </p:xfrm>
        <a:graphic>
          <a:graphicData uri="http://schemas.openxmlformats.org/presentationml/2006/ole">
            <p:oleObj spid="_x0000_s179300" name="公式" r:id="rId16" imgW="152268" imgH="203024" progId="Equation.DSMT4">
              <p:embed/>
            </p:oleObj>
          </a:graphicData>
        </a:graphic>
      </p:graphicFrame>
      <p:sp>
        <p:nvSpPr>
          <p:cNvPr id="61" name="Text Box 12"/>
          <p:cNvSpPr txBox="1">
            <a:spLocks noChangeArrowheads="1"/>
          </p:cNvSpPr>
          <p:nvPr/>
        </p:nvSpPr>
        <p:spPr bwMode="auto">
          <a:xfrm>
            <a:off x="1821259" y="4797152"/>
            <a:ext cx="16351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dirty="0" smtClean="0">
                <a:solidFill>
                  <a:srgbClr val="010000"/>
                </a:solidFill>
              </a:rPr>
              <a:t>: </a:t>
            </a:r>
            <a:r>
              <a:rPr kumimoji="1" lang="zh-CN" altLang="en-US" sz="2800" dirty="0" smtClean="0">
                <a:solidFill>
                  <a:srgbClr val="FF0000"/>
                </a:solidFill>
              </a:rPr>
              <a:t>净</a:t>
            </a:r>
            <a:r>
              <a:rPr kumimoji="1" lang="zh-CN" altLang="en-US" sz="2800" dirty="0" smtClean="0">
                <a:solidFill>
                  <a:srgbClr val="010000"/>
                </a:solidFill>
              </a:rPr>
              <a:t>吸</a:t>
            </a:r>
            <a:r>
              <a:rPr kumimoji="1" lang="zh-CN" altLang="en-US" sz="2800" dirty="0">
                <a:solidFill>
                  <a:srgbClr val="010000"/>
                </a:solidFill>
              </a:rPr>
              <a:t>热</a:t>
            </a:r>
          </a:p>
        </p:txBody>
      </p:sp>
      <p:sp>
        <p:nvSpPr>
          <p:cNvPr id="62" name="Text Box 5"/>
          <p:cNvSpPr txBox="1">
            <a:spLocks noChangeArrowheads="1"/>
          </p:cNvSpPr>
          <p:nvPr/>
        </p:nvSpPr>
        <p:spPr bwMode="auto">
          <a:xfrm>
            <a:off x="3419872" y="5373216"/>
            <a:ext cx="2577916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 smtClean="0">
                <a:solidFill>
                  <a:srgbClr val="CC0000"/>
                </a:solidFill>
                <a:ea typeface="楷体_GB2312" pitchFamily="49" charset="-122"/>
              </a:rPr>
              <a:t>都</a:t>
            </a:r>
            <a:r>
              <a:rPr kumimoji="1" lang="zh-CN" altLang="en-US" sz="2800" dirty="0" smtClean="0">
                <a:solidFill>
                  <a:srgbClr val="CC0000"/>
                </a:solidFill>
                <a:latin typeface="宋体" charset="-122"/>
              </a:rPr>
              <a:t>取</a:t>
            </a:r>
            <a:r>
              <a:rPr kumimoji="1" lang="zh-CN" altLang="en-US" sz="2800" dirty="0">
                <a:solidFill>
                  <a:srgbClr val="CC0000"/>
                </a:solidFill>
                <a:latin typeface="宋体" charset="-122"/>
              </a:rPr>
              <a:t>绝对</a:t>
            </a:r>
            <a:r>
              <a:rPr kumimoji="1" lang="zh-CN" altLang="en-US" sz="2800" dirty="0" smtClean="0">
                <a:solidFill>
                  <a:srgbClr val="CC0000"/>
                </a:solidFill>
                <a:latin typeface="宋体" charset="-122"/>
              </a:rPr>
              <a:t>值</a:t>
            </a:r>
            <a:endParaRPr kumimoji="1" lang="zh-CN" altLang="en-US" sz="2800" dirty="0">
              <a:solidFill>
                <a:srgbClr val="CC0000"/>
              </a:solidFill>
              <a:ea typeface="楷体_GB2312" pitchFamily="49" charset="-122"/>
            </a:endParaRPr>
          </a:p>
        </p:txBody>
      </p:sp>
      <p:sp>
        <p:nvSpPr>
          <p:cNvPr id="63" name="右大括号 62"/>
          <p:cNvSpPr/>
          <p:nvPr/>
        </p:nvSpPr>
        <p:spPr>
          <a:xfrm>
            <a:off x="3275856" y="4919960"/>
            <a:ext cx="144016" cy="1656184"/>
          </a:xfrm>
          <a:prstGeom prst="rightBrace">
            <a:avLst>
              <a:gd name="adj1" fmla="val 96518"/>
              <a:gd name="adj2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1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91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79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149" grpId="0"/>
      <p:bldP spid="35" grpId="0"/>
      <p:bldP spid="58" grpId="0"/>
      <p:bldP spid="59" grpId="0"/>
      <p:bldP spid="61" grpId="0"/>
      <p:bldP spid="62" grpId="0"/>
      <p:bldP spid="6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94" name="Oval 3"/>
          <p:cNvSpPr>
            <a:spLocks noChangeArrowheads="1"/>
          </p:cNvSpPr>
          <p:nvPr/>
        </p:nvSpPr>
        <p:spPr bwMode="auto">
          <a:xfrm>
            <a:off x="5795963" y="2290143"/>
            <a:ext cx="1728787" cy="803275"/>
          </a:xfrm>
          <a:prstGeom prst="ellipse">
            <a:avLst/>
          </a:prstGeom>
          <a:noFill/>
          <a:ln w="19050">
            <a:solidFill>
              <a:srgbClr val="CC6600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en-US" sz="1800" b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46095" name="Text Box 4">
            <a:hlinkClick r:id="rId3" action="ppaction://hlinkfile"/>
          </p:cNvPr>
          <p:cNvSpPr txBox="1">
            <a:spLocks noChangeArrowheads="1"/>
          </p:cNvSpPr>
          <p:nvPr/>
        </p:nvSpPr>
        <p:spPr bwMode="auto">
          <a:xfrm>
            <a:off x="6069013" y="2434606"/>
            <a:ext cx="1166812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dirty="0">
                <a:solidFill>
                  <a:srgbClr val="333333"/>
                </a:solidFill>
              </a:rPr>
              <a:t>热机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1115616" y="4625752"/>
            <a:ext cx="6337301" cy="1122363"/>
            <a:chOff x="720" y="3360"/>
            <a:chExt cx="3992" cy="707"/>
          </a:xfrm>
        </p:grpSpPr>
        <p:sp>
          <p:nvSpPr>
            <p:cNvPr id="46124" name="Text Box 6"/>
            <p:cNvSpPr txBox="1">
              <a:spLocks noChangeArrowheads="1"/>
            </p:cNvSpPr>
            <p:nvPr/>
          </p:nvSpPr>
          <p:spPr bwMode="auto">
            <a:xfrm>
              <a:off x="720" y="3504"/>
              <a:ext cx="1536" cy="36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>
                  <a:solidFill>
                    <a:srgbClr val="333333"/>
                  </a:solidFill>
                </a:rPr>
                <a:t>热机效率</a:t>
              </a:r>
            </a:p>
          </p:txBody>
        </p:sp>
        <p:graphicFrame>
          <p:nvGraphicFramePr>
            <p:cNvPr id="46093" name="Object 7"/>
            <p:cNvGraphicFramePr>
              <a:graphicFrameLocks noChangeAspect="1"/>
            </p:cNvGraphicFramePr>
            <p:nvPr/>
          </p:nvGraphicFramePr>
          <p:xfrm>
            <a:off x="1941" y="3360"/>
            <a:ext cx="2771" cy="707"/>
          </p:xfrm>
          <a:graphic>
            <a:graphicData uri="http://schemas.openxmlformats.org/presentationml/2006/ole">
              <p:oleObj spid="_x0000_s181322" name="Equation" r:id="rId4" imgW="2628900" imgH="673100" progId="Equation.3">
                <p:embed/>
              </p:oleObj>
            </a:graphicData>
          </a:graphic>
        </p:graphicFrame>
      </p:grpSp>
      <p:sp>
        <p:nvSpPr>
          <p:cNvPr id="93192" name="Rectangle 8"/>
          <p:cNvSpPr>
            <a:spLocks noChangeArrowheads="1"/>
          </p:cNvSpPr>
          <p:nvPr/>
        </p:nvSpPr>
        <p:spPr bwMode="auto">
          <a:xfrm>
            <a:off x="6862123" y="4660204"/>
            <a:ext cx="533400" cy="4572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en-US" sz="1800" b="0">
              <a:solidFill>
                <a:srgbClr val="000000"/>
              </a:solidFill>
              <a:latin typeface="Arial" charset="0"/>
            </a:endParaRPr>
          </a:p>
        </p:txBody>
      </p: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5791200" y="1169368"/>
            <a:ext cx="2057400" cy="588963"/>
            <a:chOff x="3648" y="864"/>
            <a:chExt cx="1296" cy="371"/>
          </a:xfrm>
        </p:grpSpPr>
        <p:sp>
          <p:nvSpPr>
            <p:cNvPr id="46122" name="Rectangle 10"/>
            <p:cNvSpPr>
              <a:spLocks noChangeArrowheads="1"/>
            </p:cNvSpPr>
            <p:nvPr/>
          </p:nvSpPr>
          <p:spPr bwMode="auto">
            <a:xfrm>
              <a:off x="3648" y="864"/>
              <a:ext cx="1152" cy="336"/>
            </a:xfrm>
            <a:prstGeom prst="rect">
              <a:avLst/>
            </a:prstGeom>
            <a:solidFill>
              <a:srgbClr val="FDE3F0"/>
            </a:solidFill>
            <a:ln w="19050">
              <a:solidFill>
                <a:srgbClr val="CC00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46123" name="Text Box 11"/>
            <p:cNvSpPr txBox="1">
              <a:spLocks noChangeArrowheads="1"/>
            </p:cNvSpPr>
            <p:nvPr/>
          </p:nvSpPr>
          <p:spPr bwMode="auto">
            <a:xfrm>
              <a:off x="3696" y="870"/>
              <a:ext cx="1248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>
                  <a:solidFill>
                    <a:srgbClr val="333333"/>
                  </a:solidFill>
                </a:rPr>
                <a:t>高温热源</a:t>
              </a:r>
              <a:endParaRPr kumimoji="1" lang="zh-CN" altLang="en-US">
                <a:solidFill>
                  <a:srgbClr val="333333"/>
                </a:solidFill>
                <a:ea typeface="楷体_GB2312" pitchFamily="49" charset="-122"/>
              </a:endParaRPr>
            </a:p>
          </p:txBody>
        </p:sp>
      </p:grpSp>
      <p:sp>
        <p:nvSpPr>
          <p:cNvPr id="46099" name="Text Box 14"/>
          <p:cNvSpPr txBox="1">
            <a:spLocks noChangeArrowheads="1"/>
          </p:cNvSpPr>
          <p:nvPr/>
        </p:nvSpPr>
        <p:spPr bwMode="auto">
          <a:xfrm>
            <a:off x="5715000" y="3604741"/>
            <a:ext cx="1981200" cy="58896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>
                <a:solidFill>
                  <a:srgbClr val="333333"/>
                </a:solidFill>
              </a:rPr>
              <a:t>低温热源</a:t>
            </a:r>
          </a:p>
        </p:txBody>
      </p:sp>
      <p:grpSp>
        <p:nvGrpSpPr>
          <p:cNvPr id="4" name="Group 15"/>
          <p:cNvGrpSpPr>
            <a:grpSpLocks/>
          </p:cNvGrpSpPr>
          <p:nvPr/>
        </p:nvGrpSpPr>
        <p:grpSpPr bwMode="auto">
          <a:xfrm>
            <a:off x="6477000" y="1683718"/>
            <a:ext cx="819150" cy="838200"/>
            <a:chOff x="4080" y="1152"/>
            <a:chExt cx="516" cy="528"/>
          </a:xfrm>
        </p:grpSpPr>
        <p:sp>
          <p:nvSpPr>
            <p:cNvPr id="46121" name="AutoShape 16"/>
            <p:cNvSpPr>
              <a:spLocks noChangeArrowheads="1"/>
            </p:cNvSpPr>
            <p:nvPr/>
          </p:nvSpPr>
          <p:spPr bwMode="auto">
            <a:xfrm>
              <a:off x="4080" y="1152"/>
              <a:ext cx="144" cy="528"/>
            </a:xfrm>
            <a:prstGeom prst="downArrow">
              <a:avLst>
                <a:gd name="adj1" fmla="val 40000"/>
                <a:gd name="adj2" fmla="val 146921"/>
              </a:avLst>
            </a:prstGeom>
            <a:solidFill>
              <a:srgbClr val="FFCCCC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vert="eaVert"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</a:endParaRPr>
            </a:p>
          </p:txBody>
        </p:sp>
        <p:graphicFrame>
          <p:nvGraphicFramePr>
            <p:cNvPr id="46092" name="Object 17"/>
            <p:cNvGraphicFramePr>
              <a:graphicFrameLocks noChangeAspect="1"/>
            </p:cNvGraphicFramePr>
            <p:nvPr/>
          </p:nvGraphicFramePr>
          <p:xfrm>
            <a:off x="4224" y="1152"/>
            <a:ext cx="372" cy="436"/>
          </p:xfrm>
          <a:graphic>
            <a:graphicData uri="http://schemas.openxmlformats.org/presentationml/2006/ole">
              <p:oleObj spid="_x0000_s181323" name="公式" r:id="rId5" imgW="139579" imgH="164957" progId="Equation.3">
                <p:embed/>
              </p:oleObj>
            </a:graphicData>
          </a:graphic>
        </p:graphicFrame>
      </p:grpSp>
      <p:grpSp>
        <p:nvGrpSpPr>
          <p:cNvPr id="5" name="Group 48"/>
          <p:cNvGrpSpPr>
            <a:grpSpLocks/>
          </p:cNvGrpSpPr>
          <p:nvPr/>
        </p:nvGrpSpPr>
        <p:grpSpPr bwMode="auto">
          <a:xfrm>
            <a:off x="6510338" y="2921968"/>
            <a:ext cx="860425" cy="762000"/>
            <a:chOff x="4101" y="1968"/>
            <a:chExt cx="542" cy="480"/>
          </a:xfrm>
        </p:grpSpPr>
        <p:sp>
          <p:nvSpPr>
            <p:cNvPr id="46120" name="AutoShape 19"/>
            <p:cNvSpPr>
              <a:spLocks noChangeArrowheads="1"/>
            </p:cNvSpPr>
            <p:nvPr/>
          </p:nvSpPr>
          <p:spPr bwMode="auto">
            <a:xfrm>
              <a:off x="4101" y="1968"/>
              <a:ext cx="144" cy="480"/>
            </a:xfrm>
            <a:prstGeom prst="downArrow">
              <a:avLst>
                <a:gd name="adj1" fmla="val 35417"/>
                <a:gd name="adj2" fmla="val 138889"/>
              </a:avLst>
            </a:prstGeom>
            <a:solidFill>
              <a:srgbClr val="CCECFF"/>
            </a:solidFill>
            <a:ln w="19050">
              <a:solidFill>
                <a:srgbClr val="0000FF"/>
              </a:solidFill>
              <a:miter lim="800000"/>
              <a:headEnd/>
              <a:tailEnd/>
            </a:ln>
          </p:spPr>
          <p:txBody>
            <a:bodyPr vert="eaVert"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</a:endParaRPr>
            </a:p>
          </p:txBody>
        </p:sp>
        <p:graphicFrame>
          <p:nvGraphicFramePr>
            <p:cNvPr id="46091" name="Object 20"/>
            <p:cNvGraphicFramePr>
              <a:graphicFrameLocks noChangeAspect="1"/>
            </p:cNvGraphicFramePr>
            <p:nvPr/>
          </p:nvGraphicFramePr>
          <p:xfrm>
            <a:off x="4242" y="1968"/>
            <a:ext cx="401" cy="435"/>
          </p:xfrm>
          <a:graphic>
            <a:graphicData uri="http://schemas.openxmlformats.org/presentationml/2006/ole">
              <p:oleObj spid="_x0000_s181324" name="公式" r:id="rId6" imgW="152268" imgH="164957" progId="Equation.3">
                <p:embed/>
              </p:oleObj>
            </a:graphicData>
          </a:graphic>
        </p:graphicFrame>
      </p:grpSp>
      <p:grpSp>
        <p:nvGrpSpPr>
          <p:cNvPr id="6" name="Group 21"/>
          <p:cNvGrpSpPr>
            <a:grpSpLocks/>
          </p:cNvGrpSpPr>
          <p:nvPr/>
        </p:nvGrpSpPr>
        <p:grpSpPr bwMode="auto">
          <a:xfrm>
            <a:off x="7308850" y="2464768"/>
            <a:ext cx="1295400" cy="414338"/>
            <a:chOff x="4560" y="1738"/>
            <a:chExt cx="816" cy="261"/>
          </a:xfrm>
        </p:grpSpPr>
        <p:sp>
          <p:nvSpPr>
            <p:cNvPr id="46119" name="AutoShape 22"/>
            <p:cNvSpPr>
              <a:spLocks noChangeArrowheads="1"/>
            </p:cNvSpPr>
            <p:nvPr/>
          </p:nvSpPr>
          <p:spPr bwMode="auto">
            <a:xfrm>
              <a:off x="4560" y="1818"/>
              <a:ext cx="528" cy="102"/>
            </a:xfrm>
            <a:prstGeom prst="rightArrow">
              <a:avLst>
                <a:gd name="adj1" fmla="val 58667"/>
                <a:gd name="adj2" fmla="val 189205"/>
              </a:avLst>
            </a:prstGeom>
            <a:solidFill>
              <a:schemeClr val="accent1"/>
            </a:solidFill>
            <a:ln w="19050">
              <a:solidFill>
                <a:srgbClr val="CC66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</a:endParaRPr>
            </a:p>
          </p:txBody>
        </p:sp>
        <p:graphicFrame>
          <p:nvGraphicFramePr>
            <p:cNvPr id="46090" name="Object 23"/>
            <p:cNvGraphicFramePr>
              <a:graphicFrameLocks noChangeAspect="1"/>
            </p:cNvGraphicFramePr>
            <p:nvPr/>
          </p:nvGraphicFramePr>
          <p:xfrm>
            <a:off x="5088" y="1738"/>
            <a:ext cx="288" cy="261"/>
          </p:xfrm>
          <a:graphic>
            <a:graphicData uri="http://schemas.openxmlformats.org/presentationml/2006/ole">
              <p:oleObj spid="_x0000_s181325" name="Equation" r:id="rId7" imgW="266469" imgH="241091" progId="Equation.3">
                <p:embed/>
              </p:oleObj>
            </a:graphicData>
          </a:graphic>
        </p:graphicFrame>
      </p:grpSp>
      <p:sp>
        <p:nvSpPr>
          <p:cNvPr id="46103" name="Rectangle 24"/>
          <p:cNvSpPr>
            <a:spLocks noChangeArrowheads="1"/>
          </p:cNvSpPr>
          <p:nvPr/>
        </p:nvSpPr>
        <p:spPr bwMode="auto">
          <a:xfrm>
            <a:off x="1143000" y="1169368"/>
            <a:ext cx="3733800" cy="2971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en-US" sz="1800" b="0">
              <a:solidFill>
                <a:srgbClr val="000000"/>
              </a:solidFill>
              <a:latin typeface="Arial" charset="0"/>
            </a:endParaRPr>
          </a:p>
        </p:txBody>
      </p:sp>
      <p:grpSp>
        <p:nvGrpSpPr>
          <p:cNvPr id="7" name="Group 25"/>
          <p:cNvGrpSpPr>
            <a:grpSpLocks/>
          </p:cNvGrpSpPr>
          <p:nvPr/>
        </p:nvGrpSpPr>
        <p:grpSpPr bwMode="auto">
          <a:xfrm>
            <a:off x="2133600" y="1702768"/>
            <a:ext cx="1981200" cy="1219200"/>
            <a:chOff x="3648" y="1920"/>
            <a:chExt cx="1248" cy="768"/>
          </a:xfrm>
        </p:grpSpPr>
        <p:sp>
          <p:nvSpPr>
            <p:cNvPr id="46118" name="Freeform 26" descr="浅色下对角线"/>
            <p:cNvSpPr>
              <a:spLocks/>
            </p:cNvSpPr>
            <p:nvPr/>
          </p:nvSpPr>
          <p:spPr bwMode="auto">
            <a:xfrm>
              <a:off x="3648" y="1920"/>
              <a:ext cx="1248" cy="768"/>
            </a:xfrm>
            <a:custGeom>
              <a:avLst/>
              <a:gdLst>
                <a:gd name="T0" fmla="*/ 0 w 1248"/>
                <a:gd name="T1" fmla="*/ 0 h 768"/>
                <a:gd name="T2" fmla="*/ 250 w 1248"/>
                <a:gd name="T3" fmla="*/ 0 h 768"/>
                <a:gd name="T4" fmla="*/ 624 w 1248"/>
                <a:gd name="T5" fmla="*/ 96 h 768"/>
                <a:gd name="T6" fmla="*/ 957 w 1248"/>
                <a:gd name="T7" fmla="*/ 288 h 768"/>
                <a:gd name="T8" fmla="*/ 1118 w 1248"/>
                <a:gd name="T9" fmla="*/ 446 h 768"/>
                <a:gd name="T10" fmla="*/ 1206 w 1248"/>
                <a:gd name="T11" fmla="*/ 624 h 768"/>
                <a:gd name="T12" fmla="*/ 1248 w 1248"/>
                <a:gd name="T13" fmla="*/ 768 h 768"/>
                <a:gd name="T14" fmla="*/ 1040 w 1248"/>
                <a:gd name="T15" fmla="*/ 768 h 768"/>
                <a:gd name="T16" fmla="*/ 790 w 1248"/>
                <a:gd name="T17" fmla="*/ 720 h 768"/>
                <a:gd name="T18" fmla="*/ 582 w 1248"/>
                <a:gd name="T19" fmla="*/ 624 h 768"/>
                <a:gd name="T20" fmla="*/ 374 w 1248"/>
                <a:gd name="T21" fmla="*/ 528 h 768"/>
                <a:gd name="T22" fmla="*/ 250 w 1248"/>
                <a:gd name="T23" fmla="*/ 432 h 768"/>
                <a:gd name="T24" fmla="*/ 166 w 1248"/>
                <a:gd name="T25" fmla="*/ 336 h 768"/>
                <a:gd name="T26" fmla="*/ 62 w 1248"/>
                <a:gd name="T27" fmla="*/ 206 h 768"/>
                <a:gd name="T28" fmla="*/ 27 w 1248"/>
                <a:gd name="T29" fmla="*/ 103 h 768"/>
                <a:gd name="T30" fmla="*/ 0 w 1248"/>
                <a:gd name="T31" fmla="*/ 0 h 76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248"/>
                <a:gd name="T49" fmla="*/ 0 h 768"/>
                <a:gd name="T50" fmla="*/ 1248 w 1248"/>
                <a:gd name="T51" fmla="*/ 768 h 768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248" h="768">
                  <a:moveTo>
                    <a:pt x="0" y="0"/>
                  </a:moveTo>
                  <a:lnTo>
                    <a:pt x="250" y="0"/>
                  </a:lnTo>
                  <a:lnTo>
                    <a:pt x="624" y="96"/>
                  </a:lnTo>
                  <a:lnTo>
                    <a:pt x="957" y="288"/>
                  </a:lnTo>
                  <a:lnTo>
                    <a:pt x="1118" y="446"/>
                  </a:lnTo>
                  <a:lnTo>
                    <a:pt x="1206" y="624"/>
                  </a:lnTo>
                  <a:lnTo>
                    <a:pt x="1248" y="768"/>
                  </a:lnTo>
                  <a:lnTo>
                    <a:pt x="1040" y="768"/>
                  </a:lnTo>
                  <a:lnTo>
                    <a:pt x="790" y="720"/>
                  </a:lnTo>
                  <a:lnTo>
                    <a:pt x="582" y="624"/>
                  </a:lnTo>
                  <a:lnTo>
                    <a:pt x="374" y="528"/>
                  </a:lnTo>
                  <a:lnTo>
                    <a:pt x="250" y="432"/>
                  </a:lnTo>
                  <a:lnTo>
                    <a:pt x="166" y="336"/>
                  </a:lnTo>
                  <a:lnTo>
                    <a:pt x="62" y="206"/>
                  </a:lnTo>
                  <a:lnTo>
                    <a:pt x="27" y="103"/>
                  </a:lnTo>
                  <a:lnTo>
                    <a:pt x="0" y="0"/>
                  </a:lnTo>
                  <a:close/>
                </a:path>
              </a:pathLst>
            </a:custGeom>
            <a:pattFill prst="ltDnDiag">
              <a:fgClr>
                <a:srgbClr val="CC0099"/>
              </a:fgClr>
              <a:bgClr>
                <a:schemeClr val="bg1"/>
              </a:bgClr>
            </a:patt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</a:endParaRPr>
            </a:p>
          </p:txBody>
        </p:sp>
        <p:graphicFrame>
          <p:nvGraphicFramePr>
            <p:cNvPr id="46089" name="Object 27"/>
            <p:cNvGraphicFramePr>
              <a:graphicFrameLocks noChangeAspect="1"/>
            </p:cNvGraphicFramePr>
            <p:nvPr/>
          </p:nvGraphicFramePr>
          <p:xfrm>
            <a:off x="4128" y="2160"/>
            <a:ext cx="276" cy="250"/>
          </p:xfrm>
          <a:graphic>
            <a:graphicData uri="http://schemas.openxmlformats.org/presentationml/2006/ole">
              <p:oleObj spid="_x0000_s181326" name="Equation" r:id="rId8" imgW="259112" imgH="236304" progId="Equation.3">
                <p:embed/>
              </p:oleObj>
            </a:graphicData>
          </a:graphic>
        </p:graphicFrame>
      </p:grpSp>
      <p:grpSp>
        <p:nvGrpSpPr>
          <p:cNvPr id="8" name="Group 28"/>
          <p:cNvGrpSpPr>
            <a:grpSpLocks/>
          </p:cNvGrpSpPr>
          <p:nvPr/>
        </p:nvGrpSpPr>
        <p:grpSpPr bwMode="auto">
          <a:xfrm>
            <a:off x="1219200" y="1245568"/>
            <a:ext cx="3513138" cy="2797175"/>
            <a:chOff x="3072" y="1632"/>
            <a:chExt cx="2213" cy="1762"/>
          </a:xfrm>
        </p:grpSpPr>
        <p:sp>
          <p:nvSpPr>
            <p:cNvPr id="46116" name="Line 29"/>
            <p:cNvSpPr>
              <a:spLocks noChangeShapeType="1"/>
            </p:cNvSpPr>
            <p:nvPr/>
          </p:nvSpPr>
          <p:spPr bwMode="auto">
            <a:xfrm flipV="1">
              <a:off x="3306" y="3120"/>
              <a:ext cx="1974" cy="6"/>
            </a:xfrm>
            <a:prstGeom prst="line">
              <a:avLst/>
            </a:prstGeom>
            <a:noFill/>
            <a:ln w="19050">
              <a:solidFill>
                <a:srgbClr val="333333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46117" name="Line 30"/>
            <p:cNvSpPr>
              <a:spLocks noChangeShapeType="1"/>
            </p:cNvSpPr>
            <p:nvPr/>
          </p:nvSpPr>
          <p:spPr bwMode="auto">
            <a:xfrm flipV="1">
              <a:off x="3306" y="1638"/>
              <a:ext cx="0" cy="1488"/>
            </a:xfrm>
            <a:prstGeom prst="line">
              <a:avLst/>
            </a:prstGeom>
            <a:noFill/>
            <a:ln w="19050">
              <a:solidFill>
                <a:srgbClr val="333333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</a:endParaRPr>
            </a:p>
          </p:txBody>
        </p:sp>
        <p:graphicFrame>
          <p:nvGraphicFramePr>
            <p:cNvPr id="46086" name="Object 31"/>
            <p:cNvGraphicFramePr>
              <a:graphicFrameLocks noChangeAspect="1"/>
            </p:cNvGraphicFramePr>
            <p:nvPr/>
          </p:nvGraphicFramePr>
          <p:xfrm>
            <a:off x="3072" y="1632"/>
            <a:ext cx="192" cy="228"/>
          </p:xfrm>
          <a:graphic>
            <a:graphicData uri="http://schemas.openxmlformats.org/presentationml/2006/ole">
              <p:oleObj spid="_x0000_s181327" name="Equation" r:id="rId9" imgW="203112" imgH="241195" progId="Equation.3">
                <p:embed/>
              </p:oleObj>
            </a:graphicData>
          </a:graphic>
        </p:graphicFrame>
        <p:graphicFrame>
          <p:nvGraphicFramePr>
            <p:cNvPr id="46087" name="Object 32"/>
            <p:cNvGraphicFramePr>
              <a:graphicFrameLocks noChangeAspect="1"/>
            </p:cNvGraphicFramePr>
            <p:nvPr/>
          </p:nvGraphicFramePr>
          <p:xfrm>
            <a:off x="5088" y="3174"/>
            <a:ext cx="197" cy="220"/>
          </p:xfrm>
          <a:graphic>
            <a:graphicData uri="http://schemas.openxmlformats.org/presentationml/2006/ole">
              <p:oleObj spid="_x0000_s181328" name="Equation" r:id="rId10" imgW="215713" imgH="241091" progId="Equation.3">
                <p:embed/>
              </p:oleObj>
            </a:graphicData>
          </a:graphic>
        </p:graphicFrame>
        <p:graphicFrame>
          <p:nvGraphicFramePr>
            <p:cNvPr id="46088" name="Object 33"/>
            <p:cNvGraphicFramePr>
              <a:graphicFrameLocks noChangeAspect="1"/>
            </p:cNvGraphicFramePr>
            <p:nvPr/>
          </p:nvGraphicFramePr>
          <p:xfrm>
            <a:off x="3210" y="3126"/>
            <a:ext cx="177" cy="204"/>
          </p:xfrm>
          <a:graphic>
            <a:graphicData uri="http://schemas.openxmlformats.org/presentationml/2006/ole">
              <p:oleObj spid="_x0000_s181329" name="Equation" r:id="rId11" imgW="164957" imgH="190335" progId="Equation.3">
                <p:embed/>
              </p:oleObj>
            </a:graphicData>
          </a:graphic>
        </p:graphicFrame>
      </p:grpSp>
      <p:grpSp>
        <p:nvGrpSpPr>
          <p:cNvPr id="9" name="Group 34"/>
          <p:cNvGrpSpPr>
            <a:grpSpLocks/>
          </p:cNvGrpSpPr>
          <p:nvPr/>
        </p:nvGrpSpPr>
        <p:grpSpPr bwMode="auto">
          <a:xfrm>
            <a:off x="1905000" y="1245568"/>
            <a:ext cx="2743200" cy="2895600"/>
            <a:chOff x="3504" y="1632"/>
            <a:chExt cx="1728" cy="1824"/>
          </a:xfrm>
        </p:grpSpPr>
        <p:sp>
          <p:nvSpPr>
            <p:cNvPr id="46110" name="Arc 35"/>
            <p:cNvSpPr>
              <a:spLocks/>
            </p:cNvSpPr>
            <p:nvPr/>
          </p:nvSpPr>
          <p:spPr bwMode="auto">
            <a:xfrm>
              <a:off x="3648" y="1921"/>
              <a:ext cx="1252" cy="816"/>
            </a:xfrm>
            <a:custGeom>
              <a:avLst/>
              <a:gdLst>
                <a:gd name="T0" fmla="*/ 0 w 21594"/>
                <a:gd name="T1" fmla="*/ 0 h 21600"/>
                <a:gd name="T2" fmla="*/ 4 w 21594"/>
                <a:gd name="T3" fmla="*/ 1 h 21600"/>
                <a:gd name="T4" fmla="*/ 0 w 21594"/>
                <a:gd name="T5" fmla="*/ 1 h 21600"/>
                <a:gd name="T6" fmla="*/ 0 60000 65536"/>
                <a:gd name="T7" fmla="*/ 0 60000 65536"/>
                <a:gd name="T8" fmla="*/ 0 60000 65536"/>
                <a:gd name="T9" fmla="*/ 0 w 21594"/>
                <a:gd name="T10" fmla="*/ 0 h 21600"/>
                <a:gd name="T11" fmla="*/ 21594 w 2159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594" h="21600" fill="none" extrusionOk="0">
                  <a:moveTo>
                    <a:pt x="-1" y="0"/>
                  </a:moveTo>
                  <a:cubicBezTo>
                    <a:pt x="11723" y="0"/>
                    <a:pt x="21306" y="9351"/>
                    <a:pt x="21593" y="21072"/>
                  </a:cubicBezTo>
                </a:path>
                <a:path w="21594" h="21600" stroke="0" extrusionOk="0">
                  <a:moveTo>
                    <a:pt x="-1" y="0"/>
                  </a:moveTo>
                  <a:cubicBezTo>
                    <a:pt x="11723" y="0"/>
                    <a:pt x="21306" y="9351"/>
                    <a:pt x="21593" y="21072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rgbClr val="CC00CC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46111" name="Line 36"/>
            <p:cNvSpPr>
              <a:spLocks noChangeShapeType="1"/>
            </p:cNvSpPr>
            <p:nvPr/>
          </p:nvSpPr>
          <p:spPr bwMode="auto">
            <a:xfrm>
              <a:off x="4368" y="2064"/>
              <a:ext cx="192" cy="96"/>
            </a:xfrm>
            <a:prstGeom prst="line">
              <a:avLst/>
            </a:prstGeom>
            <a:noFill/>
            <a:ln w="57150">
              <a:solidFill>
                <a:srgbClr val="CC0099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46112" name="Text Box 37"/>
            <p:cNvSpPr txBox="1">
              <a:spLocks noChangeArrowheads="1"/>
            </p:cNvSpPr>
            <p:nvPr/>
          </p:nvSpPr>
          <p:spPr bwMode="auto">
            <a:xfrm>
              <a:off x="3504" y="1632"/>
              <a:ext cx="336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i="1">
                  <a:solidFill>
                    <a:srgbClr val="010000"/>
                  </a:solidFill>
                  <a:ea typeface="楷体_GB2312" pitchFamily="49" charset="-122"/>
                </a:rPr>
                <a:t>A</a:t>
              </a:r>
            </a:p>
          </p:txBody>
        </p:sp>
        <p:sp>
          <p:nvSpPr>
            <p:cNvPr id="46113" name="Text Box 38"/>
            <p:cNvSpPr txBox="1">
              <a:spLocks noChangeArrowheads="1"/>
            </p:cNvSpPr>
            <p:nvPr/>
          </p:nvSpPr>
          <p:spPr bwMode="auto">
            <a:xfrm>
              <a:off x="4896" y="2544"/>
              <a:ext cx="336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i="1">
                  <a:solidFill>
                    <a:srgbClr val="010000"/>
                  </a:solidFill>
                  <a:ea typeface="楷体_GB2312" pitchFamily="49" charset="-122"/>
                </a:rPr>
                <a:t>B</a:t>
              </a:r>
            </a:p>
          </p:txBody>
        </p:sp>
        <p:sp>
          <p:nvSpPr>
            <p:cNvPr id="46114" name="Line 39"/>
            <p:cNvSpPr>
              <a:spLocks noChangeShapeType="1"/>
            </p:cNvSpPr>
            <p:nvPr/>
          </p:nvSpPr>
          <p:spPr bwMode="auto">
            <a:xfrm>
              <a:off x="3648" y="1920"/>
              <a:ext cx="0" cy="1200"/>
            </a:xfrm>
            <a:prstGeom prst="line">
              <a:avLst/>
            </a:prstGeom>
            <a:noFill/>
            <a:ln w="19050">
              <a:solidFill>
                <a:srgbClr val="1C1C1C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46115" name="Line 40"/>
            <p:cNvSpPr>
              <a:spLocks noChangeShapeType="1"/>
            </p:cNvSpPr>
            <p:nvPr/>
          </p:nvSpPr>
          <p:spPr bwMode="auto">
            <a:xfrm>
              <a:off x="4896" y="2688"/>
              <a:ext cx="0" cy="432"/>
            </a:xfrm>
            <a:prstGeom prst="line">
              <a:avLst/>
            </a:prstGeom>
            <a:noFill/>
            <a:ln w="19050">
              <a:solidFill>
                <a:srgbClr val="1C1C1C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</a:endParaRPr>
            </a:p>
          </p:txBody>
        </p:sp>
        <p:graphicFrame>
          <p:nvGraphicFramePr>
            <p:cNvPr id="46083" name="Object 41"/>
            <p:cNvGraphicFramePr>
              <a:graphicFrameLocks noChangeAspect="1"/>
            </p:cNvGraphicFramePr>
            <p:nvPr/>
          </p:nvGraphicFramePr>
          <p:xfrm>
            <a:off x="3552" y="3072"/>
            <a:ext cx="287" cy="336"/>
          </p:xfrm>
          <a:graphic>
            <a:graphicData uri="http://schemas.openxmlformats.org/presentationml/2006/ole">
              <p:oleObj spid="_x0000_s181330" name="公式" r:id="rId12" imgW="139579" imgH="164957" progId="Equation.3">
                <p:embed/>
              </p:oleObj>
            </a:graphicData>
          </a:graphic>
        </p:graphicFrame>
        <p:graphicFrame>
          <p:nvGraphicFramePr>
            <p:cNvPr id="46084" name="Object 42"/>
            <p:cNvGraphicFramePr>
              <a:graphicFrameLocks noChangeAspect="1"/>
            </p:cNvGraphicFramePr>
            <p:nvPr/>
          </p:nvGraphicFramePr>
          <p:xfrm>
            <a:off x="4800" y="3120"/>
            <a:ext cx="287" cy="336"/>
          </p:xfrm>
          <a:graphic>
            <a:graphicData uri="http://schemas.openxmlformats.org/presentationml/2006/ole">
              <p:oleObj spid="_x0000_s181331" name="公式" r:id="rId13" imgW="139579" imgH="164957" progId="Equation.3">
                <p:embed/>
              </p:oleObj>
            </a:graphicData>
          </a:graphic>
        </p:graphicFrame>
        <p:graphicFrame>
          <p:nvGraphicFramePr>
            <p:cNvPr id="46085" name="Object 43"/>
            <p:cNvGraphicFramePr>
              <a:graphicFrameLocks noChangeAspect="1"/>
            </p:cNvGraphicFramePr>
            <p:nvPr/>
          </p:nvGraphicFramePr>
          <p:xfrm>
            <a:off x="4430" y="1920"/>
            <a:ext cx="163" cy="204"/>
          </p:xfrm>
          <a:graphic>
            <a:graphicData uri="http://schemas.openxmlformats.org/presentationml/2006/ole">
              <p:oleObj spid="_x0000_s181332" name="Equation" r:id="rId14" imgW="152334" imgH="190417" progId="Equation.3">
                <p:embed/>
              </p:oleObj>
            </a:graphicData>
          </a:graphic>
        </p:graphicFrame>
      </p:grpSp>
      <p:grpSp>
        <p:nvGrpSpPr>
          <p:cNvPr id="10" name="Group 44"/>
          <p:cNvGrpSpPr>
            <a:grpSpLocks/>
          </p:cNvGrpSpPr>
          <p:nvPr/>
        </p:nvGrpSpPr>
        <p:grpSpPr bwMode="auto">
          <a:xfrm>
            <a:off x="2133600" y="1626568"/>
            <a:ext cx="1981200" cy="1422400"/>
            <a:chOff x="3648" y="1872"/>
            <a:chExt cx="1248" cy="896"/>
          </a:xfrm>
        </p:grpSpPr>
        <p:sp>
          <p:nvSpPr>
            <p:cNvPr id="46108" name="Arc 45"/>
            <p:cNvSpPr>
              <a:spLocks/>
            </p:cNvSpPr>
            <p:nvPr/>
          </p:nvSpPr>
          <p:spPr bwMode="auto">
            <a:xfrm flipH="1" flipV="1">
              <a:off x="3648" y="1872"/>
              <a:ext cx="1248" cy="816"/>
            </a:xfrm>
            <a:custGeom>
              <a:avLst/>
              <a:gdLst>
                <a:gd name="T0" fmla="*/ 0 w 21591"/>
                <a:gd name="T1" fmla="*/ 0 h 21600"/>
                <a:gd name="T2" fmla="*/ 4 w 21591"/>
                <a:gd name="T3" fmla="*/ 1 h 21600"/>
                <a:gd name="T4" fmla="*/ 0 w 21591"/>
                <a:gd name="T5" fmla="*/ 1 h 21600"/>
                <a:gd name="T6" fmla="*/ 0 60000 65536"/>
                <a:gd name="T7" fmla="*/ 0 60000 65536"/>
                <a:gd name="T8" fmla="*/ 0 60000 65536"/>
                <a:gd name="T9" fmla="*/ 0 w 21591"/>
                <a:gd name="T10" fmla="*/ 0 h 21600"/>
                <a:gd name="T11" fmla="*/ 21591 w 21591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591" h="21600" fill="none" extrusionOk="0">
                  <a:moveTo>
                    <a:pt x="-1" y="0"/>
                  </a:moveTo>
                  <a:cubicBezTo>
                    <a:pt x="11681" y="0"/>
                    <a:pt x="21246" y="9287"/>
                    <a:pt x="21590" y="20964"/>
                  </a:cubicBezTo>
                </a:path>
                <a:path w="21591" h="21600" stroke="0" extrusionOk="0">
                  <a:moveTo>
                    <a:pt x="-1" y="0"/>
                  </a:moveTo>
                  <a:cubicBezTo>
                    <a:pt x="11681" y="0"/>
                    <a:pt x="21246" y="9287"/>
                    <a:pt x="21590" y="20964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46109" name="Line 46"/>
            <p:cNvSpPr>
              <a:spLocks noChangeShapeType="1"/>
            </p:cNvSpPr>
            <p:nvPr/>
          </p:nvSpPr>
          <p:spPr bwMode="auto">
            <a:xfrm flipH="1" flipV="1">
              <a:off x="4176" y="2544"/>
              <a:ext cx="144" cy="48"/>
            </a:xfrm>
            <a:prstGeom prst="line">
              <a:avLst/>
            </a:prstGeom>
            <a:noFill/>
            <a:ln w="57150">
              <a:solidFill>
                <a:srgbClr val="0000FF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</a:endParaRPr>
            </a:p>
          </p:txBody>
        </p:sp>
        <p:graphicFrame>
          <p:nvGraphicFramePr>
            <p:cNvPr id="46082" name="Object 47"/>
            <p:cNvGraphicFramePr>
              <a:graphicFrameLocks noChangeAspect="1"/>
            </p:cNvGraphicFramePr>
            <p:nvPr/>
          </p:nvGraphicFramePr>
          <p:xfrm>
            <a:off x="4080" y="2544"/>
            <a:ext cx="168" cy="224"/>
          </p:xfrm>
          <a:graphic>
            <a:graphicData uri="http://schemas.openxmlformats.org/presentationml/2006/ole">
              <p:oleObj spid="_x0000_s181333" name="Equation" r:id="rId15" imgW="190417" imgH="253890" progId="Equation.3">
                <p:embed/>
              </p:oleObj>
            </a:graphicData>
          </a:graphic>
        </p:graphicFrame>
      </p:grpSp>
      <p:sp>
        <p:nvSpPr>
          <p:cNvPr id="45" name="文本框 1"/>
          <p:cNvSpPr txBox="1">
            <a:spLocks noChangeArrowheads="1"/>
          </p:cNvSpPr>
          <p:nvPr/>
        </p:nvSpPr>
        <p:spPr bwMode="auto">
          <a:xfrm>
            <a:off x="3059832" y="5949280"/>
            <a:ext cx="295232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2800" dirty="0">
                <a:solidFill>
                  <a:srgbClr val="FF0000"/>
                </a:solidFill>
              </a:rPr>
              <a:t>效率</a:t>
            </a:r>
            <a:r>
              <a:rPr lang="en-US" altLang="zh-CN" sz="2800" dirty="0">
                <a:solidFill>
                  <a:srgbClr val="FF0000"/>
                </a:solidFill>
              </a:rPr>
              <a:t>=</a:t>
            </a:r>
            <a:r>
              <a:rPr lang="zh-CN" altLang="en-US" sz="2800" dirty="0">
                <a:solidFill>
                  <a:srgbClr val="FF0000"/>
                </a:solidFill>
              </a:rPr>
              <a:t>收获</a:t>
            </a:r>
            <a:r>
              <a:rPr lang="en-US" altLang="zh-CN" sz="2800" dirty="0">
                <a:solidFill>
                  <a:srgbClr val="FF0000"/>
                </a:solidFill>
              </a:rPr>
              <a:t>/</a:t>
            </a:r>
            <a:r>
              <a:rPr lang="zh-CN" altLang="en-US" sz="2800" dirty="0">
                <a:solidFill>
                  <a:srgbClr val="FF0000"/>
                </a:solidFill>
              </a:rPr>
              <a:t>付</a:t>
            </a:r>
            <a:r>
              <a:rPr lang="zh-CN" altLang="en-US" sz="2800" dirty="0" smtClean="0">
                <a:solidFill>
                  <a:srgbClr val="FF0000"/>
                </a:solidFill>
              </a:rPr>
              <a:t>出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46" name="Text Box 18"/>
          <p:cNvSpPr txBox="1">
            <a:spLocks noChangeArrowheads="1"/>
          </p:cNvSpPr>
          <p:nvPr/>
        </p:nvSpPr>
        <p:spPr bwMode="auto">
          <a:xfrm>
            <a:off x="179512" y="260648"/>
            <a:ext cx="717232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3600" dirty="0">
                <a:solidFill>
                  <a:srgbClr val="CC0000"/>
                </a:solidFill>
              </a:rPr>
              <a:t>二   </a:t>
            </a:r>
            <a:r>
              <a:rPr kumimoji="1" lang="zh-CN" altLang="en-US" sz="3600" dirty="0" smtClean="0">
                <a:solidFill>
                  <a:srgbClr val="CC0000"/>
                </a:solidFill>
              </a:rPr>
              <a:t>循环效率</a:t>
            </a:r>
            <a:endParaRPr kumimoji="1" lang="zh-CN" altLang="en-US" sz="3600" dirty="0">
              <a:solidFill>
                <a:srgbClr val="CC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192" grpId="0" animBg="1"/>
      <p:bldP spid="4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10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DAE6034B-A5B4-457E-AB03-F524C077A899}" type="slidenum">
              <a:rPr lang="en-US" altLang="zh-CN" smtClean="0">
                <a:solidFill>
                  <a:srgbClr val="000000"/>
                </a:solidFill>
                <a:latin typeface="Arial" charset="0"/>
                <a:ea typeface="宋体" charset="-122"/>
              </a:rPr>
              <a:pPr/>
              <a:t>14</a:t>
            </a:fld>
            <a:endParaRPr lang="en-US" altLang="zh-CN" smtClean="0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  <p:sp>
        <p:nvSpPr>
          <p:cNvPr id="21511" name="Rectangle 2"/>
          <p:cNvSpPr>
            <a:spLocks noChangeArrowheads="1"/>
          </p:cNvSpPr>
          <p:nvPr/>
        </p:nvSpPr>
        <p:spPr bwMode="auto">
          <a:xfrm>
            <a:off x="2916238" y="1193800"/>
            <a:ext cx="3532187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zh-CN" altLang="en-US">
                <a:solidFill>
                  <a:srgbClr val="0000FF"/>
                </a:solidFill>
              </a:rPr>
              <a:t>几种热机的效率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2063750" y="2362200"/>
            <a:ext cx="4452938" cy="2867025"/>
            <a:chOff x="576" y="1170"/>
            <a:chExt cx="2805" cy="1806"/>
          </a:xfrm>
        </p:grpSpPr>
        <p:sp>
          <p:nvSpPr>
            <p:cNvPr id="21513" name="Rectangle 4"/>
            <p:cNvSpPr>
              <a:spLocks noChangeArrowheads="1"/>
            </p:cNvSpPr>
            <p:nvPr/>
          </p:nvSpPr>
          <p:spPr bwMode="auto">
            <a:xfrm>
              <a:off x="576" y="1170"/>
              <a:ext cx="2123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kumimoji="1" lang="zh-CN" altLang="en-US">
                  <a:solidFill>
                    <a:srgbClr val="000404"/>
                  </a:solidFill>
                </a:rPr>
                <a:t>液体燃料火箭</a:t>
              </a:r>
            </a:p>
          </p:txBody>
        </p:sp>
        <p:sp>
          <p:nvSpPr>
            <p:cNvPr id="21514" name="Rectangle 5"/>
            <p:cNvSpPr>
              <a:spLocks noChangeArrowheads="1"/>
            </p:cNvSpPr>
            <p:nvPr/>
          </p:nvSpPr>
          <p:spPr bwMode="auto">
            <a:xfrm>
              <a:off x="595" y="2158"/>
              <a:ext cx="1056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kumimoji="1" lang="zh-CN" altLang="en-US">
                  <a:solidFill>
                    <a:srgbClr val="000404"/>
                  </a:solidFill>
                </a:rPr>
                <a:t>柴油机</a:t>
              </a:r>
            </a:p>
          </p:txBody>
        </p:sp>
        <p:sp>
          <p:nvSpPr>
            <p:cNvPr id="21515" name="Rectangle 6"/>
            <p:cNvSpPr>
              <a:spLocks noChangeArrowheads="1"/>
            </p:cNvSpPr>
            <p:nvPr/>
          </p:nvSpPr>
          <p:spPr bwMode="auto">
            <a:xfrm>
              <a:off x="590" y="1659"/>
              <a:ext cx="1351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kumimoji="1" lang="zh-CN" altLang="en-US">
                  <a:solidFill>
                    <a:srgbClr val="000404"/>
                  </a:solidFill>
                </a:rPr>
                <a:t>汽油机</a:t>
              </a:r>
            </a:p>
          </p:txBody>
        </p:sp>
        <p:sp>
          <p:nvSpPr>
            <p:cNvPr id="21516" name="Rectangle 7"/>
            <p:cNvSpPr>
              <a:spLocks noChangeArrowheads="1"/>
            </p:cNvSpPr>
            <p:nvPr/>
          </p:nvSpPr>
          <p:spPr bwMode="auto">
            <a:xfrm>
              <a:off x="599" y="2611"/>
              <a:ext cx="1296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kumimoji="1" lang="zh-CN" altLang="en-US">
                  <a:solidFill>
                    <a:srgbClr val="000404"/>
                  </a:solidFill>
                </a:rPr>
                <a:t>蒸汽机</a:t>
              </a:r>
            </a:p>
          </p:txBody>
        </p:sp>
        <p:graphicFrame>
          <p:nvGraphicFramePr>
            <p:cNvPr id="21506" name="Object 8"/>
            <p:cNvGraphicFramePr>
              <a:graphicFrameLocks noChangeAspect="1"/>
            </p:cNvGraphicFramePr>
            <p:nvPr/>
          </p:nvGraphicFramePr>
          <p:xfrm>
            <a:off x="2381" y="1183"/>
            <a:ext cx="1000" cy="356"/>
          </p:xfrm>
          <a:graphic>
            <a:graphicData uri="http://schemas.openxmlformats.org/presentationml/2006/ole">
              <p:oleObj spid="_x0000_s189466" name="Equation" r:id="rId3" imgW="335181" imgH="106704" progId="Equation.3">
                <p:embed/>
              </p:oleObj>
            </a:graphicData>
          </a:graphic>
        </p:graphicFrame>
        <p:graphicFrame>
          <p:nvGraphicFramePr>
            <p:cNvPr id="21507" name="Object 9"/>
            <p:cNvGraphicFramePr>
              <a:graphicFrameLocks noChangeAspect="1"/>
            </p:cNvGraphicFramePr>
            <p:nvPr/>
          </p:nvGraphicFramePr>
          <p:xfrm>
            <a:off x="2425" y="1657"/>
            <a:ext cx="909" cy="323"/>
          </p:xfrm>
          <a:graphic>
            <a:graphicData uri="http://schemas.openxmlformats.org/presentationml/2006/ole">
              <p:oleObj spid="_x0000_s189467" name="Equation" r:id="rId4" imgW="335181" imgH="106704" progId="Equation.3">
                <p:embed/>
              </p:oleObj>
            </a:graphicData>
          </a:graphic>
        </p:graphicFrame>
        <p:graphicFrame>
          <p:nvGraphicFramePr>
            <p:cNvPr id="21508" name="Object 10"/>
            <p:cNvGraphicFramePr>
              <a:graphicFrameLocks noChangeAspect="1"/>
            </p:cNvGraphicFramePr>
            <p:nvPr/>
          </p:nvGraphicFramePr>
          <p:xfrm>
            <a:off x="2426" y="2161"/>
            <a:ext cx="887" cy="322"/>
          </p:xfrm>
          <a:graphic>
            <a:graphicData uri="http://schemas.openxmlformats.org/presentationml/2006/ole">
              <p:oleObj spid="_x0000_s189468" name="Equation" r:id="rId5" imgW="327617" imgH="106704" progId="Equation.3">
                <p:embed/>
              </p:oleObj>
            </a:graphicData>
          </a:graphic>
        </p:graphicFrame>
        <p:graphicFrame>
          <p:nvGraphicFramePr>
            <p:cNvPr id="21509" name="Object 11"/>
            <p:cNvGraphicFramePr>
              <a:graphicFrameLocks noChangeAspect="1"/>
            </p:cNvGraphicFramePr>
            <p:nvPr/>
          </p:nvGraphicFramePr>
          <p:xfrm>
            <a:off x="2447" y="2618"/>
            <a:ext cx="796" cy="335"/>
          </p:xfrm>
          <a:graphic>
            <a:graphicData uri="http://schemas.openxmlformats.org/presentationml/2006/ole">
              <p:oleObj spid="_x0000_s189469" name="Equation" r:id="rId6" imgW="282019" imgH="106704" progId="Equation.3">
                <p:embed/>
              </p:oleObj>
            </a:graphicData>
          </a:graphic>
        </p:graphicFrame>
      </p:grpSp>
    </p:spTree>
  </p:cSld>
  <p:clrMapOvr>
    <a:masterClrMapping/>
  </p:clrMapOvr>
  <p:transition spd="slow">
    <p:dissolv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Text Box 2"/>
          <p:cNvSpPr txBox="1">
            <a:spLocks noChangeArrowheads="1"/>
          </p:cNvSpPr>
          <p:nvPr/>
        </p:nvSpPr>
        <p:spPr bwMode="auto">
          <a:xfrm>
            <a:off x="235024" y="188640"/>
            <a:ext cx="8153400" cy="1126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dirty="0" smtClean="0">
                <a:solidFill>
                  <a:srgbClr val="CC0000"/>
                </a:solidFill>
                <a:ea typeface="宋体" pitchFamily="2" charset="-122"/>
              </a:rPr>
              <a:t>例</a:t>
            </a:r>
            <a:r>
              <a:rPr lang="en-US" altLang="zh-CN" sz="2800" dirty="0" smtClean="0">
                <a:solidFill>
                  <a:srgbClr val="CC0000"/>
                </a:solidFill>
                <a:ea typeface="宋体" pitchFamily="2" charset="-122"/>
              </a:rPr>
              <a:t>2</a:t>
            </a:r>
            <a:r>
              <a:rPr lang="en-US" altLang="zh-CN" sz="2800" dirty="0" smtClean="0">
                <a:solidFill>
                  <a:srgbClr val="000000"/>
                </a:solidFill>
                <a:ea typeface="宋体" pitchFamily="2" charset="-122"/>
              </a:rPr>
              <a:t>  1mol</a:t>
            </a:r>
            <a:r>
              <a:rPr lang="zh-CN" altLang="en-US" sz="2800" dirty="0" smtClean="0">
                <a:solidFill>
                  <a:srgbClr val="FF0000"/>
                </a:solidFill>
                <a:ea typeface="宋体" pitchFamily="2" charset="-122"/>
              </a:rPr>
              <a:t>氦气</a:t>
            </a:r>
            <a:r>
              <a:rPr lang="zh-CN" altLang="en-US" sz="2800" dirty="0" smtClean="0">
                <a:solidFill>
                  <a:srgbClr val="000000"/>
                </a:solidFill>
                <a:ea typeface="宋体" pitchFamily="2" charset="-122"/>
              </a:rPr>
              <a:t>经过如图所示的循环</a:t>
            </a:r>
            <a:r>
              <a:rPr lang="en-US" altLang="zh-CN" sz="2800" dirty="0" smtClean="0">
                <a:solidFill>
                  <a:srgbClr val="000000"/>
                </a:solidFill>
                <a:ea typeface="宋体" pitchFamily="2" charset="-122"/>
              </a:rPr>
              <a:t>. </a:t>
            </a:r>
            <a:r>
              <a:rPr lang="zh-CN" altLang="en-US" sz="2800" dirty="0" smtClean="0">
                <a:solidFill>
                  <a:srgbClr val="CC0000"/>
                </a:solidFill>
                <a:ea typeface="宋体" pitchFamily="2" charset="-122"/>
              </a:rPr>
              <a:t>求</a:t>
            </a:r>
            <a:r>
              <a:rPr lang="en-US" altLang="zh-CN" sz="2800" dirty="0" smtClean="0">
                <a:solidFill>
                  <a:srgbClr val="000000"/>
                </a:solidFill>
                <a:ea typeface="宋体" pitchFamily="2" charset="-122"/>
              </a:rPr>
              <a:t>:</a:t>
            </a:r>
            <a:r>
              <a:rPr lang="zh-CN" altLang="en-US" sz="2800" dirty="0" smtClean="0">
                <a:solidFill>
                  <a:srgbClr val="000000"/>
                </a:solidFill>
                <a:ea typeface="宋体" pitchFamily="2" charset="-122"/>
              </a:rPr>
              <a:t>在</a:t>
            </a:r>
            <a:r>
              <a:rPr lang="en-US" altLang="zh-CN" sz="2800" dirty="0" smtClean="0">
                <a:solidFill>
                  <a:srgbClr val="000000"/>
                </a:solidFill>
                <a:ea typeface="宋体" pitchFamily="2" charset="-122"/>
              </a:rPr>
              <a:t>1-2,  2-3,  3-4, 4-1</a:t>
            </a:r>
            <a:r>
              <a:rPr lang="zh-CN" altLang="en-US" sz="2800" dirty="0" smtClean="0">
                <a:solidFill>
                  <a:srgbClr val="000000"/>
                </a:solidFill>
                <a:ea typeface="宋体" pitchFamily="2" charset="-122"/>
              </a:rPr>
              <a:t>过程中吸收的</a:t>
            </a:r>
            <a:r>
              <a:rPr lang="zh-CN" altLang="en-US" sz="2800" dirty="0" smtClean="0">
                <a:solidFill>
                  <a:srgbClr val="FF0000"/>
                </a:solidFill>
                <a:ea typeface="宋体" pitchFamily="2" charset="-122"/>
              </a:rPr>
              <a:t>热量</a:t>
            </a:r>
            <a:r>
              <a:rPr lang="zh-CN" altLang="en-US" sz="2800" dirty="0" smtClean="0">
                <a:solidFill>
                  <a:srgbClr val="000000"/>
                </a:solidFill>
                <a:ea typeface="宋体" pitchFamily="2" charset="-122"/>
              </a:rPr>
              <a:t>和循环</a:t>
            </a:r>
            <a:r>
              <a:rPr lang="zh-CN" altLang="en-US" sz="2800" dirty="0" smtClean="0">
                <a:solidFill>
                  <a:srgbClr val="FF0000"/>
                </a:solidFill>
                <a:ea typeface="宋体" pitchFamily="2" charset="-122"/>
              </a:rPr>
              <a:t>效率</a:t>
            </a:r>
            <a:r>
              <a:rPr lang="en-US" altLang="zh-CN" sz="2800" dirty="0" smtClean="0">
                <a:solidFill>
                  <a:srgbClr val="000000"/>
                </a:solidFill>
                <a:ea typeface="宋体" pitchFamily="2" charset="-122"/>
              </a:rPr>
              <a:t>.</a:t>
            </a:r>
          </a:p>
        </p:txBody>
      </p:sp>
      <p:sp>
        <p:nvSpPr>
          <p:cNvPr id="93197" name="Text Box 13"/>
          <p:cNvSpPr txBox="1">
            <a:spLocks noChangeArrowheads="1"/>
          </p:cNvSpPr>
          <p:nvPr/>
        </p:nvSpPr>
        <p:spPr bwMode="auto">
          <a:xfrm>
            <a:off x="235024" y="1510450"/>
            <a:ext cx="4953000" cy="1126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dirty="0" smtClean="0">
                <a:solidFill>
                  <a:srgbClr val="CC0000"/>
                </a:solidFill>
                <a:ea typeface="宋体" pitchFamily="2" charset="-122"/>
              </a:rPr>
              <a:t>解：</a:t>
            </a:r>
            <a:r>
              <a:rPr lang="zh-CN" altLang="en-US" sz="2800" dirty="0" smtClean="0">
                <a:solidFill>
                  <a:srgbClr val="000000"/>
                </a:solidFill>
                <a:ea typeface="宋体" pitchFamily="2" charset="-122"/>
              </a:rPr>
              <a:t>气体经过循环作的净功   </a:t>
            </a:r>
            <a:r>
              <a:rPr lang="en-US" altLang="zh-CN" sz="2800" i="1" dirty="0" smtClean="0">
                <a:solidFill>
                  <a:srgbClr val="000000"/>
                </a:solidFill>
                <a:ea typeface="宋体" pitchFamily="2" charset="-122"/>
              </a:rPr>
              <a:t>W</a:t>
            </a:r>
            <a:r>
              <a:rPr lang="zh-CN" altLang="en-US" sz="2800" dirty="0" smtClean="0">
                <a:solidFill>
                  <a:srgbClr val="000000"/>
                </a:solidFill>
                <a:ea typeface="宋体" pitchFamily="2" charset="-122"/>
              </a:rPr>
              <a:t>为各过程所包围的面积</a:t>
            </a:r>
            <a:r>
              <a:rPr lang="en-US" altLang="zh-CN" sz="2800" dirty="0" smtClean="0">
                <a:solidFill>
                  <a:srgbClr val="000000"/>
                </a:solidFill>
                <a:ea typeface="宋体" pitchFamily="2" charset="-122"/>
              </a:rPr>
              <a:t>.</a:t>
            </a:r>
          </a:p>
        </p:txBody>
      </p:sp>
      <p:graphicFrame>
        <p:nvGraphicFramePr>
          <p:cNvPr id="93198" name="Object 14"/>
          <p:cNvGraphicFramePr>
            <a:graphicFrameLocks noChangeAspect="1"/>
          </p:cNvGraphicFramePr>
          <p:nvPr/>
        </p:nvGraphicFramePr>
        <p:xfrm>
          <a:off x="827584" y="2891408"/>
          <a:ext cx="3698875" cy="609600"/>
        </p:xfrm>
        <a:graphic>
          <a:graphicData uri="http://schemas.openxmlformats.org/presentationml/2006/ole">
            <p:oleObj spid="_x0000_s185364" name="Equation" r:id="rId3" imgW="1473200" imgH="254000" progId="Equation.DSMT4">
              <p:embed/>
            </p:oleObj>
          </a:graphicData>
        </a:graphic>
      </p:graphicFrame>
      <p:grpSp>
        <p:nvGrpSpPr>
          <p:cNvPr id="2" name="Group 50"/>
          <p:cNvGrpSpPr>
            <a:grpSpLocks/>
          </p:cNvGrpSpPr>
          <p:nvPr/>
        </p:nvGrpSpPr>
        <p:grpSpPr bwMode="auto">
          <a:xfrm>
            <a:off x="5796136" y="1556792"/>
            <a:ext cx="3357562" cy="2990850"/>
            <a:chOff x="3725" y="1022"/>
            <a:chExt cx="2115" cy="1884"/>
          </a:xfrm>
        </p:grpSpPr>
        <p:grpSp>
          <p:nvGrpSpPr>
            <p:cNvPr id="3" name="Group 47"/>
            <p:cNvGrpSpPr>
              <a:grpSpLocks/>
            </p:cNvGrpSpPr>
            <p:nvPr/>
          </p:nvGrpSpPr>
          <p:grpSpPr bwMode="auto">
            <a:xfrm>
              <a:off x="4487" y="2045"/>
              <a:ext cx="1058" cy="861"/>
              <a:chOff x="4487" y="2045"/>
              <a:chExt cx="1058" cy="861"/>
            </a:xfrm>
          </p:grpSpPr>
          <p:sp>
            <p:nvSpPr>
              <p:cNvPr id="93188" name="Line 4"/>
              <p:cNvSpPr>
                <a:spLocks noChangeShapeType="1"/>
              </p:cNvSpPr>
              <p:nvPr/>
            </p:nvSpPr>
            <p:spPr bwMode="auto">
              <a:xfrm>
                <a:off x="4631" y="2045"/>
                <a:ext cx="0" cy="4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1" hangingPunct="1"/>
                <a:endParaRPr kumimoji="1" lang="zh-CN" altLang="en-US" sz="2800" b="0" smtClean="0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93189" name="Line 5"/>
              <p:cNvSpPr>
                <a:spLocks noChangeShapeType="1"/>
              </p:cNvSpPr>
              <p:nvPr/>
            </p:nvSpPr>
            <p:spPr bwMode="auto">
              <a:xfrm>
                <a:off x="5159" y="2045"/>
                <a:ext cx="0" cy="4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1" hangingPunct="1"/>
                <a:endParaRPr kumimoji="1" lang="zh-CN" altLang="en-US" sz="2800" b="0" smtClean="0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93190" name="Text Box 6"/>
              <p:cNvSpPr txBox="1">
                <a:spLocks noChangeArrowheads="1"/>
              </p:cNvSpPr>
              <p:nvPr/>
            </p:nvSpPr>
            <p:spPr bwMode="auto">
              <a:xfrm>
                <a:off x="4487" y="2525"/>
                <a:ext cx="480" cy="38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2800" i="1" smtClean="0">
                    <a:solidFill>
                      <a:srgbClr val="000000"/>
                    </a:solidFill>
                    <a:ea typeface="宋体" pitchFamily="2" charset="-122"/>
                  </a:rPr>
                  <a:t>V</a:t>
                </a:r>
                <a:r>
                  <a:rPr lang="en-US" altLang="zh-CN" sz="2800" baseline="-25000" smtClean="0">
                    <a:solidFill>
                      <a:srgbClr val="000000"/>
                    </a:solidFill>
                    <a:ea typeface="宋体" pitchFamily="2" charset="-122"/>
                  </a:rPr>
                  <a:t>1</a:t>
                </a:r>
              </a:p>
            </p:txBody>
          </p:sp>
          <p:sp>
            <p:nvSpPr>
              <p:cNvPr id="93191" name="Text Box 7"/>
              <p:cNvSpPr txBox="1">
                <a:spLocks noChangeArrowheads="1"/>
              </p:cNvSpPr>
              <p:nvPr/>
            </p:nvSpPr>
            <p:spPr bwMode="auto">
              <a:xfrm>
                <a:off x="5015" y="2525"/>
                <a:ext cx="530" cy="38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2800" smtClean="0">
                    <a:solidFill>
                      <a:srgbClr val="000000"/>
                    </a:solidFill>
                    <a:ea typeface="宋体" pitchFamily="2" charset="-122"/>
                  </a:rPr>
                  <a:t>2</a:t>
                </a:r>
                <a:r>
                  <a:rPr lang="en-US" altLang="zh-CN" sz="2800" i="1" smtClean="0">
                    <a:solidFill>
                      <a:srgbClr val="000000"/>
                    </a:solidFill>
                    <a:ea typeface="宋体" pitchFamily="2" charset="-122"/>
                  </a:rPr>
                  <a:t>V</a:t>
                </a:r>
                <a:r>
                  <a:rPr lang="en-US" altLang="zh-CN" sz="2800" baseline="-25000" smtClean="0">
                    <a:solidFill>
                      <a:srgbClr val="000000"/>
                    </a:solidFill>
                    <a:ea typeface="宋体" pitchFamily="2" charset="-122"/>
                  </a:rPr>
                  <a:t>1</a:t>
                </a:r>
              </a:p>
            </p:txBody>
          </p:sp>
        </p:grpSp>
        <p:grpSp>
          <p:nvGrpSpPr>
            <p:cNvPr id="4" name="Group 8"/>
            <p:cNvGrpSpPr>
              <a:grpSpLocks/>
            </p:cNvGrpSpPr>
            <p:nvPr/>
          </p:nvGrpSpPr>
          <p:grpSpPr bwMode="auto">
            <a:xfrm>
              <a:off x="3725" y="1373"/>
              <a:ext cx="912" cy="909"/>
              <a:chOff x="3696" y="998"/>
              <a:chExt cx="912" cy="909"/>
            </a:xfrm>
          </p:grpSpPr>
          <p:sp>
            <p:nvSpPr>
              <p:cNvPr id="93193" name="Line 9"/>
              <p:cNvSpPr>
                <a:spLocks noChangeShapeType="1"/>
              </p:cNvSpPr>
              <p:nvPr/>
            </p:nvSpPr>
            <p:spPr bwMode="auto">
              <a:xfrm>
                <a:off x="4080" y="1670"/>
                <a:ext cx="52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1" hangingPunct="1"/>
                <a:endParaRPr kumimoji="1" lang="zh-CN" altLang="en-US" sz="2800" b="0" smtClean="0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93194" name="Line 10"/>
              <p:cNvSpPr>
                <a:spLocks noChangeShapeType="1"/>
              </p:cNvSpPr>
              <p:nvPr/>
            </p:nvSpPr>
            <p:spPr bwMode="auto">
              <a:xfrm>
                <a:off x="4080" y="1142"/>
                <a:ext cx="52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1" hangingPunct="1"/>
                <a:endParaRPr kumimoji="1" lang="zh-CN" altLang="en-US" sz="2800" b="0" smtClean="0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93195" name="Text Box 11"/>
              <p:cNvSpPr txBox="1">
                <a:spLocks noChangeArrowheads="1"/>
              </p:cNvSpPr>
              <p:nvPr/>
            </p:nvSpPr>
            <p:spPr bwMode="auto">
              <a:xfrm>
                <a:off x="3792" y="1526"/>
                <a:ext cx="336" cy="38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2800" i="1" smtClean="0">
                    <a:solidFill>
                      <a:srgbClr val="000000"/>
                    </a:solidFill>
                    <a:ea typeface="宋体" pitchFamily="2" charset="-122"/>
                  </a:rPr>
                  <a:t>P</a:t>
                </a:r>
                <a:r>
                  <a:rPr lang="en-US" altLang="zh-CN" sz="2800" baseline="-25000" smtClean="0">
                    <a:solidFill>
                      <a:srgbClr val="000000"/>
                    </a:solidFill>
                    <a:ea typeface="宋体" pitchFamily="2" charset="-122"/>
                  </a:rPr>
                  <a:t>1</a:t>
                </a:r>
              </a:p>
            </p:txBody>
          </p:sp>
          <p:sp>
            <p:nvSpPr>
              <p:cNvPr id="93196" name="Text Box 12"/>
              <p:cNvSpPr txBox="1">
                <a:spLocks noChangeArrowheads="1"/>
              </p:cNvSpPr>
              <p:nvPr/>
            </p:nvSpPr>
            <p:spPr bwMode="auto">
              <a:xfrm>
                <a:off x="3696" y="998"/>
                <a:ext cx="480" cy="38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2800" smtClean="0">
                    <a:solidFill>
                      <a:srgbClr val="000000"/>
                    </a:solidFill>
                    <a:ea typeface="宋体" pitchFamily="2" charset="-122"/>
                  </a:rPr>
                  <a:t>2</a:t>
                </a:r>
                <a:r>
                  <a:rPr lang="en-US" altLang="zh-CN" sz="2800" i="1" smtClean="0">
                    <a:solidFill>
                      <a:srgbClr val="000000"/>
                    </a:solidFill>
                    <a:ea typeface="宋体" pitchFamily="2" charset="-122"/>
                  </a:rPr>
                  <a:t>P</a:t>
                </a:r>
                <a:r>
                  <a:rPr lang="en-US" altLang="zh-CN" sz="2800" baseline="-25000" smtClean="0">
                    <a:solidFill>
                      <a:srgbClr val="000000"/>
                    </a:solidFill>
                    <a:ea typeface="宋体" pitchFamily="2" charset="-122"/>
                  </a:rPr>
                  <a:t>1</a:t>
                </a:r>
              </a:p>
            </p:txBody>
          </p:sp>
        </p:grpSp>
        <p:sp>
          <p:nvSpPr>
            <p:cNvPr id="93205" name="Text Box 21"/>
            <p:cNvSpPr txBox="1">
              <a:spLocks noChangeArrowheads="1"/>
            </p:cNvSpPr>
            <p:nvPr/>
          </p:nvSpPr>
          <p:spPr bwMode="auto">
            <a:xfrm>
              <a:off x="4434" y="1956"/>
              <a:ext cx="192" cy="3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800" smtClean="0">
                  <a:solidFill>
                    <a:srgbClr val="000000"/>
                  </a:solidFill>
                  <a:ea typeface="宋体" pitchFamily="2" charset="-122"/>
                </a:rPr>
                <a:t>1</a:t>
              </a:r>
            </a:p>
          </p:txBody>
        </p:sp>
        <p:grpSp>
          <p:nvGrpSpPr>
            <p:cNvPr id="5" name="Group 22"/>
            <p:cNvGrpSpPr>
              <a:grpSpLocks/>
            </p:cNvGrpSpPr>
            <p:nvPr/>
          </p:nvGrpSpPr>
          <p:grpSpPr bwMode="auto">
            <a:xfrm>
              <a:off x="4631" y="1517"/>
              <a:ext cx="0" cy="528"/>
              <a:chOff x="4848" y="624"/>
              <a:chExt cx="0" cy="528"/>
            </a:xfrm>
          </p:grpSpPr>
          <p:sp>
            <p:nvSpPr>
              <p:cNvPr id="93207" name="Line 23"/>
              <p:cNvSpPr>
                <a:spLocks noChangeShapeType="1"/>
              </p:cNvSpPr>
              <p:nvPr/>
            </p:nvSpPr>
            <p:spPr bwMode="auto">
              <a:xfrm flipV="1">
                <a:off x="4848" y="624"/>
                <a:ext cx="0" cy="528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/>
                <a:endParaRPr kumimoji="1" lang="zh-CN" altLang="en-US" sz="2800" b="0" smtClean="0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93208" name="Line 24"/>
              <p:cNvSpPr>
                <a:spLocks noChangeShapeType="1"/>
              </p:cNvSpPr>
              <p:nvPr/>
            </p:nvSpPr>
            <p:spPr bwMode="auto">
              <a:xfrm flipV="1">
                <a:off x="4848" y="768"/>
                <a:ext cx="0" cy="192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arrow" w="med" len="med"/>
              </a:ln>
              <a:effectLst/>
            </p:spPr>
            <p:txBody>
              <a:bodyPr/>
              <a:lstStyle/>
              <a:p>
                <a:pPr eaLnBrk="1" hangingPunct="1"/>
                <a:endParaRPr kumimoji="1" lang="zh-CN" altLang="en-US" sz="2800" b="0" smtClean="0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</p:grpSp>
        <p:sp>
          <p:nvSpPr>
            <p:cNvPr id="93210" name="Text Box 26"/>
            <p:cNvSpPr txBox="1">
              <a:spLocks noChangeArrowheads="1"/>
            </p:cNvSpPr>
            <p:nvPr/>
          </p:nvSpPr>
          <p:spPr bwMode="auto">
            <a:xfrm>
              <a:off x="4439" y="1146"/>
              <a:ext cx="336" cy="3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800" smtClean="0">
                  <a:solidFill>
                    <a:srgbClr val="000000"/>
                  </a:solidFill>
                  <a:ea typeface="宋体" pitchFamily="2" charset="-122"/>
                </a:rPr>
                <a:t>2</a:t>
              </a:r>
            </a:p>
          </p:txBody>
        </p:sp>
        <p:grpSp>
          <p:nvGrpSpPr>
            <p:cNvPr id="6" name="Group 27"/>
            <p:cNvGrpSpPr>
              <a:grpSpLocks/>
            </p:cNvGrpSpPr>
            <p:nvPr/>
          </p:nvGrpSpPr>
          <p:grpSpPr bwMode="auto">
            <a:xfrm>
              <a:off x="4631" y="1517"/>
              <a:ext cx="528" cy="0"/>
              <a:chOff x="4848" y="624"/>
              <a:chExt cx="528" cy="0"/>
            </a:xfrm>
          </p:grpSpPr>
          <p:sp>
            <p:nvSpPr>
              <p:cNvPr id="93212" name="Line 28"/>
              <p:cNvSpPr>
                <a:spLocks noChangeShapeType="1"/>
              </p:cNvSpPr>
              <p:nvPr/>
            </p:nvSpPr>
            <p:spPr bwMode="auto">
              <a:xfrm rot="16200000" flipV="1">
                <a:off x="5112" y="360"/>
                <a:ext cx="0" cy="528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/>
                <a:endParaRPr kumimoji="1" lang="zh-CN" altLang="en-US" sz="2800" b="0" smtClean="0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93213" name="Line 29"/>
              <p:cNvSpPr>
                <a:spLocks noChangeShapeType="1"/>
              </p:cNvSpPr>
              <p:nvPr/>
            </p:nvSpPr>
            <p:spPr bwMode="auto">
              <a:xfrm rot="5400000" flipV="1">
                <a:off x="5088" y="528"/>
                <a:ext cx="0" cy="192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arrow" w="med" len="med"/>
              </a:ln>
              <a:effectLst/>
            </p:spPr>
            <p:txBody>
              <a:bodyPr/>
              <a:lstStyle/>
              <a:p>
                <a:pPr eaLnBrk="1" hangingPunct="1"/>
                <a:endParaRPr kumimoji="1" lang="zh-CN" altLang="en-US" sz="2800" b="0" smtClean="0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</p:grpSp>
        <p:sp>
          <p:nvSpPr>
            <p:cNvPr id="93215" name="Text Box 31"/>
            <p:cNvSpPr txBox="1">
              <a:spLocks noChangeArrowheads="1"/>
            </p:cNvSpPr>
            <p:nvPr/>
          </p:nvSpPr>
          <p:spPr bwMode="auto">
            <a:xfrm>
              <a:off x="5159" y="1146"/>
              <a:ext cx="288" cy="3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800" smtClean="0">
                  <a:solidFill>
                    <a:srgbClr val="000000"/>
                  </a:solidFill>
                  <a:ea typeface="宋体" pitchFamily="2" charset="-122"/>
                </a:rPr>
                <a:t>3</a:t>
              </a:r>
            </a:p>
          </p:txBody>
        </p:sp>
        <p:grpSp>
          <p:nvGrpSpPr>
            <p:cNvPr id="7" name="Group 32"/>
            <p:cNvGrpSpPr>
              <a:grpSpLocks/>
            </p:cNvGrpSpPr>
            <p:nvPr/>
          </p:nvGrpSpPr>
          <p:grpSpPr bwMode="auto">
            <a:xfrm>
              <a:off x="5159" y="1525"/>
              <a:ext cx="0" cy="528"/>
              <a:chOff x="5376" y="624"/>
              <a:chExt cx="0" cy="528"/>
            </a:xfrm>
          </p:grpSpPr>
          <p:sp>
            <p:nvSpPr>
              <p:cNvPr id="93217" name="Line 33"/>
              <p:cNvSpPr>
                <a:spLocks noChangeShapeType="1"/>
              </p:cNvSpPr>
              <p:nvPr/>
            </p:nvSpPr>
            <p:spPr bwMode="auto">
              <a:xfrm flipV="1">
                <a:off x="5376" y="624"/>
                <a:ext cx="0" cy="528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/>
                <a:endParaRPr kumimoji="1" lang="zh-CN" altLang="en-US" sz="2800" b="0" smtClean="0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93218" name="Line 34"/>
              <p:cNvSpPr>
                <a:spLocks noChangeShapeType="1"/>
              </p:cNvSpPr>
              <p:nvPr/>
            </p:nvSpPr>
            <p:spPr bwMode="auto">
              <a:xfrm>
                <a:off x="5376" y="768"/>
                <a:ext cx="0" cy="192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arrow" w="med" len="med"/>
              </a:ln>
              <a:effectLst/>
            </p:spPr>
            <p:txBody>
              <a:bodyPr/>
              <a:lstStyle/>
              <a:p>
                <a:pPr eaLnBrk="1" hangingPunct="1"/>
                <a:endParaRPr kumimoji="1" lang="zh-CN" altLang="en-US" sz="2800" b="0" smtClean="0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</p:grpSp>
        <p:sp>
          <p:nvSpPr>
            <p:cNvPr id="93220" name="Text Box 36"/>
            <p:cNvSpPr txBox="1">
              <a:spLocks noChangeArrowheads="1"/>
            </p:cNvSpPr>
            <p:nvPr/>
          </p:nvSpPr>
          <p:spPr bwMode="auto">
            <a:xfrm>
              <a:off x="5181" y="1908"/>
              <a:ext cx="240" cy="3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800" smtClean="0">
                  <a:solidFill>
                    <a:srgbClr val="000000"/>
                  </a:solidFill>
                  <a:ea typeface="宋体" pitchFamily="2" charset="-122"/>
                </a:rPr>
                <a:t>4</a:t>
              </a:r>
            </a:p>
          </p:txBody>
        </p:sp>
        <p:grpSp>
          <p:nvGrpSpPr>
            <p:cNvPr id="8" name="Group 37"/>
            <p:cNvGrpSpPr>
              <a:grpSpLocks/>
            </p:cNvGrpSpPr>
            <p:nvPr/>
          </p:nvGrpSpPr>
          <p:grpSpPr bwMode="auto">
            <a:xfrm>
              <a:off x="4631" y="2045"/>
              <a:ext cx="528" cy="0"/>
              <a:chOff x="4848" y="1152"/>
              <a:chExt cx="528" cy="0"/>
            </a:xfrm>
          </p:grpSpPr>
          <p:sp>
            <p:nvSpPr>
              <p:cNvPr id="93222" name="Line 38"/>
              <p:cNvSpPr>
                <a:spLocks noChangeShapeType="1"/>
              </p:cNvSpPr>
              <p:nvPr/>
            </p:nvSpPr>
            <p:spPr bwMode="auto">
              <a:xfrm rot="16200000" flipV="1">
                <a:off x="5112" y="888"/>
                <a:ext cx="0" cy="528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/>
                <a:endParaRPr kumimoji="1" lang="zh-CN" altLang="en-US" sz="2800" b="0" smtClean="0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93223" name="Line 39"/>
              <p:cNvSpPr>
                <a:spLocks noChangeShapeType="1"/>
              </p:cNvSpPr>
              <p:nvPr/>
            </p:nvSpPr>
            <p:spPr bwMode="auto">
              <a:xfrm rot="16200000" flipV="1">
                <a:off x="5088" y="1056"/>
                <a:ext cx="0" cy="192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arrow" w="med" len="med"/>
              </a:ln>
              <a:effectLst/>
            </p:spPr>
            <p:txBody>
              <a:bodyPr/>
              <a:lstStyle/>
              <a:p>
                <a:pPr eaLnBrk="1" hangingPunct="1"/>
                <a:endParaRPr kumimoji="1" lang="zh-CN" altLang="en-US" sz="2800" b="0" smtClean="0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</p:grpSp>
        <p:grpSp>
          <p:nvGrpSpPr>
            <p:cNvPr id="9" name="Group 49"/>
            <p:cNvGrpSpPr>
              <a:grpSpLocks/>
            </p:cNvGrpSpPr>
            <p:nvPr/>
          </p:nvGrpSpPr>
          <p:grpSpPr bwMode="auto">
            <a:xfrm>
              <a:off x="3852" y="1022"/>
              <a:ext cx="1988" cy="1705"/>
              <a:chOff x="3852" y="1022"/>
              <a:chExt cx="1988" cy="1705"/>
            </a:xfrm>
          </p:grpSpPr>
          <p:sp>
            <p:nvSpPr>
              <p:cNvPr id="93225" name="Line 41"/>
              <p:cNvSpPr>
                <a:spLocks noChangeShapeType="1"/>
              </p:cNvSpPr>
              <p:nvPr/>
            </p:nvSpPr>
            <p:spPr bwMode="auto">
              <a:xfrm>
                <a:off x="4103" y="2525"/>
                <a:ext cx="148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</p:spPr>
            <p:txBody>
              <a:bodyPr/>
              <a:lstStyle/>
              <a:p>
                <a:pPr eaLnBrk="1" hangingPunct="1"/>
                <a:endParaRPr kumimoji="1" lang="zh-CN" altLang="en-US" sz="2800" b="0" smtClean="0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93226" name="Line 42"/>
              <p:cNvSpPr>
                <a:spLocks noChangeShapeType="1"/>
              </p:cNvSpPr>
              <p:nvPr/>
            </p:nvSpPr>
            <p:spPr bwMode="auto">
              <a:xfrm flipV="1">
                <a:off x="4103" y="1181"/>
                <a:ext cx="0" cy="134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</p:spPr>
            <p:txBody>
              <a:bodyPr/>
              <a:lstStyle/>
              <a:p>
                <a:pPr eaLnBrk="1" hangingPunct="1"/>
                <a:endParaRPr kumimoji="1" lang="zh-CN" altLang="en-US" sz="2800" b="0" smtClean="0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93227" name="Text Box 43"/>
              <p:cNvSpPr txBox="1">
                <a:spLocks noChangeArrowheads="1"/>
              </p:cNvSpPr>
              <p:nvPr/>
            </p:nvSpPr>
            <p:spPr bwMode="auto">
              <a:xfrm>
                <a:off x="3872" y="2316"/>
                <a:ext cx="228" cy="38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lnSpc>
                    <a:spcPct val="120000"/>
                  </a:lnSpc>
                </a:pPr>
                <a:r>
                  <a:rPr kumimoji="1" lang="en-US" altLang="zh-CN" sz="2800" i="1" smtClean="0">
                    <a:solidFill>
                      <a:srgbClr val="000000"/>
                    </a:solidFill>
                    <a:ea typeface="宋体" pitchFamily="2" charset="-122"/>
                  </a:rPr>
                  <a:t>o</a:t>
                </a:r>
              </a:p>
            </p:txBody>
          </p:sp>
          <p:sp>
            <p:nvSpPr>
              <p:cNvPr id="93228" name="Text Box 44"/>
              <p:cNvSpPr txBox="1">
                <a:spLocks noChangeArrowheads="1"/>
              </p:cNvSpPr>
              <p:nvPr/>
            </p:nvSpPr>
            <p:spPr bwMode="auto">
              <a:xfrm>
                <a:off x="5575" y="2346"/>
                <a:ext cx="265" cy="38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lnSpc>
                    <a:spcPct val="120000"/>
                  </a:lnSpc>
                </a:pPr>
                <a:r>
                  <a:rPr kumimoji="1" lang="en-US" altLang="zh-CN" sz="2800" i="1" smtClean="0">
                    <a:solidFill>
                      <a:srgbClr val="000000"/>
                    </a:solidFill>
                    <a:ea typeface="宋体" pitchFamily="2" charset="-122"/>
                  </a:rPr>
                  <a:t>V</a:t>
                </a:r>
              </a:p>
            </p:txBody>
          </p:sp>
          <p:sp>
            <p:nvSpPr>
              <p:cNvPr id="93229" name="Text Box 45"/>
              <p:cNvSpPr txBox="1">
                <a:spLocks noChangeArrowheads="1"/>
              </p:cNvSpPr>
              <p:nvPr/>
            </p:nvSpPr>
            <p:spPr bwMode="auto">
              <a:xfrm>
                <a:off x="3852" y="1022"/>
                <a:ext cx="253" cy="38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lnSpc>
                    <a:spcPct val="120000"/>
                  </a:lnSpc>
                </a:pPr>
                <a:r>
                  <a:rPr kumimoji="1" lang="en-US" altLang="zh-CN" sz="2800" i="1" smtClean="0">
                    <a:solidFill>
                      <a:srgbClr val="000000"/>
                    </a:solidFill>
                    <a:ea typeface="宋体" pitchFamily="2" charset="-122"/>
                  </a:rPr>
                  <a:t>P</a:t>
                </a:r>
              </a:p>
            </p:txBody>
          </p:sp>
        </p:grpSp>
      </p:grpSp>
      <p:sp>
        <p:nvSpPr>
          <p:cNvPr id="93238" name="Rectangle 54"/>
          <p:cNvSpPr>
            <a:spLocks noChangeArrowheads="1"/>
          </p:cNvSpPr>
          <p:nvPr/>
        </p:nvSpPr>
        <p:spPr bwMode="auto">
          <a:xfrm>
            <a:off x="395536" y="4782096"/>
            <a:ext cx="6256338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800" dirty="0" smtClean="0">
                <a:solidFill>
                  <a:srgbClr val="000000"/>
                </a:solidFill>
                <a:ea typeface="宋体" pitchFamily="2" charset="-122"/>
              </a:rPr>
              <a:t>由理想气体状态方程得其它各点的温度</a:t>
            </a:r>
          </a:p>
        </p:txBody>
      </p:sp>
      <p:graphicFrame>
        <p:nvGraphicFramePr>
          <p:cNvPr id="93240" name="Object 56"/>
          <p:cNvGraphicFramePr>
            <a:graphicFrameLocks noChangeAspect="1"/>
          </p:cNvGraphicFramePr>
          <p:nvPr/>
        </p:nvGraphicFramePr>
        <p:xfrm>
          <a:off x="1115616" y="5661248"/>
          <a:ext cx="4435475" cy="508000"/>
        </p:xfrm>
        <a:graphic>
          <a:graphicData uri="http://schemas.openxmlformats.org/presentationml/2006/ole">
            <p:oleObj spid="_x0000_s185365" name="Equation" r:id="rId4" imgW="1993900" imgH="228600" progId="Equation.DSMT4">
              <p:embed/>
            </p:oleObj>
          </a:graphicData>
        </a:graphic>
      </p:graphicFrame>
      <p:sp>
        <p:nvSpPr>
          <p:cNvPr id="51" name="灯片编号占位符 54"/>
          <p:cNvSpPr>
            <a:spLocks noGrp="1"/>
          </p:cNvSpPr>
          <p:nvPr>
            <p:ph type="sldNum" sz="quarter" idx="4294967295"/>
          </p:nvPr>
        </p:nvSpPr>
        <p:spPr>
          <a:xfrm>
            <a:off x="7308304" y="6572200"/>
            <a:ext cx="1905000" cy="457200"/>
          </a:xfrm>
          <a:prstGeom prst="rect">
            <a:avLst/>
          </a:prstGeo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443EE585-B32A-4C60-B717-0FCF3CE634DB}" type="slidenum">
              <a:rPr lang="en-US" altLang="zh-CN" kern="0" smtClea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15</a:t>
            </a:fld>
            <a:endParaRPr lang="en-US" altLang="zh-CN" kern="0">
              <a:solidFill>
                <a:sysClr val="windowText" lastClr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52" name="Object 14"/>
          <p:cNvGraphicFramePr>
            <a:graphicFrameLocks noChangeAspect="1"/>
          </p:cNvGraphicFramePr>
          <p:nvPr/>
        </p:nvGraphicFramePr>
        <p:xfrm>
          <a:off x="787350" y="3744391"/>
          <a:ext cx="2776538" cy="620713"/>
        </p:xfrm>
        <a:graphic>
          <a:graphicData uri="http://schemas.openxmlformats.org/presentationml/2006/ole">
            <p:oleObj spid="_x0000_s185366" name="Equation" r:id="rId5" imgW="977900" imgH="228600" progId="Equation.DSMT4">
              <p:embed/>
            </p:oleObj>
          </a:graphicData>
        </a:graphic>
      </p:graphicFrame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3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3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3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3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197" grpId="0" autoUpdateAnimBg="0"/>
      <p:bldP spid="9323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5234" name="Object 2"/>
          <p:cNvGraphicFramePr>
            <a:graphicFrameLocks noChangeAspect="1"/>
          </p:cNvGraphicFramePr>
          <p:nvPr/>
        </p:nvGraphicFramePr>
        <p:xfrm>
          <a:off x="271463" y="981075"/>
          <a:ext cx="4611687" cy="623888"/>
        </p:xfrm>
        <a:graphic>
          <a:graphicData uri="http://schemas.openxmlformats.org/presentationml/2006/ole">
            <p:oleObj spid="_x0000_s186412" name="Equation" r:id="rId3" imgW="1866090" imgH="253890" progId="Equation.DSMT4">
              <p:embed/>
            </p:oleObj>
          </a:graphicData>
        </a:graphic>
      </p:graphicFrame>
      <p:graphicFrame>
        <p:nvGraphicFramePr>
          <p:cNvPr id="95235" name="Object 3"/>
          <p:cNvGraphicFramePr>
            <a:graphicFrameLocks noChangeAspect="1"/>
          </p:cNvGraphicFramePr>
          <p:nvPr/>
        </p:nvGraphicFramePr>
        <p:xfrm>
          <a:off x="349250" y="1899477"/>
          <a:ext cx="4478338" cy="606425"/>
        </p:xfrm>
        <a:graphic>
          <a:graphicData uri="http://schemas.openxmlformats.org/presentationml/2006/ole">
            <p:oleObj spid="_x0000_s186413" name="Equation" r:id="rId4" imgW="1879600" imgH="254000" progId="Equation.DSMT4">
              <p:embed/>
            </p:oleObj>
          </a:graphicData>
        </a:graphic>
      </p:graphicFrame>
      <p:graphicFrame>
        <p:nvGraphicFramePr>
          <p:cNvPr id="95236" name="Object 4"/>
          <p:cNvGraphicFramePr>
            <a:graphicFrameLocks noChangeAspect="1"/>
          </p:cNvGraphicFramePr>
          <p:nvPr/>
        </p:nvGraphicFramePr>
        <p:xfrm>
          <a:off x="276225" y="2800350"/>
          <a:ext cx="4557713" cy="588963"/>
        </p:xfrm>
        <a:graphic>
          <a:graphicData uri="http://schemas.openxmlformats.org/presentationml/2006/ole">
            <p:oleObj spid="_x0000_s186414" name="Equation" r:id="rId5" imgW="2005729" imgH="253890" progId="Equation.DSMT4">
              <p:embed/>
            </p:oleObj>
          </a:graphicData>
        </a:graphic>
      </p:graphicFrame>
      <p:graphicFrame>
        <p:nvGraphicFramePr>
          <p:cNvPr id="95237" name="Object 5"/>
          <p:cNvGraphicFramePr>
            <a:graphicFrameLocks noChangeAspect="1"/>
          </p:cNvGraphicFramePr>
          <p:nvPr/>
        </p:nvGraphicFramePr>
        <p:xfrm>
          <a:off x="349250" y="3702050"/>
          <a:ext cx="4492625" cy="606425"/>
        </p:xfrm>
        <a:graphic>
          <a:graphicData uri="http://schemas.openxmlformats.org/presentationml/2006/ole">
            <p:oleObj spid="_x0000_s186415" name="Equation" r:id="rId6" imgW="1879600" imgH="254000" progId="Equation.DSMT4">
              <p:embed/>
            </p:oleObj>
          </a:graphicData>
        </a:graphic>
      </p:graphicFrame>
      <p:graphicFrame>
        <p:nvGraphicFramePr>
          <p:cNvPr id="95238" name="Object 6"/>
          <p:cNvGraphicFramePr>
            <a:graphicFrameLocks noChangeAspect="1"/>
          </p:cNvGraphicFramePr>
          <p:nvPr/>
        </p:nvGraphicFramePr>
        <p:xfrm>
          <a:off x="874713" y="5230813"/>
          <a:ext cx="5060950" cy="579437"/>
        </p:xfrm>
        <a:graphic>
          <a:graphicData uri="http://schemas.openxmlformats.org/presentationml/2006/ole">
            <p:oleObj spid="_x0000_s186416" name="Microsoft Equation 3.1" r:id="rId7" imgW="2120900" imgH="241300" progId="Equation.3">
              <p:embed/>
            </p:oleObj>
          </a:graphicData>
        </a:graphic>
      </p:graphicFrame>
      <p:sp>
        <p:nvSpPr>
          <p:cNvPr id="95239" name="Text Box 7"/>
          <p:cNvSpPr txBox="1">
            <a:spLocks noChangeArrowheads="1"/>
          </p:cNvSpPr>
          <p:nvPr/>
        </p:nvSpPr>
        <p:spPr bwMode="auto">
          <a:xfrm>
            <a:off x="222548" y="4494064"/>
            <a:ext cx="5789612" cy="5191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 smtClean="0">
                <a:solidFill>
                  <a:srgbClr val="0000FF"/>
                </a:solidFill>
                <a:ea typeface="宋体" pitchFamily="2" charset="-122"/>
              </a:rPr>
              <a:t>系统经历一个循环吸收热量：</a:t>
            </a:r>
          </a:p>
        </p:txBody>
      </p:sp>
      <p:graphicFrame>
        <p:nvGraphicFramePr>
          <p:cNvPr id="95240" name="Object 8"/>
          <p:cNvGraphicFramePr>
            <a:graphicFrameLocks noChangeAspect="1"/>
          </p:cNvGraphicFramePr>
          <p:nvPr/>
        </p:nvGraphicFramePr>
        <p:xfrm>
          <a:off x="6076950" y="5184775"/>
          <a:ext cx="2647950" cy="620713"/>
        </p:xfrm>
        <a:graphic>
          <a:graphicData uri="http://schemas.openxmlformats.org/presentationml/2006/ole">
            <p:oleObj spid="_x0000_s186417" name="Equation" r:id="rId8" imgW="1028254" imgH="241195" progId="Equation.DSMT4">
              <p:embed/>
            </p:oleObj>
          </a:graphicData>
        </a:graphic>
      </p:graphicFrame>
      <p:graphicFrame>
        <p:nvGraphicFramePr>
          <p:cNvPr id="95246" name="Object 14"/>
          <p:cNvGraphicFramePr>
            <a:graphicFrameLocks noChangeAspect="1"/>
          </p:cNvGraphicFramePr>
          <p:nvPr/>
        </p:nvGraphicFramePr>
        <p:xfrm>
          <a:off x="2409825" y="5949950"/>
          <a:ext cx="2551113" cy="622300"/>
        </p:xfrm>
        <a:graphic>
          <a:graphicData uri="http://schemas.openxmlformats.org/presentationml/2006/ole">
            <p:oleObj spid="_x0000_s186418" name="Equation" r:id="rId9" imgW="1143000" imgH="279400" progId="Equation.DSMT4">
              <p:embed/>
            </p:oleObj>
          </a:graphicData>
        </a:graphic>
      </p:graphicFrame>
      <p:sp>
        <p:nvSpPr>
          <p:cNvPr id="16" name="灯片编号占位符 54"/>
          <p:cNvSpPr>
            <a:spLocks noGrp="1"/>
          </p:cNvSpPr>
          <p:nvPr>
            <p:ph type="sldNum" sz="quarter" idx="4294967295"/>
          </p:nvPr>
        </p:nvSpPr>
        <p:spPr>
          <a:xfrm>
            <a:off x="7308304" y="6572200"/>
            <a:ext cx="1905000" cy="457200"/>
          </a:xfrm>
          <a:prstGeom prst="rect">
            <a:avLst/>
          </a:prstGeo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443EE585-B32A-4C60-B717-0FCF3CE634DB}" type="slidenum">
              <a:rPr lang="en-US" altLang="zh-CN" kern="0" smtClea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16</a:t>
            </a:fld>
            <a:endParaRPr lang="en-US" altLang="zh-CN" kern="0">
              <a:solidFill>
                <a:sysClr val="windowText" lastClr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" name="Group 50"/>
          <p:cNvGrpSpPr>
            <a:grpSpLocks/>
          </p:cNvGrpSpPr>
          <p:nvPr/>
        </p:nvGrpSpPr>
        <p:grpSpPr bwMode="auto">
          <a:xfrm>
            <a:off x="5796136" y="1446262"/>
            <a:ext cx="3357562" cy="2990850"/>
            <a:chOff x="3725" y="1022"/>
            <a:chExt cx="2115" cy="1884"/>
          </a:xfrm>
        </p:grpSpPr>
        <p:grpSp>
          <p:nvGrpSpPr>
            <p:cNvPr id="3" name="Group 47"/>
            <p:cNvGrpSpPr>
              <a:grpSpLocks/>
            </p:cNvGrpSpPr>
            <p:nvPr/>
          </p:nvGrpSpPr>
          <p:grpSpPr bwMode="auto">
            <a:xfrm>
              <a:off x="4487" y="2045"/>
              <a:ext cx="1058" cy="861"/>
              <a:chOff x="4487" y="2045"/>
              <a:chExt cx="1058" cy="861"/>
            </a:xfrm>
          </p:grpSpPr>
          <p:sp>
            <p:nvSpPr>
              <p:cNvPr id="47" name="Line 4"/>
              <p:cNvSpPr>
                <a:spLocks noChangeShapeType="1"/>
              </p:cNvSpPr>
              <p:nvPr/>
            </p:nvSpPr>
            <p:spPr bwMode="auto">
              <a:xfrm>
                <a:off x="4631" y="2045"/>
                <a:ext cx="0" cy="4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1" hangingPunct="1"/>
                <a:endParaRPr kumimoji="1" lang="zh-CN" altLang="en-US" sz="2800" b="0" smtClean="0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48" name="Line 5"/>
              <p:cNvSpPr>
                <a:spLocks noChangeShapeType="1"/>
              </p:cNvSpPr>
              <p:nvPr/>
            </p:nvSpPr>
            <p:spPr bwMode="auto">
              <a:xfrm>
                <a:off x="5159" y="2045"/>
                <a:ext cx="0" cy="4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1" hangingPunct="1"/>
                <a:endParaRPr kumimoji="1" lang="zh-CN" altLang="en-US" sz="2800" b="0" smtClean="0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49" name="Text Box 6"/>
              <p:cNvSpPr txBox="1">
                <a:spLocks noChangeArrowheads="1"/>
              </p:cNvSpPr>
              <p:nvPr/>
            </p:nvSpPr>
            <p:spPr bwMode="auto">
              <a:xfrm>
                <a:off x="4487" y="2525"/>
                <a:ext cx="480" cy="38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2800" i="1" smtClean="0">
                    <a:solidFill>
                      <a:srgbClr val="000000"/>
                    </a:solidFill>
                    <a:ea typeface="宋体" pitchFamily="2" charset="-122"/>
                  </a:rPr>
                  <a:t>V</a:t>
                </a:r>
                <a:r>
                  <a:rPr lang="en-US" altLang="zh-CN" sz="2800" baseline="-25000" smtClean="0">
                    <a:solidFill>
                      <a:srgbClr val="000000"/>
                    </a:solidFill>
                    <a:ea typeface="宋体" pitchFamily="2" charset="-122"/>
                  </a:rPr>
                  <a:t>1</a:t>
                </a:r>
              </a:p>
            </p:txBody>
          </p:sp>
          <p:sp>
            <p:nvSpPr>
              <p:cNvPr id="50" name="Text Box 7"/>
              <p:cNvSpPr txBox="1">
                <a:spLocks noChangeArrowheads="1"/>
              </p:cNvSpPr>
              <p:nvPr/>
            </p:nvSpPr>
            <p:spPr bwMode="auto">
              <a:xfrm>
                <a:off x="5015" y="2525"/>
                <a:ext cx="530" cy="38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2800" smtClean="0">
                    <a:solidFill>
                      <a:srgbClr val="000000"/>
                    </a:solidFill>
                    <a:ea typeface="宋体" pitchFamily="2" charset="-122"/>
                  </a:rPr>
                  <a:t>2</a:t>
                </a:r>
                <a:r>
                  <a:rPr lang="en-US" altLang="zh-CN" sz="2800" i="1" smtClean="0">
                    <a:solidFill>
                      <a:srgbClr val="000000"/>
                    </a:solidFill>
                    <a:ea typeface="宋体" pitchFamily="2" charset="-122"/>
                  </a:rPr>
                  <a:t>V</a:t>
                </a:r>
                <a:r>
                  <a:rPr lang="en-US" altLang="zh-CN" sz="2800" baseline="-25000" smtClean="0">
                    <a:solidFill>
                      <a:srgbClr val="000000"/>
                    </a:solidFill>
                    <a:ea typeface="宋体" pitchFamily="2" charset="-122"/>
                  </a:rPr>
                  <a:t>1</a:t>
                </a:r>
              </a:p>
            </p:txBody>
          </p:sp>
        </p:grpSp>
        <p:grpSp>
          <p:nvGrpSpPr>
            <p:cNvPr id="4" name="Group 8"/>
            <p:cNvGrpSpPr>
              <a:grpSpLocks/>
            </p:cNvGrpSpPr>
            <p:nvPr/>
          </p:nvGrpSpPr>
          <p:grpSpPr bwMode="auto">
            <a:xfrm>
              <a:off x="3725" y="1373"/>
              <a:ext cx="912" cy="909"/>
              <a:chOff x="3696" y="998"/>
              <a:chExt cx="912" cy="909"/>
            </a:xfrm>
          </p:grpSpPr>
          <p:sp>
            <p:nvSpPr>
              <p:cNvPr id="43" name="Line 9"/>
              <p:cNvSpPr>
                <a:spLocks noChangeShapeType="1"/>
              </p:cNvSpPr>
              <p:nvPr/>
            </p:nvSpPr>
            <p:spPr bwMode="auto">
              <a:xfrm>
                <a:off x="4080" y="1670"/>
                <a:ext cx="52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1" hangingPunct="1"/>
                <a:endParaRPr kumimoji="1" lang="zh-CN" altLang="en-US" sz="2800" b="0" smtClean="0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44" name="Line 10"/>
              <p:cNvSpPr>
                <a:spLocks noChangeShapeType="1"/>
              </p:cNvSpPr>
              <p:nvPr/>
            </p:nvSpPr>
            <p:spPr bwMode="auto">
              <a:xfrm>
                <a:off x="4080" y="1142"/>
                <a:ext cx="52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1" hangingPunct="1"/>
                <a:endParaRPr kumimoji="1" lang="zh-CN" altLang="en-US" sz="2800" b="0" smtClean="0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45" name="Text Box 11"/>
              <p:cNvSpPr txBox="1">
                <a:spLocks noChangeArrowheads="1"/>
              </p:cNvSpPr>
              <p:nvPr/>
            </p:nvSpPr>
            <p:spPr bwMode="auto">
              <a:xfrm>
                <a:off x="3792" y="1526"/>
                <a:ext cx="336" cy="38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2800" i="1" smtClean="0">
                    <a:solidFill>
                      <a:srgbClr val="000000"/>
                    </a:solidFill>
                    <a:ea typeface="宋体" pitchFamily="2" charset="-122"/>
                  </a:rPr>
                  <a:t>P</a:t>
                </a:r>
                <a:r>
                  <a:rPr lang="en-US" altLang="zh-CN" sz="2800" baseline="-25000" smtClean="0">
                    <a:solidFill>
                      <a:srgbClr val="000000"/>
                    </a:solidFill>
                    <a:ea typeface="宋体" pitchFamily="2" charset="-122"/>
                  </a:rPr>
                  <a:t>1</a:t>
                </a:r>
              </a:p>
            </p:txBody>
          </p:sp>
          <p:sp>
            <p:nvSpPr>
              <p:cNvPr id="46" name="Text Box 12"/>
              <p:cNvSpPr txBox="1">
                <a:spLocks noChangeArrowheads="1"/>
              </p:cNvSpPr>
              <p:nvPr/>
            </p:nvSpPr>
            <p:spPr bwMode="auto">
              <a:xfrm>
                <a:off x="3696" y="998"/>
                <a:ext cx="480" cy="38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2800" smtClean="0">
                    <a:solidFill>
                      <a:srgbClr val="000000"/>
                    </a:solidFill>
                    <a:ea typeface="宋体" pitchFamily="2" charset="-122"/>
                  </a:rPr>
                  <a:t>2</a:t>
                </a:r>
                <a:r>
                  <a:rPr lang="en-US" altLang="zh-CN" sz="2800" i="1" smtClean="0">
                    <a:solidFill>
                      <a:srgbClr val="000000"/>
                    </a:solidFill>
                    <a:ea typeface="宋体" pitchFamily="2" charset="-122"/>
                  </a:rPr>
                  <a:t>P</a:t>
                </a:r>
                <a:r>
                  <a:rPr lang="en-US" altLang="zh-CN" sz="2800" baseline="-25000" smtClean="0">
                    <a:solidFill>
                      <a:srgbClr val="000000"/>
                    </a:solidFill>
                    <a:ea typeface="宋体" pitchFamily="2" charset="-122"/>
                  </a:rPr>
                  <a:t>1</a:t>
                </a:r>
              </a:p>
            </p:txBody>
          </p:sp>
        </p:grpSp>
        <p:sp>
          <p:nvSpPr>
            <p:cNvPr id="21" name="Text Box 21"/>
            <p:cNvSpPr txBox="1">
              <a:spLocks noChangeArrowheads="1"/>
            </p:cNvSpPr>
            <p:nvPr/>
          </p:nvSpPr>
          <p:spPr bwMode="auto">
            <a:xfrm>
              <a:off x="4434" y="1956"/>
              <a:ext cx="192" cy="3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800" smtClean="0">
                  <a:solidFill>
                    <a:srgbClr val="000000"/>
                  </a:solidFill>
                  <a:ea typeface="宋体" pitchFamily="2" charset="-122"/>
                </a:rPr>
                <a:t>1</a:t>
              </a:r>
            </a:p>
          </p:txBody>
        </p:sp>
        <p:grpSp>
          <p:nvGrpSpPr>
            <p:cNvPr id="5" name="Group 22"/>
            <p:cNvGrpSpPr>
              <a:grpSpLocks/>
            </p:cNvGrpSpPr>
            <p:nvPr/>
          </p:nvGrpSpPr>
          <p:grpSpPr bwMode="auto">
            <a:xfrm>
              <a:off x="4631" y="1517"/>
              <a:ext cx="0" cy="528"/>
              <a:chOff x="4848" y="624"/>
              <a:chExt cx="0" cy="528"/>
            </a:xfrm>
          </p:grpSpPr>
          <p:sp>
            <p:nvSpPr>
              <p:cNvPr id="41" name="Line 23"/>
              <p:cNvSpPr>
                <a:spLocks noChangeShapeType="1"/>
              </p:cNvSpPr>
              <p:nvPr/>
            </p:nvSpPr>
            <p:spPr bwMode="auto">
              <a:xfrm flipV="1">
                <a:off x="4848" y="624"/>
                <a:ext cx="0" cy="528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/>
                <a:endParaRPr kumimoji="1" lang="zh-CN" altLang="en-US" sz="2800" b="0" smtClean="0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42" name="Line 24"/>
              <p:cNvSpPr>
                <a:spLocks noChangeShapeType="1"/>
              </p:cNvSpPr>
              <p:nvPr/>
            </p:nvSpPr>
            <p:spPr bwMode="auto">
              <a:xfrm flipV="1">
                <a:off x="4848" y="768"/>
                <a:ext cx="0" cy="192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arrow" w="med" len="med"/>
              </a:ln>
              <a:effectLst/>
            </p:spPr>
            <p:txBody>
              <a:bodyPr/>
              <a:lstStyle/>
              <a:p>
                <a:pPr eaLnBrk="1" hangingPunct="1"/>
                <a:endParaRPr kumimoji="1" lang="zh-CN" altLang="en-US" sz="2800" b="0" smtClean="0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</p:grpSp>
        <p:sp>
          <p:nvSpPr>
            <p:cNvPr id="23" name="Text Box 26"/>
            <p:cNvSpPr txBox="1">
              <a:spLocks noChangeArrowheads="1"/>
            </p:cNvSpPr>
            <p:nvPr/>
          </p:nvSpPr>
          <p:spPr bwMode="auto">
            <a:xfrm>
              <a:off x="4439" y="1146"/>
              <a:ext cx="336" cy="3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800" smtClean="0">
                  <a:solidFill>
                    <a:srgbClr val="000000"/>
                  </a:solidFill>
                  <a:ea typeface="宋体" pitchFamily="2" charset="-122"/>
                </a:rPr>
                <a:t>2</a:t>
              </a:r>
            </a:p>
          </p:txBody>
        </p:sp>
        <p:grpSp>
          <p:nvGrpSpPr>
            <p:cNvPr id="6" name="Group 27"/>
            <p:cNvGrpSpPr>
              <a:grpSpLocks/>
            </p:cNvGrpSpPr>
            <p:nvPr/>
          </p:nvGrpSpPr>
          <p:grpSpPr bwMode="auto">
            <a:xfrm>
              <a:off x="4631" y="1517"/>
              <a:ext cx="528" cy="0"/>
              <a:chOff x="4848" y="624"/>
              <a:chExt cx="528" cy="0"/>
            </a:xfrm>
          </p:grpSpPr>
          <p:sp>
            <p:nvSpPr>
              <p:cNvPr id="39" name="Line 28"/>
              <p:cNvSpPr>
                <a:spLocks noChangeShapeType="1"/>
              </p:cNvSpPr>
              <p:nvPr/>
            </p:nvSpPr>
            <p:spPr bwMode="auto">
              <a:xfrm rot="16200000" flipV="1">
                <a:off x="5112" y="360"/>
                <a:ext cx="0" cy="528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/>
                <a:endParaRPr kumimoji="1" lang="zh-CN" altLang="en-US" sz="2800" b="0" smtClean="0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40" name="Line 29"/>
              <p:cNvSpPr>
                <a:spLocks noChangeShapeType="1"/>
              </p:cNvSpPr>
              <p:nvPr/>
            </p:nvSpPr>
            <p:spPr bwMode="auto">
              <a:xfrm rot="5400000" flipV="1">
                <a:off x="5088" y="528"/>
                <a:ext cx="0" cy="192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arrow" w="med" len="med"/>
              </a:ln>
              <a:effectLst/>
            </p:spPr>
            <p:txBody>
              <a:bodyPr/>
              <a:lstStyle/>
              <a:p>
                <a:pPr eaLnBrk="1" hangingPunct="1"/>
                <a:endParaRPr kumimoji="1" lang="zh-CN" altLang="en-US" sz="2800" b="0" smtClean="0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</p:grpSp>
        <p:sp>
          <p:nvSpPr>
            <p:cNvPr id="25" name="Text Box 31"/>
            <p:cNvSpPr txBox="1">
              <a:spLocks noChangeArrowheads="1"/>
            </p:cNvSpPr>
            <p:nvPr/>
          </p:nvSpPr>
          <p:spPr bwMode="auto">
            <a:xfrm>
              <a:off x="5159" y="1146"/>
              <a:ext cx="288" cy="3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800" smtClean="0">
                  <a:solidFill>
                    <a:srgbClr val="000000"/>
                  </a:solidFill>
                  <a:ea typeface="宋体" pitchFamily="2" charset="-122"/>
                </a:rPr>
                <a:t>3</a:t>
              </a:r>
            </a:p>
          </p:txBody>
        </p:sp>
        <p:grpSp>
          <p:nvGrpSpPr>
            <p:cNvPr id="7" name="Group 32"/>
            <p:cNvGrpSpPr>
              <a:grpSpLocks/>
            </p:cNvGrpSpPr>
            <p:nvPr/>
          </p:nvGrpSpPr>
          <p:grpSpPr bwMode="auto">
            <a:xfrm>
              <a:off x="5159" y="1525"/>
              <a:ext cx="0" cy="528"/>
              <a:chOff x="5376" y="624"/>
              <a:chExt cx="0" cy="528"/>
            </a:xfrm>
          </p:grpSpPr>
          <p:sp>
            <p:nvSpPr>
              <p:cNvPr id="37" name="Line 33"/>
              <p:cNvSpPr>
                <a:spLocks noChangeShapeType="1"/>
              </p:cNvSpPr>
              <p:nvPr/>
            </p:nvSpPr>
            <p:spPr bwMode="auto">
              <a:xfrm flipV="1">
                <a:off x="5376" y="624"/>
                <a:ext cx="0" cy="528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/>
                <a:endParaRPr kumimoji="1" lang="zh-CN" altLang="en-US" sz="2800" b="0" smtClean="0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38" name="Line 34"/>
              <p:cNvSpPr>
                <a:spLocks noChangeShapeType="1"/>
              </p:cNvSpPr>
              <p:nvPr/>
            </p:nvSpPr>
            <p:spPr bwMode="auto">
              <a:xfrm>
                <a:off x="5376" y="768"/>
                <a:ext cx="0" cy="192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arrow" w="med" len="med"/>
              </a:ln>
              <a:effectLst/>
            </p:spPr>
            <p:txBody>
              <a:bodyPr/>
              <a:lstStyle/>
              <a:p>
                <a:pPr eaLnBrk="1" hangingPunct="1"/>
                <a:endParaRPr kumimoji="1" lang="zh-CN" altLang="en-US" sz="2800" b="0" smtClean="0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</p:grpSp>
        <p:sp>
          <p:nvSpPr>
            <p:cNvPr id="27" name="Text Box 36"/>
            <p:cNvSpPr txBox="1">
              <a:spLocks noChangeArrowheads="1"/>
            </p:cNvSpPr>
            <p:nvPr/>
          </p:nvSpPr>
          <p:spPr bwMode="auto">
            <a:xfrm>
              <a:off x="5181" y="1908"/>
              <a:ext cx="240" cy="3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800" smtClean="0">
                  <a:solidFill>
                    <a:srgbClr val="000000"/>
                  </a:solidFill>
                  <a:ea typeface="宋体" pitchFamily="2" charset="-122"/>
                </a:rPr>
                <a:t>4</a:t>
              </a:r>
            </a:p>
          </p:txBody>
        </p:sp>
        <p:grpSp>
          <p:nvGrpSpPr>
            <p:cNvPr id="8" name="Group 37"/>
            <p:cNvGrpSpPr>
              <a:grpSpLocks/>
            </p:cNvGrpSpPr>
            <p:nvPr/>
          </p:nvGrpSpPr>
          <p:grpSpPr bwMode="auto">
            <a:xfrm>
              <a:off x="4631" y="2045"/>
              <a:ext cx="528" cy="0"/>
              <a:chOff x="4848" y="1152"/>
              <a:chExt cx="528" cy="0"/>
            </a:xfrm>
          </p:grpSpPr>
          <p:sp>
            <p:nvSpPr>
              <p:cNvPr id="35" name="Line 38"/>
              <p:cNvSpPr>
                <a:spLocks noChangeShapeType="1"/>
              </p:cNvSpPr>
              <p:nvPr/>
            </p:nvSpPr>
            <p:spPr bwMode="auto">
              <a:xfrm rot="16200000" flipV="1">
                <a:off x="5112" y="888"/>
                <a:ext cx="0" cy="528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/>
                <a:endParaRPr kumimoji="1" lang="zh-CN" altLang="en-US" sz="2800" b="0" smtClean="0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36" name="Line 39"/>
              <p:cNvSpPr>
                <a:spLocks noChangeShapeType="1"/>
              </p:cNvSpPr>
              <p:nvPr/>
            </p:nvSpPr>
            <p:spPr bwMode="auto">
              <a:xfrm rot="16200000" flipV="1">
                <a:off x="5088" y="1056"/>
                <a:ext cx="0" cy="192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arrow" w="med" len="med"/>
              </a:ln>
              <a:effectLst/>
            </p:spPr>
            <p:txBody>
              <a:bodyPr/>
              <a:lstStyle/>
              <a:p>
                <a:pPr eaLnBrk="1" hangingPunct="1"/>
                <a:endParaRPr kumimoji="1" lang="zh-CN" altLang="en-US" sz="2800" b="0" smtClean="0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</p:grpSp>
        <p:grpSp>
          <p:nvGrpSpPr>
            <p:cNvPr id="9" name="Group 49"/>
            <p:cNvGrpSpPr>
              <a:grpSpLocks/>
            </p:cNvGrpSpPr>
            <p:nvPr/>
          </p:nvGrpSpPr>
          <p:grpSpPr bwMode="auto">
            <a:xfrm>
              <a:off x="3852" y="1022"/>
              <a:ext cx="1988" cy="1705"/>
              <a:chOff x="3852" y="1022"/>
              <a:chExt cx="1988" cy="1705"/>
            </a:xfrm>
          </p:grpSpPr>
          <p:sp>
            <p:nvSpPr>
              <p:cNvPr id="30" name="Line 41"/>
              <p:cNvSpPr>
                <a:spLocks noChangeShapeType="1"/>
              </p:cNvSpPr>
              <p:nvPr/>
            </p:nvSpPr>
            <p:spPr bwMode="auto">
              <a:xfrm>
                <a:off x="4103" y="2525"/>
                <a:ext cx="148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</p:spPr>
            <p:txBody>
              <a:bodyPr/>
              <a:lstStyle/>
              <a:p>
                <a:pPr eaLnBrk="1" hangingPunct="1"/>
                <a:endParaRPr kumimoji="1" lang="zh-CN" altLang="en-US" sz="2800" b="0" smtClean="0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31" name="Line 42"/>
              <p:cNvSpPr>
                <a:spLocks noChangeShapeType="1"/>
              </p:cNvSpPr>
              <p:nvPr/>
            </p:nvSpPr>
            <p:spPr bwMode="auto">
              <a:xfrm flipV="1">
                <a:off x="4103" y="1181"/>
                <a:ext cx="0" cy="134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</p:spPr>
            <p:txBody>
              <a:bodyPr/>
              <a:lstStyle/>
              <a:p>
                <a:pPr eaLnBrk="1" hangingPunct="1"/>
                <a:endParaRPr kumimoji="1" lang="zh-CN" altLang="en-US" sz="2800" b="0" smtClean="0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32" name="Text Box 43"/>
              <p:cNvSpPr txBox="1">
                <a:spLocks noChangeArrowheads="1"/>
              </p:cNvSpPr>
              <p:nvPr/>
            </p:nvSpPr>
            <p:spPr bwMode="auto">
              <a:xfrm>
                <a:off x="3872" y="2316"/>
                <a:ext cx="228" cy="38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lnSpc>
                    <a:spcPct val="120000"/>
                  </a:lnSpc>
                </a:pPr>
                <a:r>
                  <a:rPr kumimoji="1" lang="en-US" altLang="zh-CN" sz="2800" i="1" smtClean="0">
                    <a:solidFill>
                      <a:srgbClr val="000000"/>
                    </a:solidFill>
                    <a:ea typeface="宋体" pitchFamily="2" charset="-122"/>
                  </a:rPr>
                  <a:t>o</a:t>
                </a:r>
              </a:p>
            </p:txBody>
          </p:sp>
          <p:sp>
            <p:nvSpPr>
              <p:cNvPr id="33" name="Text Box 44"/>
              <p:cNvSpPr txBox="1">
                <a:spLocks noChangeArrowheads="1"/>
              </p:cNvSpPr>
              <p:nvPr/>
            </p:nvSpPr>
            <p:spPr bwMode="auto">
              <a:xfrm>
                <a:off x="5575" y="2346"/>
                <a:ext cx="265" cy="38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lnSpc>
                    <a:spcPct val="120000"/>
                  </a:lnSpc>
                </a:pPr>
                <a:r>
                  <a:rPr kumimoji="1" lang="en-US" altLang="zh-CN" sz="2800" i="1" smtClean="0">
                    <a:solidFill>
                      <a:srgbClr val="000000"/>
                    </a:solidFill>
                    <a:ea typeface="宋体" pitchFamily="2" charset="-122"/>
                  </a:rPr>
                  <a:t>V</a:t>
                </a:r>
              </a:p>
            </p:txBody>
          </p:sp>
          <p:sp>
            <p:nvSpPr>
              <p:cNvPr id="34" name="Text Box 45"/>
              <p:cNvSpPr txBox="1">
                <a:spLocks noChangeArrowheads="1"/>
              </p:cNvSpPr>
              <p:nvPr/>
            </p:nvSpPr>
            <p:spPr bwMode="auto">
              <a:xfrm>
                <a:off x="3852" y="1022"/>
                <a:ext cx="253" cy="38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lnSpc>
                    <a:spcPct val="120000"/>
                  </a:lnSpc>
                </a:pPr>
                <a:r>
                  <a:rPr kumimoji="1" lang="en-US" altLang="zh-CN" sz="2800" i="1" smtClean="0">
                    <a:solidFill>
                      <a:srgbClr val="000000"/>
                    </a:solidFill>
                    <a:ea typeface="宋体" pitchFamily="2" charset="-122"/>
                  </a:rPr>
                  <a:t>P</a:t>
                </a:r>
              </a:p>
            </p:txBody>
          </p:sp>
        </p:grpSp>
      </p:grpSp>
      <p:sp>
        <p:nvSpPr>
          <p:cNvPr id="51" name="矩形 50"/>
          <p:cNvSpPr/>
          <p:nvPr/>
        </p:nvSpPr>
        <p:spPr>
          <a:xfrm>
            <a:off x="251520" y="260648"/>
            <a:ext cx="504056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2800" dirty="0" smtClean="0">
                <a:solidFill>
                  <a:srgbClr val="0000FF"/>
                </a:solidFill>
                <a:ea typeface="宋体" pitchFamily="2" charset="-122"/>
              </a:rPr>
              <a:t>各过程热量的计算：</a:t>
            </a:r>
            <a:endParaRPr kumimoji="1" lang="zh-CN" altLang="en-US" sz="2800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  <a:ea typeface="宋体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5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5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5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5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5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5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239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54"/>
          <p:cNvSpPr txBox="1">
            <a:spLocks/>
          </p:cNvSpPr>
          <p:nvPr/>
        </p:nvSpPr>
        <p:spPr bwMode="auto">
          <a:xfrm>
            <a:off x="7308304" y="65722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443EE585-B32A-4C60-B717-0FCF3CE634DB}" type="slidenum">
              <a:rPr lang="en-US" altLang="zh-CN" sz="1400" b="0" kern="0" smtClean="0">
                <a:solidFill>
                  <a:sysClr val="windowText" lastClr="000000"/>
                </a:solidFill>
                <a:ea typeface="宋体" pitchFamily="2" charset="-122"/>
                <a:cs typeface="Times New Roman" pitchFamily="18" charset="0"/>
              </a:rPr>
              <a:pPr algn="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17</a:t>
            </a:fld>
            <a:endParaRPr lang="en-US" altLang="zh-CN" sz="1400" b="0" kern="0" dirty="0">
              <a:solidFill>
                <a:sysClr val="windowText" lastClr="000000"/>
              </a:solidFill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4" name="Text Box 9"/>
          <p:cNvSpPr txBox="1">
            <a:spLocks noChangeArrowheads="1"/>
          </p:cNvSpPr>
          <p:nvPr/>
        </p:nvSpPr>
        <p:spPr bwMode="auto">
          <a:xfrm>
            <a:off x="251520" y="260648"/>
            <a:ext cx="6375400" cy="5191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 smtClean="0">
                <a:solidFill>
                  <a:srgbClr val="0000FF"/>
                </a:solidFill>
                <a:ea typeface="宋体" pitchFamily="2" charset="-122"/>
              </a:rPr>
              <a:t>系统在循环中放出的热量：</a:t>
            </a:r>
          </a:p>
        </p:txBody>
      </p:sp>
      <p:graphicFrame>
        <p:nvGraphicFramePr>
          <p:cNvPr id="5" name="Object 10"/>
          <p:cNvGraphicFramePr>
            <a:graphicFrameLocks noChangeAspect="1"/>
          </p:cNvGraphicFramePr>
          <p:nvPr/>
        </p:nvGraphicFramePr>
        <p:xfrm>
          <a:off x="378098" y="892963"/>
          <a:ext cx="2825750" cy="592138"/>
        </p:xfrm>
        <a:graphic>
          <a:graphicData uri="http://schemas.openxmlformats.org/presentationml/2006/ole">
            <p:oleObj spid="_x0000_s187430" name="Equation" r:id="rId3" imgW="1155700" imgH="241300" progId="Equation.DSMT4">
              <p:embed/>
            </p:oleObj>
          </a:graphicData>
        </a:graphic>
      </p:graphicFrame>
      <p:sp>
        <p:nvSpPr>
          <p:cNvPr id="6" name="Text Box 11"/>
          <p:cNvSpPr txBox="1">
            <a:spLocks noChangeArrowheads="1"/>
          </p:cNvSpPr>
          <p:nvPr/>
        </p:nvSpPr>
        <p:spPr bwMode="auto">
          <a:xfrm>
            <a:off x="296863" y="3398186"/>
            <a:ext cx="5654675" cy="5191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 smtClean="0">
                <a:solidFill>
                  <a:srgbClr val="0000FF"/>
                </a:solidFill>
                <a:ea typeface="宋体" pitchFamily="2" charset="-122"/>
              </a:rPr>
              <a:t>式中</a:t>
            </a:r>
            <a:r>
              <a:rPr lang="en-US" altLang="zh-CN" sz="2800" dirty="0" smtClean="0">
                <a:solidFill>
                  <a:srgbClr val="0000FF"/>
                </a:solidFill>
                <a:ea typeface="宋体" pitchFamily="2" charset="-122"/>
              </a:rPr>
              <a:t>Q</a:t>
            </a:r>
            <a:r>
              <a:rPr lang="en-US" altLang="zh-CN" sz="2800" baseline="-25000" dirty="0" smtClean="0">
                <a:solidFill>
                  <a:srgbClr val="0000FF"/>
                </a:solidFill>
                <a:ea typeface="宋体" pitchFamily="2" charset="-122"/>
              </a:rPr>
              <a:t>2</a:t>
            </a:r>
            <a:r>
              <a:rPr lang="zh-CN" altLang="en-US" sz="2800" dirty="0" smtClean="0">
                <a:solidFill>
                  <a:srgbClr val="0000FF"/>
                </a:solidFill>
                <a:ea typeface="宋体" pitchFamily="2" charset="-122"/>
              </a:rPr>
              <a:t>是绝对值</a:t>
            </a:r>
            <a:r>
              <a:rPr lang="en-US" altLang="zh-CN" sz="2800" dirty="0" smtClean="0">
                <a:solidFill>
                  <a:srgbClr val="0000FF"/>
                </a:solidFill>
                <a:ea typeface="宋体" pitchFamily="2" charset="-122"/>
              </a:rPr>
              <a:t>, </a:t>
            </a:r>
            <a:r>
              <a:rPr lang="zh-CN" altLang="en-US" sz="2800" dirty="0" smtClean="0">
                <a:solidFill>
                  <a:srgbClr val="0000FF"/>
                </a:solidFill>
                <a:ea typeface="宋体" pitchFamily="2" charset="-122"/>
              </a:rPr>
              <a:t>此循环效率</a:t>
            </a:r>
          </a:p>
        </p:txBody>
      </p:sp>
      <p:graphicFrame>
        <p:nvGraphicFramePr>
          <p:cNvPr id="7" name="Object 12"/>
          <p:cNvGraphicFramePr>
            <a:graphicFrameLocks noChangeAspect="1"/>
          </p:cNvGraphicFramePr>
          <p:nvPr/>
        </p:nvGraphicFramePr>
        <p:xfrm>
          <a:off x="539552" y="4109485"/>
          <a:ext cx="2454732" cy="959942"/>
        </p:xfrm>
        <a:graphic>
          <a:graphicData uri="http://schemas.openxmlformats.org/presentationml/2006/ole">
            <p:oleObj spid="_x0000_s187431" name="Equation" r:id="rId4" imgW="1104900" imgH="431800" progId="Equation.DSMT4">
              <p:embed/>
            </p:oleObj>
          </a:graphicData>
        </a:graphic>
      </p:graphicFrame>
      <p:grpSp>
        <p:nvGrpSpPr>
          <p:cNvPr id="2" name="Group 50"/>
          <p:cNvGrpSpPr>
            <a:grpSpLocks/>
          </p:cNvGrpSpPr>
          <p:nvPr/>
        </p:nvGrpSpPr>
        <p:grpSpPr bwMode="auto">
          <a:xfrm>
            <a:off x="5796136" y="1446262"/>
            <a:ext cx="3357562" cy="2990850"/>
            <a:chOff x="3725" y="1022"/>
            <a:chExt cx="2115" cy="1884"/>
          </a:xfrm>
        </p:grpSpPr>
        <p:grpSp>
          <p:nvGrpSpPr>
            <p:cNvPr id="8" name="Group 47"/>
            <p:cNvGrpSpPr>
              <a:grpSpLocks/>
            </p:cNvGrpSpPr>
            <p:nvPr/>
          </p:nvGrpSpPr>
          <p:grpSpPr bwMode="auto">
            <a:xfrm>
              <a:off x="4487" y="2045"/>
              <a:ext cx="1058" cy="861"/>
              <a:chOff x="4487" y="2045"/>
              <a:chExt cx="1058" cy="861"/>
            </a:xfrm>
          </p:grpSpPr>
          <p:sp>
            <p:nvSpPr>
              <p:cNvPr id="37" name="Line 4"/>
              <p:cNvSpPr>
                <a:spLocks noChangeShapeType="1"/>
              </p:cNvSpPr>
              <p:nvPr/>
            </p:nvSpPr>
            <p:spPr bwMode="auto">
              <a:xfrm>
                <a:off x="4631" y="2045"/>
                <a:ext cx="0" cy="4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1" hangingPunct="1"/>
                <a:endParaRPr kumimoji="1" lang="zh-CN" altLang="en-US" sz="2800" b="0" smtClean="0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38" name="Line 5"/>
              <p:cNvSpPr>
                <a:spLocks noChangeShapeType="1"/>
              </p:cNvSpPr>
              <p:nvPr/>
            </p:nvSpPr>
            <p:spPr bwMode="auto">
              <a:xfrm>
                <a:off x="5159" y="2045"/>
                <a:ext cx="0" cy="4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1" hangingPunct="1"/>
                <a:endParaRPr kumimoji="1" lang="zh-CN" altLang="en-US" sz="2800" b="0" smtClean="0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39" name="Text Box 6"/>
              <p:cNvSpPr txBox="1">
                <a:spLocks noChangeArrowheads="1"/>
              </p:cNvSpPr>
              <p:nvPr/>
            </p:nvSpPr>
            <p:spPr bwMode="auto">
              <a:xfrm>
                <a:off x="4487" y="2525"/>
                <a:ext cx="480" cy="38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2800" i="1" smtClean="0">
                    <a:solidFill>
                      <a:srgbClr val="000000"/>
                    </a:solidFill>
                    <a:ea typeface="宋体" pitchFamily="2" charset="-122"/>
                  </a:rPr>
                  <a:t>V</a:t>
                </a:r>
                <a:r>
                  <a:rPr lang="en-US" altLang="zh-CN" sz="2800" baseline="-25000" smtClean="0">
                    <a:solidFill>
                      <a:srgbClr val="000000"/>
                    </a:solidFill>
                    <a:ea typeface="宋体" pitchFamily="2" charset="-122"/>
                  </a:rPr>
                  <a:t>1</a:t>
                </a:r>
              </a:p>
            </p:txBody>
          </p:sp>
          <p:sp>
            <p:nvSpPr>
              <p:cNvPr id="40" name="Text Box 7"/>
              <p:cNvSpPr txBox="1">
                <a:spLocks noChangeArrowheads="1"/>
              </p:cNvSpPr>
              <p:nvPr/>
            </p:nvSpPr>
            <p:spPr bwMode="auto">
              <a:xfrm>
                <a:off x="5015" y="2525"/>
                <a:ext cx="530" cy="38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2800" smtClean="0">
                    <a:solidFill>
                      <a:srgbClr val="000000"/>
                    </a:solidFill>
                    <a:ea typeface="宋体" pitchFamily="2" charset="-122"/>
                  </a:rPr>
                  <a:t>2</a:t>
                </a:r>
                <a:r>
                  <a:rPr lang="en-US" altLang="zh-CN" sz="2800" i="1" smtClean="0">
                    <a:solidFill>
                      <a:srgbClr val="000000"/>
                    </a:solidFill>
                    <a:ea typeface="宋体" pitchFamily="2" charset="-122"/>
                  </a:rPr>
                  <a:t>V</a:t>
                </a:r>
                <a:r>
                  <a:rPr lang="en-US" altLang="zh-CN" sz="2800" baseline="-25000" smtClean="0">
                    <a:solidFill>
                      <a:srgbClr val="000000"/>
                    </a:solidFill>
                    <a:ea typeface="宋体" pitchFamily="2" charset="-122"/>
                  </a:rPr>
                  <a:t>1</a:t>
                </a:r>
              </a:p>
            </p:txBody>
          </p:sp>
        </p:grpSp>
        <p:grpSp>
          <p:nvGrpSpPr>
            <p:cNvPr id="9" name="Group 8"/>
            <p:cNvGrpSpPr>
              <a:grpSpLocks/>
            </p:cNvGrpSpPr>
            <p:nvPr/>
          </p:nvGrpSpPr>
          <p:grpSpPr bwMode="auto">
            <a:xfrm>
              <a:off x="3725" y="1373"/>
              <a:ext cx="912" cy="909"/>
              <a:chOff x="3696" y="998"/>
              <a:chExt cx="912" cy="909"/>
            </a:xfrm>
          </p:grpSpPr>
          <p:sp>
            <p:nvSpPr>
              <p:cNvPr id="33" name="Line 9"/>
              <p:cNvSpPr>
                <a:spLocks noChangeShapeType="1"/>
              </p:cNvSpPr>
              <p:nvPr/>
            </p:nvSpPr>
            <p:spPr bwMode="auto">
              <a:xfrm>
                <a:off x="4080" y="1670"/>
                <a:ext cx="52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1" hangingPunct="1"/>
                <a:endParaRPr kumimoji="1" lang="zh-CN" altLang="en-US" sz="2800" b="0" smtClean="0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34" name="Line 10"/>
              <p:cNvSpPr>
                <a:spLocks noChangeShapeType="1"/>
              </p:cNvSpPr>
              <p:nvPr/>
            </p:nvSpPr>
            <p:spPr bwMode="auto">
              <a:xfrm>
                <a:off x="4080" y="1142"/>
                <a:ext cx="52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1" hangingPunct="1"/>
                <a:endParaRPr kumimoji="1" lang="zh-CN" altLang="en-US" sz="2800" b="0" smtClean="0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35" name="Text Box 11"/>
              <p:cNvSpPr txBox="1">
                <a:spLocks noChangeArrowheads="1"/>
              </p:cNvSpPr>
              <p:nvPr/>
            </p:nvSpPr>
            <p:spPr bwMode="auto">
              <a:xfrm>
                <a:off x="3792" y="1526"/>
                <a:ext cx="336" cy="38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2800" i="1" smtClean="0">
                    <a:solidFill>
                      <a:srgbClr val="000000"/>
                    </a:solidFill>
                    <a:ea typeface="宋体" pitchFamily="2" charset="-122"/>
                  </a:rPr>
                  <a:t>P</a:t>
                </a:r>
                <a:r>
                  <a:rPr lang="en-US" altLang="zh-CN" sz="2800" baseline="-25000" smtClean="0">
                    <a:solidFill>
                      <a:srgbClr val="000000"/>
                    </a:solidFill>
                    <a:ea typeface="宋体" pitchFamily="2" charset="-122"/>
                  </a:rPr>
                  <a:t>1</a:t>
                </a:r>
              </a:p>
            </p:txBody>
          </p:sp>
          <p:sp>
            <p:nvSpPr>
              <p:cNvPr id="36" name="Text Box 12"/>
              <p:cNvSpPr txBox="1">
                <a:spLocks noChangeArrowheads="1"/>
              </p:cNvSpPr>
              <p:nvPr/>
            </p:nvSpPr>
            <p:spPr bwMode="auto">
              <a:xfrm>
                <a:off x="3696" y="998"/>
                <a:ext cx="480" cy="38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2800" smtClean="0">
                    <a:solidFill>
                      <a:srgbClr val="000000"/>
                    </a:solidFill>
                    <a:ea typeface="宋体" pitchFamily="2" charset="-122"/>
                  </a:rPr>
                  <a:t>2</a:t>
                </a:r>
                <a:r>
                  <a:rPr lang="en-US" altLang="zh-CN" sz="2800" i="1" smtClean="0">
                    <a:solidFill>
                      <a:srgbClr val="000000"/>
                    </a:solidFill>
                    <a:ea typeface="宋体" pitchFamily="2" charset="-122"/>
                  </a:rPr>
                  <a:t>P</a:t>
                </a:r>
                <a:r>
                  <a:rPr lang="en-US" altLang="zh-CN" sz="2800" baseline="-25000" smtClean="0">
                    <a:solidFill>
                      <a:srgbClr val="000000"/>
                    </a:solidFill>
                    <a:ea typeface="宋体" pitchFamily="2" charset="-122"/>
                  </a:rPr>
                  <a:t>1</a:t>
                </a:r>
              </a:p>
            </p:txBody>
          </p:sp>
        </p:grpSp>
        <p:sp>
          <p:nvSpPr>
            <p:cNvPr id="11" name="Text Box 21"/>
            <p:cNvSpPr txBox="1">
              <a:spLocks noChangeArrowheads="1"/>
            </p:cNvSpPr>
            <p:nvPr/>
          </p:nvSpPr>
          <p:spPr bwMode="auto">
            <a:xfrm>
              <a:off x="4434" y="1956"/>
              <a:ext cx="192" cy="3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800" smtClean="0">
                  <a:solidFill>
                    <a:srgbClr val="000000"/>
                  </a:solidFill>
                  <a:ea typeface="宋体" pitchFamily="2" charset="-122"/>
                </a:rPr>
                <a:t>1</a:t>
              </a:r>
            </a:p>
          </p:txBody>
        </p:sp>
        <p:grpSp>
          <p:nvGrpSpPr>
            <p:cNvPr id="10" name="Group 22"/>
            <p:cNvGrpSpPr>
              <a:grpSpLocks/>
            </p:cNvGrpSpPr>
            <p:nvPr/>
          </p:nvGrpSpPr>
          <p:grpSpPr bwMode="auto">
            <a:xfrm>
              <a:off x="4631" y="1517"/>
              <a:ext cx="0" cy="528"/>
              <a:chOff x="4848" y="624"/>
              <a:chExt cx="0" cy="528"/>
            </a:xfrm>
          </p:grpSpPr>
          <p:sp>
            <p:nvSpPr>
              <p:cNvPr id="31" name="Line 23"/>
              <p:cNvSpPr>
                <a:spLocks noChangeShapeType="1"/>
              </p:cNvSpPr>
              <p:nvPr/>
            </p:nvSpPr>
            <p:spPr bwMode="auto">
              <a:xfrm flipV="1">
                <a:off x="4848" y="624"/>
                <a:ext cx="0" cy="528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/>
                <a:endParaRPr kumimoji="1" lang="zh-CN" altLang="en-US" sz="2800" b="0" smtClean="0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32" name="Line 24"/>
              <p:cNvSpPr>
                <a:spLocks noChangeShapeType="1"/>
              </p:cNvSpPr>
              <p:nvPr/>
            </p:nvSpPr>
            <p:spPr bwMode="auto">
              <a:xfrm flipV="1">
                <a:off x="4848" y="768"/>
                <a:ext cx="0" cy="192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arrow" w="med" len="med"/>
              </a:ln>
              <a:effectLst/>
            </p:spPr>
            <p:txBody>
              <a:bodyPr/>
              <a:lstStyle/>
              <a:p>
                <a:pPr eaLnBrk="1" hangingPunct="1"/>
                <a:endParaRPr kumimoji="1" lang="zh-CN" altLang="en-US" sz="2800" b="0" smtClean="0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</p:grpSp>
        <p:sp>
          <p:nvSpPr>
            <p:cNvPr id="13" name="Text Box 26"/>
            <p:cNvSpPr txBox="1">
              <a:spLocks noChangeArrowheads="1"/>
            </p:cNvSpPr>
            <p:nvPr/>
          </p:nvSpPr>
          <p:spPr bwMode="auto">
            <a:xfrm>
              <a:off x="4439" y="1146"/>
              <a:ext cx="336" cy="3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800" smtClean="0">
                  <a:solidFill>
                    <a:srgbClr val="000000"/>
                  </a:solidFill>
                  <a:ea typeface="宋体" pitchFamily="2" charset="-122"/>
                </a:rPr>
                <a:t>2</a:t>
              </a:r>
            </a:p>
          </p:txBody>
        </p:sp>
        <p:grpSp>
          <p:nvGrpSpPr>
            <p:cNvPr id="12" name="Group 27"/>
            <p:cNvGrpSpPr>
              <a:grpSpLocks/>
            </p:cNvGrpSpPr>
            <p:nvPr/>
          </p:nvGrpSpPr>
          <p:grpSpPr bwMode="auto">
            <a:xfrm>
              <a:off x="4631" y="1517"/>
              <a:ext cx="528" cy="0"/>
              <a:chOff x="4848" y="624"/>
              <a:chExt cx="528" cy="0"/>
            </a:xfrm>
          </p:grpSpPr>
          <p:sp>
            <p:nvSpPr>
              <p:cNvPr id="29" name="Line 28"/>
              <p:cNvSpPr>
                <a:spLocks noChangeShapeType="1"/>
              </p:cNvSpPr>
              <p:nvPr/>
            </p:nvSpPr>
            <p:spPr bwMode="auto">
              <a:xfrm rot="16200000" flipV="1">
                <a:off x="5112" y="360"/>
                <a:ext cx="0" cy="528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/>
                <a:endParaRPr kumimoji="1" lang="zh-CN" altLang="en-US" sz="2800" b="0" smtClean="0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30" name="Line 29"/>
              <p:cNvSpPr>
                <a:spLocks noChangeShapeType="1"/>
              </p:cNvSpPr>
              <p:nvPr/>
            </p:nvSpPr>
            <p:spPr bwMode="auto">
              <a:xfrm rot="5400000" flipV="1">
                <a:off x="5088" y="528"/>
                <a:ext cx="0" cy="192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arrow" w="med" len="med"/>
              </a:ln>
              <a:effectLst/>
            </p:spPr>
            <p:txBody>
              <a:bodyPr/>
              <a:lstStyle/>
              <a:p>
                <a:pPr eaLnBrk="1" hangingPunct="1"/>
                <a:endParaRPr kumimoji="1" lang="zh-CN" altLang="en-US" sz="2800" b="0" smtClean="0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</p:grpSp>
        <p:sp>
          <p:nvSpPr>
            <p:cNvPr id="15" name="Text Box 31"/>
            <p:cNvSpPr txBox="1">
              <a:spLocks noChangeArrowheads="1"/>
            </p:cNvSpPr>
            <p:nvPr/>
          </p:nvSpPr>
          <p:spPr bwMode="auto">
            <a:xfrm>
              <a:off x="5159" y="1146"/>
              <a:ext cx="288" cy="3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800" smtClean="0">
                  <a:solidFill>
                    <a:srgbClr val="000000"/>
                  </a:solidFill>
                  <a:ea typeface="宋体" pitchFamily="2" charset="-122"/>
                </a:rPr>
                <a:t>3</a:t>
              </a:r>
            </a:p>
          </p:txBody>
        </p:sp>
        <p:grpSp>
          <p:nvGrpSpPr>
            <p:cNvPr id="14" name="Group 32"/>
            <p:cNvGrpSpPr>
              <a:grpSpLocks/>
            </p:cNvGrpSpPr>
            <p:nvPr/>
          </p:nvGrpSpPr>
          <p:grpSpPr bwMode="auto">
            <a:xfrm>
              <a:off x="5159" y="1525"/>
              <a:ext cx="0" cy="528"/>
              <a:chOff x="5376" y="624"/>
              <a:chExt cx="0" cy="528"/>
            </a:xfrm>
          </p:grpSpPr>
          <p:sp>
            <p:nvSpPr>
              <p:cNvPr id="27" name="Line 33"/>
              <p:cNvSpPr>
                <a:spLocks noChangeShapeType="1"/>
              </p:cNvSpPr>
              <p:nvPr/>
            </p:nvSpPr>
            <p:spPr bwMode="auto">
              <a:xfrm flipV="1">
                <a:off x="5376" y="624"/>
                <a:ext cx="0" cy="528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/>
                <a:endParaRPr kumimoji="1" lang="zh-CN" altLang="en-US" sz="2800" b="0" smtClean="0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28" name="Line 34"/>
              <p:cNvSpPr>
                <a:spLocks noChangeShapeType="1"/>
              </p:cNvSpPr>
              <p:nvPr/>
            </p:nvSpPr>
            <p:spPr bwMode="auto">
              <a:xfrm>
                <a:off x="5376" y="768"/>
                <a:ext cx="0" cy="192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arrow" w="med" len="med"/>
              </a:ln>
              <a:effectLst/>
            </p:spPr>
            <p:txBody>
              <a:bodyPr/>
              <a:lstStyle/>
              <a:p>
                <a:pPr eaLnBrk="1" hangingPunct="1"/>
                <a:endParaRPr kumimoji="1" lang="zh-CN" altLang="en-US" sz="2800" b="0" smtClean="0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</p:grpSp>
        <p:sp>
          <p:nvSpPr>
            <p:cNvPr id="17" name="Text Box 36"/>
            <p:cNvSpPr txBox="1">
              <a:spLocks noChangeArrowheads="1"/>
            </p:cNvSpPr>
            <p:nvPr/>
          </p:nvSpPr>
          <p:spPr bwMode="auto">
            <a:xfrm>
              <a:off x="5181" y="1908"/>
              <a:ext cx="240" cy="3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800" smtClean="0">
                  <a:solidFill>
                    <a:srgbClr val="000000"/>
                  </a:solidFill>
                  <a:ea typeface="宋体" pitchFamily="2" charset="-122"/>
                </a:rPr>
                <a:t>4</a:t>
              </a:r>
            </a:p>
          </p:txBody>
        </p:sp>
        <p:grpSp>
          <p:nvGrpSpPr>
            <p:cNvPr id="16" name="Group 37"/>
            <p:cNvGrpSpPr>
              <a:grpSpLocks/>
            </p:cNvGrpSpPr>
            <p:nvPr/>
          </p:nvGrpSpPr>
          <p:grpSpPr bwMode="auto">
            <a:xfrm>
              <a:off x="4631" y="2045"/>
              <a:ext cx="528" cy="0"/>
              <a:chOff x="4848" y="1152"/>
              <a:chExt cx="528" cy="0"/>
            </a:xfrm>
          </p:grpSpPr>
          <p:sp>
            <p:nvSpPr>
              <p:cNvPr id="25" name="Line 38"/>
              <p:cNvSpPr>
                <a:spLocks noChangeShapeType="1"/>
              </p:cNvSpPr>
              <p:nvPr/>
            </p:nvSpPr>
            <p:spPr bwMode="auto">
              <a:xfrm rot="16200000" flipV="1">
                <a:off x="5112" y="888"/>
                <a:ext cx="0" cy="528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/>
                <a:endParaRPr kumimoji="1" lang="zh-CN" altLang="en-US" sz="2800" b="0" smtClean="0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26" name="Line 39"/>
              <p:cNvSpPr>
                <a:spLocks noChangeShapeType="1"/>
              </p:cNvSpPr>
              <p:nvPr/>
            </p:nvSpPr>
            <p:spPr bwMode="auto">
              <a:xfrm rot="16200000" flipV="1">
                <a:off x="5088" y="1056"/>
                <a:ext cx="0" cy="192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arrow" w="med" len="med"/>
              </a:ln>
              <a:effectLst/>
            </p:spPr>
            <p:txBody>
              <a:bodyPr/>
              <a:lstStyle/>
              <a:p>
                <a:pPr eaLnBrk="1" hangingPunct="1"/>
                <a:endParaRPr kumimoji="1" lang="zh-CN" altLang="en-US" sz="2800" b="0" smtClean="0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</p:grpSp>
        <p:grpSp>
          <p:nvGrpSpPr>
            <p:cNvPr id="18" name="Group 49"/>
            <p:cNvGrpSpPr>
              <a:grpSpLocks/>
            </p:cNvGrpSpPr>
            <p:nvPr/>
          </p:nvGrpSpPr>
          <p:grpSpPr bwMode="auto">
            <a:xfrm>
              <a:off x="3852" y="1022"/>
              <a:ext cx="1988" cy="1705"/>
              <a:chOff x="3852" y="1022"/>
              <a:chExt cx="1988" cy="1705"/>
            </a:xfrm>
          </p:grpSpPr>
          <p:sp>
            <p:nvSpPr>
              <p:cNvPr id="20" name="Line 41"/>
              <p:cNvSpPr>
                <a:spLocks noChangeShapeType="1"/>
              </p:cNvSpPr>
              <p:nvPr/>
            </p:nvSpPr>
            <p:spPr bwMode="auto">
              <a:xfrm>
                <a:off x="4103" y="2525"/>
                <a:ext cx="148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</p:spPr>
            <p:txBody>
              <a:bodyPr/>
              <a:lstStyle/>
              <a:p>
                <a:pPr eaLnBrk="1" hangingPunct="1"/>
                <a:endParaRPr kumimoji="1" lang="zh-CN" altLang="en-US" sz="2800" b="0" smtClean="0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21" name="Line 42"/>
              <p:cNvSpPr>
                <a:spLocks noChangeShapeType="1"/>
              </p:cNvSpPr>
              <p:nvPr/>
            </p:nvSpPr>
            <p:spPr bwMode="auto">
              <a:xfrm flipV="1">
                <a:off x="4103" y="1181"/>
                <a:ext cx="0" cy="134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</p:spPr>
            <p:txBody>
              <a:bodyPr/>
              <a:lstStyle/>
              <a:p>
                <a:pPr eaLnBrk="1" hangingPunct="1"/>
                <a:endParaRPr kumimoji="1" lang="zh-CN" altLang="en-US" sz="2800" b="0" smtClean="0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22" name="Text Box 43"/>
              <p:cNvSpPr txBox="1">
                <a:spLocks noChangeArrowheads="1"/>
              </p:cNvSpPr>
              <p:nvPr/>
            </p:nvSpPr>
            <p:spPr bwMode="auto">
              <a:xfrm>
                <a:off x="3872" y="2316"/>
                <a:ext cx="228" cy="38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lnSpc>
                    <a:spcPct val="120000"/>
                  </a:lnSpc>
                </a:pPr>
                <a:r>
                  <a:rPr kumimoji="1" lang="en-US" altLang="zh-CN" sz="2800" i="1" smtClean="0">
                    <a:solidFill>
                      <a:srgbClr val="000000"/>
                    </a:solidFill>
                    <a:ea typeface="宋体" pitchFamily="2" charset="-122"/>
                  </a:rPr>
                  <a:t>o</a:t>
                </a:r>
              </a:p>
            </p:txBody>
          </p:sp>
          <p:sp>
            <p:nvSpPr>
              <p:cNvPr id="23" name="Text Box 44"/>
              <p:cNvSpPr txBox="1">
                <a:spLocks noChangeArrowheads="1"/>
              </p:cNvSpPr>
              <p:nvPr/>
            </p:nvSpPr>
            <p:spPr bwMode="auto">
              <a:xfrm>
                <a:off x="5575" y="2346"/>
                <a:ext cx="265" cy="38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lnSpc>
                    <a:spcPct val="120000"/>
                  </a:lnSpc>
                </a:pPr>
                <a:r>
                  <a:rPr kumimoji="1" lang="en-US" altLang="zh-CN" sz="2800" i="1" smtClean="0">
                    <a:solidFill>
                      <a:srgbClr val="000000"/>
                    </a:solidFill>
                    <a:ea typeface="宋体" pitchFamily="2" charset="-122"/>
                  </a:rPr>
                  <a:t>V</a:t>
                </a:r>
              </a:p>
            </p:txBody>
          </p:sp>
          <p:sp>
            <p:nvSpPr>
              <p:cNvPr id="24" name="Text Box 45"/>
              <p:cNvSpPr txBox="1">
                <a:spLocks noChangeArrowheads="1"/>
              </p:cNvSpPr>
              <p:nvPr/>
            </p:nvSpPr>
            <p:spPr bwMode="auto">
              <a:xfrm>
                <a:off x="3852" y="1022"/>
                <a:ext cx="253" cy="38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lnSpc>
                    <a:spcPct val="120000"/>
                  </a:lnSpc>
                </a:pPr>
                <a:r>
                  <a:rPr kumimoji="1" lang="en-US" altLang="zh-CN" sz="2800" i="1" smtClean="0">
                    <a:solidFill>
                      <a:srgbClr val="000000"/>
                    </a:solidFill>
                    <a:ea typeface="宋体" pitchFamily="2" charset="-122"/>
                  </a:rPr>
                  <a:t>P</a:t>
                </a:r>
              </a:p>
            </p:txBody>
          </p:sp>
        </p:grpSp>
      </p:grpSp>
      <p:graphicFrame>
        <p:nvGraphicFramePr>
          <p:cNvPr id="41" name="Object 10"/>
          <p:cNvGraphicFramePr>
            <a:graphicFrameLocks noChangeAspect="1"/>
          </p:cNvGraphicFramePr>
          <p:nvPr/>
        </p:nvGraphicFramePr>
        <p:xfrm>
          <a:off x="763588" y="1787525"/>
          <a:ext cx="3213100" cy="617538"/>
        </p:xfrm>
        <a:graphic>
          <a:graphicData uri="http://schemas.openxmlformats.org/presentationml/2006/ole">
            <p:oleObj spid="_x0000_s187432" name="Equation" r:id="rId5" imgW="1257300" imgH="241300" progId="Equation.DSMT4">
              <p:embed/>
            </p:oleObj>
          </a:graphicData>
        </a:graphic>
      </p:graphicFrame>
      <p:graphicFrame>
        <p:nvGraphicFramePr>
          <p:cNvPr id="42" name="Object 10"/>
          <p:cNvGraphicFramePr>
            <a:graphicFrameLocks noChangeAspect="1"/>
          </p:cNvGraphicFramePr>
          <p:nvPr/>
        </p:nvGraphicFramePr>
        <p:xfrm>
          <a:off x="766763" y="2581275"/>
          <a:ext cx="2628900" cy="687388"/>
        </p:xfrm>
        <a:graphic>
          <a:graphicData uri="http://schemas.openxmlformats.org/presentationml/2006/ole">
            <p:oleObj spid="_x0000_s187433" name="Equation" r:id="rId6" imgW="1066800" imgH="279400" progId="Equation.DSMT4">
              <p:embed/>
            </p:oleObj>
          </a:graphicData>
        </a:graphic>
      </p:graphicFrame>
      <p:graphicFrame>
        <p:nvGraphicFramePr>
          <p:cNvPr id="4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664152579"/>
              </p:ext>
            </p:extLst>
          </p:nvPr>
        </p:nvGraphicFramePr>
        <p:xfrm>
          <a:off x="755508" y="5283200"/>
          <a:ext cx="5297487" cy="976313"/>
        </p:xfrm>
        <a:graphic>
          <a:graphicData uri="http://schemas.openxmlformats.org/presentationml/2006/ole">
            <p:oleObj spid="_x0000_s187434" name="Equation" r:id="rId7" imgW="2616200" imgH="482600" progId="Equation.DSMT4">
              <p:embed/>
            </p:oleObj>
          </a:graphicData>
        </a:graphic>
      </p:graphicFrame>
      <p:graphicFrame>
        <p:nvGraphicFramePr>
          <p:cNvPr id="4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191614009"/>
              </p:ext>
            </p:extLst>
          </p:nvPr>
        </p:nvGraphicFramePr>
        <p:xfrm>
          <a:off x="7318548" y="5283200"/>
          <a:ext cx="1439863" cy="796925"/>
        </p:xfrm>
        <a:graphic>
          <a:graphicData uri="http://schemas.openxmlformats.org/presentationml/2006/ole">
            <p:oleObj spid="_x0000_s187435" name="Equation" r:id="rId8" imgW="710891" imgH="393529" progId="Equation.DSMT4">
              <p:embed/>
            </p:oleObj>
          </a:graphicData>
        </a:graphic>
      </p:graphicFrame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文本框 2"/>
          <p:cNvSpPr txBox="1">
            <a:spLocks noChangeArrowheads="1"/>
          </p:cNvSpPr>
          <p:nvPr/>
        </p:nvSpPr>
        <p:spPr bwMode="auto">
          <a:xfrm>
            <a:off x="432048" y="5436450"/>
            <a:ext cx="8604448" cy="6568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50000"/>
              </a:lnSpc>
            </a:pPr>
            <a:r>
              <a:rPr lang="zh-CN" altLang="en-US" sz="2800" dirty="0">
                <a:solidFill>
                  <a:srgbClr val="0000FF"/>
                </a:solidFill>
              </a:rPr>
              <a:t>当高、低温热源固定时</a:t>
            </a:r>
            <a:r>
              <a:rPr lang="zh-CN" altLang="en-US" sz="2800" dirty="0" smtClean="0">
                <a:solidFill>
                  <a:srgbClr val="0000FF"/>
                </a:solidFill>
              </a:rPr>
              <a:t>，热</a:t>
            </a:r>
            <a:r>
              <a:rPr lang="zh-CN" altLang="en-US" sz="2800" dirty="0">
                <a:solidFill>
                  <a:srgbClr val="0000FF"/>
                </a:solidFill>
              </a:rPr>
              <a:t>机的最大效率是多少？</a:t>
            </a:r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1691680" y="395890"/>
            <a:ext cx="5743575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3600" dirty="0">
                <a:solidFill>
                  <a:srgbClr val="FF0000"/>
                </a:solidFill>
              </a:rPr>
              <a:t>寻找具有最大效率的热机！</a:t>
            </a:r>
          </a:p>
        </p:txBody>
      </p:sp>
      <p:sp>
        <p:nvSpPr>
          <p:cNvPr id="20" name="Oval 3"/>
          <p:cNvSpPr>
            <a:spLocks noChangeArrowheads="1"/>
          </p:cNvSpPr>
          <p:nvPr/>
        </p:nvSpPr>
        <p:spPr bwMode="auto">
          <a:xfrm>
            <a:off x="3347864" y="2700146"/>
            <a:ext cx="1728787" cy="803275"/>
          </a:xfrm>
          <a:prstGeom prst="ellipse">
            <a:avLst/>
          </a:prstGeom>
          <a:noFill/>
          <a:ln w="19050">
            <a:solidFill>
              <a:srgbClr val="CC6600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en-US" sz="1800" b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21" name="Text Box 4">
            <a:hlinkClick r:id="rId3" action="ppaction://hlinkfile"/>
          </p:cNvPr>
          <p:cNvSpPr txBox="1">
            <a:spLocks noChangeArrowheads="1"/>
          </p:cNvSpPr>
          <p:nvPr/>
        </p:nvSpPr>
        <p:spPr bwMode="auto">
          <a:xfrm>
            <a:off x="3620914" y="2844609"/>
            <a:ext cx="1166812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dirty="0">
                <a:solidFill>
                  <a:srgbClr val="333333"/>
                </a:solidFill>
              </a:rPr>
              <a:t>热机</a:t>
            </a:r>
          </a:p>
        </p:txBody>
      </p:sp>
      <p:grpSp>
        <p:nvGrpSpPr>
          <p:cNvPr id="22" name="Group 9"/>
          <p:cNvGrpSpPr>
            <a:grpSpLocks/>
          </p:cNvGrpSpPr>
          <p:nvPr/>
        </p:nvGrpSpPr>
        <p:grpSpPr bwMode="auto">
          <a:xfrm>
            <a:off x="3343101" y="1579371"/>
            <a:ext cx="2057400" cy="588963"/>
            <a:chOff x="3648" y="864"/>
            <a:chExt cx="1296" cy="371"/>
          </a:xfrm>
        </p:grpSpPr>
        <p:sp>
          <p:nvSpPr>
            <p:cNvPr id="23" name="Rectangle 10"/>
            <p:cNvSpPr>
              <a:spLocks noChangeArrowheads="1"/>
            </p:cNvSpPr>
            <p:nvPr/>
          </p:nvSpPr>
          <p:spPr bwMode="auto">
            <a:xfrm>
              <a:off x="3648" y="864"/>
              <a:ext cx="1152" cy="336"/>
            </a:xfrm>
            <a:prstGeom prst="rect">
              <a:avLst/>
            </a:prstGeom>
            <a:solidFill>
              <a:srgbClr val="FDE3F0"/>
            </a:solidFill>
            <a:ln w="19050">
              <a:solidFill>
                <a:srgbClr val="CC00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4" name="Text Box 11"/>
            <p:cNvSpPr txBox="1">
              <a:spLocks noChangeArrowheads="1"/>
            </p:cNvSpPr>
            <p:nvPr/>
          </p:nvSpPr>
          <p:spPr bwMode="auto">
            <a:xfrm>
              <a:off x="3696" y="870"/>
              <a:ext cx="1248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>
                  <a:solidFill>
                    <a:srgbClr val="333333"/>
                  </a:solidFill>
                </a:rPr>
                <a:t>高温热源</a:t>
              </a:r>
              <a:endParaRPr kumimoji="1" lang="zh-CN" altLang="en-US">
                <a:solidFill>
                  <a:srgbClr val="333333"/>
                </a:solidFill>
                <a:ea typeface="楷体_GB2312" pitchFamily="49" charset="-122"/>
              </a:endParaRPr>
            </a:p>
          </p:txBody>
        </p:sp>
      </p:grpSp>
      <p:sp>
        <p:nvSpPr>
          <p:cNvPr id="25" name="Text Box 14"/>
          <p:cNvSpPr txBox="1">
            <a:spLocks noChangeArrowheads="1"/>
          </p:cNvSpPr>
          <p:nvPr/>
        </p:nvSpPr>
        <p:spPr bwMode="auto">
          <a:xfrm>
            <a:off x="3266901" y="4014744"/>
            <a:ext cx="1981200" cy="58896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>
                <a:solidFill>
                  <a:srgbClr val="333333"/>
                </a:solidFill>
              </a:rPr>
              <a:t>低温热源</a:t>
            </a:r>
          </a:p>
        </p:txBody>
      </p:sp>
      <p:grpSp>
        <p:nvGrpSpPr>
          <p:cNvPr id="26" name="Group 15"/>
          <p:cNvGrpSpPr>
            <a:grpSpLocks/>
          </p:cNvGrpSpPr>
          <p:nvPr/>
        </p:nvGrpSpPr>
        <p:grpSpPr bwMode="auto">
          <a:xfrm>
            <a:off x="4028901" y="2093721"/>
            <a:ext cx="819150" cy="838200"/>
            <a:chOff x="4080" y="1152"/>
            <a:chExt cx="516" cy="528"/>
          </a:xfrm>
        </p:grpSpPr>
        <p:sp>
          <p:nvSpPr>
            <p:cNvPr id="27" name="AutoShape 16"/>
            <p:cNvSpPr>
              <a:spLocks noChangeArrowheads="1"/>
            </p:cNvSpPr>
            <p:nvPr/>
          </p:nvSpPr>
          <p:spPr bwMode="auto">
            <a:xfrm>
              <a:off x="4080" y="1152"/>
              <a:ext cx="144" cy="528"/>
            </a:xfrm>
            <a:prstGeom prst="downArrow">
              <a:avLst>
                <a:gd name="adj1" fmla="val 40000"/>
                <a:gd name="adj2" fmla="val 146921"/>
              </a:avLst>
            </a:prstGeom>
            <a:solidFill>
              <a:srgbClr val="FFCCCC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vert="eaVert"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</a:endParaRPr>
            </a:p>
          </p:txBody>
        </p:sp>
        <p:graphicFrame>
          <p:nvGraphicFramePr>
            <p:cNvPr id="28" name="Object 17"/>
            <p:cNvGraphicFramePr>
              <a:graphicFrameLocks noChangeAspect="1"/>
            </p:cNvGraphicFramePr>
            <p:nvPr/>
          </p:nvGraphicFramePr>
          <p:xfrm>
            <a:off x="4224" y="1152"/>
            <a:ext cx="372" cy="436"/>
          </p:xfrm>
          <a:graphic>
            <a:graphicData uri="http://schemas.openxmlformats.org/presentationml/2006/ole">
              <p:oleObj spid="_x0000_s25623" name="公式" r:id="rId4" imgW="139579" imgH="164957" progId="Equation.3">
                <p:embed/>
              </p:oleObj>
            </a:graphicData>
          </a:graphic>
        </p:graphicFrame>
      </p:grpSp>
      <p:grpSp>
        <p:nvGrpSpPr>
          <p:cNvPr id="29" name="Group 48"/>
          <p:cNvGrpSpPr>
            <a:grpSpLocks/>
          </p:cNvGrpSpPr>
          <p:nvPr/>
        </p:nvGrpSpPr>
        <p:grpSpPr bwMode="auto">
          <a:xfrm>
            <a:off x="4062239" y="3331971"/>
            <a:ext cx="860425" cy="762000"/>
            <a:chOff x="4101" y="1968"/>
            <a:chExt cx="542" cy="480"/>
          </a:xfrm>
        </p:grpSpPr>
        <p:sp>
          <p:nvSpPr>
            <p:cNvPr id="30" name="AutoShape 19"/>
            <p:cNvSpPr>
              <a:spLocks noChangeArrowheads="1"/>
            </p:cNvSpPr>
            <p:nvPr/>
          </p:nvSpPr>
          <p:spPr bwMode="auto">
            <a:xfrm>
              <a:off x="4101" y="1968"/>
              <a:ext cx="144" cy="480"/>
            </a:xfrm>
            <a:prstGeom prst="downArrow">
              <a:avLst>
                <a:gd name="adj1" fmla="val 35417"/>
                <a:gd name="adj2" fmla="val 138889"/>
              </a:avLst>
            </a:prstGeom>
            <a:solidFill>
              <a:srgbClr val="CCECFF"/>
            </a:solidFill>
            <a:ln w="19050">
              <a:solidFill>
                <a:srgbClr val="0000FF"/>
              </a:solidFill>
              <a:miter lim="800000"/>
              <a:headEnd/>
              <a:tailEnd/>
            </a:ln>
          </p:spPr>
          <p:txBody>
            <a:bodyPr vert="eaVert"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</a:endParaRPr>
            </a:p>
          </p:txBody>
        </p:sp>
        <p:graphicFrame>
          <p:nvGraphicFramePr>
            <p:cNvPr id="31" name="Object 20"/>
            <p:cNvGraphicFramePr>
              <a:graphicFrameLocks noChangeAspect="1"/>
            </p:cNvGraphicFramePr>
            <p:nvPr/>
          </p:nvGraphicFramePr>
          <p:xfrm>
            <a:off x="4242" y="1968"/>
            <a:ext cx="401" cy="435"/>
          </p:xfrm>
          <a:graphic>
            <a:graphicData uri="http://schemas.openxmlformats.org/presentationml/2006/ole">
              <p:oleObj spid="_x0000_s25624" name="公式" r:id="rId5" imgW="152268" imgH="164957" progId="Equation.3">
                <p:embed/>
              </p:oleObj>
            </a:graphicData>
          </a:graphic>
        </p:graphicFrame>
      </p:grpSp>
      <p:grpSp>
        <p:nvGrpSpPr>
          <p:cNvPr id="32" name="Group 21"/>
          <p:cNvGrpSpPr>
            <a:grpSpLocks/>
          </p:cNvGrpSpPr>
          <p:nvPr/>
        </p:nvGrpSpPr>
        <p:grpSpPr bwMode="auto">
          <a:xfrm>
            <a:off x="4860751" y="2874771"/>
            <a:ext cx="1295400" cy="414338"/>
            <a:chOff x="4560" y="1738"/>
            <a:chExt cx="816" cy="261"/>
          </a:xfrm>
        </p:grpSpPr>
        <p:sp>
          <p:nvSpPr>
            <p:cNvPr id="33" name="AutoShape 22"/>
            <p:cNvSpPr>
              <a:spLocks noChangeArrowheads="1"/>
            </p:cNvSpPr>
            <p:nvPr/>
          </p:nvSpPr>
          <p:spPr bwMode="auto">
            <a:xfrm>
              <a:off x="4560" y="1818"/>
              <a:ext cx="528" cy="102"/>
            </a:xfrm>
            <a:prstGeom prst="rightArrow">
              <a:avLst>
                <a:gd name="adj1" fmla="val 58667"/>
                <a:gd name="adj2" fmla="val 189205"/>
              </a:avLst>
            </a:prstGeom>
            <a:solidFill>
              <a:schemeClr val="accent1"/>
            </a:solidFill>
            <a:ln w="19050">
              <a:solidFill>
                <a:srgbClr val="CC66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</a:endParaRPr>
            </a:p>
          </p:txBody>
        </p:sp>
        <p:graphicFrame>
          <p:nvGraphicFramePr>
            <p:cNvPr id="34" name="Object 23"/>
            <p:cNvGraphicFramePr>
              <a:graphicFrameLocks noChangeAspect="1"/>
            </p:cNvGraphicFramePr>
            <p:nvPr/>
          </p:nvGraphicFramePr>
          <p:xfrm>
            <a:off x="5088" y="1738"/>
            <a:ext cx="288" cy="261"/>
          </p:xfrm>
          <a:graphic>
            <a:graphicData uri="http://schemas.openxmlformats.org/presentationml/2006/ole">
              <p:oleObj spid="_x0000_s25625" name="Equation" r:id="rId6" imgW="266469" imgH="241091" progId="Equation.3">
                <p:embed/>
              </p:oleObj>
            </a:graphicData>
          </a:graphic>
        </p:graphicFrame>
      </p:grpSp>
      <p:sp>
        <p:nvSpPr>
          <p:cNvPr id="35" name="灯片编号占位符 54"/>
          <p:cNvSpPr txBox="1">
            <a:spLocks/>
          </p:cNvSpPr>
          <p:nvPr/>
        </p:nvSpPr>
        <p:spPr bwMode="auto">
          <a:xfrm>
            <a:off x="7308304" y="65722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443EE585-B32A-4C60-B717-0FCF3CE634DB}" type="slidenum">
              <a:rPr lang="en-US" altLang="zh-CN" sz="1400" b="0" kern="0" smtClean="0">
                <a:solidFill>
                  <a:sysClr val="windowText" lastClr="000000"/>
                </a:solidFill>
                <a:ea typeface="宋体" pitchFamily="2" charset="-122"/>
                <a:cs typeface="Times New Roman" pitchFamily="18" charset="0"/>
              </a:rPr>
              <a:pPr algn="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18</a:t>
            </a:fld>
            <a:endParaRPr lang="en-US" altLang="zh-CN" sz="1400" b="0" kern="0" dirty="0">
              <a:solidFill>
                <a:sysClr val="windowText" lastClr="000000"/>
              </a:solidFill>
              <a:ea typeface="宋体" pitchFamily="2" charset="-122"/>
              <a:cs typeface="Times New Roman" pitchFamily="18" charset="0"/>
            </a:endParaRPr>
          </a:p>
        </p:txBody>
      </p:sp>
    </p:spTree>
  </p:cSld>
  <p:clrMapOvr>
    <a:masterClrMapping/>
  </p:clrMapOvr>
  <p:transition spd="slow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2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Text Box 295"/>
          <p:cNvSpPr txBox="1">
            <a:spLocks noChangeArrowheads="1"/>
          </p:cNvSpPr>
          <p:nvPr/>
        </p:nvSpPr>
        <p:spPr bwMode="auto">
          <a:xfrm>
            <a:off x="323528" y="260648"/>
            <a:ext cx="3017838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dirty="0">
                <a:solidFill>
                  <a:srgbClr val="C00000"/>
                </a:solidFill>
                <a:latin typeface="宋体" charset="-122"/>
              </a:rPr>
              <a:t>三、卡诺循环</a:t>
            </a:r>
          </a:p>
        </p:txBody>
      </p:sp>
      <p:sp>
        <p:nvSpPr>
          <p:cNvPr id="37161" name="Text Box 297"/>
          <p:cNvSpPr txBox="1">
            <a:spLocks noChangeArrowheads="1"/>
          </p:cNvSpPr>
          <p:nvPr/>
        </p:nvSpPr>
        <p:spPr bwMode="auto">
          <a:xfrm>
            <a:off x="743640" y="4259144"/>
            <a:ext cx="8077200" cy="1865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dirty="0">
                <a:solidFill>
                  <a:srgbClr val="000404"/>
                </a:solidFill>
              </a:rPr>
              <a:t>         1824 </a:t>
            </a:r>
            <a:r>
              <a:rPr lang="zh-CN" altLang="en-US" dirty="0">
                <a:solidFill>
                  <a:srgbClr val="000404"/>
                </a:solidFill>
              </a:rPr>
              <a:t>年法国年青的工程师卡诺 提出一个工作在两热源之间的理想循环  </a:t>
            </a:r>
            <a:r>
              <a:rPr lang="en-US" altLang="zh-CN" dirty="0">
                <a:solidFill>
                  <a:srgbClr val="000404"/>
                </a:solidFill>
              </a:rPr>
              <a:t>— </a:t>
            </a:r>
            <a:r>
              <a:rPr lang="zh-CN" altLang="en-US" dirty="0">
                <a:solidFill>
                  <a:srgbClr val="000404"/>
                </a:solidFill>
              </a:rPr>
              <a:t>卡诺循环，给出了热机效率的理论极限值。</a:t>
            </a:r>
          </a:p>
        </p:txBody>
      </p:sp>
      <p:sp>
        <p:nvSpPr>
          <p:cNvPr id="32" name="Rectangle 4"/>
          <p:cNvSpPr>
            <a:spLocks noChangeArrowheads="1"/>
          </p:cNvSpPr>
          <p:nvPr/>
        </p:nvSpPr>
        <p:spPr bwMode="auto">
          <a:xfrm>
            <a:off x="3060120" y="1912496"/>
            <a:ext cx="4343400" cy="7112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wrap="none" lIns="0" tIns="0" rIns="0" bIns="223767" anchor="ctr">
            <a:spAutoFit/>
          </a:bodyPr>
          <a:lstStyle/>
          <a:p>
            <a:pPr eaLnBrk="1" hangingPunct="1"/>
            <a:r>
              <a:rPr lang="zh-CN" altLang="en-US" dirty="0"/>
              <a:t>萨迪</a:t>
            </a:r>
            <a:r>
              <a:rPr lang="en-US" altLang="zh-CN" dirty="0"/>
              <a:t>·</a:t>
            </a:r>
            <a:r>
              <a:rPr lang="zh-CN" altLang="en-US" dirty="0"/>
              <a:t>卡诺（</a:t>
            </a:r>
            <a:r>
              <a:rPr lang="en-US" altLang="zh-CN" dirty="0"/>
              <a:t>1796-1832</a:t>
            </a:r>
            <a:r>
              <a:rPr lang="zh-CN" altLang="en-US" dirty="0"/>
              <a:t>）</a:t>
            </a:r>
            <a:endParaRPr lang="zh-CN" altLang="en-US" sz="1800" dirty="0">
              <a:latin typeface="Arial" charset="0"/>
            </a:endParaRPr>
          </a:p>
        </p:txBody>
      </p:sp>
      <p:pic>
        <p:nvPicPr>
          <p:cNvPr id="33" name="Picture 6" descr="萨迪·卡诺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2858" y="1213361"/>
            <a:ext cx="1795462" cy="2447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5" name="灯片编号占位符 54"/>
          <p:cNvSpPr txBox="1">
            <a:spLocks/>
          </p:cNvSpPr>
          <p:nvPr/>
        </p:nvSpPr>
        <p:spPr bwMode="auto">
          <a:xfrm>
            <a:off x="7308304" y="65722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443EE585-B32A-4C60-B717-0FCF3CE634DB}" type="slidenum">
              <a:rPr lang="en-US" altLang="zh-CN" sz="1400" b="0" kern="0" smtClean="0">
                <a:solidFill>
                  <a:sysClr val="windowText" lastClr="000000"/>
                </a:solidFill>
                <a:ea typeface="宋体" pitchFamily="2" charset="-122"/>
                <a:cs typeface="Times New Roman" pitchFamily="18" charset="0"/>
              </a:rPr>
              <a:pPr algn="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19</a:t>
            </a:fld>
            <a:endParaRPr lang="en-US" altLang="zh-CN" sz="1400" b="0" kern="0" dirty="0">
              <a:solidFill>
                <a:sysClr val="windowText" lastClr="000000"/>
              </a:solidFill>
              <a:ea typeface="宋体" pitchFamily="2" charset="-122"/>
              <a:cs typeface="Times New Roman" pitchFamily="18" charset="0"/>
            </a:endParaRPr>
          </a:p>
        </p:txBody>
      </p:sp>
    </p:spTree>
  </p:cSld>
  <p:clrMapOvr>
    <a:masterClrMapping/>
  </p:clrMapOvr>
  <p:transition spd="slow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37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161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80" name="Text Box 4"/>
          <p:cNvSpPr txBox="1">
            <a:spLocks noChangeArrowheads="1"/>
          </p:cNvSpPr>
          <p:nvPr/>
        </p:nvSpPr>
        <p:spPr bwMode="auto">
          <a:xfrm>
            <a:off x="611188" y="692150"/>
            <a:ext cx="8208962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kumimoji="1" lang="en-US" altLang="zh-CN" dirty="0">
                <a:solidFill>
                  <a:srgbClr val="FF0000"/>
                </a:solidFill>
              </a:rPr>
              <a:t>    </a:t>
            </a:r>
            <a:r>
              <a:rPr kumimoji="1" lang="zh-CN" altLang="en-US" dirty="0">
                <a:solidFill>
                  <a:srgbClr val="FF0000"/>
                </a:solidFill>
              </a:rPr>
              <a:t>（一）卡诺循环由两个等温过程和两个绝热过程组成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1073150" y="2781300"/>
            <a:ext cx="3113088" cy="2635250"/>
            <a:chOff x="465" y="2386"/>
            <a:chExt cx="1961" cy="1660"/>
          </a:xfrm>
        </p:grpSpPr>
        <p:sp>
          <p:nvSpPr>
            <p:cNvPr id="26670" name="Line 6"/>
            <p:cNvSpPr>
              <a:spLocks noChangeShapeType="1"/>
            </p:cNvSpPr>
            <p:nvPr/>
          </p:nvSpPr>
          <p:spPr bwMode="auto">
            <a:xfrm>
              <a:off x="698" y="3888"/>
              <a:ext cx="1702" cy="0"/>
            </a:xfrm>
            <a:prstGeom prst="line">
              <a:avLst/>
            </a:prstGeom>
            <a:noFill/>
            <a:ln w="38100">
              <a:solidFill>
                <a:srgbClr val="000404"/>
              </a:solidFill>
              <a:round/>
              <a:headEnd/>
              <a:tailEnd type="stealth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71" name="Line 7"/>
            <p:cNvSpPr>
              <a:spLocks noChangeShapeType="1"/>
            </p:cNvSpPr>
            <p:nvPr/>
          </p:nvSpPr>
          <p:spPr bwMode="auto">
            <a:xfrm flipH="1" flipV="1">
              <a:off x="694" y="2411"/>
              <a:ext cx="0" cy="1475"/>
            </a:xfrm>
            <a:prstGeom prst="line">
              <a:avLst/>
            </a:prstGeom>
            <a:noFill/>
            <a:ln w="38100">
              <a:solidFill>
                <a:srgbClr val="000404"/>
              </a:solidFill>
              <a:round/>
              <a:headEnd/>
              <a:tailEnd type="stealth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6630" name="Object 8"/>
            <p:cNvGraphicFramePr>
              <a:graphicFrameLocks noChangeAspect="1"/>
            </p:cNvGraphicFramePr>
            <p:nvPr/>
          </p:nvGraphicFramePr>
          <p:xfrm>
            <a:off x="2256" y="3690"/>
            <a:ext cx="170" cy="187"/>
          </p:xfrm>
          <a:graphic>
            <a:graphicData uri="http://schemas.openxmlformats.org/presentationml/2006/ole">
              <p:oleObj spid="_x0000_s26671" name="Equation" r:id="rId3" imgW="121884" imgH="129600" progId="Equation.3">
                <p:embed/>
              </p:oleObj>
            </a:graphicData>
          </a:graphic>
        </p:graphicFrame>
        <p:graphicFrame>
          <p:nvGraphicFramePr>
            <p:cNvPr id="26631" name="Object 9"/>
            <p:cNvGraphicFramePr>
              <a:graphicFrameLocks noChangeAspect="1"/>
            </p:cNvGraphicFramePr>
            <p:nvPr/>
          </p:nvGraphicFramePr>
          <p:xfrm>
            <a:off x="528" y="3877"/>
            <a:ext cx="149" cy="169"/>
          </p:xfrm>
          <a:graphic>
            <a:graphicData uri="http://schemas.openxmlformats.org/presentationml/2006/ole">
              <p:oleObj spid="_x0000_s26672" name="Equation" r:id="rId4" imgW="83849" imgH="106704" progId="Equation.3">
                <p:embed/>
              </p:oleObj>
            </a:graphicData>
          </a:graphic>
        </p:graphicFrame>
        <p:graphicFrame>
          <p:nvGraphicFramePr>
            <p:cNvPr id="26632" name="Object 10"/>
            <p:cNvGraphicFramePr>
              <a:graphicFrameLocks noChangeAspect="1"/>
            </p:cNvGraphicFramePr>
            <p:nvPr/>
          </p:nvGraphicFramePr>
          <p:xfrm>
            <a:off x="465" y="2386"/>
            <a:ext cx="179" cy="206"/>
          </p:xfrm>
          <a:graphic>
            <a:graphicData uri="http://schemas.openxmlformats.org/presentationml/2006/ole">
              <p:oleObj spid="_x0000_s26673" name="Equation" r:id="rId5" imgW="106757" imgH="129600" progId="Equation.3">
                <p:embed/>
              </p:oleObj>
            </a:graphicData>
          </a:graphic>
        </p:graphicFrame>
      </p:grpSp>
      <p:sp>
        <p:nvSpPr>
          <p:cNvPr id="178187" name="Freeform 11" descr="浅色下对角线"/>
          <p:cNvSpPr>
            <a:spLocks/>
          </p:cNvSpPr>
          <p:nvPr/>
        </p:nvSpPr>
        <p:spPr bwMode="auto">
          <a:xfrm>
            <a:off x="1846263" y="3024188"/>
            <a:ext cx="2058987" cy="1658937"/>
          </a:xfrm>
          <a:custGeom>
            <a:avLst/>
            <a:gdLst>
              <a:gd name="T0" fmla="*/ 2147483647 w 1465"/>
              <a:gd name="T1" fmla="*/ 2147483647 h 1219"/>
              <a:gd name="T2" fmla="*/ 2147483647 w 1465"/>
              <a:gd name="T3" fmla="*/ 2147483647 h 1219"/>
              <a:gd name="T4" fmla="*/ 2147483647 w 1465"/>
              <a:gd name="T5" fmla="*/ 2147483647 h 1219"/>
              <a:gd name="T6" fmla="*/ 2147483647 w 1465"/>
              <a:gd name="T7" fmla="*/ 2147483647 h 1219"/>
              <a:gd name="T8" fmla="*/ 2147483647 w 1465"/>
              <a:gd name="T9" fmla="*/ 2147483647 h 1219"/>
              <a:gd name="T10" fmla="*/ 2147483647 w 1465"/>
              <a:gd name="T11" fmla="*/ 2147483647 h 1219"/>
              <a:gd name="T12" fmla="*/ 2147483647 w 1465"/>
              <a:gd name="T13" fmla="*/ 2147483647 h 1219"/>
              <a:gd name="T14" fmla="*/ 2147483647 w 1465"/>
              <a:gd name="T15" fmla="*/ 2147483647 h 1219"/>
              <a:gd name="T16" fmla="*/ 2147483647 w 1465"/>
              <a:gd name="T17" fmla="*/ 2147483647 h 1219"/>
              <a:gd name="T18" fmla="*/ 2147483647 w 1465"/>
              <a:gd name="T19" fmla="*/ 2147483647 h 1219"/>
              <a:gd name="T20" fmla="*/ 2147483647 w 1465"/>
              <a:gd name="T21" fmla="*/ 2147483647 h 1219"/>
              <a:gd name="T22" fmla="*/ 2147483647 w 1465"/>
              <a:gd name="T23" fmla="*/ 2147483647 h 1219"/>
              <a:gd name="T24" fmla="*/ 2147483647 w 1465"/>
              <a:gd name="T25" fmla="*/ 2147483647 h 1219"/>
              <a:gd name="T26" fmla="*/ 2147483647 w 1465"/>
              <a:gd name="T27" fmla="*/ 2147483647 h 1219"/>
              <a:gd name="T28" fmla="*/ 2147483647 w 1465"/>
              <a:gd name="T29" fmla="*/ 2147483647 h 1219"/>
              <a:gd name="T30" fmla="*/ 2147483647 w 1465"/>
              <a:gd name="T31" fmla="*/ 2147483647 h 1219"/>
              <a:gd name="T32" fmla="*/ 2147483647 w 1465"/>
              <a:gd name="T33" fmla="*/ 2147483647 h 1219"/>
              <a:gd name="T34" fmla="*/ 2147483647 w 1465"/>
              <a:gd name="T35" fmla="*/ 2147483647 h 1219"/>
              <a:gd name="T36" fmla="*/ 2147483647 w 1465"/>
              <a:gd name="T37" fmla="*/ 2147483647 h 1219"/>
              <a:gd name="T38" fmla="*/ 2147483647 w 1465"/>
              <a:gd name="T39" fmla="*/ 2147483647 h 1219"/>
              <a:gd name="T40" fmla="*/ 2147483647 w 1465"/>
              <a:gd name="T41" fmla="*/ 2147483647 h 1219"/>
              <a:gd name="T42" fmla="*/ 2147483647 w 1465"/>
              <a:gd name="T43" fmla="*/ 2147483647 h 1219"/>
              <a:gd name="T44" fmla="*/ 2147483647 w 1465"/>
              <a:gd name="T45" fmla="*/ 2147483647 h 1219"/>
              <a:gd name="T46" fmla="*/ 2147483647 w 1465"/>
              <a:gd name="T47" fmla="*/ 2147483647 h 1219"/>
              <a:gd name="T48" fmla="*/ 2147483647 w 1465"/>
              <a:gd name="T49" fmla="*/ 2147483647 h 1219"/>
              <a:gd name="T50" fmla="*/ 2147483647 w 1465"/>
              <a:gd name="T51" fmla="*/ 2147483647 h 1219"/>
              <a:gd name="T52" fmla="*/ 0 w 1465"/>
              <a:gd name="T53" fmla="*/ 0 h 1219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w 1465"/>
              <a:gd name="T82" fmla="*/ 0 h 1219"/>
              <a:gd name="T83" fmla="*/ 1465 w 1465"/>
              <a:gd name="T84" fmla="*/ 1219 h 1219"/>
            </a:gdLst>
            <a:ahLst/>
            <a:cxnLst>
              <a:cxn ang="T54">
                <a:pos x="T0" y="T1"/>
              </a:cxn>
              <a:cxn ang="T55">
                <a:pos x="T2" y="T3"/>
              </a:cxn>
              <a:cxn ang="T56">
                <a:pos x="T4" y="T5"/>
              </a:cxn>
              <a:cxn ang="T57">
                <a:pos x="T6" y="T7"/>
              </a:cxn>
              <a:cxn ang="T58">
                <a:pos x="T8" y="T9"/>
              </a:cxn>
              <a:cxn ang="T59">
                <a:pos x="T10" y="T11"/>
              </a:cxn>
              <a:cxn ang="T60">
                <a:pos x="T12" y="T13"/>
              </a:cxn>
              <a:cxn ang="T61">
                <a:pos x="T14" y="T15"/>
              </a:cxn>
              <a:cxn ang="T62">
                <a:pos x="T16" y="T17"/>
              </a:cxn>
              <a:cxn ang="T63">
                <a:pos x="T18" y="T19"/>
              </a:cxn>
              <a:cxn ang="T64">
                <a:pos x="T20" y="T21"/>
              </a:cxn>
              <a:cxn ang="T65">
                <a:pos x="T22" y="T23"/>
              </a:cxn>
              <a:cxn ang="T66">
                <a:pos x="T24" y="T25"/>
              </a:cxn>
              <a:cxn ang="T67">
                <a:pos x="T26" y="T27"/>
              </a:cxn>
              <a:cxn ang="T68">
                <a:pos x="T28" y="T29"/>
              </a:cxn>
              <a:cxn ang="T69">
                <a:pos x="T30" y="T31"/>
              </a:cxn>
              <a:cxn ang="T70">
                <a:pos x="T32" y="T33"/>
              </a:cxn>
              <a:cxn ang="T71">
                <a:pos x="T34" y="T35"/>
              </a:cxn>
              <a:cxn ang="T72">
                <a:pos x="T36" y="T37"/>
              </a:cxn>
              <a:cxn ang="T73">
                <a:pos x="T38" y="T39"/>
              </a:cxn>
              <a:cxn ang="T74">
                <a:pos x="T40" y="T41"/>
              </a:cxn>
              <a:cxn ang="T75">
                <a:pos x="T42" y="T43"/>
              </a:cxn>
              <a:cxn ang="T76">
                <a:pos x="T44" y="T45"/>
              </a:cxn>
              <a:cxn ang="T77">
                <a:pos x="T46" y="T47"/>
              </a:cxn>
              <a:cxn ang="T78">
                <a:pos x="T48" y="T49"/>
              </a:cxn>
              <a:cxn ang="T79">
                <a:pos x="T50" y="T51"/>
              </a:cxn>
              <a:cxn ang="T80">
                <a:pos x="T52" y="T53"/>
              </a:cxn>
            </a:cxnLst>
            <a:rect l="T81" t="T82" r="T83" b="T84"/>
            <a:pathLst>
              <a:path w="1465" h="1219">
                <a:moveTo>
                  <a:pt x="23" y="54"/>
                </a:moveTo>
                <a:lnTo>
                  <a:pt x="53" y="246"/>
                </a:lnTo>
                <a:lnTo>
                  <a:pt x="106" y="408"/>
                </a:lnTo>
                <a:lnTo>
                  <a:pt x="177" y="624"/>
                </a:lnTo>
                <a:lnTo>
                  <a:pt x="248" y="763"/>
                </a:lnTo>
                <a:lnTo>
                  <a:pt x="349" y="901"/>
                </a:lnTo>
                <a:lnTo>
                  <a:pt x="496" y="967"/>
                </a:lnTo>
                <a:lnTo>
                  <a:pt x="692" y="1056"/>
                </a:lnTo>
                <a:lnTo>
                  <a:pt x="992" y="1135"/>
                </a:lnTo>
                <a:lnTo>
                  <a:pt x="1227" y="1182"/>
                </a:lnTo>
                <a:lnTo>
                  <a:pt x="1465" y="1219"/>
                </a:lnTo>
                <a:lnTo>
                  <a:pt x="1352" y="1117"/>
                </a:lnTo>
                <a:lnTo>
                  <a:pt x="1222" y="1027"/>
                </a:lnTo>
                <a:lnTo>
                  <a:pt x="1181" y="979"/>
                </a:lnTo>
                <a:lnTo>
                  <a:pt x="1122" y="906"/>
                </a:lnTo>
                <a:lnTo>
                  <a:pt x="1093" y="859"/>
                </a:lnTo>
                <a:lnTo>
                  <a:pt x="1021" y="715"/>
                </a:lnTo>
                <a:lnTo>
                  <a:pt x="933" y="661"/>
                </a:lnTo>
                <a:lnTo>
                  <a:pt x="1004" y="679"/>
                </a:lnTo>
                <a:lnTo>
                  <a:pt x="864" y="633"/>
                </a:lnTo>
                <a:lnTo>
                  <a:pt x="791" y="607"/>
                </a:lnTo>
                <a:lnTo>
                  <a:pt x="697" y="570"/>
                </a:lnTo>
                <a:lnTo>
                  <a:pt x="591" y="504"/>
                </a:lnTo>
                <a:lnTo>
                  <a:pt x="383" y="367"/>
                </a:lnTo>
                <a:lnTo>
                  <a:pt x="213" y="240"/>
                </a:lnTo>
                <a:lnTo>
                  <a:pt x="124" y="162"/>
                </a:lnTo>
                <a:lnTo>
                  <a:pt x="0" y="0"/>
                </a:lnTo>
              </a:path>
            </a:pathLst>
          </a:custGeom>
          <a:pattFill prst="ltDnDiag">
            <a:fgClr>
              <a:srgbClr val="FF0000"/>
            </a:fgClr>
            <a:bgClr>
              <a:schemeClr val="bg1"/>
            </a:bgClr>
          </a:patt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188" name="Text Box 12"/>
          <p:cNvSpPr txBox="1">
            <a:spLocks noChangeArrowheads="1"/>
          </p:cNvSpPr>
          <p:nvPr/>
        </p:nvSpPr>
        <p:spPr bwMode="auto">
          <a:xfrm flipH="1">
            <a:off x="2405063" y="3825875"/>
            <a:ext cx="514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i="1" dirty="0" smtClean="0">
                <a:solidFill>
                  <a:srgbClr val="000404"/>
                </a:solidFill>
              </a:rPr>
              <a:t>W</a:t>
            </a:r>
            <a:endParaRPr kumimoji="1" lang="en-US" altLang="zh-CN" sz="2400" i="1" dirty="0">
              <a:solidFill>
                <a:srgbClr val="000404"/>
              </a:solidFill>
            </a:endParaRPr>
          </a:p>
        </p:txBody>
      </p:sp>
      <p:grpSp>
        <p:nvGrpSpPr>
          <p:cNvPr id="3" name="Group 13"/>
          <p:cNvGrpSpPr>
            <a:grpSpLocks/>
          </p:cNvGrpSpPr>
          <p:nvPr/>
        </p:nvGrpSpPr>
        <p:grpSpPr bwMode="auto">
          <a:xfrm>
            <a:off x="1858963" y="3041650"/>
            <a:ext cx="457200" cy="1217613"/>
            <a:chOff x="1171" y="2440"/>
            <a:chExt cx="288" cy="767"/>
          </a:xfrm>
        </p:grpSpPr>
        <p:sp>
          <p:nvSpPr>
            <p:cNvPr id="26668" name="Freeform 14"/>
            <p:cNvSpPr>
              <a:spLocks/>
            </p:cNvSpPr>
            <p:nvPr/>
          </p:nvSpPr>
          <p:spPr bwMode="auto">
            <a:xfrm>
              <a:off x="1171" y="2440"/>
              <a:ext cx="288" cy="767"/>
            </a:xfrm>
            <a:custGeom>
              <a:avLst/>
              <a:gdLst>
                <a:gd name="T0" fmla="*/ 0 w 325"/>
                <a:gd name="T1" fmla="*/ 0 h 895"/>
                <a:gd name="T2" fmla="*/ 17 w 325"/>
                <a:gd name="T3" fmla="*/ 55 h 895"/>
                <a:gd name="T4" fmla="*/ 49 w 325"/>
                <a:gd name="T5" fmla="*/ 120 h 895"/>
                <a:gd name="T6" fmla="*/ 86 w 325"/>
                <a:gd name="T7" fmla="*/ 164 h 89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25"/>
                <a:gd name="T13" fmla="*/ 0 h 895"/>
                <a:gd name="T14" fmla="*/ 325 w 325"/>
                <a:gd name="T15" fmla="*/ 895 h 89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25" h="895">
                  <a:moveTo>
                    <a:pt x="0" y="0"/>
                  </a:moveTo>
                  <a:cubicBezTo>
                    <a:pt x="10" y="49"/>
                    <a:pt x="31" y="188"/>
                    <a:pt x="62" y="297"/>
                  </a:cubicBezTo>
                  <a:cubicBezTo>
                    <a:pt x="93" y="406"/>
                    <a:pt x="140" y="554"/>
                    <a:pt x="184" y="654"/>
                  </a:cubicBezTo>
                  <a:cubicBezTo>
                    <a:pt x="228" y="754"/>
                    <a:pt x="296" y="845"/>
                    <a:pt x="325" y="895"/>
                  </a:cubicBezTo>
                </a:path>
              </a:pathLst>
            </a:cu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6669" name="Line 15"/>
            <p:cNvSpPr>
              <a:spLocks noChangeShapeType="1"/>
            </p:cNvSpPr>
            <p:nvPr/>
          </p:nvSpPr>
          <p:spPr bwMode="auto">
            <a:xfrm flipH="1" flipV="1">
              <a:off x="1231" y="2753"/>
              <a:ext cx="36" cy="108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178192" name="Object 16"/>
          <p:cNvGraphicFramePr>
            <a:graphicFrameLocks noChangeAspect="1"/>
          </p:cNvGraphicFramePr>
          <p:nvPr/>
        </p:nvGraphicFramePr>
        <p:xfrm>
          <a:off x="3001963" y="2967038"/>
          <a:ext cx="914400" cy="369887"/>
        </p:xfrm>
        <a:graphic>
          <a:graphicData uri="http://schemas.openxmlformats.org/presentationml/2006/ole">
            <p:oleObj spid="_x0000_s26674" name="Equation" r:id="rId6" imgW="411466" imgH="182952" progId="Equation.3">
              <p:embed/>
            </p:oleObj>
          </a:graphicData>
        </a:graphic>
      </p:graphicFrame>
      <p:grpSp>
        <p:nvGrpSpPr>
          <p:cNvPr id="4" name="Group 17"/>
          <p:cNvGrpSpPr>
            <a:grpSpLocks/>
          </p:cNvGrpSpPr>
          <p:nvPr/>
        </p:nvGrpSpPr>
        <p:grpSpPr bwMode="auto">
          <a:xfrm>
            <a:off x="1712913" y="2651125"/>
            <a:ext cx="2022475" cy="1333500"/>
            <a:chOff x="1079" y="2194"/>
            <a:chExt cx="1274" cy="840"/>
          </a:xfrm>
        </p:grpSpPr>
        <p:sp>
          <p:nvSpPr>
            <p:cNvPr id="26664" name="Freeform 18"/>
            <p:cNvSpPr>
              <a:spLocks/>
            </p:cNvSpPr>
            <p:nvPr/>
          </p:nvSpPr>
          <p:spPr bwMode="auto">
            <a:xfrm>
              <a:off x="1163" y="2434"/>
              <a:ext cx="925" cy="583"/>
            </a:xfrm>
            <a:custGeom>
              <a:avLst/>
              <a:gdLst>
                <a:gd name="T0" fmla="*/ 0 w 1044"/>
                <a:gd name="T1" fmla="*/ 0 h 680"/>
                <a:gd name="T2" fmla="*/ 65 w 1044"/>
                <a:gd name="T3" fmla="*/ 45 h 680"/>
                <a:gd name="T4" fmla="*/ 132 w 1044"/>
                <a:gd name="T5" fmla="*/ 80 h 680"/>
                <a:gd name="T6" fmla="*/ 193 w 1044"/>
                <a:gd name="T7" fmla="*/ 104 h 680"/>
                <a:gd name="T8" fmla="*/ 265 w 1044"/>
                <a:gd name="T9" fmla="*/ 122 h 680"/>
                <a:gd name="T10" fmla="*/ 262 w 1044"/>
                <a:gd name="T11" fmla="*/ 121 h 68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044"/>
                <a:gd name="T19" fmla="*/ 0 h 680"/>
                <a:gd name="T20" fmla="*/ 1044 w 1044"/>
                <a:gd name="T21" fmla="*/ 680 h 68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044" h="680">
                  <a:moveTo>
                    <a:pt x="0" y="0"/>
                  </a:moveTo>
                  <a:cubicBezTo>
                    <a:pt x="40" y="41"/>
                    <a:pt x="159" y="174"/>
                    <a:pt x="242" y="246"/>
                  </a:cubicBezTo>
                  <a:cubicBezTo>
                    <a:pt x="325" y="318"/>
                    <a:pt x="419" y="382"/>
                    <a:pt x="501" y="435"/>
                  </a:cubicBezTo>
                  <a:cubicBezTo>
                    <a:pt x="583" y="488"/>
                    <a:pt x="651" y="527"/>
                    <a:pt x="734" y="565"/>
                  </a:cubicBezTo>
                  <a:cubicBezTo>
                    <a:pt x="817" y="603"/>
                    <a:pt x="958" y="650"/>
                    <a:pt x="1001" y="665"/>
                  </a:cubicBezTo>
                  <a:cubicBezTo>
                    <a:pt x="1044" y="680"/>
                    <a:pt x="996" y="658"/>
                    <a:pt x="995" y="658"/>
                  </a:cubicBezTo>
                </a:path>
              </a:pathLst>
            </a:custGeom>
            <a:noFill/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6665" name="Text Box 19"/>
            <p:cNvSpPr txBox="1">
              <a:spLocks noChangeArrowheads="1"/>
            </p:cNvSpPr>
            <p:nvPr/>
          </p:nvSpPr>
          <p:spPr bwMode="auto">
            <a:xfrm>
              <a:off x="1079" y="2194"/>
              <a:ext cx="254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000">
                  <a:solidFill>
                    <a:srgbClr val="000404"/>
                  </a:solidFill>
                </a:rPr>
                <a:t>1</a:t>
              </a:r>
            </a:p>
          </p:txBody>
        </p:sp>
        <p:sp>
          <p:nvSpPr>
            <p:cNvPr id="26666" name="Text Box 20"/>
            <p:cNvSpPr txBox="1">
              <a:spLocks noChangeArrowheads="1"/>
            </p:cNvSpPr>
            <p:nvPr/>
          </p:nvSpPr>
          <p:spPr bwMode="auto">
            <a:xfrm>
              <a:off x="2056" y="2784"/>
              <a:ext cx="297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000">
                  <a:solidFill>
                    <a:srgbClr val="000404"/>
                  </a:solidFill>
                </a:rPr>
                <a:t>2</a:t>
              </a:r>
            </a:p>
          </p:txBody>
        </p:sp>
        <p:sp>
          <p:nvSpPr>
            <p:cNvPr id="26667" name="Line 21"/>
            <p:cNvSpPr>
              <a:spLocks noChangeShapeType="1"/>
            </p:cNvSpPr>
            <p:nvPr/>
          </p:nvSpPr>
          <p:spPr bwMode="auto">
            <a:xfrm>
              <a:off x="1590" y="2789"/>
              <a:ext cx="122" cy="73"/>
            </a:xfrm>
            <a:prstGeom prst="line">
              <a:avLst/>
            </a:prstGeom>
            <a:noFill/>
            <a:ln w="57150">
              <a:solidFill>
                <a:srgbClr val="0000FF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" name="Group 22"/>
          <p:cNvGrpSpPr>
            <a:grpSpLocks/>
          </p:cNvGrpSpPr>
          <p:nvPr/>
        </p:nvGrpSpPr>
        <p:grpSpPr bwMode="auto">
          <a:xfrm>
            <a:off x="2011363" y="4233863"/>
            <a:ext cx="1944687" cy="449262"/>
            <a:chOff x="1267" y="3191"/>
            <a:chExt cx="1225" cy="283"/>
          </a:xfrm>
        </p:grpSpPr>
        <p:sp>
          <p:nvSpPr>
            <p:cNvPr id="26661" name="Text Box 23"/>
            <p:cNvSpPr txBox="1">
              <a:spLocks noChangeArrowheads="1"/>
            </p:cNvSpPr>
            <p:nvPr/>
          </p:nvSpPr>
          <p:spPr bwMode="auto">
            <a:xfrm>
              <a:off x="1267" y="3202"/>
              <a:ext cx="297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000">
                  <a:solidFill>
                    <a:srgbClr val="000404"/>
                  </a:solidFill>
                </a:rPr>
                <a:t>4</a:t>
              </a:r>
            </a:p>
          </p:txBody>
        </p:sp>
        <p:sp>
          <p:nvSpPr>
            <p:cNvPr id="26662" name="Freeform 24"/>
            <p:cNvSpPr>
              <a:spLocks/>
            </p:cNvSpPr>
            <p:nvPr/>
          </p:nvSpPr>
          <p:spPr bwMode="auto">
            <a:xfrm>
              <a:off x="1452" y="3191"/>
              <a:ext cx="1040" cy="283"/>
            </a:xfrm>
            <a:custGeom>
              <a:avLst/>
              <a:gdLst>
                <a:gd name="T0" fmla="*/ 0 w 1175"/>
                <a:gd name="T1" fmla="*/ 0 h 330"/>
                <a:gd name="T2" fmla="*/ 48 w 1175"/>
                <a:gd name="T3" fmla="*/ 15 h 330"/>
                <a:gd name="T4" fmla="*/ 124 w 1175"/>
                <a:gd name="T5" fmla="*/ 38 h 330"/>
                <a:gd name="T6" fmla="*/ 227 w 1175"/>
                <a:gd name="T7" fmla="*/ 54 h 330"/>
                <a:gd name="T8" fmla="*/ 307 w 1175"/>
                <a:gd name="T9" fmla="*/ 60 h 3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5"/>
                <a:gd name="T16" fmla="*/ 0 h 330"/>
                <a:gd name="T17" fmla="*/ 1175 w 1175"/>
                <a:gd name="T18" fmla="*/ 330 h 3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5" h="330">
                  <a:moveTo>
                    <a:pt x="0" y="0"/>
                  </a:moveTo>
                  <a:cubicBezTo>
                    <a:pt x="30" y="14"/>
                    <a:pt x="102" y="53"/>
                    <a:pt x="181" y="87"/>
                  </a:cubicBezTo>
                  <a:cubicBezTo>
                    <a:pt x="260" y="121"/>
                    <a:pt x="359" y="170"/>
                    <a:pt x="473" y="204"/>
                  </a:cubicBezTo>
                  <a:cubicBezTo>
                    <a:pt x="587" y="238"/>
                    <a:pt x="749" y="272"/>
                    <a:pt x="866" y="293"/>
                  </a:cubicBezTo>
                  <a:cubicBezTo>
                    <a:pt x="983" y="314"/>
                    <a:pt x="1111" y="322"/>
                    <a:pt x="1175" y="330"/>
                  </a:cubicBezTo>
                </a:path>
              </a:pathLst>
            </a:custGeom>
            <a:noFill/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6663" name="Line 25"/>
            <p:cNvSpPr>
              <a:spLocks noChangeShapeType="1"/>
            </p:cNvSpPr>
            <p:nvPr/>
          </p:nvSpPr>
          <p:spPr bwMode="auto">
            <a:xfrm flipH="1" flipV="1">
              <a:off x="1710" y="3306"/>
              <a:ext cx="109" cy="36"/>
            </a:xfrm>
            <a:prstGeom prst="line">
              <a:avLst/>
            </a:prstGeom>
            <a:noFill/>
            <a:ln w="57150">
              <a:solidFill>
                <a:srgbClr val="0000FF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6" name="Group 26"/>
          <p:cNvGrpSpPr>
            <a:grpSpLocks/>
          </p:cNvGrpSpPr>
          <p:nvPr/>
        </p:nvGrpSpPr>
        <p:grpSpPr bwMode="auto">
          <a:xfrm>
            <a:off x="3248025" y="3932238"/>
            <a:ext cx="1095375" cy="835025"/>
            <a:chOff x="2046" y="3001"/>
            <a:chExt cx="690" cy="526"/>
          </a:xfrm>
        </p:grpSpPr>
        <p:sp>
          <p:nvSpPr>
            <p:cNvPr id="26658" name="Text Box 27"/>
            <p:cNvSpPr txBox="1">
              <a:spLocks noChangeArrowheads="1"/>
            </p:cNvSpPr>
            <p:nvPr/>
          </p:nvSpPr>
          <p:spPr bwMode="auto">
            <a:xfrm>
              <a:off x="2481" y="3277"/>
              <a:ext cx="255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000">
                  <a:solidFill>
                    <a:srgbClr val="000404"/>
                  </a:solidFill>
                </a:rPr>
                <a:t>3</a:t>
              </a:r>
            </a:p>
          </p:txBody>
        </p:sp>
        <p:sp>
          <p:nvSpPr>
            <p:cNvPr id="26659" name="Freeform 28"/>
            <p:cNvSpPr>
              <a:spLocks/>
            </p:cNvSpPr>
            <p:nvPr/>
          </p:nvSpPr>
          <p:spPr bwMode="auto">
            <a:xfrm>
              <a:off x="2046" y="3001"/>
              <a:ext cx="429" cy="473"/>
            </a:xfrm>
            <a:custGeom>
              <a:avLst/>
              <a:gdLst>
                <a:gd name="T0" fmla="*/ 0 w 484"/>
                <a:gd name="T1" fmla="*/ 0 h 552"/>
                <a:gd name="T2" fmla="*/ 56 w 484"/>
                <a:gd name="T3" fmla="*/ 57 h 552"/>
                <a:gd name="T4" fmla="*/ 128 w 484"/>
                <a:gd name="T5" fmla="*/ 100 h 552"/>
                <a:gd name="T6" fmla="*/ 0 60000 65536"/>
                <a:gd name="T7" fmla="*/ 0 60000 65536"/>
                <a:gd name="T8" fmla="*/ 0 60000 65536"/>
                <a:gd name="T9" fmla="*/ 0 w 484"/>
                <a:gd name="T10" fmla="*/ 0 h 552"/>
                <a:gd name="T11" fmla="*/ 484 w 484"/>
                <a:gd name="T12" fmla="*/ 552 h 55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4" h="552">
                  <a:moveTo>
                    <a:pt x="0" y="0"/>
                  </a:moveTo>
                  <a:cubicBezTo>
                    <a:pt x="35" y="51"/>
                    <a:pt x="129" y="217"/>
                    <a:pt x="210" y="309"/>
                  </a:cubicBezTo>
                  <a:cubicBezTo>
                    <a:pt x="291" y="401"/>
                    <a:pt x="427" y="501"/>
                    <a:pt x="484" y="552"/>
                  </a:cubicBezTo>
                </a:path>
              </a:pathLst>
            </a:cu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6660" name="Line 29"/>
            <p:cNvSpPr>
              <a:spLocks noChangeShapeType="1"/>
            </p:cNvSpPr>
            <p:nvPr/>
          </p:nvSpPr>
          <p:spPr bwMode="auto">
            <a:xfrm>
              <a:off x="2179" y="3200"/>
              <a:ext cx="78" cy="98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78206" name="Text Box 30"/>
          <p:cNvSpPr txBox="1">
            <a:spLocks noChangeArrowheads="1"/>
          </p:cNvSpPr>
          <p:nvPr/>
        </p:nvSpPr>
        <p:spPr bwMode="auto">
          <a:xfrm>
            <a:off x="3078163" y="4605338"/>
            <a:ext cx="4222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CN" sz="2000" i="1">
                <a:solidFill>
                  <a:srgbClr val="000404"/>
                </a:solidFill>
                <a:ea typeface="楷体_GB2312" pitchFamily="49" charset="-122"/>
              </a:rPr>
              <a:t>T</a:t>
            </a:r>
            <a:r>
              <a:rPr kumimoji="1" lang="en-US" altLang="zh-CN" sz="2000" baseline="-25000">
                <a:solidFill>
                  <a:srgbClr val="000404"/>
                </a:solidFill>
                <a:ea typeface="楷体_GB2312" pitchFamily="49" charset="-122"/>
              </a:rPr>
              <a:t>2</a:t>
            </a:r>
            <a:endParaRPr kumimoji="1" lang="en-US" altLang="zh-CN" sz="2000">
              <a:solidFill>
                <a:srgbClr val="000404"/>
              </a:solidFill>
              <a:ea typeface="楷体_GB2312" pitchFamily="49" charset="-122"/>
            </a:endParaRPr>
          </a:p>
        </p:txBody>
      </p:sp>
      <p:sp>
        <p:nvSpPr>
          <p:cNvPr id="178207" name="Text Box 31"/>
          <p:cNvSpPr txBox="1">
            <a:spLocks noChangeArrowheads="1"/>
          </p:cNvSpPr>
          <p:nvPr/>
        </p:nvSpPr>
        <p:spPr bwMode="auto">
          <a:xfrm>
            <a:off x="2239963" y="3032125"/>
            <a:ext cx="4222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CN" sz="2000" i="1">
                <a:solidFill>
                  <a:srgbClr val="000404"/>
                </a:solidFill>
                <a:ea typeface="楷体_GB2312" pitchFamily="49" charset="-122"/>
              </a:rPr>
              <a:t>T</a:t>
            </a:r>
            <a:r>
              <a:rPr kumimoji="1" lang="en-US" altLang="zh-CN" sz="2000" baseline="-25000">
                <a:solidFill>
                  <a:srgbClr val="000404"/>
                </a:solidFill>
                <a:ea typeface="楷体_GB2312" pitchFamily="49" charset="-122"/>
              </a:rPr>
              <a:t>1</a:t>
            </a:r>
            <a:endParaRPr kumimoji="1" lang="en-US" altLang="zh-CN" sz="2000">
              <a:solidFill>
                <a:srgbClr val="000404"/>
              </a:solidFill>
              <a:ea typeface="楷体_GB2312" pitchFamily="49" charset="-122"/>
            </a:endParaRPr>
          </a:p>
        </p:txBody>
      </p:sp>
      <p:sp>
        <p:nvSpPr>
          <p:cNvPr id="48" name="Oval 3"/>
          <p:cNvSpPr>
            <a:spLocks noChangeArrowheads="1"/>
          </p:cNvSpPr>
          <p:nvPr/>
        </p:nvSpPr>
        <p:spPr bwMode="auto">
          <a:xfrm>
            <a:off x="5219353" y="3470399"/>
            <a:ext cx="1728787" cy="803275"/>
          </a:xfrm>
          <a:prstGeom prst="ellipse">
            <a:avLst/>
          </a:prstGeom>
          <a:noFill/>
          <a:ln w="19050">
            <a:solidFill>
              <a:srgbClr val="CC6600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en-US" sz="1800" b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49" name="Text Box 4">
            <a:hlinkClick r:id="rId7" action="ppaction://hlinkfile"/>
          </p:cNvPr>
          <p:cNvSpPr txBox="1">
            <a:spLocks noChangeArrowheads="1"/>
          </p:cNvSpPr>
          <p:nvPr/>
        </p:nvSpPr>
        <p:spPr bwMode="auto">
          <a:xfrm>
            <a:off x="5492403" y="3614862"/>
            <a:ext cx="1166812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dirty="0">
                <a:solidFill>
                  <a:srgbClr val="333333"/>
                </a:solidFill>
              </a:rPr>
              <a:t>热机</a:t>
            </a:r>
          </a:p>
        </p:txBody>
      </p:sp>
      <p:grpSp>
        <p:nvGrpSpPr>
          <p:cNvPr id="50" name="Group 9"/>
          <p:cNvGrpSpPr>
            <a:grpSpLocks/>
          </p:cNvGrpSpPr>
          <p:nvPr/>
        </p:nvGrpSpPr>
        <p:grpSpPr bwMode="auto">
          <a:xfrm>
            <a:off x="5214590" y="2349624"/>
            <a:ext cx="2057400" cy="588963"/>
            <a:chOff x="3648" y="864"/>
            <a:chExt cx="1296" cy="371"/>
          </a:xfrm>
        </p:grpSpPr>
        <p:sp>
          <p:nvSpPr>
            <p:cNvPr id="51" name="Rectangle 10"/>
            <p:cNvSpPr>
              <a:spLocks noChangeArrowheads="1"/>
            </p:cNvSpPr>
            <p:nvPr/>
          </p:nvSpPr>
          <p:spPr bwMode="auto">
            <a:xfrm>
              <a:off x="3648" y="864"/>
              <a:ext cx="1152" cy="336"/>
            </a:xfrm>
            <a:prstGeom prst="rect">
              <a:avLst/>
            </a:prstGeom>
            <a:solidFill>
              <a:srgbClr val="FDE3F0"/>
            </a:solidFill>
            <a:ln w="19050">
              <a:solidFill>
                <a:srgbClr val="CC00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52" name="Text Box 11"/>
            <p:cNvSpPr txBox="1">
              <a:spLocks noChangeArrowheads="1"/>
            </p:cNvSpPr>
            <p:nvPr/>
          </p:nvSpPr>
          <p:spPr bwMode="auto">
            <a:xfrm>
              <a:off x="3696" y="870"/>
              <a:ext cx="1248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>
                  <a:solidFill>
                    <a:srgbClr val="333333"/>
                  </a:solidFill>
                </a:rPr>
                <a:t>高温热源</a:t>
              </a:r>
              <a:endParaRPr kumimoji="1" lang="zh-CN" altLang="en-US">
                <a:solidFill>
                  <a:srgbClr val="333333"/>
                </a:solidFill>
                <a:ea typeface="楷体_GB2312" pitchFamily="49" charset="-122"/>
              </a:endParaRPr>
            </a:p>
          </p:txBody>
        </p:sp>
      </p:grpSp>
      <p:sp>
        <p:nvSpPr>
          <p:cNvPr id="53" name="Text Box 14"/>
          <p:cNvSpPr txBox="1">
            <a:spLocks noChangeArrowheads="1"/>
          </p:cNvSpPr>
          <p:nvPr/>
        </p:nvSpPr>
        <p:spPr bwMode="auto">
          <a:xfrm>
            <a:off x="5138390" y="4784997"/>
            <a:ext cx="1981200" cy="58896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>
                <a:solidFill>
                  <a:srgbClr val="333333"/>
                </a:solidFill>
              </a:rPr>
              <a:t>低温热源</a:t>
            </a:r>
          </a:p>
        </p:txBody>
      </p:sp>
      <p:grpSp>
        <p:nvGrpSpPr>
          <p:cNvPr id="54" name="Group 15"/>
          <p:cNvGrpSpPr>
            <a:grpSpLocks/>
          </p:cNvGrpSpPr>
          <p:nvPr/>
        </p:nvGrpSpPr>
        <p:grpSpPr bwMode="auto">
          <a:xfrm>
            <a:off x="5900390" y="2863974"/>
            <a:ext cx="819150" cy="838200"/>
            <a:chOff x="4080" y="1152"/>
            <a:chExt cx="516" cy="528"/>
          </a:xfrm>
        </p:grpSpPr>
        <p:sp>
          <p:nvSpPr>
            <p:cNvPr id="55" name="AutoShape 16"/>
            <p:cNvSpPr>
              <a:spLocks noChangeArrowheads="1"/>
            </p:cNvSpPr>
            <p:nvPr/>
          </p:nvSpPr>
          <p:spPr bwMode="auto">
            <a:xfrm>
              <a:off x="4080" y="1152"/>
              <a:ext cx="144" cy="528"/>
            </a:xfrm>
            <a:prstGeom prst="downArrow">
              <a:avLst>
                <a:gd name="adj1" fmla="val 40000"/>
                <a:gd name="adj2" fmla="val 146921"/>
              </a:avLst>
            </a:prstGeom>
            <a:solidFill>
              <a:srgbClr val="FFCCCC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vert="eaVert"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</a:endParaRPr>
            </a:p>
          </p:txBody>
        </p:sp>
        <p:graphicFrame>
          <p:nvGraphicFramePr>
            <p:cNvPr id="56" name="Object 17"/>
            <p:cNvGraphicFramePr>
              <a:graphicFrameLocks noChangeAspect="1"/>
            </p:cNvGraphicFramePr>
            <p:nvPr/>
          </p:nvGraphicFramePr>
          <p:xfrm>
            <a:off x="4224" y="1152"/>
            <a:ext cx="372" cy="436"/>
          </p:xfrm>
          <a:graphic>
            <a:graphicData uri="http://schemas.openxmlformats.org/presentationml/2006/ole">
              <p:oleObj spid="_x0000_s26675" name="公式" r:id="rId8" imgW="139579" imgH="164957" progId="Equation.3">
                <p:embed/>
              </p:oleObj>
            </a:graphicData>
          </a:graphic>
        </p:graphicFrame>
      </p:grpSp>
      <p:grpSp>
        <p:nvGrpSpPr>
          <p:cNvPr id="57" name="Group 48"/>
          <p:cNvGrpSpPr>
            <a:grpSpLocks/>
          </p:cNvGrpSpPr>
          <p:nvPr/>
        </p:nvGrpSpPr>
        <p:grpSpPr bwMode="auto">
          <a:xfrm>
            <a:off x="5933728" y="4102224"/>
            <a:ext cx="860425" cy="762000"/>
            <a:chOff x="4101" y="1968"/>
            <a:chExt cx="542" cy="480"/>
          </a:xfrm>
        </p:grpSpPr>
        <p:sp>
          <p:nvSpPr>
            <p:cNvPr id="58" name="AutoShape 19"/>
            <p:cNvSpPr>
              <a:spLocks noChangeArrowheads="1"/>
            </p:cNvSpPr>
            <p:nvPr/>
          </p:nvSpPr>
          <p:spPr bwMode="auto">
            <a:xfrm>
              <a:off x="4101" y="1968"/>
              <a:ext cx="144" cy="480"/>
            </a:xfrm>
            <a:prstGeom prst="downArrow">
              <a:avLst>
                <a:gd name="adj1" fmla="val 35417"/>
                <a:gd name="adj2" fmla="val 138889"/>
              </a:avLst>
            </a:prstGeom>
            <a:solidFill>
              <a:srgbClr val="CCECFF"/>
            </a:solidFill>
            <a:ln w="19050">
              <a:solidFill>
                <a:srgbClr val="0000FF"/>
              </a:solidFill>
              <a:miter lim="800000"/>
              <a:headEnd/>
              <a:tailEnd/>
            </a:ln>
          </p:spPr>
          <p:txBody>
            <a:bodyPr vert="eaVert"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</a:endParaRPr>
            </a:p>
          </p:txBody>
        </p:sp>
        <p:graphicFrame>
          <p:nvGraphicFramePr>
            <p:cNvPr id="59" name="Object 20"/>
            <p:cNvGraphicFramePr>
              <a:graphicFrameLocks noChangeAspect="1"/>
            </p:cNvGraphicFramePr>
            <p:nvPr/>
          </p:nvGraphicFramePr>
          <p:xfrm>
            <a:off x="4242" y="1968"/>
            <a:ext cx="401" cy="435"/>
          </p:xfrm>
          <a:graphic>
            <a:graphicData uri="http://schemas.openxmlformats.org/presentationml/2006/ole">
              <p:oleObj spid="_x0000_s26676" name="公式" r:id="rId9" imgW="152268" imgH="164957" progId="Equation.3">
                <p:embed/>
              </p:oleObj>
            </a:graphicData>
          </a:graphic>
        </p:graphicFrame>
      </p:grpSp>
      <p:grpSp>
        <p:nvGrpSpPr>
          <p:cNvPr id="60" name="Group 21"/>
          <p:cNvGrpSpPr>
            <a:grpSpLocks/>
          </p:cNvGrpSpPr>
          <p:nvPr/>
        </p:nvGrpSpPr>
        <p:grpSpPr bwMode="auto">
          <a:xfrm>
            <a:off x="6732240" y="3645024"/>
            <a:ext cx="1295400" cy="414338"/>
            <a:chOff x="4560" y="1738"/>
            <a:chExt cx="816" cy="261"/>
          </a:xfrm>
        </p:grpSpPr>
        <p:sp>
          <p:nvSpPr>
            <p:cNvPr id="61" name="AutoShape 22"/>
            <p:cNvSpPr>
              <a:spLocks noChangeArrowheads="1"/>
            </p:cNvSpPr>
            <p:nvPr/>
          </p:nvSpPr>
          <p:spPr bwMode="auto">
            <a:xfrm>
              <a:off x="4560" y="1818"/>
              <a:ext cx="528" cy="102"/>
            </a:xfrm>
            <a:prstGeom prst="rightArrow">
              <a:avLst>
                <a:gd name="adj1" fmla="val 58667"/>
                <a:gd name="adj2" fmla="val 189205"/>
              </a:avLst>
            </a:prstGeom>
            <a:solidFill>
              <a:schemeClr val="accent1"/>
            </a:solidFill>
            <a:ln w="19050">
              <a:solidFill>
                <a:srgbClr val="CC66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</a:endParaRPr>
            </a:p>
          </p:txBody>
        </p:sp>
        <p:graphicFrame>
          <p:nvGraphicFramePr>
            <p:cNvPr id="62" name="Object 23"/>
            <p:cNvGraphicFramePr>
              <a:graphicFrameLocks noChangeAspect="1"/>
            </p:cNvGraphicFramePr>
            <p:nvPr/>
          </p:nvGraphicFramePr>
          <p:xfrm>
            <a:off x="5088" y="1738"/>
            <a:ext cx="288" cy="261"/>
          </p:xfrm>
          <a:graphic>
            <a:graphicData uri="http://schemas.openxmlformats.org/presentationml/2006/ole">
              <p:oleObj spid="_x0000_s26677" name="Equation" r:id="rId10" imgW="266469" imgH="241091" progId="Equation.3">
                <p:embed/>
              </p:oleObj>
            </a:graphicData>
          </a:graphic>
        </p:graphicFrame>
      </p:grpSp>
      <p:sp>
        <p:nvSpPr>
          <p:cNvPr id="63" name="灯片编号占位符 54"/>
          <p:cNvSpPr txBox="1">
            <a:spLocks/>
          </p:cNvSpPr>
          <p:nvPr/>
        </p:nvSpPr>
        <p:spPr bwMode="auto">
          <a:xfrm>
            <a:off x="7308304" y="65722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443EE585-B32A-4C60-B717-0FCF3CE634DB}" type="slidenum">
              <a:rPr lang="en-US" altLang="zh-CN" sz="1400" b="0" kern="0" smtClean="0">
                <a:solidFill>
                  <a:sysClr val="windowText" lastClr="000000"/>
                </a:solidFill>
                <a:ea typeface="宋体" pitchFamily="2" charset="-122"/>
                <a:cs typeface="Times New Roman" pitchFamily="18" charset="0"/>
              </a:rPr>
              <a:pPr algn="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20</a:t>
            </a:fld>
            <a:endParaRPr lang="en-US" altLang="zh-CN" sz="1400" b="0" kern="0" dirty="0">
              <a:solidFill>
                <a:sysClr val="windowText" lastClr="000000"/>
              </a:solidFill>
              <a:ea typeface="宋体" pitchFamily="2" charset="-122"/>
              <a:cs typeface="Times New Roman" pitchFamily="18" charset="0"/>
            </a:endParaRPr>
          </a:p>
        </p:txBody>
      </p:sp>
    </p:spTree>
  </p:cSld>
  <p:clrMapOvr>
    <a:masterClrMapping/>
  </p:clrMapOvr>
  <p:transition spd="slow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8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8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78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8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78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8187" grpId="0" animBg="1"/>
      <p:bldP spid="178188" grpId="0" autoUpdateAnimBg="0"/>
      <p:bldP spid="178206" grpId="0" autoUpdateAnimBg="0"/>
      <p:bldP spid="178207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382" name="Text Box 118"/>
          <p:cNvSpPr txBox="1">
            <a:spLocks noChangeArrowheads="1"/>
          </p:cNvSpPr>
          <p:nvPr/>
        </p:nvSpPr>
        <p:spPr bwMode="auto">
          <a:xfrm>
            <a:off x="323528" y="1161550"/>
            <a:ext cx="4681537" cy="1808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</a:pPr>
            <a:r>
              <a:rPr kumimoji="1" lang="en-US" altLang="zh-CN" dirty="0">
                <a:solidFill>
                  <a:srgbClr val="000404"/>
                </a:solidFill>
              </a:rPr>
              <a:t>1</a:t>
            </a:r>
            <a:r>
              <a:rPr kumimoji="1" lang="en-US" altLang="zh-CN" dirty="0">
                <a:solidFill>
                  <a:srgbClr val="000404"/>
                </a:solidFill>
                <a:sym typeface="Symbol" pitchFamily="18" charset="2"/>
              </a:rPr>
              <a:t></a:t>
            </a:r>
            <a:r>
              <a:rPr kumimoji="1" lang="en-US" altLang="zh-CN" dirty="0">
                <a:solidFill>
                  <a:srgbClr val="000404"/>
                </a:solidFill>
              </a:rPr>
              <a:t>2 </a:t>
            </a:r>
            <a:r>
              <a:rPr kumimoji="1" lang="zh-CN" altLang="en-US" dirty="0">
                <a:solidFill>
                  <a:srgbClr val="000404"/>
                </a:solidFill>
              </a:rPr>
              <a:t>工质接触高温热源</a:t>
            </a:r>
            <a:r>
              <a:rPr kumimoji="1" lang="en-US" altLang="zh-CN" i="1" dirty="0">
                <a:solidFill>
                  <a:srgbClr val="000404"/>
                </a:solidFill>
              </a:rPr>
              <a:t>T</a:t>
            </a:r>
            <a:r>
              <a:rPr kumimoji="1" lang="en-US" altLang="zh-CN" baseline="-25000" dirty="0">
                <a:solidFill>
                  <a:srgbClr val="000404"/>
                </a:solidFill>
              </a:rPr>
              <a:t>1</a:t>
            </a:r>
            <a:r>
              <a:rPr kumimoji="1" lang="en-US" altLang="zh-CN" dirty="0">
                <a:solidFill>
                  <a:srgbClr val="000404"/>
                </a:solidFill>
              </a:rPr>
              <a:t>, </a:t>
            </a:r>
            <a:r>
              <a:rPr kumimoji="1" lang="zh-CN" altLang="en-US" dirty="0">
                <a:solidFill>
                  <a:srgbClr val="000404"/>
                </a:solidFill>
              </a:rPr>
              <a:t>温度不变</a:t>
            </a:r>
            <a:r>
              <a:rPr kumimoji="1" lang="en-US" altLang="zh-CN" dirty="0">
                <a:solidFill>
                  <a:srgbClr val="000404"/>
                </a:solidFill>
              </a:rPr>
              <a:t>,</a:t>
            </a:r>
            <a:r>
              <a:rPr kumimoji="1" lang="zh-CN" altLang="en-US" dirty="0">
                <a:solidFill>
                  <a:srgbClr val="000404"/>
                </a:solidFill>
              </a:rPr>
              <a:t>体积</a:t>
            </a:r>
            <a:r>
              <a:rPr kumimoji="1" lang="en-US" altLang="zh-CN" i="1" dirty="0">
                <a:solidFill>
                  <a:srgbClr val="000404"/>
                </a:solidFill>
              </a:rPr>
              <a:t>V</a:t>
            </a:r>
            <a:r>
              <a:rPr kumimoji="1" lang="en-US" altLang="zh-CN" baseline="-25000" dirty="0">
                <a:solidFill>
                  <a:srgbClr val="000404"/>
                </a:solidFill>
              </a:rPr>
              <a:t>1</a:t>
            </a:r>
            <a:r>
              <a:rPr kumimoji="1" lang="en-US" altLang="zh-CN" dirty="0">
                <a:solidFill>
                  <a:srgbClr val="000404"/>
                </a:solidFill>
              </a:rPr>
              <a:t>→</a:t>
            </a:r>
            <a:r>
              <a:rPr kumimoji="1" lang="en-US" altLang="zh-CN" i="1" dirty="0">
                <a:solidFill>
                  <a:srgbClr val="000404"/>
                </a:solidFill>
              </a:rPr>
              <a:t>V</a:t>
            </a:r>
            <a:r>
              <a:rPr kumimoji="1" lang="en-US" altLang="zh-CN" baseline="-25000" dirty="0">
                <a:solidFill>
                  <a:srgbClr val="000404"/>
                </a:solidFill>
              </a:rPr>
              <a:t>2</a:t>
            </a:r>
            <a:r>
              <a:rPr kumimoji="1" lang="zh-CN" altLang="en-US" dirty="0">
                <a:solidFill>
                  <a:srgbClr val="CC0000"/>
                </a:solidFill>
              </a:rPr>
              <a:t>等温膨胀</a:t>
            </a:r>
            <a:r>
              <a:rPr kumimoji="1" lang="zh-CN" altLang="en-US" dirty="0">
                <a:solidFill>
                  <a:srgbClr val="000404"/>
                </a:solidFill>
              </a:rPr>
              <a:t>。</a:t>
            </a:r>
          </a:p>
        </p:txBody>
      </p:sp>
      <p:graphicFrame>
        <p:nvGraphicFramePr>
          <p:cNvPr id="139383" name="Object 119"/>
          <p:cNvGraphicFramePr>
            <a:graphicFrameLocks noChangeAspect="1"/>
          </p:cNvGraphicFramePr>
          <p:nvPr/>
        </p:nvGraphicFramePr>
        <p:xfrm>
          <a:off x="1475655" y="2996952"/>
          <a:ext cx="2863187" cy="1152128"/>
        </p:xfrm>
        <a:graphic>
          <a:graphicData uri="http://schemas.openxmlformats.org/presentationml/2006/ole">
            <p:oleObj spid="_x0000_s27680" name="公式" r:id="rId3" imgW="20962532" imgH="8282952" progId="Equation.DSMT4">
              <p:embed/>
            </p:oleObj>
          </a:graphicData>
        </a:graphic>
      </p:graphicFrame>
      <p:sp>
        <p:nvSpPr>
          <p:cNvPr id="139384" name="Text Box 120"/>
          <p:cNvSpPr txBox="1">
            <a:spLocks noChangeArrowheads="1"/>
          </p:cNvSpPr>
          <p:nvPr/>
        </p:nvSpPr>
        <p:spPr bwMode="auto">
          <a:xfrm>
            <a:off x="179512" y="260648"/>
            <a:ext cx="5688013" cy="585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dirty="0">
                <a:solidFill>
                  <a:srgbClr val="FF3300"/>
                </a:solidFill>
              </a:rPr>
              <a:t>（二）卡诺循环热机效率</a:t>
            </a:r>
          </a:p>
        </p:txBody>
      </p:sp>
      <p:sp>
        <p:nvSpPr>
          <p:cNvPr id="139385" name="Text Box 121"/>
          <p:cNvSpPr txBox="1">
            <a:spLocks noChangeArrowheads="1"/>
          </p:cNvSpPr>
          <p:nvPr/>
        </p:nvSpPr>
        <p:spPr bwMode="auto">
          <a:xfrm>
            <a:off x="323528" y="3193405"/>
            <a:ext cx="2087562" cy="6267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</a:pPr>
            <a:r>
              <a:rPr kumimoji="1" lang="zh-CN" altLang="en-US" dirty="0" smtClean="0">
                <a:solidFill>
                  <a:srgbClr val="000404"/>
                </a:solidFill>
              </a:rPr>
              <a:t>吸热</a:t>
            </a:r>
            <a:endParaRPr kumimoji="1" lang="zh-CN" altLang="en-US" dirty="0">
              <a:solidFill>
                <a:srgbClr val="000404"/>
              </a:solidFill>
            </a:endParaRPr>
          </a:p>
        </p:txBody>
      </p:sp>
      <p:sp>
        <p:nvSpPr>
          <p:cNvPr id="139386" name="Text Box 122"/>
          <p:cNvSpPr txBox="1">
            <a:spLocks noChangeArrowheads="1"/>
          </p:cNvSpPr>
          <p:nvPr/>
        </p:nvSpPr>
        <p:spPr bwMode="auto">
          <a:xfrm>
            <a:off x="467221" y="4515615"/>
            <a:ext cx="4968875" cy="1217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</a:pPr>
            <a:r>
              <a:rPr kumimoji="1" lang="en-US" altLang="zh-CN" dirty="0">
                <a:solidFill>
                  <a:srgbClr val="000404"/>
                </a:solidFill>
              </a:rPr>
              <a:t>2</a:t>
            </a:r>
            <a:r>
              <a:rPr kumimoji="1" lang="en-US" altLang="zh-CN" dirty="0">
                <a:solidFill>
                  <a:srgbClr val="000404"/>
                </a:solidFill>
                <a:sym typeface="Symbol" pitchFamily="18" charset="2"/>
              </a:rPr>
              <a:t>3 </a:t>
            </a:r>
            <a:r>
              <a:rPr kumimoji="1" lang="zh-CN" altLang="en-US" dirty="0">
                <a:solidFill>
                  <a:srgbClr val="000404"/>
                </a:solidFill>
              </a:rPr>
              <a:t>体积</a:t>
            </a:r>
            <a:r>
              <a:rPr kumimoji="1" lang="en-US" altLang="zh-CN" i="1" dirty="0">
                <a:solidFill>
                  <a:srgbClr val="000404"/>
                </a:solidFill>
              </a:rPr>
              <a:t>V</a:t>
            </a:r>
            <a:r>
              <a:rPr kumimoji="1" lang="en-US" altLang="zh-CN" baseline="-25000" dirty="0">
                <a:solidFill>
                  <a:srgbClr val="000404"/>
                </a:solidFill>
              </a:rPr>
              <a:t>2 </a:t>
            </a:r>
            <a:r>
              <a:rPr kumimoji="1" lang="en-US" altLang="zh-CN" dirty="0">
                <a:solidFill>
                  <a:srgbClr val="000404"/>
                </a:solidFill>
              </a:rPr>
              <a:t>→</a:t>
            </a:r>
            <a:r>
              <a:rPr kumimoji="1" lang="en-US" altLang="zh-CN" i="1" dirty="0">
                <a:solidFill>
                  <a:srgbClr val="000404"/>
                </a:solidFill>
              </a:rPr>
              <a:t>V</a:t>
            </a:r>
            <a:r>
              <a:rPr kumimoji="1" lang="en-US" altLang="zh-CN" baseline="-25000" dirty="0">
                <a:solidFill>
                  <a:srgbClr val="000404"/>
                </a:solidFill>
              </a:rPr>
              <a:t>3</a:t>
            </a:r>
            <a:r>
              <a:rPr kumimoji="1" lang="en-US" altLang="zh-CN" dirty="0">
                <a:solidFill>
                  <a:srgbClr val="000404"/>
                </a:solidFill>
              </a:rPr>
              <a:t>, </a:t>
            </a:r>
            <a:r>
              <a:rPr kumimoji="1" lang="zh-CN" altLang="en-US" dirty="0">
                <a:solidFill>
                  <a:srgbClr val="CC0000"/>
                </a:solidFill>
              </a:rPr>
              <a:t>绝热膨胀</a:t>
            </a:r>
            <a:r>
              <a:rPr kumimoji="1" lang="en-US" altLang="zh-CN" dirty="0">
                <a:solidFill>
                  <a:srgbClr val="000404"/>
                </a:solidFill>
              </a:rPr>
              <a:t>, </a:t>
            </a:r>
            <a:r>
              <a:rPr kumimoji="1" lang="zh-CN" altLang="en-US" dirty="0">
                <a:solidFill>
                  <a:srgbClr val="000404"/>
                </a:solidFill>
              </a:rPr>
              <a:t>吸热为零</a:t>
            </a:r>
            <a:r>
              <a:rPr kumimoji="1" lang="en-US" altLang="zh-CN" dirty="0">
                <a:solidFill>
                  <a:srgbClr val="000404"/>
                </a:solidFill>
              </a:rPr>
              <a:t> </a:t>
            </a:r>
            <a:r>
              <a:rPr kumimoji="1" lang="zh-CN" altLang="en-US" dirty="0">
                <a:solidFill>
                  <a:srgbClr val="000404"/>
                </a:solidFill>
              </a:rPr>
              <a:t>。</a:t>
            </a:r>
          </a:p>
        </p:txBody>
      </p:sp>
      <p:grpSp>
        <p:nvGrpSpPr>
          <p:cNvPr id="2" name="Group 124"/>
          <p:cNvGrpSpPr>
            <a:grpSpLocks/>
          </p:cNvGrpSpPr>
          <p:nvPr/>
        </p:nvGrpSpPr>
        <p:grpSpPr bwMode="auto">
          <a:xfrm>
            <a:off x="5508104" y="1811338"/>
            <a:ext cx="3622675" cy="3273425"/>
            <a:chOff x="3385" y="642"/>
            <a:chExt cx="2282" cy="2062"/>
          </a:xfrm>
        </p:grpSpPr>
        <p:sp>
          <p:nvSpPr>
            <p:cNvPr id="27661" name="Line 125"/>
            <p:cNvSpPr>
              <a:spLocks noChangeShapeType="1"/>
            </p:cNvSpPr>
            <p:nvPr/>
          </p:nvSpPr>
          <p:spPr bwMode="auto">
            <a:xfrm flipV="1">
              <a:off x="3686" y="699"/>
              <a:ext cx="7" cy="1760"/>
            </a:xfrm>
            <a:prstGeom prst="line">
              <a:avLst/>
            </a:prstGeom>
            <a:noFill/>
            <a:ln w="28575">
              <a:solidFill>
                <a:srgbClr val="000404"/>
              </a:solidFill>
              <a:round/>
              <a:headEnd/>
              <a:tailEnd type="stealth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62" name="Freeform 126" descr="浅色下对角线"/>
            <p:cNvSpPr>
              <a:spLocks/>
            </p:cNvSpPr>
            <p:nvPr/>
          </p:nvSpPr>
          <p:spPr bwMode="auto">
            <a:xfrm>
              <a:off x="3933" y="1101"/>
              <a:ext cx="1297" cy="1045"/>
            </a:xfrm>
            <a:custGeom>
              <a:avLst/>
              <a:gdLst>
                <a:gd name="T0" fmla="*/ 6 w 1465"/>
                <a:gd name="T1" fmla="*/ 9 h 1219"/>
                <a:gd name="T2" fmla="*/ 14 w 1465"/>
                <a:gd name="T3" fmla="*/ 45 h 1219"/>
                <a:gd name="T4" fmla="*/ 27 w 1465"/>
                <a:gd name="T5" fmla="*/ 75 h 1219"/>
                <a:gd name="T6" fmla="*/ 46 w 1465"/>
                <a:gd name="T7" fmla="*/ 116 h 1219"/>
                <a:gd name="T8" fmla="*/ 65 w 1465"/>
                <a:gd name="T9" fmla="*/ 141 h 1219"/>
                <a:gd name="T10" fmla="*/ 92 w 1465"/>
                <a:gd name="T11" fmla="*/ 165 h 1219"/>
                <a:gd name="T12" fmla="*/ 130 w 1465"/>
                <a:gd name="T13" fmla="*/ 177 h 1219"/>
                <a:gd name="T14" fmla="*/ 181 w 1465"/>
                <a:gd name="T15" fmla="*/ 194 h 1219"/>
                <a:gd name="T16" fmla="*/ 259 w 1465"/>
                <a:gd name="T17" fmla="*/ 209 h 1219"/>
                <a:gd name="T18" fmla="*/ 321 w 1465"/>
                <a:gd name="T19" fmla="*/ 218 h 1219"/>
                <a:gd name="T20" fmla="*/ 383 w 1465"/>
                <a:gd name="T21" fmla="*/ 224 h 1219"/>
                <a:gd name="T22" fmla="*/ 354 w 1465"/>
                <a:gd name="T23" fmla="*/ 206 h 1219"/>
                <a:gd name="T24" fmla="*/ 320 w 1465"/>
                <a:gd name="T25" fmla="*/ 188 h 1219"/>
                <a:gd name="T26" fmla="*/ 310 w 1465"/>
                <a:gd name="T27" fmla="*/ 179 h 1219"/>
                <a:gd name="T28" fmla="*/ 293 w 1465"/>
                <a:gd name="T29" fmla="*/ 166 h 1219"/>
                <a:gd name="T30" fmla="*/ 287 w 1465"/>
                <a:gd name="T31" fmla="*/ 157 h 1219"/>
                <a:gd name="T32" fmla="*/ 267 w 1465"/>
                <a:gd name="T33" fmla="*/ 131 h 1219"/>
                <a:gd name="T34" fmla="*/ 244 w 1465"/>
                <a:gd name="T35" fmla="*/ 121 h 1219"/>
                <a:gd name="T36" fmla="*/ 263 w 1465"/>
                <a:gd name="T37" fmla="*/ 125 h 1219"/>
                <a:gd name="T38" fmla="*/ 226 w 1465"/>
                <a:gd name="T39" fmla="*/ 116 h 1219"/>
                <a:gd name="T40" fmla="*/ 207 w 1465"/>
                <a:gd name="T41" fmla="*/ 111 h 1219"/>
                <a:gd name="T42" fmla="*/ 182 w 1465"/>
                <a:gd name="T43" fmla="*/ 105 h 1219"/>
                <a:gd name="T44" fmla="*/ 154 w 1465"/>
                <a:gd name="T45" fmla="*/ 93 h 1219"/>
                <a:gd name="T46" fmla="*/ 99 w 1465"/>
                <a:gd name="T47" fmla="*/ 68 h 1219"/>
                <a:gd name="T48" fmla="*/ 57 w 1465"/>
                <a:gd name="T49" fmla="*/ 44 h 1219"/>
                <a:gd name="T50" fmla="*/ 32 w 1465"/>
                <a:gd name="T51" fmla="*/ 29 h 1219"/>
                <a:gd name="T52" fmla="*/ 0 w 1465"/>
                <a:gd name="T53" fmla="*/ 0 h 1219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1465"/>
                <a:gd name="T82" fmla="*/ 0 h 1219"/>
                <a:gd name="T83" fmla="*/ 1465 w 1465"/>
                <a:gd name="T84" fmla="*/ 1219 h 1219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1465" h="1219">
                  <a:moveTo>
                    <a:pt x="23" y="54"/>
                  </a:moveTo>
                  <a:lnTo>
                    <a:pt x="53" y="246"/>
                  </a:lnTo>
                  <a:lnTo>
                    <a:pt x="106" y="408"/>
                  </a:lnTo>
                  <a:lnTo>
                    <a:pt x="177" y="624"/>
                  </a:lnTo>
                  <a:lnTo>
                    <a:pt x="248" y="763"/>
                  </a:lnTo>
                  <a:lnTo>
                    <a:pt x="349" y="901"/>
                  </a:lnTo>
                  <a:lnTo>
                    <a:pt x="496" y="967"/>
                  </a:lnTo>
                  <a:lnTo>
                    <a:pt x="692" y="1056"/>
                  </a:lnTo>
                  <a:lnTo>
                    <a:pt x="992" y="1135"/>
                  </a:lnTo>
                  <a:lnTo>
                    <a:pt x="1227" y="1182"/>
                  </a:lnTo>
                  <a:lnTo>
                    <a:pt x="1465" y="1219"/>
                  </a:lnTo>
                  <a:lnTo>
                    <a:pt x="1352" y="1117"/>
                  </a:lnTo>
                  <a:lnTo>
                    <a:pt x="1222" y="1027"/>
                  </a:lnTo>
                  <a:lnTo>
                    <a:pt x="1181" y="979"/>
                  </a:lnTo>
                  <a:lnTo>
                    <a:pt x="1122" y="906"/>
                  </a:lnTo>
                  <a:lnTo>
                    <a:pt x="1093" y="859"/>
                  </a:lnTo>
                  <a:lnTo>
                    <a:pt x="1021" y="715"/>
                  </a:lnTo>
                  <a:lnTo>
                    <a:pt x="933" y="661"/>
                  </a:lnTo>
                  <a:lnTo>
                    <a:pt x="1004" y="679"/>
                  </a:lnTo>
                  <a:lnTo>
                    <a:pt x="864" y="633"/>
                  </a:lnTo>
                  <a:lnTo>
                    <a:pt x="791" y="607"/>
                  </a:lnTo>
                  <a:lnTo>
                    <a:pt x="697" y="570"/>
                  </a:lnTo>
                  <a:lnTo>
                    <a:pt x="591" y="504"/>
                  </a:lnTo>
                  <a:lnTo>
                    <a:pt x="383" y="367"/>
                  </a:lnTo>
                  <a:lnTo>
                    <a:pt x="213" y="240"/>
                  </a:lnTo>
                  <a:lnTo>
                    <a:pt x="124" y="162"/>
                  </a:lnTo>
                  <a:lnTo>
                    <a:pt x="0" y="0"/>
                  </a:lnTo>
                </a:path>
              </a:pathLst>
            </a:custGeom>
            <a:pattFill prst="ltDnDiag">
              <a:fgClr>
                <a:srgbClr val="000404"/>
              </a:fgClr>
              <a:bgClr>
                <a:srgbClr val="FFFFFF"/>
              </a:bgClr>
            </a:patt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63" name="Text Box 127"/>
            <p:cNvSpPr txBox="1">
              <a:spLocks noChangeArrowheads="1"/>
            </p:cNvSpPr>
            <p:nvPr/>
          </p:nvSpPr>
          <p:spPr bwMode="auto">
            <a:xfrm flipH="1">
              <a:off x="4337" y="1606"/>
              <a:ext cx="32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i="1">
                  <a:solidFill>
                    <a:srgbClr val="000404"/>
                  </a:solidFill>
                </a:rPr>
                <a:t>A</a:t>
              </a:r>
            </a:p>
          </p:txBody>
        </p:sp>
        <p:sp>
          <p:nvSpPr>
            <p:cNvPr id="27664" name="Freeform 128"/>
            <p:cNvSpPr>
              <a:spLocks/>
            </p:cNvSpPr>
            <p:nvPr/>
          </p:nvSpPr>
          <p:spPr bwMode="auto">
            <a:xfrm>
              <a:off x="3941" y="1112"/>
              <a:ext cx="288" cy="767"/>
            </a:xfrm>
            <a:custGeom>
              <a:avLst/>
              <a:gdLst>
                <a:gd name="T0" fmla="*/ 0 w 325"/>
                <a:gd name="T1" fmla="*/ 0 h 895"/>
                <a:gd name="T2" fmla="*/ 17 w 325"/>
                <a:gd name="T3" fmla="*/ 55 h 895"/>
                <a:gd name="T4" fmla="*/ 49 w 325"/>
                <a:gd name="T5" fmla="*/ 120 h 895"/>
                <a:gd name="T6" fmla="*/ 86 w 325"/>
                <a:gd name="T7" fmla="*/ 164 h 89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25"/>
                <a:gd name="T13" fmla="*/ 0 h 895"/>
                <a:gd name="T14" fmla="*/ 325 w 325"/>
                <a:gd name="T15" fmla="*/ 895 h 89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25" h="895">
                  <a:moveTo>
                    <a:pt x="0" y="0"/>
                  </a:moveTo>
                  <a:cubicBezTo>
                    <a:pt x="10" y="49"/>
                    <a:pt x="31" y="188"/>
                    <a:pt x="62" y="297"/>
                  </a:cubicBezTo>
                  <a:cubicBezTo>
                    <a:pt x="93" y="406"/>
                    <a:pt x="140" y="554"/>
                    <a:pt x="184" y="654"/>
                  </a:cubicBezTo>
                  <a:cubicBezTo>
                    <a:pt x="228" y="754"/>
                    <a:pt x="296" y="845"/>
                    <a:pt x="325" y="895"/>
                  </a:cubicBezTo>
                </a:path>
              </a:pathLst>
            </a:custGeom>
            <a:noFill/>
            <a:ln w="38100">
              <a:solidFill>
                <a:srgbClr val="0000FF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7665" name="Line 129"/>
            <p:cNvSpPr>
              <a:spLocks noChangeShapeType="1"/>
            </p:cNvSpPr>
            <p:nvPr/>
          </p:nvSpPr>
          <p:spPr bwMode="auto">
            <a:xfrm flipH="1" flipV="1">
              <a:off x="4001" y="1425"/>
              <a:ext cx="36" cy="108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66" name="Line 130"/>
            <p:cNvSpPr>
              <a:spLocks noChangeShapeType="1"/>
            </p:cNvSpPr>
            <p:nvPr/>
          </p:nvSpPr>
          <p:spPr bwMode="auto">
            <a:xfrm>
              <a:off x="3679" y="2437"/>
              <a:ext cx="1923" cy="14"/>
            </a:xfrm>
            <a:prstGeom prst="line">
              <a:avLst/>
            </a:prstGeom>
            <a:noFill/>
            <a:ln w="28575">
              <a:solidFill>
                <a:srgbClr val="000404"/>
              </a:solidFill>
              <a:round/>
              <a:headEnd/>
              <a:tailEnd type="stealth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7651" name="Object 131"/>
            <p:cNvGraphicFramePr>
              <a:graphicFrameLocks noChangeAspect="1"/>
            </p:cNvGraphicFramePr>
            <p:nvPr/>
          </p:nvGraphicFramePr>
          <p:xfrm>
            <a:off x="5448" y="2192"/>
            <a:ext cx="219" cy="240"/>
          </p:xfrm>
          <a:graphic>
            <a:graphicData uri="http://schemas.openxmlformats.org/presentationml/2006/ole">
              <p:oleObj spid="_x0000_s27681" name="Equation" r:id="rId4" imgW="121884" imgH="129600" progId="Equation.3">
                <p:embed/>
              </p:oleObj>
            </a:graphicData>
          </a:graphic>
        </p:graphicFrame>
        <p:graphicFrame>
          <p:nvGraphicFramePr>
            <p:cNvPr id="27652" name="Object 132"/>
            <p:cNvGraphicFramePr>
              <a:graphicFrameLocks noChangeAspect="1"/>
            </p:cNvGraphicFramePr>
            <p:nvPr/>
          </p:nvGraphicFramePr>
          <p:xfrm>
            <a:off x="3509" y="2439"/>
            <a:ext cx="149" cy="169"/>
          </p:xfrm>
          <a:graphic>
            <a:graphicData uri="http://schemas.openxmlformats.org/presentationml/2006/ole">
              <p:oleObj spid="_x0000_s27682" name="Equation" r:id="rId5" imgW="83849" imgH="106704" progId="Equation.3">
                <p:embed/>
              </p:oleObj>
            </a:graphicData>
          </a:graphic>
        </p:graphicFrame>
        <p:graphicFrame>
          <p:nvGraphicFramePr>
            <p:cNvPr id="27653" name="Object 133"/>
            <p:cNvGraphicFramePr>
              <a:graphicFrameLocks noChangeAspect="1"/>
            </p:cNvGraphicFramePr>
            <p:nvPr/>
          </p:nvGraphicFramePr>
          <p:xfrm>
            <a:off x="3385" y="642"/>
            <a:ext cx="240" cy="276"/>
          </p:xfrm>
          <a:graphic>
            <a:graphicData uri="http://schemas.openxmlformats.org/presentationml/2006/ole">
              <p:oleObj spid="_x0000_s27683" name="Equation" r:id="rId6" imgW="106757" imgH="129600" progId="Equation.3">
                <p:embed/>
              </p:oleObj>
            </a:graphicData>
          </a:graphic>
        </p:graphicFrame>
        <p:graphicFrame>
          <p:nvGraphicFramePr>
            <p:cNvPr id="27654" name="Object 134"/>
            <p:cNvGraphicFramePr>
              <a:graphicFrameLocks noChangeAspect="1"/>
            </p:cNvGraphicFramePr>
            <p:nvPr/>
          </p:nvGraphicFramePr>
          <p:xfrm>
            <a:off x="4604" y="935"/>
            <a:ext cx="759" cy="307"/>
          </p:xfrm>
          <a:graphic>
            <a:graphicData uri="http://schemas.openxmlformats.org/presentationml/2006/ole">
              <p:oleObj spid="_x0000_s27684" name="Equation" r:id="rId7" imgW="411466" imgH="182952" progId="Equation.3">
                <p:embed/>
              </p:oleObj>
            </a:graphicData>
          </a:graphic>
        </p:graphicFrame>
        <p:grpSp>
          <p:nvGrpSpPr>
            <p:cNvPr id="27667" name="Group 135"/>
            <p:cNvGrpSpPr>
              <a:grpSpLocks/>
            </p:cNvGrpSpPr>
            <p:nvPr/>
          </p:nvGrpSpPr>
          <p:grpSpPr bwMode="auto">
            <a:xfrm>
              <a:off x="3849" y="866"/>
              <a:ext cx="1274" cy="840"/>
              <a:chOff x="1079" y="2194"/>
              <a:chExt cx="1274" cy="840"/>
            </a:xfrm>
          </p:grpSpPr>
          <p:sp>
            <p:nvSpPr>
              <p:cNvPr id="27699" name="Freeform 136"/>
              <p:cNvSpPr>
                <a:spLocks/>
              </p:cNvSpPr>
              <p:nvPr/>
            </p:nvSpPr>
            <p:spPr bwMode="auto">
              <a:xfrm>
                <a:off x="1163" y="2434"/>
                <a:ext cx="925" cy="583"/>
              </a:xfrm>
              <a:custGeom>
                <a:avLst/>
                <a:gdLst>
                  <a:gd name="T0" fmla="*/ 0 w 1044"/>
                  <a:gd name="T1" fmla="*/ 0 h 680"/>
                  <a:gd name="T2" fmla="*/ 65 w 1044"/>
                  <a:gd name="T3" fmla="*/ 45 h 680"/>
                  <a:gd name="T4" fmla="*/ 132 w 1044"/>
                  <a:gd name="T5" fmla="*/ 80 h 680"/>
                  <a:gd name="T6" fmla="*/ 193 w 1044"/>
                  <a:gd name="T7" fmla="*/ 104 h 680"/>
                  <a:gd name="T8" fmla="*/ 265 w 1044"/>
                  <a:gd name="T9" fmla="*/ 122 h 680"/>
                  <a:gd name="T10" fmla="*/ 262 w 1044"/>
                  <a:gd name="T11" fmla="*/ 121 h 68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044"/>
                  <a:gd name="T19" fmla="*/ 0 h 680"/>
                  <a:gd name="T20" fmla="*/ 1044 w 1044"/>
                  <a:gd name="T21" fmla="*/ 680 h 68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044" h="680">
                    <a:moveTo>
                      <a:pt x="0" y="0"/>
                    </a:moveTo>
                    <a:cubicBezTo>
                      <a:pt x="40" y="41"/>
                      <a:pt x="159" y="174"/>
                      <a:pt x="242" y="246"/>
                    </a:cubicBezTo>
                    <a:cubicBezTo>
                      <a:pt x="325" y="318"/>
                      <a:pt x="419" y="382"/>
                      <a:pt x="501" y="435"/>
                    </a:cubicBezTo>
                    <a:cubicBezTo>
                      <a:pt x="583" y="488"/>
                      <a:pt x="651" y="527"/>
                      <a:pt x="734" y="565"/>
                    </a:cubicBezTo>
                    <a:cubicBezTo>
                      <a:pt x="817" y="603"/>
                      <a:pt x="958" y="650"/>
                      <a:pt x="1001" y="665"/>
                    </a:cubicBezTo>
                    <a:cubicBezTo>
                      <a:pt x="1044" y="680"/>
                      <a:pt x="996" y="658"/>
                      <a:pt x="995" y="658"/>
                    </a:cubicBezTo>
                  </a:path>
                </a:pathLst>
              </a:custGeom>
              <a:noFill/>
              <a:ln w="38100">
                <a:solidFill>
                  <a:srgbClr val="FF3300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7700" name="Text Box 137"/>
              <p:cNvSpPr txBox="1">
                <a:spLocks noChangeArrowheads="1"/>
              </p:cNvSpPr>
              <p:nvPr/>
            </p:nvSpPr>
            <p:spPr bwMode="auto">
              <a:xfrm>
                <a:off x="1079" y="2194"/>
                <a:ext cx="254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000">
                    <a:solidFill>
                      <a:srgbClr val="000404"/>
                    </a:solidFill>
                  </a:rPr>
                  <a:t>1</a:t>
                </a:r>
              </a:p>
            </p:txBody>
          </p:sp>
          <p:sp>
            <p:nvSpPr>
              <p:cNvPr id="27701" name="Text Box 138"/>
              <p:cNvSpPr txBox="1">
                <a:spLocks noChangeArrowheads="1"/>
              </p:cNvSpPr>
              <p:nvPr/>
            </p:nvSpPr>
            <p:spPr bwMode="auto">
              <a:xfrm>
                <a:off x="2056" y="2784"/>
                <a:ext cx="297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000">
                    <a:solidFill>
                      <a:srgbClr val="000404"/>
                    </a:solidFill>
                  </a:rPr>
                  <a:t>2</a:t>
                </a:r>
              </a:p>
            </p:txBody>
          </p:sp>
          <p:sp>
            <p:nvSpPr>
              <p:cNvPr id="27702" name="Line 139"/>
              <p:cNvSpPr>
                <a:spLocks noChangeShapeType="1"/>
              </p:cNvSpPr>
              <p:nvPr/>
            </p:nvSpPr>
            <p:spPr bwMode="auto">
              <a:xfrm>
                <a:off x="1590" y="2789"/>
                <a:ext cx="122" cy="73"/>
              </a:xfrm>
              <a:prstGeom prst="line">
                <a:avLst/>
              </a:prstGeom>
              <a:noFill/>
              <a:ln w="57150">
                <a:solidFill>
                  <a:srgbClr val="0000FF"/>
                </a:solidFill>
                <a:round/>
                <a:headEnd/>
                <a:tailEnd type="triangle" w="sm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7668" name="Group 140"/>
            <p:cNvGrpSpPr>
              <a:grpSpLocks/>
            </p:cNvGrpSpPr>
            <p:nvPr/>
          </p:nvGrpSpPr>
          <p:grpSpPr bwMode="auto">
            <a:xfrm>
              <a:off x="4037" y="1863"/>
              <a:ext cx="1225" cy="283"/>
              <a:chOff x="1267" y="3191"/>
              <a:chExt cx="1225" cy="283"/>
            </a:xfrm>
          </p:grpSpPr>
          <p:sp>
            <p:nvSpPr>
              <p:cNvPr id="27696" name="Text Box 141"/>
              <p:cNvSpPr txBox="1">
                <a:spLocks noChangeArrowheads="1"/>
              </p:cNvSpPr>
              <p:nvPr/>
            </p:nvSpPr>
            <p:spPr bwMode="auto">
              <a:xfrm>
                <a:off x="1267" y="3202"/>
                <a:ext cx="297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000">
                    <a:solidFill>
                      <a:srgbClr val="000404"/>
                    </a:solidFill>
                  </a:rPr>
                  <a:t>4</a:t>
                </a:r>
              </a:p>
            </p:txBody>
          </p:sp>
          <p:sp>
            <p:nvSpPr>
              <p:cNvPr id="27697" name="Freeform 142"/>
              <p:cNvSpPr>
                <a:spLocks/>
              </p:cNvSpPr>
              <p:nvPr/>
            </p:nvSpPr>
            <p:spPr bwMode="auto">
              <a:xfrm>
                <a:off x="1452" y="3191"/>
                <a:ext cx="1040" cy="283"/>
              </a:xfrm>
              <a:custGeom>
                <a:avLst/>
                <a:gdLst>
                  <a:gd name="T0" fmla="*/ 0 w 1175"/>
                  <a:gd name="T1" fmla="*/ 0 h 330"/>
                  <a:gd name="T2" fmla="*/ 48 w 1175"/>
                  <a:gd name="T3" fmla="*/ 15 h 330"/>
                  <a:gd name="T4" fmla="*/ 124 w 1175"/>
                  <a:gd name="T5" fmla="*/ 38 h 330"/>
                  <a:gd name="T6" fmla="*/ 227 w 1175"/>
                  <a:gd name="T7" fmla="*/ 54 h 330"/>
                  <a:gd name="T8" fmla="*/ 307 w 1175"/>
                  <a:gd name="T9" fmla="*/ 60 h 33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5"/>
                  <a:gd name="T16" fmla="*/ 0 h 330"/>
                  <a:gd name="T17" fmla="*/ 1175 w 1175"/>
                  <a:gd name="T18" fmla="*/ 330 h 33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5" h="330">
                    <a:moveTo>
                      <a:pt x="0" y="0"/>
                    </a:moveTo>
                    <a:cubicBezTo>
                      <a:pt x="30" y="14"/>
                      <a:pt x="102" y="53"/>
                      <a:pt x="181" y="87"/>
                    </a:cubicBezTo>
                    <a:cubicBezTo>
                      <a:pt x="260" y="121"/>
                      <a:pt x="359" y="170"/>
                      <a:pt x="473" y="204"/>
                    </a:cubicBezTo>
                    <a:cubicBezTo>
                      <a:pt x="587" y="238"/>
                      <a:pt x="749" y="272"/>
                      <a:pt x="866" y="293"/>
                    </a:cubicBezTo>
                    <a:cubicBezTo>
                      <a:pt x="983" y="314"/>
                      <a:pt x="1111" y="322"/>
                      <a:pt x="1175" y="330"/>
                    </a:cubicBezTo>
                  </a:path>
                </a:pathLst>
              </a:custGeom>
              <a:noFill/>
              <a:ln w="38100">
                <a:solidFill>
                  <a:srgbClr val="FF3300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7698" name="Line 143"/>
              <p:cNvSpPr>
                <a:spLocks noChangeShapeType="1"/>
              </p:cNvSpPr>
              <p:nvPr/>
            </p:nvSpPr>
            <p:spPr bwMode="auto">
              <a:xfrm flipH="1" flipV="1">
                <a:off x="1710" y="3306"/>
                <a:ext cx="109" cy="36"/>
              </a:xfrm>
              <a:prstGeom prst="line">
                <a:avLst/>
              </a:prstGeom>
              <a:noFill/>
              <a:ln w="57150">
                <a:solidFill>
                  <a:srgbClr val="0000FF"/>
                </a:solidFill>
                <a:round/>
                <a:headEnd/>
                <a:tailEnd type="triangle" w="sm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7669" name="Group 144"/>
            <p:cNvGrpSpPr>
              <a:grpSpLocks/>
            </p:cNvGrpSpPr>
            <p:nvPr/>
          </p:nvGrpSpPr>
          <p:grpSpPr bwMode="auto">
            <a:xfrm>
              <a:off x="4816" y="1673"/>
              <a:ext cx="690" cy="526"/>
              <a:chOff x="2046" y="3001"/>
              <a:chExt cx="690" cy="526"/>
            </a:xfrm>
          </p:grpSpPr>
          <p:sp>
            <p:nvSpPr>
              <p:cNvPr id="27693" name="Text Box 145"/>
              <p:cNvSpPr txBox="1">
                <a:spLocks noChangeArrowheads="1"/>
              </p:cNvSpPr>
              <p:nvPr/>
            </p:nvSpPr>
            <p:spPr bwMode="auto">
              <a:xfrm>
                <a:off x="2481" y="3277"/>
                <a:ext cx="255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000">
                    <a:solidFill>
                      <a:srgbClr val="000404"/>
                    </a:solidFill>
                  </a:rPr>
                  <a:t>3</a:t>
                </a:r>
              </a:p>
            </p:txBody>
          </p:sp>
          <p:sp>
            <p:nvSpPr>
              <p:cNvPr id="27694" name="Freeform 146"/>
              <p:cNvSpPr>
                <a:spLocks/>
              </p:cNvSpPr>
              <p:nvPr/>
            </p:nvSpPr>
            <p:spPr bwMode="auto">
              <a:xfrm>
                <a:off x="2046" y="3001"/>
                <a:ext cx="429" cy="473"/>
              </a:xfrm>
              <a:custGeom>
                <a:avLst/>
                <a:gdLst>
                  <a:gd name="T0" fmla="*/ 0 w 484"/>
                  <a:gd name="T1" fmla="*/ 0 h 552"/>
                  <a:gd name="T2" fmla="*/ 56 w 484"/>
                  <a:gd name="T3" fmla="*/ 57 h 552"/>
                  <a:gd name="T4" fmla="*/ 128 w 484"/>
                  <a:gd name="T5" fmla="*/ 100 h 552"/>
                  <a:gd name="T6" fmla="*/ 0 60000 65536"/>
                  <a:gd name="T7" fmla="*/ 0 60000 65536"/>
                  <a:gd name="T8" fmla="*/ 0 60000 65536"/>
                  <a:gd name="T9" fmla="*/ 0 w 484"/>
                  <a:gd name="T10" fmla="*/ 0 h 552"/>
                  <a:gd name="T11" fmla="*/ 484 w 484"/>
                  <a:gd name="T12" fmla="*/ 552 h 55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84" h="552">
                    <a:moveTo>
                      <a:pt x="0" y="0"/>
                    </a:moveTo>
                    <a:cubicBezTo>
                      <a:pt x="35" y="51"/>
                      <a:pt x="129" y="217"/>
                      <a:pt x="210" y="309"/>
                    </a:cubicBezTo>
                    <a:cubicBezTo>
                      <a:pt x="291" y="401"/>
                      <a:pt x="427" y="501"/>
                      <a:pt x="484" y="552"/>
                    </a:cubicBezTo>
                  </a:path>
                </a:pathLst>
              </a:custGeom>
              <a:noFill/>
              <a:ln w="38100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7695" name="Line 147"/>
              <p:cNvSpPr>
                <a:spLocks noChangeShapeType="1"/>
              </p:cNvSpPr>
              <p:nvPr/>
            </p:nvSpPr>
            <p:spPr bwMode="auto">
              <a:xfrm>
                <a:off x="2179" y="3200"/>
                <a:ext cx="78" cy="98"/>
              </a:xfrm>
              <a:prstGeom prst="line">
                <a:avLst/>
              </a:prstGeom>
              <a:noFill/>
              <a:ln w="57150">
                <a:solidFill>
                  <a:srgbClr val="FF3300"/>
                </a:solidFill>
                <a:round/>
                <a:headEnd/>
                <a:tailEnd type="triangle" w="sm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7670" name="Text Box 148"/>
            <p:cNvSpPr txBox="1">
              <a:spLocks noChangeArrowheads="1"/>
            </p:cNvSpPr>
            <p:nvPr/>
          </p:nvSpPr>
          <p:spPr bwMode="auto">
            <a:xfrm>
              <a:off x="4284" y="1933"/>
              <a:ext cx="26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kumimoji="1" lang="en-US" altLang="zh-CN" sz="2000" i="1">
                  <a:solidFill>
                    <a:srgbClr val="000404"/>
                  </a:solidFill>
                  <a:ea typeface="楷体_GB2312" pitchFamily="49" charset="-122"/>
                </a:rPr>
                <a:t>T</a:t>
              </a:r>
              <a:r>
                <a:rPr kumimoji="1" lang="en-US" altLang="zh-CN" sz="2000" baseline="-25000">
                  <a:solidFill>
                    <a:srgbClr val="000404"/>
                  </a:solidFill>
                  <a:ea typeface="楷体_GB2312" pitchFamily="49" charset="-122"/>
                </a:rPr>
                <a:t>2</a:t>
              </a:r>
              <a:endParaRPr kumimoji="1" lang="en-US" altLang="zh-CN" sz="2000">
                <a:solidFill>
                  <a:srgbClr val="000404"/>
                </a:solidFill>
                <a:ea typeface="楷体_GB2312" pitchFamily="49" charset="-122"/>
              </a:endParaRPr>
            </a:p>
          </p:txBody>
        </p:sp>
        <p:sp>
          <p:nvSpPr>
            <p:cNvPr id="27671" name="Text Box 149"/>
            <p:cNvSpPr txBox="1">
              <a:spLocks noChangeArrowheads="1"/>
            </p:cNvSpPr>
            <p:nvPr/>
          </p:nvSpPr>
          <p:spPr bwMode="auto">
            <a:xfrm>
              <a:off x="4181" y="1106"/>
              <a:ext cx="26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kumimoji="1" lang="en-US" altLang="zh-CN" sz="2000" i="1">
                  <a:solidFill>
                    <a:srgbClr val="000404"/>
                  </a:solidFill>
                  <a:ea typeface="楷体_GB2312" pitchFamily="49" charset="-122"/>
                </a:rPr>
                <a:t>T</a:t>
              </a:r>
              <a:r>
                <a:rPr kumimoji="1" lang="en-US" altLang="zh-CN" sz="2000" baseline="-25000">
                  <a:solidFill>
                    <a:srgbClr val="000404"/>
                  </a:solidFill>
                  <a:ea typeface="楷体_GB2312" pitchFamily="49" charset="-122"/>
                </a:rPr>
                <a:t>1</a:t>
              </a:r>
              <a:endParaRPr kumimoji="1" lang="en-US" altLang="zh-CN" sz="2000">
                <a:solidFill>
                  <a:srgbClr val="000404"/>
                </a:solidFill>
                <a:ea typeface="楷体_GB2312" pitchFamily="49" charset="-122"/>
              </a:endParaRPr>
            </a:p>
          </p:txBody>
        </p:sp>
        <p:grpSp>
          <p:nvGrpSpPr>
            <p:cNvPr id="27672" name="Group 150"/>
            <p:cNvGrpSpPr>
              <a:grpSpLocks/>
            </p:cNvGrpSpPr>
            <p:nvPr/>
          </p:nvGrpSpPr>
          <p:grpSpPr bwMode="auto">
            <a:xfrm>
              <a:off x="3818" y="1110"/>
              <a:ext cx="275" cy="1594"/>
              <a:chOff x="3666" y="902"/>
              <a:chExt cx="275" cy="1594"/>
            </a:xfrm>
          </p:grpSpPr>
          <p:sp>
            <p:nvSpPr>
              <p:cNvPr id="27691" name="Line 151"/>
              <p:cNvSpPr>
                <a:spLocks noChangeShapeType="1"/>
              </p:cNvSpPr>
              <p:nvPr/>
            </p:nvSpPr>
            <p:spPr bwMode="auto">
              <a:xfrm>
                <a:off x="3792" y="902"/>
                <a:ext cx="0" cy="1344"/>
              </a:xfrm>
              <a:prstGeom prst="line">
                <a:avLst/>
              </a:prstGeom>
              <a:noFill/>
              <a:ln w="28575">
                <a:solidFill>
                  <a:srgbClr val="000404"/>
                </a:solidFill>
                <a:prstDash val="dash"/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7692" name="Text Box 152"/>
              <p:cNvSpPr txBox="1">
                <a:spLocks noChangeArrowheads="1"/>
              </p:cNvSpPr>
              <p:nvPr/>
            </p:nvSpPr>
            <p:spPr bwMode="auto">
              <a:xfrm>
                <a:off x="3666" y="2246"/>
                <a:ext cx="275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kumimoji="1" lang="en-US" altLang="zh-CN" sz="2000" i="1">
                    <a:solidFill>
                      <a:srgbClr val="000404"/>
                    </a:solidFill>
                    <a:ea typeface="楷体_GB2312" pitchFamily="49" charset="-122"/>
                  </a:rPr>
                  <a:t>V</a:t>
                </a:r>
                <a:r>
                  <a:rPr kumimoji="1" lang="en-US" altLang="zh-CN" sz="2000" baseline="-25000">
                    <a:solidFill>
                      <a:srgbClr val="000404"/>
                    </a:solidFill>
                    <a:ea typeface="楷体_GB2312" pitchFamily="49" charset="-122"/>
                  </a:rPr>
                  <a:t>1</a:t>
                </a:r>
                <a:endParaRPr kumimoji="1" lang="en-US" altLang="zh-CN" sz="2000">
                  <a:solidFill>
                    <a:srgbClr val="000404"/>
                  </a:solidFill>
                  <a:ea typeface="楷体_GB2312" pitchFamily="49" charset="-122"/>
                </a:endParaRPr>
              </a:p>
            </p:txBody>
          </p:sp>
        </p:grpSp>
        <p:grpSp>
          <p:nvGrpSpPr>
            <p:cNvPr id="27673" name="Group 153"/>
            <p:cNvGrpSpPr>
              <a:grpSpLocks/>
            </p:cNvGrpSpPr>
            <p:nvPr/>
          </p:nvGrpSpPr>
          <p:grpSpPr bwMode="auto">
            <a:xfrm>
              <a:off x="4088" y="1878"/>
              <a:ext cx="275" cy="826"/>
              <a:chOff x="3936" y="1670"/>
              <a:chExt cx="275" cy="826"/>
            </a:xfrm>
          </p:grpSpPr>
          <p:sp>
            <p:nvSpPr>
              <p:cNvPr id="27689" name="Line 154"/>
              <p:cNvSpPr>
                <a:spLocks noChangeShapeType="1"/>
              </p:cNvSpPr>
              <p:nvPr/>
            </p:nvSpPr>
            <p:spPr bwMode="auto">
              <a:xfrm>
                <a:off x="4058" y="1670"/>
                <a:ext cx="0" cy="576"/>
              </a:xfrm>
              <a:prstGeom prst="line">
                <a:avLst/>
              </a:prstGeom>
              <a:noFill/>
              <a:ln w="28575">
                <a:solidFill>
                  <a:srgbClr val="000404"/>
                </a:solidFill>
                <a:prstDash val="dash"/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7690" name="Text Box 155"/>
              <p:cNvSpPr txBox="1">
                <a:spLocks noChangeArrowheads="1"/>
              </p:cNvSpPr>
              <p:nvPr/>
            </p:nvSpPr>
            <p:spPr bwMode="auto">
              <a:xfrm>
                <a:off x="3936" y="2246"/>
                <a:ext cx="275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kumimoji="1" lang="en-US" altLang="zh-CN" sz="2000" i="1">
                    <a:solidFill>
                      <a:srgbClr val="000404"/>
                    </a:solidFill>
                    <a:ea typeface="楷体_GB2312" pitchFamily="49" charset="-122"/>
                  </a:rPr>
                  <a:t>V</a:t>
                </a:r>
                <a:r>
                  <a:rPr kumimoji="1" lang="en-US" altLang="zh-CN" sz="2000" baseline="-25000">
                    <a:solidFill>
                      <a:srgbClr val="000404"/>
                    </a:solidFill>
                    <a:ea typeface="楷体_GB2312" pitchFamily="49" charset="-122"/>
                  </a:rPr>
                  <a:t>4</a:t>
                </a:r>
                <a:endParaRPr kumimoji="1" lang="en-US" altLang="zh-CN" sz="2000">
                  <a:solidFill>
                    <a:srgbClr val="000404"/>
                  </a:solidFill>
                  <a:ea typeface="楷体_GB2312" pitchFamily="49" charset="-122"/>
                </a:endParaRPr>
              </a:p>
            </p:txBody>
          </p:sp>
        </p:grpSp>
        <p:grpSp>
          <p:nvGrpSpPr>
            <p:cNvPr id="27674" name="Group 156"/>
            <p:cNvGrpSpPr>
              <a:grpSpLocks/>
            </p:cNvGrpSpPr>
            <p:nvPr/>
          </p:nvGrpSpPr>
          <p:grpSpPr bwMode="auto">
            <a:xfrm>
              <a:off x="4712" y="1686"/>
              <a:ext cx="275" cy="1018"/>
              <a:chOff x="4560" y="1478"/>
              <a:chExt cx="275" cy="1018"/>
            </a:xfrm>
          </p:grpSpPr>
          <p:sp>
            <p:nvSpPr>
              <p:cNvPr id="27687" name="Line 157"/>
              <p:cNvSpPr>
                <a:spLocks noChangeShapeType="1"/>
              </p:cNvSpPr>
              <p:nvPr/>
            </p:nvSpPr>
            <p:spPr bwMode="auto">
              <a:xfrm>
                <a:off x="4682" y="1478"/>
                <a:ext cx="0" cy="768"/>
              </a:xfrm>
              <a:prstGeom prst="line">
                <a:avLst/>
              </a:prstGeom>
              <a:noFill/>
              <a:ln w="28575">
                <a:solidFill>
                  <a:srgbClr val="000404"/>
                </a:solidFill>
                <a:prstDash val="dash"/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7688" name="Text Box 158"/>
              <p:cNvSpPr txBox="1">
                <a:spLocks noChangeArrowheads="1"/>
              </p:cNvSpPr>
              <p:nvPr/>
            </p:nvSpPr>
            <p:spPr bwMode="auto">
              <a:xfrm>
                <a:off x="4560" y="2246"/>
                <a:ext cx="275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kumimoji="1" lang="en-US" altLang="zh-CN" sz="2000" i="1">
                    <a:solidFill>
                      <a:srgbClr val="000404"/>
                    </a:solidFill>
                    <a:ea typeface="楷体_GB2312" pitchFamily="49" charset="-122"/>
                  </a:rPr>
                  <a:t>V</a:t>
                </a:r>
                <a:r>
                  <a:rPr kumimoji="1" lang="en-US" altLang="zh-CN" sz="2000" baseline="-25000">
                    <a:solidFill>
                      <a:srgbClr val="000404"/>
                    </a:solidFill>
                    <a:ea typeface="楷体_GB2312" pitchFamily="49" charset="-122"/>
                  </a:rPr>
                  <a:t>2</a:t>
                </a:r>
                <a:endParaRPr kumimoji="1" lang="en-US" altLang="zh-CN" sz="2000">
                  <a:solidFill>
                    <a:srgbClr val="000404"/>
                  </a:solidFill>
                  <a:ea typeface="楷体_GB2312" pitchFamily="49" charset="-122"/>
                </a:endParaRPr>
              </a:p>
            </p:txBody>
          </p:sp>
        </p:grpSp>
        <p:grpSp>
          <p:nvGrpSpPr>
            <p:cNvPr id="27675" name="Group 159"/>
            <p:cNvGrpSpPr>
              <a:grpSpLocks/>
            </p:cNvGrpSpPr>
            <p:nvPr/>
          </p:nvGrpSpPr>
          <p:grpSpPr bwMode="auto">
            <a:xfrm>
              <a:off x="5144" y="2166"/>
              <a:ext cx="275" cy="538"/>
              <a:chOff x="4992" y="1958"/>
              <a:chExt cx="275" cy="538"/>
            </a:xfrm>
          </p:grpSpPr>
          <p:sp>
            <p:nvSpPr>
              <p:cNvPr id="27685" name="Line 160"/>
              <p:cNvSpPr>
                <a:spLocks noChangeShapeType="1"/>
              </p:cNvSpPr>
              <p:nvPr/>
            </p:nvSpPr>
            <p:spPr bwMode="auto">
              <a:xfrm>
                <a:off x="5114" y="1958"/>
                <a:ext cx="0" cy="288"/>
              </a:xfrm>
              <a:prstGeom prst="line">
                <a:avLst/>
              </a:prstGeom>
              <a:noFill/>
              <a:ln w="28575">
                <a:solidFill>
                  <a:srgbClr val="000404"/>
                </a:solidFill>
                <a:prstDash val="dash"/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7686" name="Text Box 161"/>
              <p:cNvSpPr txBox="1">
                <a:spLocks noChangeArrowheads="1"/>
              </p:cNvSpPr>
              <p:nvPr/>
            </p:nvSpPr>
            <p:spPr bwMode="auto">
              <a:xfrm>
                <a:off x="4992" y="2246"/>
                <a:ext cx="275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kumimoji="1" lang="en-US" altLang="zh-CN" sz="2000" i="1">
                    <a:solidFill>
                      <a:srgbClr val="000404"/>
                    </a:solidFill>
                    <a:ea typeface="楷体_GB2312" pitchFamily="49" charset="-122"/>
                  </a:rPr>
                  <a:t>V</a:t>
                </a:r>
                <a:r>
                  <a:rPr kumimoji="1" lang="en-US" altLang="zh-CN" sz="2000" baseline="-25000">
                    <a:solidFill>
                      <a:srgbClr val="000404"/>
                    </a:solidFill>
                    <a:ea typeface="楷体_GB2312" pitchFamily="49" charset="-122"/>
                  </a:rPr>
                  <a:t>3</a:t>
                </a:r>
                <a:endParaRPr kumimoji="1" lang="en-US" altLang="zh-CN" sz="2000">
                  <a:solidFill>
                    <a:srgbClr val="000404"/>
                  </a:solidFill>
                  <a:ea typeface="楷体_GB2312" pitchFamily="49" charset="-122"/>
                </a:endParaRPr>
              </a:p>
            </p:txBody>
          </p:sp>
        </p:grpSp>
        <p:grpSp>
          <p:nvGrpSpPr>
            <p:cNvPr id="27676" name="Group 162"/>
            <p:cNvGrpSpPr>
              <a:grpSpLocks/>
            </p:cNvGrpSpPr>
            <p:nvPr/>
          </p:nvGrpSpPr>
          <p:grpSpPr bwMode="auto">
            <a:xfrm>
              <a:off x="3416" y="966"/>
              <a:ext cx="1850" cy="1274"/>
              <a:chOff x="3264" y="758"/>
              <a:chExt cx="1850" cy="1274"/>
            </a:xfrm>
          </p:grpSpPr>
          <p:sp>
            <p:nvSpPr>
              <p:cNvPr id="27677" name="Line 163"/>
              <p:cNvSpPr>
                <a:spLocks noChangeShapeType="1"/>
              </p:cNvSpPr>
              <p:nvPr/>
            </p:nvSpPr>
            <p:spPr bwMode="auto">
              <a:xfrm>
                <a:off x="3530" y="1932"/>
                <a:ext cx="1584" cy="0"/>
              </a:xfrm>
              <a:prstGeom prst="line">
                <a:avLst/>
              </a:prstGeom>
              <a:noFill/>
              <a:ln w="28575">
                <a:solidFill>
                  <a:srgbClr val="000404"/>
                </a:solidFill>
                <a:prstDash val="dash"/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7678" name="Line 164"/>
              <p:cNvSpPr>
                <a:spLocks noChangeShapeType="1"/>
              </p:cNvSpPr>
              <p:nvPr/>
            </p:nvSpPr>
            <p:spPr bwMode="auto">
              <a:xfrm>
                <a:off x="3530" y="1670"/>
                <a:ext cx="528" cy="0"/>
              </a:xfrm>
              <a:prstGeom prst="line">
                <a:avLst/>
              </a:prstGeom>
              <a:noFill/>
              <a:ln w="28575">
                <a:solidFill>
                  <a:srgbClr val="000404"/>
                </a:solidFill>
                <a:prstDash val="dash"/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7679" name="Line 165"/>
              <p:cNvSpPr>
                <a:spLocks noChangeShapeType="1"/>
              </p:cNvSpPr>
              <p:nvPr/>
            </p:nvSpPr>
            <p:spPr bwMode="auto">
              <a:xfrm>
                <a:off x="3530" y="1448"/>
                <a:ext cx="1152" cy="0"/>
              </a:xfrm>
              <a:prstGeom prst="line">
                <a:avLst/>
              </a:prstGeom>
              <a:noFill/>
              <a:ln w="28575">
                <a:solidFill>
                  <a:srgbClr val="000404"/>
                </a:solidFill>
                <a:prstDash val="dash"/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7680" name="Line 166"/>
              <p:cNvSpPr>
                <a:spLocks noChangeShapeType="1"/>
              </p:cNvSpPr>
              <p:nvPr/>
            </p:nvSpPr>
            <p:spPr bwMode="auto">
              <a:xfrm>
                <a:off x="3530" y="902"/>
                <a:ext cx="240" cy="0"/>
              </a:xfrm>
              <a:prstGeom prst="line">
                <a:avLst/>
              </a:prstGeom>
              <a:noFill/>
              <a:ln w="28575">
                <a:solidFill>
                  <a:srgbClr val="000404"/>
                </a:solidFill>
                <a:prstDash val="dash"/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7681" name="Text Box 167"/>
              <p:cNvSpPr txBox="1">
                <a:spLocks noChangeArrowheads="1"/>
              </p:cNvSpPr>
              <p:nvPr/>
            </p:nvSpPr>
            <p:spPr bwMode="auto">
              <a:xfrm>
                <a:off x="3264" y="758"/>
                <a:ext cx="266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kumimoji="1" lang="en-US" altLang="zh-CN" sz="2000" i="1">
                    <a:solidFill>
                      <a:srgbClr val="000404"/>
                    </a:solidFill>
                    <a:ea typeface="楷体_GB2312" pitchFamily="49" charset="-122"/>
                  </a:rPr>
                  <a:t>P</a:t>
                </a:r>
                <a:r>
                  <a:rPr kumimoji="1" lang="en-US" altLang="zh-CN" sz="2000" baseline="-25000">
                    <a:solidFill>
                      <a:srgbClr val="000404"/>
                    </a:solidFill>
                    <a:ea typeface="楷体_GB2312" pitchFamily="49" charset="-122"/>
                  </a:rPr>
                  <a:t>1</a:t>
                </a:r>
                <a:endParaRPr kumimoji="1" lang="en-US" altLang="zh-CN" sz="2000">
                  <a:solidFill>
                    <a:srgbClr val="000404"/>
                  </a:solidFill>
                  <a:ea typeface="楷体_GB2312" pitchFamily="49" charset="-122"/>
                </a:endParaRPr>
              </a:p>
            </p:txBody>
          </p:sp>
          <p:sp>
            <p:nvSpPr>
              <p:cNvPr id="27682" name="Text Box 168"/>
              <p:cNvSpPr txBox="1">
                <a:spLocks noChangeArrowheads="1"/>
              </p:cNvSpPr>
              <p:nvPr/>
            </p:nvSpPr>
            <p:spPr bwMode="auto">
              <a:xfrm>
                <a:off x="3264" y="1287"/>
                <a:ext cx="266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kumimoji="1" lang="en-US" altLang="zh-CN" sz="2000" i="1">
                    <a:solidFill>
                      <a:srgbClr val="000404"/>
                    </a:solidFill>
                    <a:ea typeface="楷体_GB2312" pitchFamily="49" charset="-122"/>
                  </a:rPr>
                  <a:t>P</a:t>
                </a:r>
                <a:r>
                  <a:rPr kumimoji="1" lang="en-US" altLang="zh-CN" sz="2000" baseline="-25000">
                    <a:solidFill>
                      <a:srgbClr val="000404"/>
                    </a:solidFill>
                    <a:ea typeface="楷体_GB2312" pitchFamily="49" charset="-122"/>
                  </a:rPr>
                  <a:t>2</a:t>
                </a:r>
                <a:endParaRPr kumimoji="1" lang="en-US" altLang="zh-CN" sz="2000">
                  <a:solidFill>
                    <a:srgbClr val="000404"/>
                  </a:solidFill>
                  <a:ea typeface="楷体_GB2312" pitchFamily="49" charset="-122"/>
                </a:endParaRPr>
              </a:p>
            </p:txBody>
          </p:sp>
          <p:sp>
            <p:nvSpPr>
              <p:cNvPr id="27683" name="Text Box 169"/>
              <p:cNvSpPr txBox="1">
                <a:spLocks noChangeArrowheads="1"/>
              </p:cNvSpPr>
              <p:nvPr/>
            </p:nvSpPr>
            <p:spPr bwMode="auto">
              <a:xfrm>
                <a:off x="3264" y="1531"/>
                <a:ext cx="266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kumimoji="1" lang="en-US" altLang="zh-CN" sz="2000" i="1">
                    <a:solidFill>
                      <a:srgbClr val="000404"/>
                    </a:solidFill>
                    <a:ea typeface="楷体_GB2312" pitchFamily="49" charset="-122"/>
                  </a:rPr>
                  <a:t>P</a:t>
                </a:r>
                <a:r>
                  <a:rPr kumimoji="1" lang="en-US" altLang="zh-CN" sz="2000" baseline="-25000">
                    <a:solidFill>
                      <a:srgbClr val="000404"/>
                    </a:solidFill>
                    <a:ea typeface="楷体_GB2312" pitchFamily="49" charset="-122"/>
                  </a:rPr>
                  <a:t>4</a:t>
                </a:r>
                <a:endParaRPr kumimoji="1" lang="en-US" altLang="zh-CN" sz="2000">
                  <a:solidFill>
                    <a:srgbClr val="000404"/>
                  </a:solidFill>
                  <a:ea typeface="楷体_GB2312" pitchFamily="49" charset="-122"/>
                </a:endParaRPr>
              </a:p>
            </p:txBody>
          </p:sp>
          <p:sp>
            <p:nvSpPr>
              <p:cNvPr id="27684" name="Text Box 170"/>
              <p:cNvSpPr txBox="1">
                <a:spLocks noChangeArrowheads="1"/>
              </p:cNvSpPr>
              <p:nvPr/>
            </p:nvSpPr>
            <p:spPr bwMode="auto">
              <a:xfrm>
                <a:off x="3264" y="1782"/>
                <a:ext cx="266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kumimoji="1" lang="en-US" altLang="zh-CN" sz="2000" i="1">
                    <a:solidFill>
                      <a:srgbClr val="000404"/>
                    </a:solidFill>
                    <a:ea typeface="楷体_GB2312" pitchFamily="49" charset="-122"/>
                  </a:rPr>
                  <a:t>P</a:t>
                </a:r>
                <a:r>
                  <a:rPr kumimoji="1" lang="en-US" altLang="zh-CN" sz="2000" baseline="-25000">
                    <a:solidFill>
                      <a:srgbClr val="000404"/>
                    </a:solidFill>
                    <a:ea typeface="楷体_GB2312" pitchFamily="49" charset="-122"/>
                  </a:rPr>
                  <a:t>3</a:t>
                </a:r>
                <a:endParaRPr kumimoji="1" lang="en-US" altLang="zh-CN" sz="2000">
                  <a:solidFill>
                    <a:srgbClr val="000404"/>
                  </a:solidFill>
                  <a:ea typeface="楷体_GB2312" pitchFamily="49" charset="-122"/>
                </a:endParaRPr>
              </a:p>
            </p:txBody>
          </p:sp>
        </p:grpSp>
      </p:grpSp>
      <p:sp>
        <p:nvSpPr>
          <p:cNvPr id="55" name="灯片编号占位符 54"/>
          <p:cNvSpPr txBox="1">
            <a:spLocks/>
          </p:cNvSpPr>
          <p:nvPr/>
        </p:nvSpPr>
        <p:spPr bwMode="auto">
          <a:xfrm>
            <a:off x="7308304" y="65722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443EE585-B32A-4C60-B717-0FCF3CE634DB}" type="slidenum">
              <a:rPr lang="en-US" altLang="zh-CN" sz="1400" b="0" kern="0" smtClean="0">
                <a:solidFill>
                  <a:sysClr val="windowText" lastClr="000000"/>
                </a:solidFill>
                <a:ea typeface="宋体" pitchFamily="2" charset="-122"/>
                <a:cs typeface="Times New Roman" pitchFamily="18" charset="0"/>
              </a:rPr>
              <a:pPr algn="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21</a:t>
            </a:fld>
            <a:endParaRPr lang="en-US" altLang="zh-CN" sz="1400" b="0" kern="0" dirty="0">
              <a:solidFill>
                <a:sysClr val="windowText" lastClr="000000"/>
              </a:solidFill>
              <a:ea typeface="宋体" pitchFamily="2" charset="-122"/>
              <a:cs typeface="Times New Roman" pitchFamily="18" charset="0"/>
            </a:endParaRPr>
          </a:p>
        </p:txBody>
      </p:sp>
    </p:spTree>
  </p:cSld>
  <p:clrMapOvr>
    <a:masterClrMapping/>
  </p:clrMapOvr>
  <p:transition spd="slow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9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9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39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9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382" grpId="0" autoUpdateAnimBg="0"/>
      <p:bldP spid="139385" grpId="0" autoUpdateAnimBg="0"/>
      <p:bldP spid="139386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7301" name="Object 85"/>
          <p:cNvGraphicFramePr>
            <a:graphicFrameLocks noChangeAspect="1"/>
          </p:cNvGraphicFramePr>
          <p:nvPr/>
        </p:nvGraphicFramePr>
        <p:xfrm>
          <a:off x="1547664" y="1844823"/>
          <a:ext cx="3024336" cy="1181163"/>
        </p:xfrm>
        <a:graphic>
          <a:graphicData uri="http://schemas.openxmlformats.org/presentationml/2006/ole">
            <p:oleObj spid="_x0000_s28717" name="Equation" r:id="rId3" imgW="21450284" imgH="8282952" progId="Equation.DSMT4">
              <p:embed/>
            </p:oleObj>
          </a:graphicData>
        </a:graphic>
      </p:graphicFrame>
      <p:sp>
        <p:nvSpPr>
          <p:cNvPr id="137300" name="Text Box 84"/>
          <p:cNvSpPr txBox="1">
            <a:spLocks noChangeArrowheads="1"/>
          </p:cNvSpPr>
          <p:nvPr/>
        </p:nvSpPr>
        <p:spPr bwMode="auto">
          <a:xfrm>
            <a:off x="323528" y="404664"/>
            <a:ext cx="5976937" cy="1217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</a:pPr>
            <a:r>
              <a:rPr kumimoji="1" lang="en-US" altLang="zh-CN" dirty="0">
                <a:solidFill>
                  <a:srgbClr val="000404"/>
                </a:solidFill>
                <a:sym typeface="Symbol" pitchFamily="18" charset="2"/>
              </a:rPr>
              <a:t>34</a:t>
            </a:r>
            <a:r>
              <a:rPr kumimoji="1" lang="zh-CN" altLang="en-US" dirty="0">
                <a:solidFill>
                  <a:srgbClr val="000404"/>
                </a:solidFill>
              </a:rPr>
              <a:t>工质接触低温热源</a:t>
            </a:r>
            <a:r>
              <a:rPr kumimoji="1" lang="en-US" altLang="zh-CN" i="1" dirty="0">
                <a:solidFill>
                  <a:srgbClr val="000404"/>
                </a:solidFill>
              </a:rPr>
              <a:t>T</a:t>
            </a:r>
            <a:r>
              <a:rPr kumimoji="1" lang="en-US" altLang="zh-CN" baseline="-25000" dirty="0">
                <a:solidFill>
                  <a:srgbClr val="000404"/>
                </a:solidFill>
              </a:rPr>
              <a:t>2 </a:t>
            </a:r>
            <a:r>
              <a:rPr kumimoji="1" lang="en-US" altLang="zh-CN" dirty="0">
                <a:solidFill>
                  <a:srgbClr val="000404"/>
                </a:solidFill>
              </a:rPr>
              <a:t>, </a:t>
            </a:r>
            <a:r>
              <a:rPr kumimoji="1" lang="zh-CN" altLang="en-US" dirty="0">
                <a:solidFill>
                  <a:srgbClr val="000404"/>
                </a:solidFill>
              </a:rPr>
              <a:t>温度不变</a:t>
            </a:r>
            <a:r>
              <a:rPr kumimoji="1" lang="en-US" altLang="zh-CN" dirty="0">
                <a:solidFill>
                  <a:srgbClr val="000404"/>
                </a:solidFill>
              </a:rPr>
              <a:t>, </a:t>
            </a:r>
            <a:r>
              <a:rPr kumimoji="1" lang="zh-CN" altLang="en-US" dirty="0">
                <a:solidFill>
                  <a:srgbClr val="000404"/>
                </a:solidFill>
              </a:rPr>
              <a:t>体积</a:t>
            </a:r>
            <a:r>
              <a:rPr kumimoji="1" lang="en-US" altLang="zh-CN" i="1" dirty="0">
                <a:solidFill>
                  <a:srgbClr val="000404"/>
                </a:solidFill>
              </a:rPr>
              <a:t>V</a:t>
            </a:r>
            <a:r>
              <a:rPr kumimoji="1" lang="en-US" altLang="zh-CN" baseline="-25000" dirty="0">
                <a:solidFill>
                  <a:srgbClr val="000404"/>
                </a:solidFill>
              </a:rPr>
              <a:t>3 </a:t>
            </a:r>
            <a:r>
              <a:rPr kumimoji="1" lang="en-US" altLang="zh-CN" dirty="0">
                <a:solidFill>
                  <a:srgbClr val="000404"/>
                </a:solidFill>
                <a:sym typeface="Symbol" pitchFamily="18" charset="2"/>
              </a:rPr>
              <a:t></a:t>
            </a:r>
            <a:r>
              <a:rPr kumimoji="1" lang="en-US" altLang="zh-CN" i="1" dirty="0">
                <a:solidFill>
                  <a:srgbClr val="000404"/>
                </a:solidFill>
              </a:rPr>
              <a:t>V</a:t>
            </a:r>
            <a:r>
              <a:rPr kumimoji="1" lang="en-US" altLang="zh-CN" baseline="-25000" dirty="0">
                <a:solidFill>
                  <a:srgbClr val="000404"/>
                </a:solidFill>
              </a:rPr>
              <a:t>4 </a:t>
            </a:r>
            <a:r>
              <a:rPr kumimoji="1" lang="en-US" altLang="zh-CN" dirty="0">
                <a:solidFill>
                  <a:srgbClr val="000404"/>
                </a:solidFill>
              </a:rPr>
              <a:t>, </a:t>
            </a:r>
            <a:r>
              <a:rPr kumimoji="1" lang="zh-CN" altLang="en-US" dirty="0">
                <a:solidFill>
                  <a:srgbClr val="CC0000"/>
                </a:solidFill>
              </a:rPr>
              <a:t>等温压缩</a:t>
            </a:r>
            <a:r>
              <a:rPr kumimoji="1" lang="zh-CN" altLang="en-US" dirty="0">
                <a:solidFill>
                  <a:srgbClr val="000404"/>
                </a:solidFill>
              </a:rPr>
              <a:t>。</a:t>
            </a:r>
          </a:p>
        </p:txBody>
      </p:sp>
      <p:sp>
        <p:nvSpPr>
          <p:cNvPr id="137302" name="Text Box 86"/>
          <p:cNvSpPr txBox="1">
            <a:spLocks noChangeArrowheads="1"/>
          </p:cNvSpPr>
          <p:nvPr/>
        </p:nvSpPr>
        <p:spPr bwMode="auto">
          <a:xfrm>
            <a:off x="539055" y="2104139"/>
            <a:ext cx="1008609" cy="6047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lnSpc>
                <a:spcPct val="120000"/>
              </a:lnSpc>
            </a:pPr>
            <a:r>
              <a:rPr kumimoji="1" lang="zh-CN" altLang="en-US" dirty="0" smtClean="0">
                <a:solidFill>
                  <a:srgbClr val="000404"/>
                </a:solidFill>
                <a:latin typeface="宋体" charset="-122"/>
              </a:rPr>
              <a:t>放热</a:t>
            </a:r>
            <a:endParaRPr kumimoji="1" lang="zh-CN" altLang="en-US" dirty="0">
              <a:solidFill>
                <a:srgbClr val="000404"/>
              </a:solidFill>
              <a:latin typeface="宋体" charset="-122"/>
            </a:endParaRPr>
          </a:p>
        </p:txBody>
      </p:sp>
      <p:sp>
        <p:nvSpPr>
          <p:cNvPr id="137303" name="Text Box 87"/>
          <p:cNvSpPr txBox="1">
            <a:spLocks noChangeArrowheads="1"/>
          </p:cNvSpPr>
          <p:nvPr/>
        </p:nvSpPr>
        <p:spPr bwMode="auto">
          <a:xfrm>
            <a:off x="468313" y="3356992"/>
            <a:ext cx="4681537" cy="1217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</a:pPr>
            <a:r>
              <a:rPr kumimoji="1" lang="en-US" altLang="zh-CN">
                <a:solidFill>
                  <a:srgbClr val="000404"/>
                </a:solidFill>
                <a:sym typeface="Symbol" pitchFamily="18" charset="2"/>
              </a:rPr>
              <a:t>41</a:t>
            </a:r>
            <a:r>
              <a:rPr kumimoji="1" lang="zh-CN" altLang="en-US">
                <a:solidFill>
                  <a:srgbClr val="000404"/>
                </a:solidFill>
              </a:rPr>
              <a:t>体积</a:t>
            </a:r>
            <a:r>
              <a:rPr kumimoji="1" lang="en-US" altLang="zh-CN" i="1">
                <a:solidFill>
                  <a:srgbClr val="000404"/>
                </a:solidFill>
              </a:rPr>
              <a:t>V</a:t>
            </a:r>
            <a:r>
              <a:rPr kumimoji="1" lang="en-US" altLang="zh-CN" baseline="-25000">
                <a:solidFill>
                  <a:srgbClr val="000404"/>
                </a:solidFill>
              </a:rPr>
              <a:t>4 </a:t>
            </a:r>
            <a:r>
              <a:rPr kumimoji="1" lang="en-US" altLang="zh-CN">
                <a:solidFill>
                  <a:srgbClr val="000404"/>
                </a:solidFill>
              </a:rPr>
              <a:t>→</a:t>
            </a:r>
            <a:r>
              <a:rPr kumimoji="1" lang="en-US" altLang="zh-CN" i="1">
                <a:solidFill>
                  <a:srgbClr val="000404"/>
                </a:solidFill>
              </a:rPr>
              <a:t>V</a:t>
            </a:r>
            <a:r>
              <a:rPr kumimoji="1" lang="en-US" altLang="zh-CN" baseline="-25000">
                <a:solidFill>
                  <a:srgbClr val="000404"/>
                </a:solidFill>
              </a:rPr>
              <a:t>1</a:t>
            </a:r>
            <a:r>
              <a:rPr kumimoji="1" lang="en-US" altLang="zh-CN">
                <a:solidFill>
                  <a:srgbClr val="000404"/>
                </a:solidFill>
              </a:rPr>
              <a:t>,</a:t>
            </a:r>
            <a:r>
              <a:rPr kumimoji="1" lang="zh-CN" altLang="en-US">
                <a:solidFill>
                  <a:srgbClr val="CC0000"/>
                </a:solidFill>
              </a:rPr>
              <a:t>绝热压缩</a:t>
            </a:r>
            <a:r>
              <a:rPr kumimoji="1" lang="en-US" altLang="zh-CN">
                <a:solidFill>
                  <a:srgbClr val="000404"/>
                </a:solidFill>
              </a:rPr>
              <a:t>, </a:t>
            </a:r>
            <a:r>
              <a:rPr kumimoji="1" lang="zh-CN" altLang="en-US">
                <a:solidFill>
                  <a:srgbClr val="000404"/>
                </a:solidFill>
              </a:rPr>
              <a:t>吸热为零</a:t>
            </a:r>
          </a:p>
        </p:txBody>
      </p:sp>
      <p:sp>
        <p:nvSpPr>
          <p:cNvPr id="57" name="灯片编号占位符 54"/>
          <p:cNvSpPr txBox="1">
            <a:spLocks/>
          </p:cNvSpPr>
          <p:nvPr/>
        </p:nvSpPr>
        <p:spPr bwMode="auto">
          <a:xfrm>
            <a:off x="7308304" y="65722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443EE585-B32A-4C60-B717-0FCF3CE634DB}" type="slidenum">
              <a:rPr lang="en-US" altLang="zh-CN" sz="1400" b="0" kern="0" smtClean="0">
                <a:solidFill>
                  <a:sysClr val="windowText" lastClr="000000"/>
                </a:solidFill>
                <a:ea typeface="宋体" pitchFamily="2" charset="-122"/>
                <a:cs typeface="Times New Roman" pitchFamily="18" charset="0"/>
              </a:rPr>
              <a:pPr algn="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22</a:t>
            </a:fld>
            <a:endParaRPr lang="en-US" altLang="zh-CN" sz="1400" b="0" kern="0" dirty="0">
              <a:solidFill>
                <a:sysClr val="windowText" lastClr="000000"/>
              </a:solidFill>
              <a:ea typeface="宋体" pitchFamily="2" charset="-122"/>
              <a:cs typeface="Times New Roman" pitchFamily="18" charset="0"/>
            </a:endParaRPr>
          </a:p>
        </p:txBody>
      </p:sp>
      <p:grpSp>
        <p:nvGrpSpPr>
          <p:cNvPr id="58" name="Group 124"/>
          <p:cNvGrpSpPr>
            <a:grpSpLocks/>
          </p:cNvGrpSpPr>
          <p:nvPr/>
        </p:nvGrpSpPr>
        <p:grpSpPr bwMode="auto">
          <a:xfrm>
            <a:off x="5508104" y="1811338"/>
            <a:ext cx="3622675" cy="3273425"/>
            <a:chOff x="3385" y="642"/>
            <a:chExt cx="2282" cy="2062"/>
          </a:xfrm>
        </p:grpSpPr>
        <p:sp>
          <p:nvSpPr>
            <p:cNvPr id="59" name="Line 125"/>
            <p:cNvSpPr>
              <a:spLocks noChangeShapeType="1"/>
            </p:cNvSpPr>
            <p:nvPr/>
          </p:nvSpPr>
          <p:spPr bwMode="auto">
            <a:xfrm flipV="1">
              <a:off x="3686" y="699"/>
              <a:ext cx="7" cy="1760"/>
            </a:xfrm>
            <a:prstGeom prst="line">
              <a:avLst/>
            </a:prstGeom>
            <a:noFill/>
            <a:ln w="28575">
              <a:solidFill>
                <a:srgbClr val="000404"/>
              </a:solidFill>
              <a:round/>
              <a:headEnd/>
              <a:tailEnd type="stealth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" name="Freeform 126" descr="浅色下对角线"/>
            <p:cNvSpPr>
              <a:spLocks/>
            </p:cNvSpPr>
            <p:nvPr/>
          </p:nvSpPr>
          <p:spPr bwMode="auto">
            <a:xfrm>
              <a:off x="3933" y="1101"/>
              <a:ext cx="1297" cy="1045"/>
            </a:xfrm>
            <a:custGeom>
              <a:avLst/>
              <a:gdLst>
                <a:gd name="T0" fmla="*/ 6 w 1465"/>
                <a:gd name="T1" fmla="*/ 9 h 1219"/>
                <a:gd name="T2" fmla="*/ 14 w 1465"/>
                <a:gd name="T3" fmla="*/ 45 h 1219"/>
                <a:gd name="T4" fmla="*/ 27 w 1465"/>
                <a:gd name="T5" fmla="*/ 75 h 1219"/>
                <a:gd name="T6" fmla="*/ 46 w 1465"/>
                <a:gd name="T7" fmla="*/ 116 h 1219"/>
                <a:gd name="T8" fmla="*/ 65 w 1465"/>
                <a:gd name="T9" fmla="*/ 141 h 1219"/>
                <a:gd name="T10" fmla="*/ 92 w 1465"/>
                <a:gd name="T11" fmla="*/ 165 h 1219"/>
                <a:gd name="T12" fmla="*/ 130 w 1465"/>
                <a:gd name="T13" fmla="*/ 177 h 1219"/>
                <a:gd name="T14" fmla="*/ 181 w 1465"/>
                <a:gd name="T15" fmla="*/ 194 h 1219"/>
                <a:gd name="T16" fmla="*/ 259 w 1465"/>
                <a:gd name="T17" fmla="*/ 209 h 1219"/>
                <a:gd name="T18" fmla="*/ 321 w 1465"/>
                <a:gd name="T19" fmla="*/ 218 h 1219"/>
                <a:gd name="T20" fmla="*/ 383 w 1465"/>
                <a:gd name="T21" fmla="*/ 224 h 1219"/>
                <a:gd name="T22" fmla="*/ 354 w 1465"/>
                <a:gd name="T23" fmla="*/ 206 h 1219"/>
                <a:gd name="T24" fmla="*/ 320 w 1465"/>
                <a:gd name="T25" fmla="*/ 188 h 1219"/>
                <a:gd name="T26" fmla="*/ 310 w 1465"/>
                <a:gd name="T27" fmla="*/ 179 h 1219"/>
                <a:gd name="T28" fmla="*/ 293 w 1465"/>
                <a:gd name="T29" fmla="*/ 166 h 1219"/>
                <a:gd name="T30" fmla="*/ 287 w 1465"/>
                <a:gd name="T31" fmla="*/ 157 h 1219"/>
                <a:gd name="T32" fmla="*/ 267 w 1465"/>
                <a:gd name="T33" fmla="*/ 131 h 1219"/>
                <a:gd name="T34" fmla="*/ 244 w 1465"/>
                <a:gd name="T35" fmla="*/ 121 h 1219"/>
                <a:gd name="T36" fmla="*/ 263 w 1465"/>
                <a:gd name="T37" fmla="*/ 125 h 1219"/>
                <a:gd name="T38" fmla="*/ 226 w 1465"/>
                <a:gd name="T39" fmla="*/ 116 h 1219"/>
                <a:gd name="T40" fmla="*/ 207 w 1465"/>
                <a:gd name="T41" fmla="*/ 111 h 1219"/>
                <a:gd name="T42" fmla="*/ 182 w 1465"/>
                <a:gd name="T43" fmla="*/ 105 h 1219"/>
                <a:gd name="T44" fmla="*/ 154 w 1465"/>
                <a:gd name="T45" fmla="*/ 93 h 1219"/>
                <a:gd name="T46" fmla="*/ 99 w 1465"/>
                <a:gd name="T47" fmla="*/ 68 h 1219"/>
                <a:gd name="T48" fmla="*/ 57 w 1465"/>
                <a:gd name="T49" fmla="*/ 44 h 1219"/>
                <a:gd name="T50" fmla="*/ 32 w 1465"/>
                <a:gd name="T51" fmla="*/ 29 h 1219"/>
                <a:gd name="T52" fmla="*/ 0 w 1465"/>
                <a:gd name="T53" fmla="*/ 0 h 1219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1465"/>
                <a:gd name="T82" fmla="*/ 0 h 1219"/>
                <a:gd name="T83" fmla="*/ 1465 w 1465"/>
                <a:gd name="T84" fmla="*/ 1219 h 1219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1465" h="1219">
                  <a:moveTo>
                    <a:pt x="23" y="54"/>
                  </a:moveTo>
                  <a:lnTo>
                    <a:pt x="53" y="246"/>
                  </a:lnTo>
                  <a:lnTo>
                    <a:pt x="106" y="408"/>
                  </a:lnTo>
                  <a:lnTo>
                    <a:pt x="177" y="624"/>
                  </a:lnTo>
                  <a:lnTo>
                    <a:pt x="248" y="763"/>
                  </a:lnTo>
                  <a:lnTo>
                    <a:pt x="349" y="901"/>
                  </a:lnTo>
                  <a:lnTo>
                    <a:pt x="496" y="967"/>
                  </a:lnTo>
                  <a:lnTo>
                    <a:pt x="692" y="1056"/>
                  </a:lnTo>
                  <a:lnTo>
                    <a:pt x="992" y="1135"/>
                  </a:lnTo>
                  <a:lnTo>
                    <a:pt x="1227" y="1182"/>
                  </a:lnTo>
                  <a:lnTo>
                    <a:pt x="1465" y="1219"/>
                  </a:lnTo>
                  <a:lnTo>
                    <a:pt x="1352" y="1117"/>
                  </a:lnTo>
                  <a:lnTo>
                    <a:pt x="1222" y="1027"/>
                  </a:lnTo>
                  <a:lnTo>
                    <a:pt x="1181" y="979"/>
                  </a:lnTo>
                  <a:lnTo>
                    <a:pt x="1122" y="906"/>
                  </a:lnTo>
                  <a:lnTo>
                    <a:pt x="1093" y="859"/>
                  </a:lnTo>
                  <a:lnTo>
                    <a:pt x="1021" y="715"/>
                  </a:lnTo>
                  <a:lnTo>
                    <a:pt x="933" y="661"/>
                  </a:lnTo>
                  <a:lnTo>
                    <a:pt x="1004" y="679"/>
                  </a:lnTo>
                  <a:lnTo>
                    <a:pt x="864" y="633"/>
                  </a:lnTo>
                  <a:lnTo>
                    <a:pt x="791" y="607"/>
                  </a:lnTo>
                  <a:lnTo>
                    <a:pt x="697" y="570"/>
                  </a:lnTo>
                  <a:lnTo>
                    <a:pt x="591" y="504"/>
                  </a:lnTo>
                  <a:lnTo>
                    <a:pt x="383" y="367"/>
                  </a:lnTo>
                  <a:lnTo>
                    <a:pt x="213" y="240"/>
                  </a:lnTo>
                  <a:lnTo>
                    <a:pt x="124" y="162"/>
                  </a:lnTo>
                  <a:lnTo>
                    <a:pt x="0" y="0"/>
                  </a:lnTo>
                </a:path>
              </a:pathLst>
            </a:custGeom>
            <a:pattFill prst="ltDnDiag">
              <a:fgClr>
                <a:srgbClr val="000404"/>
              </a:fgClr>
              <a:bgClr>
                <a:srgbClr val="FFFFFF"/>
              </a:bgClr>
            </a:patt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" name="Text Box 127"/>
            <p:cNvSpPr txBox="1">
              <a:spLocks noChangeArrowheads="1"/>
            </p:cNvSpPr>
            <p:nvPr/>
          </p:nvSpPr>
          <p:spPr bwMode="auto">
            <a:xfrm flipH="1">
              <a:off x="4337" y="1606"/>
              <a:ext cx="32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i="1">
                  <a:solidFill>
                    <a:srgbClr val="000404"/>
                  </a:solidFill>
                </a:rPr>
                <a:t>A</a:t>
              </a:r>
            </a:p>
          </p:txBody>
        </p:sp>
        <p:sp>
          <p:nvSpPr>
            <p:cNvPr id="62" name="Freeform 128"/>
            <p:cNvSpPr>
              <a:spLocks/>
            </p:cNvSpPr>
            <p:nvPr/>
          </p:nvSpPr>
          <p:spPr bwMode="auto">
            <a:xfrm>
              <a:off x="3941" y="1112"/>
              <a:ext cx="288" cy="767"/>
            </a:xfrm>
            <a:custGeom>
              <a:avLst/>
              <a:gdLst>
                <a:gd name="T0" fmla="*/ 0 w 325"/>
                <a:gd name="T1" fmla="*/ 0 h 895"/>
                <a:gd name="T2" fmla="*/ 17 w 325"/>
                <a:gd name="T3" fmla="*/ 55 h 895"/>
                <a:gd name="T4" fmla="*/ 49 w 325"/>
                <a:gd name="T5" fmla="*/ 120 h 895"/>
                <a:gd name="T6" fmla="*/ 86 w 325"/>
                <a:gd name="T7" fmla="*/ 164 h 89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25"/>
                <a:gd name="T13" fmla="*/ 0 h 895"/>
                <a:gd name="T14" fmla="*/ 325 w 325"/>
                <a:gd name="T15" fmla="*/ 895 h 89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25" h="895">
                  <a:moveTo>
                    <a:pt x="0" y="0"/>
                  </a:moveTo>
                  <a:cubicBezTo>
                    <a:pt x="10" y="49"/>
                    <a:pt x="31" y="188"/>
                    <a:pt x="62" y="297"/>
                  </a:cubicBezTo>
                  <a:cubicBezTo>
                    <a:pt x="93" y="406"/>
                    <a:pt x="140" y="554"/>
                    <a:pt x="184" y="654"/>
                  </a:cubicBezTo>
                  <a:cubicBezTo>
                    <a:pt x="228" y="754"/>
                    <a:pt x="296" y="845"/>
                    <a:pt x="325" y="895"/>
                  </a:cubicBezTo>
                </a:path>
              </a:pathLst>
            </a:custGeom>
            <a:noFill/>
            <a:ln w="38100">
              <a:solidFill>
                <a:srgbClr val="0000FF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3" name="Line 129"/>
            <p:cNvSpPr>
              <a:spLocks noChangeShapeType="1"/>
            </p:cNvSpPr>
            <p:nvPr/>
          </p:nvSpPr>
          <p:spPr bwMode="auto">
            <a:xfrm flipH="1" flipV="1">
              <a:off x="4001" y="1425"/>
              <a:ext cx="36" cy="108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" name="Line 130"/>
            <p:cNvSpPr>
              <a:spLocks noChangeShapeType="1"/>
            </p:cNvSpPr>
            <p:nvPr/>
          </p:nvSpPr>
          <p:spPr bwMode="auto">
            <a:xfrm>
              <a:off x="3679" y="2437"/>
              <a:ext cx="1923" cy="14"/>
            </a:xfrm>
            <a:prstGeom prst="line">
              <a:avLst/>
            </a:prstGeom>
            <a:noFill/>
            <a:ln w="28575">
              <a:solidFill>
                <a:srgbClr val="000404"/>
              </a:solidFill>
              <a:round/>
              <a:headEnd/>
              <a:tailEnd type="stealth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65" name="Object 131"/>
            <p:cNvGraphicFramePr>
              <a:graphicFrameLocks noChangeAspect="1"/>
            </p:cNvGraphicFramePr>
            <p:nvPr/>
          </p:nvGraphicFramePr>
          <p:xfrm>
            <a:off x="5448" y="2192"/>
            <a:ext cx="219" cy="240"/>
          </p:xfrm>
          <a:graphic>
            <a:graphicData uri="http://schemas.openxmlformats.org/presentationml/2006/ole">
              <p:oleObj spid="_x0000_s28718" name="Equation" r:id="rId4" imgW="121884" imgH="129600" progId="Equation.3">
                <p:embed/>
              </p:oleObj>
            </a:graphicData>
          </a:graphic>
        </p:graphicFrame>
        <p:graphicFrame>
          <p:nvGraphicFramePr>
            <p:cNvPr id="66" name="Object 132"/>
            <p:cNvGraphicFramePr>
              <a:graphicFrameLocks noChangeAspect="1"/>
            </p:cNvGraphicFramePr>
            <p:nvPr/>
          </p:nvGraphicFramePr>
          <p:xfrm>
            <a:off x="3509" y="2439"/>
            <a:ext cx="149" cy="169"/>
          </p:xfrm>
          <a:graphic>
            <a:graphicData uri="http://schemas.openxmlformats.org/presentationml/2006/ole">
              <p:oleObj spid="_x0000_s28719" name="Equation" r:id="rId5" imgW="83849" imgH="106704" progId="Equation.3">
                <p:embed/>
              </p:oleObj>
            </a:graphicData>
          </a:graphic>
        </p:graphicFrame>
        <p:graphicFrame>
          <p:nvGraphicFramePr>
            <p:cNvPr id="67" name="Object 133"/>
            <p:cNvGraphicFramePr>
              <a:graphicFrameLocks noChangeAspect="1"/>
            </p:cNvGraphicFramePr>
            <p:nvPr/>
          </p:nvGraphicFramePr>
          <p:xfrm>
            <a:off x="3385" y="642"/>
            <a:ext cx="240" cy="276"/>
          </p:xfrm>
          <a:graphic>
            <a:graphicData uri="http://schemas.openxmlformats.org/presentationml/2006/ole">
              <p:oleObj spid="_x0000_s28720" name="Equation" r:id="rId6" imgW="106757" imgH="129600" progId="Equation.3">
                <p:embed/>
              </p:oleObj>
            </a:graphicData>
          </a:graphic>
        </p:graphicFrame>
        <p:graphicFrame>
          <p:nvGraphicFramePr>
            <p:cNvPr id="68" name="Object 134"/>
            <p:cNvGraphicFramePr>
              <a:graphicFrameLocks noChangeAspect="1"/>
            </p:cNvGraphicFramePr>
            <p:nvPr/>
          </p:nvGraphicFramePr>
          <p:xfrm>
            <a:off x="4604" y="935"/>
            <a:ext cx="759" cy="307"/>
          </p:xfrm>
          <a:graphic>
            <a:graphicData uri="http://schemas.openxmlformats.org/presentationml/2006/ole">
              <p:oleObj spid="_x0000_s28721" name="Equation" r:id="rId7" imgW="411466" imgH="182952" progId="Equation.3">
                <p:embed/>
              </p:oleObj>
            </a:graphicData>
          </a:graphic>
        </p:graphicFrame>
        <p:grpSp>
          <p:nvGrpSpPr>
            <p:cNvPr id="69" name="Group 135"/>
            <p:cNvGrpSpPr>
              <a:grpSpLocks/>
            </p:cNvGrpSpPr>
            <p:nvPr/>
          </p:nvGrpSpPr>
          <p:grpSpPr bwMode="auto">
            <a:xfrm>
              <a:off x="3849" y="866"/>
              <a:ext cx="1274" cy="840"/>
              <a:chOff x="1079" y="2194"/>
              <a:chExt cx="1274" cy="840"/>
            </a:xfrm>
          </p:grpSpPr>
          <p:sp>
            <p:nvSpPr>
              <p:cNvPr id="101" name="Freeform 136"/>
              <p:cNvSpPr>
                <a:spLocks/>
              </p:cNvSpPr>
              <p:nvPr/>
            </p:nvSpPr>
            <p:spPr bwMode="auto">
              <a:xfrm>
                <a:off x="1163" y="2434"/>
                <a:ext cx="925" cy="583"/>
              </a:xfrm>
              <a:custGeom>
                <a:avLst/>
                <a:gdLst>
                  <a:gd name="T0" fmla="*/ 0 w 1044"/>
                  <a:gd name="T1" fmla="*/ 0 h 680"/>
                  <a:gd name="T2" fmla="*/ 65 w 1044"/>
                  <a:gd name="T3" fmla="*/ 45 h 680"/>
                  <a:gd name="T4" fmla="*/ 132 w 1044"/>
                  <a:gd name="T5" fmla="*/ 80 h 680"/>
                  <a:gd name="T6" fmla="*/ 193 w 1044"/>
                  <a:gd name="T7" fmla="*/ 104 h 680"/>
                  <a:gd name="T8" fmla="*/ 265 w 1044"/>
                  <a:gd name="T9" fmla="*/ 122 h 680"/>
                  <a:gd name="T10" fmla="*/ 262 w 1044"/>
                  <a:gd name="T11" fmla="*/ 121 h 68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044"/>
                  <a:gd name="T19" fmla="*/ 0 h 680"/>
                  <a:gd name="T20" fmla="*/ 1044 w 1044"/>
                  <a:gd name="T21" fmla="*/ 680 h 68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044" h="680">
                    <a:moveTo>
                      <a:pt x="0" y="0"/>
                    </a:moveTo>
                    <a:cubicBezTo>
                      <a:pt x="40" y="41"/>
                      <a:pt x="159" y="174"/>
                      <a:pt x="242" y="246"/>
                    </a:cubicBezTo>
                    <a:cubicBezTo>
                      <a:pt x="325" y="318"/>
                      <a:pt x="419" y="382"/>
                      <a:pt x="501" y="435"/>
                    </a:cubicBezTo>
                    <a:cubicBezTo>
                      <a:pt x="583" y="488"/>
                      <a:pt x="651" y="527"/>
                      <a:pt x="734" y="565"/>
                    </a:cubicBezTo>
                    <a:cubicBezTo>
                      <a:pt x="817" y="603"/>
                      <a:pt x="958" y="650"/>
                      <a:pt x="1001" y="665"/>
                    </a:cubicBezTo>
                    <a:cubicBezTo>
                      <a:pt x="1044" y="680"/>
                      <a:pt x="996" y="658"/>
                      <a:pt x="995" y="658"/>
                    </a:cubicBezTo>
                  </a:path>
                </a:pathLst>
              </a:custGeom>
              <a:noFill/>
              <a:ln w="38100">
                <a:solidFill>
                  <a:srgbClr val="FF3300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02" name="Text Box 137"/>
              <p:cNvSpPr txBox="1">
                <a:spLocks noChangeArrowheads="1"/>
              </p:cNvSpPr>
              <p:nvPr/>
            </p:nvSpPr>
            <p:spPr bwMode="auto">
              <a:xfrm>
                <a:off x="1079" y="2194"/>
                <a:ext cx="254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000">
                    <a:solidFill>
                      <a:srgbClr val="000404"/>
                    </a:solidFill>
                  </a:rPr>
                  <a:t>1</a:t>
                </a:r>
              </a:p>
            </p:txBody>
          </p:sp>
          <p:sp>
            <p:nvSpPr>
              <p:cNvPr id="103" name="Text Box 138"/>
              <p:cNvSpPr txBox="1">
                <a:spLocks noChangeArrowheads="1"/>
              </p:cNvSpPr>
              <p:nvPr/>
            </p:nvSpPr>
            <p:spPr bwMode="auto">
              <a:xfrm>
                <a:off x="2056" y="2784"/>
                <a:ext cx="297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000">
                    <a:solidFill>
                      <a:srgbClr val="000404"/>
                    </a:solidFill>
                  </a:rPr>
                  <a:t>2</a:t>
                </a:r>
              </a:p>
            </p:txBody>
          </p:sp>
          <p:sp>
            <p:nvSpPr>
              <p:cNvPr id="104" name="Line 139"/>
              <p:cNvSpPr>
                <a:spLocks noChangeShapeType="1"/>
              </p:cNvSpPr>
              <p:nvPr/>
            </p:nvSpPr>
            <p:spPr bwMode="auto">
              <a:xfrm>
                <a:off x="1590" y="2789"/>
                <a:ext cx="122" cy="73"/>
              </a:xfrm>
              <a:prstGeom prst="line">
                <a:avLst/>
              </a:prstGeom>
              <a:noFill/>
              <a:ln w="57150">
                <a:solidFill>
                  <a:srgbClr val="0000FF"/>
                </a:solidFill>
                <a:round/>
                <a:headEnd/>
                <a:tailEnd type="triangle" w="sm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70" name="Group 140"/>
            <p:cNvGrpSpPr>
              <a:grpSpLocks/>
            </p:cNvGrpSpPr>
            <p:nvPr/>
          </p:nvGrpSpPr>
          <p:grpSpPr bwMode="auto">
            <a:xfrm>
              <a:off x="4037" y="1863"/>
              <a:ext cx="1225" cy="283"/>
              <a:chOff x="1267" y="3191"/>
              <a:chExt cx="1225" cy="283"/>
            </a:xfrm>
          </p:grpSpPr>
          <p:sp>
            <p:nvSpPr>
              <p:cNvPr id="98" name="Text Box 141"/>
              <p:cNvSpPr txBox="1">
                <a:spLocks noChangeArrowheads="1"/>
              </p:cNvSpPr>
              <p:nvPr/>
            </p:nvSpPr>
            <p:spPr bwMode="auto">
              <a:xfrm>
                <a:off x="1267" y="3202"/>
                <a:ext cx="297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000">
                    <a:solidFill>
                      <a:srgbClr val="000404"/>
                    </a:solidFill>
                  </a:rPr>
                  <a:t>4</a:t>
                </a:r>
              </a:p>
            </p:txBody>
          </p:sp>
          <p:sp>
            <p:nvSpPr>
              <p:cNvPr id="99" name="Freeform 142"/>
              <p:cNvSpPr>
                <a:spLocks/>
              </p:cNvSpPr>
              <p:nvPr/>
            </p:nvSpPr>
            <p:spPr bwMode="auto">
              <a:xfrm>
                <a:off x="1452" y="3191"/>
                <a:ext cx="1040" cy="283"/>
              </a:xfrm>
              <a:custGeom>
                <a:avLst/>
                <a:gdLst>
                  <a:gd name="T0" fmla="*/ 0 w 1175"/>
                  <a:gd name="T1" fmla="*/ 0 h 330"/>
                  <a:gd name="T2" fmla="*/ 48 w 1175"/>
                  <a:gd name="T3" fmla="*/ 15 h 330"/>
                  <a:gd name="T4" fmla="*/ 124 w 1175"/>
                  <a:gd name="T5" fmla="*/ 38 h 330"/>
                  <a:gd name="T6" fmla="*/ 227 w 1175"/>
                  <a:gd name="T7" fmla="*/ 54 h 330"/>
                  <a:gd name="T8" fmla="*/ 307 w 1175"/>
                  <a:gd name="T9" fmla="*/ 60 h 33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5"/>
                  <a:gd name="T16" fmla="*/ 0 h 330"/>
                  <a:gd name="T17" fmla="*/ 1175 w 1175"/>
                  <a:gd name="T18" fmla="*/ 330 h 33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5" h="330">
                    <a:moveTo>
                      <a:pt x="0" y="0"/>
                    </a:moveTo>
                    <a:cubicBezTo>
                      <a:pt x="30" y="14"/>
                      <a:pt x="102" y="53"/>
                      <a:pt x="181" y="87"/>
                    </a:cubicBezTo>
                    <a:cubicBezTo>
                      <a:pt x="260" y="121"/>
                      <a:pt x="359" y="170"/>
                      <a:pt x="473" y="204"/>
                    </a:cubicBezTo>
                    <a:cubicBezTo>
                      <a:pt x="587" y="238"/>
                      <a:pt x="749" y="272"/>
                      <a:pt x="866" y="293"/>
                    </a:cubicBezTo>
                    <a:cubicBezTo>
                      <a:pt x="983" y="314"/>
                      <a:pt x="1111" y="322"/>
                      <a:pt x="1175" y="330"/>
                    </a:cubicBezTo>
                  </a:path>
                </a:pathLst>
              </a:custGeom>
              <a:noFill/>
              <a:ln w="38100">
                <a:solidFill>
                  <a:srgbClr val="FF3300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00" name="Line 143"/>
              <p:cNvSpPr>
                <a:spLocks noChangeShapeType="1"/>
              </p:cNvSpPr>
              <p:nvPr/>
            </p:nvSpPr>
            <p:spPr bwMode="auto">
              <a:xfrm flipH="1" flipV="1">
                <a:off x="1710" y="3306"/>
                <a:ext cx="109" cy="36"/>
              </a:xfrm>
              <a:prstGeom prst="line">
                <a:avLst/>
              </a:prstGeom>
              <a:noFill/>
              <a:ln w="57150">
                <a:solidFill>
                  <a:srgbClr val="0000FF"/>
                </a:solidFill>
                <a:round/>
                <a:headEnd/>
                <a:tailEnd type="triangle" w="sm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71" name="Group 144"/>
            <p:cNvGrpSpPr>
              <a:grpSpLocks/>
            </p:cNvGrpSpPr>
            <p:nvPr/>
          </p:nvGrpSpPr>
          <p:grpSpPr bwMode="auto">
            <a:xfrm>
              <a:off x="4816" y="1673"/>
              <a:ext cx="690" cy="526"/>
              <a:chOff x="2046" y="3001"/>
              <a:chExt cx="690" cy="526"/>
            </a:xfrm>
          </p:grpSpPr>
          <p:sp>
            <p:nvSpPr>
              <p:cNvPr id="95" name="Text Box 145"/>
              <p:cNvSpPr txBox="1">
                <a:spLocks noChangeArrowheads="1"/>
              </p:cNvSpPr>
              <p:nvPr/>
            </p:nvSpPr>
            <p:spPr bwMode="auto">
              <a:xfrm>
                <a:off x="2481" y="3277"/>
                <a:ext cx="255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000">
                    <a:solidFill>
                      <a:srgbClr val="000404"/>
                    </a:solidFill>
                  </a:rPr>
                  <a:t>3</a:t>
                </a:r>
              </a:p>
            </p:txBody>
          </p:sp>
          <p:sp>
            <p:nvSpPr>
              <p:cNvPr id="96" name="Freeform 146"/>
              <p:cNvSpPr>
                <a:spLocks/>
              </p:cNvSpPr>
              <p:nvPr/>
            </p:nvSpPr>
            <p:spPr bwMode="auto">
              <a:xfrm>
                <a:off x="2046" y="3001"/>
                <a:ext cx="429" cy="473"/>
              </a:xfrm>
              <a:custGeom>
                <a:avLst/>
                <a:gdLst>
                  <a:gd name="T0" fmla="*/ 0 w 484"/>
                  <a:gd name="T1" fmla="*/ 0 h 552"/>
                  <a:gd name="T2" fmla="*/ 56 w 484"/>
                  <a:gd name="T3" fmla="*/ 57 h 552"/>
                  <a:gd name="T4" fmla="*/ 128 w 484"/>
                  <a:gd name="T5" fmla="*/ 100 h 552"/>
                  <a:gd name="T6" fmla="*/ 0 60000 65536"/>
                  <a:gd name="T7" fmla="*/ 0 60000 65536"/>
                  <a:gd name="T8" fmla="*/ 0 60000 65536"/>
                  <a:gd name="T9" fmla="*/ 0 w 484"/>
                  <a:gd name="T10" fmla="*/ 0 h 552"/>
                  <a:gd name="T11" fmla="*/ 484 w 484"/>
                  <a:gd name="T12" fmla="*/ 552 h 55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84" h="552">
                    <a:moveTo>
                      <a:pt x="0" y="0"/>
                    </a:moveTo>
                    <a:cubicBezTo>
                      <a:pt x="35" y="51"/>
                      <a:pt x="129" y="217"/>
                      <a:pt x="210" y="309"/>
                    </a:cubicBezTo>
                    <a:cubicBezTo>
                      <a:pt x="291" y="401"/>
                      <a:pt x="427" y="501"/>
                      <a:pt x="484" y="552"/>
                    </a:cubicBezTo>
                  </a:path>
                </a:pathLst>
              </a:custGeom>
              <a:noFill/>
              <a:ln w="38100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97" name="Line 147"/>
              <p:cNvSpPr>
                <a:spLocks noChangeShapeType="1"/>
              </p:cNvSpPr>
              <p:nvPr/>
            </p:nvSpPr>
            <p:spPr bwMode="auto">
              <a:xfrm>
                <a:off x="2179" y="3200"/>
                <a:ext cx="78" cy="98"/>
              </a:xfrm>
              <a:prstGeom prst="line">
                <a:avLst/>
              </a:prstGeom>
              <a:noFill/>
              <a:ln w="57150">
                <a:solidFill>
                  <a:srgbClr val="FF3300"/>
                </a:solidFill>
                <a:round/>
                <a:headEnd/>
                <a:tailEnd type="triangle" w="sm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72" name="Text Box 148"/>
            <p:cNvSpPr txBox="1">
              <a:spLocks noChangeArrowheads="1"/>
            </p:cNvSpPr>
            <p:nvPr/>
          </p:nvSpPr>
          <p:spPr bwMode="auto">
            <a:xfrm>
              <a:off x="4284" y="1933"/>
              <a:ext cx="26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kumimoji="1" lang="en-US" altLang="zh-CN" sz="2000" i="1">
                  <a:solidFill>
                    <a:srgbClr val="000404"/>
                  </a:solidFill>
                  <a:ea typeface="楷体_GB2312" pitchFamily="49" charset="-122"/>
                </a:rPr>
                <a:t>T</a:t>
              </a:r>
              <a:r>
                <a:rPr kumimoji="1" lang="en-US" altLang="zh-CN" sz="2000" baseline="-25000">
                  <a:solidFill>
                    <a:srgbClr val="000404"/>
                  </a:solidFill>
                  <a:ea typeface="楷体_GB2312" pitchFamily="49" charset="-122"/>
                </a:rPr>
                <a:t>2</a:t>
              </a:r>
              <a:endParaRPr kumimoji="1" lang="en-US" altLang="zh-CN" sz="2000">
                <a:solidFill>
                  <a:srgbClr val="000404"/>
                </a:solidFill>
                <a:ea typeface="楷体_GB2312" pitchFamily="49" charset="-122"/>
              </a:endParaRPr>
            </a:p>
          </p:txBody>
        </p:sp>
        <p:sp>
          <p:nvSpPr>
            <p:cNvPr id="73" name="Text Box 149"/>
            <p:cNvSpPr txBox="1">
              <a:spLocks noChangeArrowheads="1"/>
            </p:cNvSpPr>
            <p:nvPr/>
          </p:nvSpPr>
          <p:spPr bwMode="auto">
            <a:xfrm>
              <a:off x="4181" y="1106"/>
              <a:ext cx="26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kumimoji="1" lang="en-US" altLang="zh-CN" sz="2000" i="1">
                  <a:solidFill>
                    <a:srgbClr val="000404"/>
                  </a:solidFill>
                  <a:ea typeface="楷体_GB2312" pitchFamily="49" charset="-122"/>
                </a:rPr>
                <a:t>T</a:t>
              </a:r>
              <a:r>
                <a:rPr kumimoji="1" lang="en-US" altLang="zh-CN" sz="2000" baseline="-25000">
                  <a:solidFill>
                    <a:srgbClr val="000404"/>
                  </a:solidFill>
                  <a:ea typeface="楷体_GB2312" pitchFamily="49" charset="-122"/>
                </a:rPr>
                <a:t>1</a:t>
              </a:r>
              <a:endParaRPr kumimoji="1" lang="en-US" altLang="zh-CN" sz="2000">
                <a:solidFill>
                  <a:srgbClr val="000404"/>
                </a:solidFill>
                <a:ea typeface="楷体_GB2312" pitchFamily="49" charset="-122"/>
              </a:endParaRPr>
            </a:p>
          </p:txBody>
        </p:sp>
        <p:grpSp>
          <p:nvGrpSpPr>
            <p:cNvPr id="74" name="Group 150"/>
            <p:cNvGrpSpPr>
              <a:grpSpLocks/>
            </p:cNvGrpSpPr>
            <p:nvPr/>
          </p:nvGrpSpPr>
          <p:grpSpPr bwMode="auto">
            <a:xfrm>
              <a:off x="3818" y="1110"/>
              <a:ext cx="275" cy="1594"/>
              <a:chOff x="3666" y="902"/>
              <a:chExt cx="275" cy="1594"/>
            </a:xfrm>
          </p:grpSpPr>
          <p:sp>
            <p:nvSpPr>
              <p:cNvPr id="93" name="Line 151"/>
              <p:cNvSpPr>
                <a:spLocks noChangeShapeType="1"/>
              </p:cNvSpPr>
              <p:nvPr/>
            </p:nvSpPr>
            <p:spPr bwMode="auto">
              <a:xfrm>
                <a:off x="3792" y="902"/>
                <a:ext cx="0" cy="1344"/>
              </a:xfrm>
              <a:prstGeom prst="line">
                <a:avLst/>
              </a:prstGeom>
              <a:noFill/>
              <a:ln w="28575">
                <a:solidFill>
                  <a:srgbClr val="000404"/>
                </a:solidFill>
                <a:prstDash val="dash"/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94" name="Text Box 152"/>
              <p:cNvSpPr txBox="1">
                <a:spLocks noChangeArrowheads="1"/>
              </p:cNvSpPr>
              <p:nvPr/>
            </p:nvSpPr>
            <p:spPr bwMode="auto">
              <a:xfrm>
                <a:off x="3666" y="2246"/>
                <a:ext cx="275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kumimoji="1" lang="en-US" altLang="zh-CN" sz="2000" i="1">
                    <a:solidFill>
                      <a:srgbClr val="000404"/>
                    </a:solidFill>
                    <a:ea typeface="楷体_GB2312" pitchFamily="49" charset="-122"/>
                  </a:rPr>
                  <a:t>V</a:t>
                </a:r>
                <a:r>
                  <a:rPr kumimoji="1" lang="en-US" altLang="zh-CN" sz="2000" baseline="-25000">
                    <a:solidFill>
                      <a:srgbClr val="000404"/>
                    </a:solidFill>
                    <a:ea typeface="楷体_GB2312" pitchFamily="49" charset="-122"/>
                  </a:rPr>
                  <a:t>1</a:t>
                </a:r>
                <a:endParaRPr kumimoji="1" lang="en-US" altLang="zh-CN" sz="2000">
                  <a:solidFill>
                    <a:srgbClr val="000404"/>
                  </a:solidFill>
                  <a:ea typeface="楷体_GB2312" pitchFamily="49" charset="-122"/>
                </a:endParaRPr>
              </a:p>
            </p:txBody>
          </p:sp>
        </p:grpSp>
        <p:grpSp>
          <p:nvGrpSpPr>
            <p:cNvPr id="75" name="Group 153"/>
            <p:cNvGrpSpPr>
              <a:grpSpLocks/>
            </p:cNvGrpSpPr>
            <p:nvPr/>
          </p:nvGrpSpPr>
          <p:grpSpPr bwMode="auto">
            <a:xfrm>
              <a:off x="4088" y="1878"/>
              <a:ext cx="275" cy="826"/>
              <a:chOff x="3936" y="1670"/>
              <a:chExt cx="275" cy="826"/>
            </a:xfrm>
          </p:grpSpPr>
          <p:sp>
            <p:nvSpPr>
              <p:cNvPr id="91" name="Line 154"/>
              <p:cNvSpPr>
                <a:spLocks noChangeShapeType="1"/>
              </p:cNvSpPr>
              <p:nvPr/>
            </p:nvSpPr>
            <p:spPr bwMode="auto">
              <a:xfrm>
                <a:off x="4058" y="1670"/>
                <a:ext cx="0" cy="576"/>
              </a:xfrm>
              <a:prstGeom prst="line">
                <a:avLst/>
              </a:prstGeom>
              <a:noFill/>
              <a:ln w="28575">
                <a:solidFill>
                  <a:srgbClr val="000404"/>
                </a:solidFill>
                <a:prstDash val="dash"/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92" name="Text Box 155"/>
              <p:cNvSpPr txBox="1">
                <a:spLocks noChangeArrowheads="1"/>
              </p:cNvSpPr>
              <p:nvPr/>
            </p:nvSpPr>
            <p:spPr bwMode="auto">
              <a:xfrm>
                <a:off x="3936" y="2246"/>
                <a:ext cx="275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kumimoji="1" lang="en-US" altLang="zh-CN" sz="2000" i="1">
                    <a:solidFill>
                      <a:srgbClr val="000404"/>
                    </a:solidFill>
                    <a:ea typeface="楷体_GB2312" pitchFamily="49" charset="-122"/>
                  </a:rPr>
                  <a:t>V</a:t>
                </a:r>
                <a:r>
                  <a:rPr kumimoji="1" lang="en-US" altLang="zh-CN" sz="2000" baseline="-25000">
                    <a:solidFill>
                      <a:srgbClr val="000404"/>
                    </a:solidFill>
                    <a:ea typeface="楷体_GB2312" pitchFamily="49" charset="-122"/>
                  </a:rPr>
                  <a:t>4</a:t>
                </a:r>
                <a:endParaRPr kumimoji="1" lang="en-US" altLang="zh-CN" sz="2000">
                  <a:solidFill>
                    <a:srgbClr val="000404"/>
                  </a:solidFill>
                  <a:ea typeface="楷体_GB2312" pitchFamily="49" charset="-122"/>
                </a:endParaRPr>
              </a:p>
            </p:txBody>
          </p:sp>
        </p:grpSp>
        <p:grpSp>
          <p:nvGrpSpPr>
            <p:cNvPr id="76" name="Group 156"/>
            <p:cNvGrpSpPr>
              <a:grpSpLocks/>
            </p:cNvGrpSpPr>
            <p:nvPr/>
          </p:nvGrpSpPr>
          <p:grpSpPr bwMode="auto">
            <a:xfrm>
              <a:off x="4712" y="1686"/>
              <a:ext cx="275" cy="1018"/>
              <a:chOff x="4560" y="1478"/>
              <a:chExt cx="275" cy="1018"/>
            </a:xfrm>
          </p:grpSpPr>
          <p:sp>
            <p:nvSpPr>
              <p:cNvPr id="89" name="Line 157"/>
              <p:cNvSpPr>
                <a:spLocks noChangeShapeType="1"/>
              </p:cNvSpPr>
              <p:nvPr/>
            </p:nvSpPr>
            <p:spPr bwMode="auto">
              <a:xfrm>
                <a:off x="4682" y="1478"/>
                <a:ext cx="0" cy="768"/>
              </a:xfrm>
              <a:prstGeom prst="line">
                <a:avLst/>
              </a:prstGeom>
              <a:noFill/>
              <a:ln w="28575">
                <a:solidFill>
                  <a:srgbClr val="000404"/>
                </a:solidFill>
                <a:prstDash val="dash"/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90" name="Text Box 158"/>
              <p:cNvSpPr txBox="1">
                <a:spLocks noChangeArrowheads="1"/>
              </p:cNvSpPr>
              <p:nvPr/>
            </p:nvSpPr>
            <p:spPr bwMode="auto">
              <a:xfrm>
                <a:off x="4560" y="2246"/>
                <a:ext cx="275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kumimoji="1" lang="en-US" altLang="zh-CN" sz="2000" i="1">
                    <a:solidFill>
                      <a:srgbClr val="000404"/>
                    </a:solidFill>
                    <a:ea typeface="楷体_GB2312" pitchFamily="49" charset="-122"/>
                  </a:rPr>
                  <a:t>V</a:t>
                </a:r>
                <a:r>
                  <a:rPr kumimoji="1" lang="en-US" altLang="zh-CN" sz="2000" baseline="-25000">
                    <a:solidFill>
                      <a:srgbClr val="000404"/>
                    </a:solidFill>
                    <a:ea typeface="楷体_GB2312" pitchFamily="49" charset="-122"/>
                  </a:rPr>
                  <a:t>2</a:t>
                </a:r>
                <a:endParaRPr kumimoji="1" lang="en-US" altLang="zh-CN" sz="2000">
                  <a:solidFill>
                    <a:srgbClr val="000404"/>
                  </a:solidFill>
                  <a:ea typeface="楷体_GB2312" pitchFamily="49" charset="-122"/>
                </a:endParaRPr>
              </a:p>
            </p:txBody>
          </p:sp>
        </p:grpSp>
        <p:grpSp>
          <p:nvGrpSpPr>
            <p:cNvPr id="77" name="Group 159"/>
            <p:cNvGrpSpPr>
              <a:grpSpLocks/>
            </p:cNvGrpSpPr>
            <p:nvPr/>
          </p:nvGrpSpPr>
          <p:grpSpPr bwMode="auto">
            <a:xfrm>
              <a:off x="5144" y="2166"/>
              <a:ext cx="275" cy="538"/>
              <a:chOff x="4992" y="1958"/>
              <a:chExt cx="275" cy="538"/>
            </a:xfrm>
          </p:grpSpPr>
          <p:sp>
            <p:nvSpPr>
              <p:cNvPr id="87" name="Line 160"/>
              <p:cNvSpPr>
                <a:spLocks noChangeShapeType="1"/>
              </p:cNvSpPr>
              <p:nvPr/>
            </p:nvSpPr>
            <p:spPr bwMode="auto">
              <a:xfrm>
                <a:off x="5114" y="1958"/>
                <a:ext cx="0" cy="288"/>
              </a:xfrm>
              <a:prstGeom prst="line">
                <a:avLst/>
              </a:prstGeom>
              <a:noFill/>
              <a:ln w="28575">
                <a:solidFill>
                  <a:srgbClr val="000404"/>
                </a:solidFill>
                <a:prstDash val="dash"/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88" name="Text Box 161"/>
              <p:cNvSpPr txBox="1">
                <a:spLocks noChangeArrowheads="1"/>
              </p:cNvSpPr>
              <p:nvPr/>
            </p:nvSpPr>
            <p:spPr bwMode="auto">
              <a:xfrm>
                <a:off x="4992" y="2246"/>
                <a:ext cx="275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kumimoji="1" lang="en-US" altLang="zh-CN" sz="2000" i="1">
                    <a:solidFill>
                      <a:srgbClr val="000404"/>
                    </a:solidFill>
                    <a:ea typeface="楷体_GB2312" pitchFamily="49" charset="-122"/>
                  </a:rPr>
                  <a:t>V</a:t>
                </a:r>
                <a:r>
                  <a:rPr kumimoji="1" lang="en-US" altLang="zh-CN" sz="2000" baseline="-25000">
                    <a:solidFill>
                      <a:srgbClr val="000404"/>
                    </a:solidFill>
                    <a:ea typeface="楷体_GB2312" pitchFamily="49" charset="-122"/>
                  </a:rPr>
                  <a:t>3</a:t>
                </a:r>
                <a:endParaRPr kumimoji="1" lang="en-US" altLang="zh-CN" sz="2000">
                  <a:solidFill>
                    <a:srgbClr val="000404"/>
                  </a:solidFill>
                  <a:ea typeface="楷体_GB2312" pitchFamily="49" charset="-122"/>
                </a:endParaRPr>
              </a:p>
            </p:txBody>
          </p:sp>
        </p:grpSp>
        <p:grpSp>
          <p:nvGrpSpPr>
            <p:cNvPr id="78" name="Group 162"/>
            <p:cNvGrpSpPr>
              <a:grpSpLocks/>
            </p:cNvGrpSpPr>
            <p:nvPr/>
          </p:nvGrpSpPr>
          <p:grpSpPr bwMode="auto">
            <a:xfrm>
              <a:off x="3416" y="966"/>
              <a:ext cx="1850" cy="1274"/>
              <a:chOff x="3264" y="758"/>
              <a:chExt cx="1850" cy="1274"/>
            </a:xfrm>
          </p:grpSpPr>
          <p:sp>
            <p:nvSpPr>
              <p:cNvPr id="79" name="Line 163"/>
              <p:cNvSpPr>
                <a:spLocks noChangeShapeType="1"/>
              </p:cNvSpPr>
              <p:nvPr/>
            </p:nvSpPr>
            <p:spPr bwMode="auto">
              <a:xfrm>
                <a:off x="3530" y="1932"/>
                <a:ext cx="1584" cy="0"/>
              </a:xfrm>
              <a:prstGeom prst="line">
                <a:avLst/>
              </a:prstGeom>
              <a:noFill/>
              <a:ln w="28575">
                <a:solidFill>
                  <a:srgbClr val="000404"/>
                </a:solidFill>
                <a:prstDash val="dash"/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80" name="Line 164"/>
              <p:cNvSpPr>
                <a:spLocks noChangeShapeType="1"/>
              </p:cNvSpPr>
              <p:nvPr/>
            </p:nvSpPr>
            <p:spPr bwMode="auto">
              <a:xfrm>
                <a:off x="3530" y="1670"/>
                <a:ext cx="528" cy="0"/>
              </a:xfrm>
              <a:prstGeom prst="line">
                <a:avLst/>
              </a:prstGeom>
              <a:noFill/>
              <a:ln w="28575">
                <a:solidFill>
                  <a:srgbClr val="000404"/>
                </a:solidFill>
                <a:prstDash val="dash"/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81" name="Line 165"/>
              <p:cNvSpPr>
                <a:spLocks noChangeShapeType="1"/>
              </p:cNvSpPr>
              <p:nvPr/>
            </p:nvSpPr>
            <p:spPr bwMode="auto">
              <a:xfrm>
                <a:off x="3530" y="1448"/>
                <a:ext cx="1152" cy="0"/>
              </a:xfrm>
              <a:prstGeom prst="line">
                <a:avLst/>
              </a:prstGeom>
              <a:noFill/>
              <a:ln w="28575">
                <a:solidFill>
                  <a:srgbClr val="000404"/>
                </a:solidFill>
                <a:prstDash val="dash"/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82" name="Line 166"/>
              <p:cNvSpPr>
                <a:spLocks noChangeShapeType="1"/>
              </p:cNvSpPr>
              <p:nvPr/>
            </p:nvSpPr>
            <p:spPr bwMode="auto">
              <a:xfrm>
                <a:off x="3530" y="902"/>
                <a:ext cx="240" cy="0"/>
              </a:xfrm>
              <a:prstGeom prst="line">
                <a:avLst/>
              </a:prstGeom>
              <a:noFill/>
              <a:ln w="28575">
                <a:solidFill>
                  <a:srgbClr val="000404"/>
                </a:solidFill>
                <a:prstDash val="dash"/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83" name="Text Box 167"/>
              <p:cNvSpPr txBox="1">
                <a:spLocks noChangeArrowheads="1"/>
              </p:cNvSpPr>
              <p:nvPr/>
            </p:nvSpPr>
            <p:spPr bwMode="auto">
              <a:xfrm>
                <a:off x="3264" y="758"/>
                <a:ext cx="266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kumimoji="1" lang="en-US" altLang="zh-CN" sz="2000" i="1">
                    <a:solidFill>
                      <a:srgbClr val="000404"/>
                    </a:solidFill>
                    <a:ea typeface="楷体_GB2312" pitchFamily="49" charset="-122"/>
                  </a:rPr>
                  <a:t>P</a:t>
                </a:r>
                <a:r>
                  <a:rPr kumimoji="1" lang="en-US" altLang="zh-CN" sz="2000" baseline="-25000">
                    <a:solidFill>
                      <a:srgbClr val="000404"/>
                    </a:solidFill>
                    <a:ea typeface="楷体_GB2312" pitchFamily="49" charset="-122"/>
                  </a:rPr>
                  <a:t>1</a:t>
                </a:r>
                <a:endParaRPr kumimoji="1" lang="en-US" altLang="zh-CN" sz="2000">
                  <a:solidFill>
                    <a:srgbClr val="000404"/>
                  </a:solidFill>
                  <a:ea typeface="楷体_GB2312" pitchFamily="49" charset="-122"/>
                </a:endParaRPr>
              </a:p>
            </p:txBody>
          </p:sp>
          <p:sp>
            <p:nvSpPr>
              <p:cNvPr id="84" name="Text Box 168"/>
              <p:cNvSpPr txBox="1">
                <a:spLocks noChangeArrowheads="1"/>
              </p:cNvSpPr>
              <p:nvPr/>
            </p:nvSpPr>
            <p:spPr bwMode="auto">
              <a:xfrm>
                <a:off x="3264" y="1287"/>
                <a:ext cx="266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kumimoji="1" lang="en-US" altLang="zh-CN" sz="2000" i="1">
                    <a:solidFill>
                      <a:srgbClr val="000404"/>
                    </a:solidFill>
                    <a:ea typeface="楷体_GB2312" pitchFamily="49" charset="-122"/>
                  </a:rPr>
                  <a:t>P</a:t>
                </a:r>
                <a:r>
                  <a:rPr kumimoji="1" lang="en-US" altLang="zh-CN" sz="2000" baseline="-25000">
                    <a:solidFill>
                      <a:srgbClr val="000404"/>
                    </a:solidFill>
                    <a:ea typeface="楷体_GB2312" pitchFamily="49" charset="-122"/>
                  </a:rPr>
                  <a:t>2</a:t>
                </a:r>
                <a:endParaRPr kumimoji="1" lang="en-US" altLang="zh-CN" sz="2000">
                  <a:solidFill>
                    <a:srgbClr val="000404"/>
                  </a:solidFill>
                  <a:ea typeface="楷体_GB2312" pitchFamily="49" charset="-122"/>
                </a:endParaRPr>
              </a:p>
            </p:txBody>
          </p:sp>
          <p:sp>
            <p:nvSpPr>
              <p:cNvPr id="85" name="Text Box 169"/>
              <p:cNvSpPr txBox="1">
                <a:spLocks noChangeArrowheads="1"/>
              </p:cNvSpPr>
              <p:nvPr/>
            </p:nvSpPr>
            <p:spPr bwMode="auto">
              <a:xfrm>
                <a:off x="3264" y="1531"/>
                <a:ext cx="266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kumimoji="1" lang="en-US" altLang="zh-CN" sz="2000" i="1">
                    <a:solidFill>
                      <a:srgbClr val="000404"/>
                    </a:solidFill>
                    <a:ea typeface="楷体_GB2312" pitchFamily="49" charset="-122"/>
                  </a:rPr>
                  <a:t>P</a:t>
                </a:r>
                <a:r>
                  <a:rPr kumimoji="1" lang="en-US" altLang="zh-CN" sz="2000" baseline="-25000">
                    <a:solidFill>
                      <a:srgbClr val="000404"/>
                    </a:solidFill>
                    <a:ea typeface="楷体_GB2312" pitchFamily="49" charset="-122"/>
                  </a:rPr>
                  <a:t>4</a:t>
                </a:r>
                <a:endParaRPr kumimoji="1" lang="en-US" altLang="zh-CN" sz="2000">
                  <a:solidFill>
                    <a:srgbClr val="000404"/>
                  </a:solidFill>
                  <a:ea typeface="楷体_GB2312" pitchFamily="49" charset="-122"/>
                </a:endParaRPr>
              </a:p>
            </p:txBody>
          </p:sp>
          <p:sp>
            <p:nvSpPr>
              <p:cNvPr id="86" name="Text Box 170"/>
              <p:cNvSpPr txBox="1">
                <a:spLocks noChangeArrowheads="1"/>
              </p:cNvSpPr>
              <p:nvPr/>
            </p:nvSpPr>
            <p:spPr bwMode="auto">
              <a:xfrm>
                <a:off x="3264" y="1782"/>
                <a:ext cx="266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kumimoji="1" lang="en-US" altLang="zh-CN" sz="2000" i="1">
                    <a:solidFill>
                      <a:srgbClr val="000404"/>
                    </a:solidFill>
                    <a:ea typeface="楷体_GB2312" pitchFamily="49" charset="-122"/>
                  </a:rPr>
                  <a:t>P</a:t>
                </a:r>
                <a:r>
                  <a:rPr kumimoji="1" lang="en-US" altLang="zh-CN" sz="2000" baseline="-25000">
                    <a:solidFill>
                      <a:srgbClr val="000404"/>
                    </a:solidFill>
                    <a:ea typeface="楷体_GB2312" pitchFamily="49" charset="-122"/>
                  </a:rPr>
                  <a:t>3</a:t>
                </a:r>
                <a:endParaRPr kumimoji="1" lang="en-US" altLang="zh-CN" sz="2000">
                  <a:solidFill>
                    <a:srgbClr val="000404"/>
                  </a:solidFill>
                  <a:ea typeface="楷体_GB2312" pitchFamily="49" charset="-122"/>
                </a:endParaRPr>
              </a:p>
            </p:txBody>
          </p:sp>
        </p:grpSp>
      </p:grpSp>
      <p:graphicFrame>
        <p:nvGraphicFramePr>
          <p:cNvPr id="2" name="Object 119"/>
          <p:cNvGraphicFramePr>
            <a:graphicFrameLocks noChangeAspect="1"/>
          </p:cNvGraphicFramePr>
          <p:nvPr/>
        </p:nvGraphicFramePr>
        <p:xfrm>
          <a:off x="1691680" y="4941168"/>
          <a:ext cx="2808312" cy="1129972"/>
        </p:xfrm>
        <a:graphic>
          <a:graphicData uri="http://schemas.openxmlformats.org/presentationml/2006/ole">
            <p:oleObj spid="_x0000_s28722" name="公式" r:id="rId8" imgW="868748" imgH="335232" progId="Equation.DSMT4">
              <p:embed/>
            </p:oleObj>
          </a:graphicData>
        </a:graphic>
      </p:graphicFrame>
      <p:sp>
        <p:nvSpPr>
          <p:cNvPr id="105" name="Text Box 86"/>
          <p:cNvSpPr txBox="1">
            <a:spLocks noChangeArrowheads="1"/>
          </p:cNvSpPr>
          <p:nvPr/>
        </p:nvSpPr>
        <p:spPr bwMode="auto">
          <a:xfrm>
            <a:off x="683568" y="5157192"/>
            <a:ext cx="1008609" cy="6047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lnSpc>
                <a:spcPct val="120000"/>
              </a:lnSpc>
            </a:pPr>
            <a:r>
              <a:rPr kumimoji="1" lang="zh-CN" altLang="en-US" dirty="0" smtClean="0">
                <a:solidFill>
                  <a:srgbClr val="000404"/>
                </a:solidFill>
                <a:latin typeface="宋体" charset="-122"/>
              </a:rPr>
              <a:t>比较</a:t>
            </a:r>
            <a:endParaRPr kumimoji="1" lang="zh-CN" altLang="en-US" dirty="0">
              <a:solidFill>
                <a:srgbClr val="000404"/>
              </a:solidFill>
              <a:latin typeface="宋体" charset="-122"/>
            </a:endParaRPr>
          </a:p>
        </p:txBody>
      </p:sp>
      <p:sp>
        <p:nvSpPr>
          <p:cNvPr id="106" name="矩形 105"/>
          <p:cNvSpPr/>
          <p:nvPr/>
        </p:nvSpPr>
        <p:spPr bwMode="auto">
          <a:xfrm>
            <a:off x="4047624" y="1772816"/>
            <a:ext cx="504056" cy="1152128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3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7" name="矩形 106"/>
          <p:cNvSpPr/>
          <p:nvPr/>
        </p:nvSpPr>
        <p:spPr bwMode="auto">
          <a:xfrm>
            <a:off x="3985776" y="4941168"/>
            <a:ext cx="504056" cy="1152128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3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7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" dur="500"/>
                                        <p:tgtEl>
                                          <p:spTgt spid="137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37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302" grpId="0" autoUpdateAnimBg="0"/>
      <p:bldP spid="137303" grpId="0" autoUpdateAnimBg="0"/>
      <p:bldP spid="105" grpId="0" autoUpdateAnimBg="0"/>
      <p:bldP spid="106" grpId="0" animBg="1"/>
      <p:bldP spid="10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7304" name="Object 88"/>
          <p:cNvGraphicFramePr>
            <a:graphicFrameLocks noChangeAspect="1"/>
          </p:cNvGraphicFramePr>
          <p:nvPr/>
        </p:nvGraphicFramePr>
        <p:xfrm>
          <a:off x="1161415" y="4068763"/>
          <a:ext cx="2889250" cy="696912"/>
        </p:xfrm>
        <a:graphic>
          <a:graphicData uri="http://schemas.openxmlformats.org/presentationml/2006/ole">
            <p:oleObj spid="_x0000_s29740" name="Equation" r:id="rId3" imgW="556258" imgH="129600" progId="Equation.3">
              <p:embed/>
            </p:oleObj>
          </a:graphicData>
        </a:graphic>
      </p:graphicFrame>
      <p:sp>
        <p:nvSpPr>
          <p:cNvPr id="137305" name="Text Box 89"/>
          <p:cNvSpPr txBox="1">
            <a:spLocks noChangeArrowheads="1"/>
          </p:cNvSpPr>
          <p:nvPr/>
        </p:nvSpPr>
        <p:spPr bwMode="auto">
          <a:xfrm>
            <a:off x="395288" y="3284538"/>
            <a:ext cx="3887603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kumimoji="1" lang="zh-CN" altLang="en-US" dirty="0">
                <a:solidFill>
                  <a:srgbClr val="000404"/>
                </a:solidFill>
                <a:latin typeface="宋体" charset="-122"/>
              </a:rPr>
              <a:t>绝热过程方程</a:t>
            </a:r>
            <a:r>
              <a:rPr kumimoji="1" lang="en-US" altLang="zh-CN" dirty="0" smtClean="0">
                <a:solidFill>
                  <a:srgbClr val="000404"/>
                </a:solidFill>
                <a:latin typeface="宋体" charset="-122"/>
              </a:rPr>
              <a:t>4</a:t>
            </a:r>
            <a:r>
              <a:rPr kumimoji="1" lang="en-US" altLang="zh-CN" dirty="0" smtClean="0">
                <a:solidFill>
                  <a:srgbClr val="000404"/>
                </a:solidFill>
                <a:sym typeface="Symbol" pitchFamily="18" charset="2"/>
              </a:rPr>
              <a:t>  </a:t>
            </a:r>
            <a:r>
              <a:rPr kumimoji="1" lang="en-US" altLang="zh-CN" dirty="0" smtClean="0">
                <a:solidFill>
                  <a:srgbClr val="000404"/>
                </a:solidFill>
                <a:latin typeface="宋体" charset="-122"/>
              </a:rPr>
              <a:t>1</a:t>
            </a:r>
            <a:r>
              <a:rPr kumimoji="1" lang="zh-CN" altLang="en-US" dirty="0" smtClean="0">
                <a:solidFill>
                  <a:srgbClr val="000404"/>
                </a:solidFill>
                <a:latin typeface="宋体" charset="-122"/>
              </a:rPr>
              <a:t> </a:t>
            </a:r>
            <a:endParaRPr kumimoji="1" lang="zh-CN" altLang="en-US" dirty="0">
              <a:solidFill>
                <a:srgbClr val="000404"/>
              </a:solidFill>
              <a:latin typeface="宋体" charset="-122"/>
            </a:endParaRPr>
          </a:p>
        </p:txBody>
      </p:sp>
      <p:grpSp>
        <p:nvGrpSpPr>
          <p:cNvPr id="29707" name="Group 90"/>
          <p:cNvGrpSpPr>
            <a:grpSpLocks/>
          </p:cNvGrpSpPr>
          <p:nvPr/>
        </p:nvGrpSpPr>
        <p:grpSpPr bwMode="auto">
          <a:xfrm>
            <a:off x="5148263" y="2027238"/>
            <a:ext cx="3622675" cy="3273425"/>
            <a:chOff x="3385" y="642"/>
            <a:chExt cx="2282" cy="2062"/>
          </a:xfrm>
        </p:grpSpPr>
        <p:sp>
          <p:nvSpPr>
            <p:cNvPr id="29710" name="Line 91"/>
            <p:cNvSpPr>
              <a:spLocks noChangeShapeType="1"/>
            </p:cNvSpPr>
            <p:nvPr/>
          </p:nvSpPr>
          <p:spPr bwMode="auto">
            <a:xfrm flipV="1">
              <a:off x="3686" y="699"/>
              <a:ext cx="7" cy="1760"/>
            </a:xfrm>
            <a:prstGeom prst="line">
              <a:avLst/>
            </a:prstGeom>
            <a:noFill/>
            <a:ln w="28575">
              <a:solidFill>
                <a:srgbClr val="000404"/>
              </a:solidFill>
              <a:round/>
              <a:headEnd/>
              <a:tailEnd type="stealth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11" name="Freeform 92" descr="浅色下对角线"/>
            <p:cNvSpPr>
              <a:spLocks/>
            </p:cNvSpPr>
            <p:nvPr/>
          </p:nvSpPr>
          <p:spPr bwMode="auto">
            <a:xfrm>
              <a:off x="3933" y="1101"/>
              <a:ext cx="1297" cy="1045"/>
            </a:xfrm>
            <a:custGeom>
              <a:avLst/>
              <a:gdLst>
                <a:gd name="T0" fmla="*/ 6 w 1465"/>
                <a:gd name="T1" fmla="*/ 9 h 1219"/>
                <a:gd name="T2" fmla="*/ 14 w 1465"/>
                <a:gd name="T3" fmla="*/ 45 h 1219"/>
                <a:gd name="T4" fmla="*/ 27 w 1465"/>
                <a:gd name="T5" fmla="*/ 75 h 1219"/>
                <a:gd name="T6" fmla="*/ 46 w 1465"/>
                <a:gd name="T7" fmla="*/ 116 h 1219"/>
                <a:gd name="T8" fmla="*/ 65 w 1465"/>
                <a:gd name="T9" fmla="*/ 141 h 1219"/>
                <a:gd name="T10" fmla="*/ 92 w 1465"/>
                <a:gd name="T11" fmla="*/ 165 h 1219"/>
                <a:gd name="T12" fmla="*/ 130 w 1465"/>
                <a:gd name="T13" fmla="*/ 177 h 1219"/>
                <a:gd name="T14" fmla="*/ 181 w 1465"/>
                <a:gd name="T15" fmla="*/ 194 h 1219"/>
                <a:gd name="T16" fmla="*/ 259 w 1465"/>
                <a:gd name="T17" fmla="*/ 209 h 1219"/>
                <a:gd name="T18" fmla="*/ 321 w 1465"/>
                <a:gd name="T19" fmla="*/ 218 h 1219"/>
                <a:gd name="T20" fmla="*/ 383 w 1465"/>
                <a:gd name="T21" fmla="*/ 224 h 1219"/>
                <a:gd name="T22" fmla="*/ 354 w 1465"/>
                <a:gd name="T23" fmla="*/ 206 h 1219"/>
                <a:gd name="T24" fmla="*/ 320 w 1465"/>
                <a:gd name="T25" fmla="*/ 188 h 1219"/>
                <a:gd name="T26" fmla="*/ 310 w 1465"/>
                <a:gd name="T27" fmla="*/ 179 h 1219"/>
                <a:gd name="T28" fmla="*/ 293 w 1465"/>
                <a:gd name="T29" fmla="*/ 166 h 1219"/>
                <a:gd name="T30" fmla="*/ 287 w 1465"/>
                <a:gd name="T31" fmla="*/ 157 h 1219"/>
                <a:gd name="T32" fmla="*/ 267 w 1465"/>
                <a:gd name="T33" fmla="*/ 131 h 1219"/>
                <a:gd name="T34" fmla="*/ 244 w 1465"/>
                <a:gd name="T35" fmla="*/ 121 h 1219"/>
                <a:gd name="T36" fmla="*/ 263 w 1465"/>
                <a:gd name="T37" fmla="*/ 125 h 1219"/>
                <a:gd name="T38" fmla="*/ 226 w 1465"/>
                <a:gd name="T39" fmla="*/ 116 h 1219"/>
                <a:gd name="T40" fmla="*/ 207 w 1465"/>
                <a:gd name="T41" fmla="*/ 111 h 1219"/>
                <a:gd name="T42" fmla="*/ 182 w 1465"/>
                <a:gd name="T43" fmla="*/ 105 h 1219"/>
                <a:gd name="T44" fmla="*/ 154 w 1465"/>
                <a:gd name="T45" fmla="*/ 93 h 1219"/>
                <a:gd name="T46" fmla="*/ 99 w 1465"/>
                <a:gd name="T47" fmla="*/ 68 h 1219"/>
                <a:gd name="T48" fmla="*/ 57 w 1465"/>
                <a:gd name="T49" fmla="*/ 44 h 1219"/>
                <a:gd name="T50" fmla="*/ 32 w 1465"/>
                <a:gd name="T51" fmla="*/ 29 h 1219"/>
                <a:gd name="T52" fmla="*/ 0 w 1465"/>
                <a:gd name="T53" fmla="*/ 0 h 1219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1465"/>
                <a:gd name="T82" fmla="*/ 0 h 1219"/>
                <a:gd name="T83" fmla="*/ 1465 w 1465"/>
                <a:gd name="T84" fmla="*/ 1219 h 1219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1465" h="1219">
                  <a:moveTo>
                    <a:pt x="23" y="54"/>
                  </a:moveTo>
                  <a:lnTo>
                    <a:pt x="53" y="246"/>
                  </a:lnTo>
                  <a:lnTo>
                    <a:pt x="106" y="408"/>
                  </a:lnTo>
                  <a:lnTo>
                    <a:pt x="177" y="624"/>
                  </a:lnTo>
                  <a:lnTo>
                    <a:pt x="248" y="763"/>
                  </a:lnTo>
                  <a:lnTo>
                    <a:pt x="349" y="901"/>
                  </a:lnTo>
                  <a:lnTo>
                    <a:pt x="496" y="967"/>
                  </a:lnTo>
                  <a:lnTo>
                    <a:pt x="692" y="1056"/>
                  </a:lnTo>
                  <a:lnTo>
                    <a:pt x="992" y="1135"/>
                  </a:lnTo>
                  <a:lnTo>
                    <a:pt x="1227" y="1182"/>
                  </a:lnTo>
                  <a:lnTo>
                    <a:pt x="1465" y="1219"/>
                  </a:lnTo>
                  <a:lnTo>
                    <a:pt x="1352" y="1117"/>
                  </a:lnTo>
                  <a:lnTo>
                    <a:pt x="1222" y="1027"/>
                  </a:lnTo>
                  <a:lnTo>
                    <a:pt x="1181" y="979"/>
                  </a:lnTo>
                  <a:lnTo>
                    <a:pt x="1122" y="906"/>
                  </a:lnTo>
                  <a:lnTo>
                    <a:pt x="1093" y="859"/>
                  </a:lnTo>
                  <a:lnTo>
                    <a:pt x="1021" y="715"/>
                  </a:lnTo>
                  <a:lnTo>
                    <a:pt x="933" y="661"/>
                  </a:lnTo>
                  <a:lnTo>
                    <a:pt x="1004" y="679"/>
                  </a:lnTo>
                  <a:lnTo>
                    <a:pt x="864" y="633"/>
                  </a:lnTo>
                  <a:lnTo>
                    <a:pt x="791" y="607"/>
                  </a:lnTo>
                  <a:lnTo>
                    <a:pt x="697" y="570"/>
                  </a:lnTo>
                  <a:lnTo>
                    <a:pt x="591" y="504"/>
                  </a:lnTo>
                  <a:lnTo>
                    <a:pt x="383" y="367"/>
                  </a:lnTo>
                  <a:lnTo>
                    <a:pt x="213" y="240"/>
                  </a:lnTo>
                  <a:lnTo>
                    <a:pt x="124" y="162"/>
                  </a:lnTo>
                  <a:lnTo>
                    <a:pt x="0" y="0"/>
                  </a:lnTo>
                </a:path>
              </a:pathLst>
            </a:custGeom>
            <a:pattFill prst="ltDnDiag">
              <a:fgClr>
                <a:srgbClr val="000404"/>
              </a:fgClr>
              <a:bgClr>
                <a:srgbClr val="FFFFFF"/>
              </a:bgClr>
            </a:patt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12" name="Text Box 93"/>
            <p:cNvSpPr txBox="1">
              <a:spLocks noChangeArrowheads="1"/>
            </p:cNvSpPr>
            <p:nvPr/>
          </p:nvSpPr>
          <p:spPr bwMode="auto">
            <a:xfrm flipH="1">
              <a:off x="4337" y="1606"/>
              <a:ext cx="32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i="1">
                  <a:solidFill>
                    <a:srgbClr val="000404"/>
                  </a:solidFill>
                </a:rPr>
                <a:t>W</a:t>
              </a:r>
            </a:p>
          </p:txBody>
        </p:sp>
        <p:sp>
          <p:nvSpPr>
            <p:cNvPr id="29713" name="Freeform 94"/>
            <p:cNvSpPr>
              <a:spLocks/>
            </p:cNvSpPr>
            <p:nvPr/>
          </p:nvSpPr>
          <p:spPr bwMode="auto">
            <a:xfrm>
              <a:off x="3941" y="1112"/>
              <a:ext cx="288" cy="767"/>
            </a:xfrm>
            <a:custGeom>
              <a:avLst/>
              <a:gdLst>
                <a:gd name="T0" fmla="*/ 0 w 325"/>
                <a:gd name="T1" fmla="*/ 0 h 895"/>
                <a:gd name="T2" fmla="*/ 17 w 325"/>
                <a:gd name="T3" fmla="*/ 55 h 895"/>
                <a:gd name="T4" fmla="*/ 49 w 325"/>
                <a:gd name="T5" fmla="*/ 120 h 895"/>
                <a:gd name="T6" fmla="*/ 86 w 325"/>
                <a:gd name="T7" fmla="*/ 164 h 89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25"/>
                <a:gd name="T13" fmla="*/ 0 h 895"/>
                <a:gd name="T14" fmla="*/ 325 w 325"/>
                <a:gd name="T15" fmla="*/ 895 h 89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25" h="895">
                  <a:moveTo>
                    <a:pt x="0" y="0"/>
                  </a:moveTo>
                  <a:cubicBezTo>
                    <a:pt x="10" y="49"/>
                    <a:pt x="31" y="188"/>
                    <a:pt x="62" y="297"/>
                  </a:cubicBezTo>
                  <a:cubicBezTo>
                    <a:pt x="93" y="406"/>
                    <a:pt x="140" y="554"/>
                    <a:pt x="184" y="654"/>
                  </a:cubicBezTo>
                  <a:cubicBezTo>
                    <a:pt x="228" y="754"/>
                    <a:pt x="296" y="845"/>
                    <a:pt x="325" y="895"/>
                  </a:cubicBezTo>
                </a:path>
              </a:pathLst>
            </a:custGeom>
            <a:noFill/>
            <a:ln w="38100">
              <a:solidFill>
                <a:srgbClr val="0000FF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714" name="Line 95"/>
            <p:cNvSpPr>
              <a:spLocks noChangeShapeType="1"/>
            </p:cNvSpPr>
            <p:nvPr/>
          </p:nvSpPr>
          <p:spPr bwMode="auto">
            <a:xfrm flipH="1" flipV="1">
              <a:off x="4001" y="1425"/>
              <a:ext cx="36" cy="108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15" name="Line 96"/>
            <p:cNvSpPr>
              <a:spLocks noChangeShapeType="1"/>
            </p:cNvSpPr>
            <p:nvPr/>
          </p:nvSpPr>
          <p:spPr bwMode="auto">
            <a:xfrm>
              <a:off x="3679" y="2437"/>
              <a:ext cx="1923" cy="14"/>
            </a:xfrm>
            <a:prstGeom prst="line">
              <a:avLst/>
            </a:prstGeom>
            <a:noFill/>
            <a:ln w="28575">
              <a:solidFill>
                <a:srgbClr val="000404"/>
              </a:solidFill>
              <a:round/>
              <a:headEnd/>
              <a:tailEnd type="stealth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9701" name="Object 97"/>
            <p:cNvGraphicFramePr>
              <a:graphicFrameLocks noChangeAspect="1"/>
            </p:cNvGraphicFramePr>
            <p:nvPr/>
          </p:nvGraphicFramePr>
          <p:xfrm>
            <a:off x="5448" y="2192"/>
            <a:ext cx="219" cy="240"/>
          </p:xfrm>
          <a:graphic>
            <a:graphicData uri="http://schemas.openxmlformats.org/presentationml/2006/ole">
              <p:oleObj spid="_x0000_s29741" name="Equation" r:id="rId4" imgW="121884" imgH="129600" progId="Equation.3">
                <p:embed/>
              </p:oleObj>
            </a:graphicData>
          </a:graphic>
        </p:graphicFrame>
        <p:graphicFrame>
          <p:nvGraphicFramePr>
            <p:cNvPr id="29702" name="Object 98"/>
            <p:cNvGraphicFramePr>
              <a:graphicFrameLocks noChangeAspect="1"/>
            </p:cNvGraphicFramePr>
            <p:nvPr/>
          </p:nvGraphicFramePr>
          <p:xfrm>
            <a:off x="3509" y="2439"/>
            <a:ext cx="149" cy="169"/>
          </p:xfrm>
          <a:graphic>
            <a:graphicData uri="http://schemas.openxmlformats.org/presentationml/2006/ole">
              <p:oleObj spid="_x0000_s29742" name="Equation" r:id="rId5" imgW="83849" imgH="106704" progId="Equation.3">
                <p:embed/>
              </p:oleObj>
            </a:graphicData>
          </a:graphic>
        </p:graphicFrame>
        <p:graphicFrame>
          <p:nvGraphicFramePr>
            <p:cNvPr id="29703" name="Object 99"/>
            <p:cNvGraphicFramePr>
              <a:graphicFrameLocks noChangeAspect="1"/>
            </p:cNvGraphicFramePr>
            <p:nvPr/>
          </p:nvGraphicFramePr>
          <p:xfrm>
            <a:off x="3385" y="642"/>
            <a:ext cx="240" cy="276"/>
          </p:xfrm>
          <a:graphic>
            <a:graphicData uri="http://schemas.openxmlformats.org/presentationml/2006/ole">
              <p:oleObj spid="_x0000_s29743" name="Equation" r:id="rId6" imgW="106757" imgH="129600" progId="Equation.3">
                <p:embed/>
              </p:oleObj>
            </a:graphicData>
          </a:graphic>
        </p:graphicFrame>
        <p:graphicFrame>
          <p:nvGraphicFramePr>
            <p:cNvPr id="29704" name="Object 100"/>
            <p:cNvGraphicFramePr>
              <a:graphicFrameLocks noChangeAspect="1"/>
            </p:cNvGraphicFramePr>
            <p:nvPr/>
          </p:nvGraphicFramePr>
          <p:xfrm>
            <a:off x="4604" y="935"/>
            <a:ext cx="759" cy="307"/>
          </p:xfrm>
          <a:graphic>
            <a:graphicData uri="http://schemas.openxmlformats.org/presentationml/2006/ole">
              <p:oleObj spid="_x0000_s29744" name="Equation" r:id="rId7" imgW="411466" imgH="182952" progId="Equation.3">
                <p:embed/>
              </p:oleObj>
            </a:graphicData>
          </a:graphic>
        </p:graphicFrame>
        <p:grpSp>
          <p:nvGrpSpPr>
            <p:cNvPr id="29716" name="Group 101"/>
            <p:cNvGrpSpPr>
              <a:grpSpLocks/>
            </p:cNvGrpSpPr>
            <p:nvPr/>
          </p:nvGrpSpPr>
          <p:grpSpPr bwMode="auto">
            <a:xfrm>
              <a:off x="3849" y="866"/>
              <a:ext cx="1274" cy="840"/>
              <a:chOff x="1079" y="2194"/>
              <a:chExt cx="1274" cy="840"/>
            </a:xfrm>
          </p:grpSpPr>
          <p:sp>
            <p:nvSpPr>
              <p:cNvPr id="29748" name="Freeform 102"/>
              <p:cNvSpPr>
                <a:spLocks/>
              </p:cNvSpPr>
              <p:nvPr/>
            </p:nvSpPr>
            <p:spPr bwMode="auto">
              <a:xfrm>
                <a:off x="1163" y="2434"/>
                <a:ext cx="925" cy="583"/>
              </a:xfrm>
              <a:custGeom>
                <a:avLst/>
                <a:gdLst>
                  <a:gd name="T0" fmla="*/ 0 w 1044"/>
                  <a:gd name="T1" fmla="*/ 0 h 680"/>
                  <a:gd name="T2" fmla="*/ 65 w 1044"/>
                  <a:gd name="T3" fmla="*/ 45 h 680"/>
                  <a:gd name="T4" fmla="*/ 132 w 1044"/>
                  <a:gd name="T5" fmla="*/ 80 h 680"/>
                  <a:gd name="T6" fmla="*/ 193 w 1044"/>
                  <a:gd name="T7" fmla="*/ 104 h 680"/>
                  <a:gd name="T8" fmla="*/ 265 w 1044"/>
                  <a:gd name="T9" fmla="*/ 122 h 680"/>
                  <a:gd name="T10" fmla="*/ 262 w 1044"/>
                  <a:gd name="T11" fmla="*/ 121 h 68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044"/>
                  <a:gd name="T19" fmla="*/ 0 h 680"/>
                  <a:gd name="T20" fmla="*/ 1044 w 1044"/>
                  <a:gd name="T21" fmla="*/ 680 h 68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044" h="680">
                    <a:moveTo>
                      <a:pt x="0" y="0"/>
                    </a:moveTo>
                    <a:cubicBezTo>
                      <a:pt x="40" y="41"/>
                      <a:pt x="159" y="174"/>
                      <a:pt x="242" y="246"/>
                    </a:cubicBezTo>
                    <a:cubicBezTo>
                      <a:pt x="325" y="318"/>
                      <a:pt x="419" y="382"/>
                      <a:pt x="501" y="435"/>
                    </a:cubicBezTo>
                    <a:cubicBezTo>
                      <a:pt x="583" y="488"/>
                      <a:pt x="651" y="527"/>
                      <a:pt x="734" y="565"/>
                    </a:cubicBezTo>
                    <a:cubicBezTo>
                      <a:pt x="817" y="603"/>
                      <a:pt x="958" y="650"/>
                      <a:pt x="1001" y="665"/>
                    </a:cubicBezTo>
                    <a:cubicBezTo>
                      <a:pt x="1044" y="680"/>
                      <a:pt x="996" y="658"/>
                      <a:pt x="995" y="658"/>
                    </a:cubicBezTo>
                  </a:path>
                </a:pathLst>
              </a:custGeom>
              <a:noFill/>
              <a:ln w="38100">
                <a:solidFill>
                  <a:srgbClr val="FF3300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9749" name="Text Box 103"/>
              <p:cNvSpPr txBox="1">
                <a:spLocks noChangeArrowheads="1"/>
              </p:cNvSpPr>
              <p:nvPr/>
            </p:nvSpPr>
            <p:spPr bwMode="auto">
              <a:xfrm>
                <a:off x="1079" y="2194"/>
                <a:ext cx="254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000">
                    <a:solidFill>
                      <a:srgbClr val="000404"/>
                    </a:solidFill>
                  </a:rPr>
                  <a:t>1</a:t>
                </a:r>
              </a:p>
            </p:txBody>
          </p:sp>
          <p:sp>
            <p:nvSpPr>
              <p:cNvPr id="29750" name="Text Box 104"/>
              <p:cNvSpPr txBox="1">
                <a:spLocks noChangeArrowheads="1"/>
              </p:cNvSpPr>
              <p:nvPr/>
            </p:nvSpPr>
            <p:spPr bwMode="auto">
              <a:xfrm>
                <a:off x="2056" y="2784"/>
                <a:ext cx="297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000">
                    <a:solidFill>
                      <a:srgbClr val="000404"/>
                    </a:solidFill>
                  </a:rPr>
                  <a:t>2</a:t>
                </a:r>
              </a:p>
            </p:txBody>
          </p:sp>
          <p:sp>
            <p:nvSpPr>
              <p:cNvPr id="29751" name="Line 105"/>
              <p:cNvSpPr>
                <a:spLocks noChangeShapeType="1"/>
              </p:cNvSpPr>
              <p:nvPr/>
            </p:nvSpPr>
            <p:spPr bwMode="auto">
              <a:xfrm>
                <a:off x="1590" y="2789"/>
                <a:ext cx="122" cy="73"/>
              </a:xfrm>
              <a:prstGeom prst="line">
                <a:avLst/>
              </a:prstGeom>
              <a:noFill/>
              <a:ln w="57150">
                <a:solidFill>
                  <a:srgbClr val="0000FF"/>
                </a:solidFill>
                <a:round/>
                <a:headEnd/>
                <a:tailEnd type="triangle" w="sm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9717" name="Group 106"/>
            <p:cNvGrpSpPr>
              <a:grpSpLocks/>
            </p:cNvGrpSpPr>
            <p:nvPr/>
          </p:nvGrpSpPr>
          <p:grpSpPr bwMode="auto">
            <a:xfrm>
              <a:off x="4037" y="1863"/>
              <a:ext cx="1225" cy="283"/>
              <a:chOff x="1267" y="3191"/>
              <a:chExt cx="1225" cy="283"/>
            </a:xfrm>
          </p:grpSpPr>
          <p:sp>
            <p:nvSpPr>
              <p:cNvPr id="29745" name="Text Box 107"/>
              <p:cNvSpPr txBox="1">
                <a:spLocks noChangeArrowheads="1"/>
              </p:cNvSpPr>
              <p:nvPr/>
            </p:nvSpPr>
            <p:spPr bwMode="auto">
              <a:xfrm>
                <a:off x="1267" y="3202"/>
                <a:ext cx="297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000">
                    <a:solidFill>
                      <a:srgbClr val="000404"/>
                    </a:solidFill>
                  </a:rPr>
                  <a:t>4</a:t>
                </a:r>
              </a:p>
            </p:txBody>
          </p:sp>
          <p:sp>
            <p:nvSpPr>
              <p:cNvPr id="29746" name="Freeform 108"/>
              <p:cNvSpPr>
                <a:spLocks/>
              </p:cNvSpPr>
              <p:nvPr/>
            </p:nvSpPr>
            <p:spPr bwMode="auto">
              <a:xfrm>
                <a:off x="1452" y="3191"/>
                <a:ext cx="1040" cy="283"/>
              </a:xfrm>
              <a:custGeom>
                <a:avLst/>
                <a:gdLst>
                  <a:gd name="T0" fmla="*/ 0 w 1175"/>
                  <a:gd name="T1" fmla="*/ 0 h 330"/>
                  <a:gd name="T2" fmla="*/ 48 w 1175"/>
                  <a:gd name="T3" fmla="*/ 15 h 330"/>
                  <a:gd name="T4" fmla="*/ 124 w 1175"/>
                  <a:gd name="T5" fmla="*/ 38 h 330"/>
                  <a:gd name="T6" fmla="*/ 227 w 1175"/>
                  <a:gd name="T7" fmla="*/ 54 h 330"/>
                  <a:gd name="T8" fmla="*/ 307 w 1175"/>
                  <a:gd name="T9" fmla="*/ 60 h 33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5"/>
                  <a:gd name="T16" fmla="*/ 0 h 330"/>
                  <a:gd name="T17" fmla="*/ 1175 w 1175"/>
                  <a:gd name="T18" fmla="*/ 330 h 33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5" h="330">
                    <a:moveTo>
                      <a:pt x="0" y="0"/>
                    </a:moveTo>
                    <a:cubicBezTo>
                      <a:pt x="30" y="14"/>
                      <a:pt x="102" y="53"/>
                      <a:pt x="181" y="87"/>
                    </a:cubicBezTo>
                    <a:cubicBezTo>
                      <a:pt x="260" y="121"/>
                      <a:pt x="359" y="170"/>
                      <a:pt x="473" y="204"/>
                    </a:cubicBezTo>
                    <a:cubicBezTo>
                      <a:pt x="587" y="238"/>
                      <a:pt x="749" y="272"/>
                      <a:pt x="866" y="293"/>
                    </a:cubicBezTo>
                    <a:cubicBezTo>
                      <a:pt x="983" y="314"/>
                      <a:pt x="1111" y="322"/>
                      <a:pt x="1175" y="330"/>
                    </a:cubicBezTo>
                  </a:path>
                </a:pathLst>
              </a:custGeom>
              <a:noFill/>
              <a:ln w="38100">
                <a:solidFill>
                  <a:srgbClr val="FF3300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9747" name="Line 109"/>
              <p:cNvSpPr>
                <a:spLocks noChangeShapeType="1"/>
              </p:cNvSpPr>
              <p:nvPr/>
            </p:nvSpPr>
            <p:spPr bwMode="auto">
              <a:xfrm flipH="1" flipV="1">
                <a:off x="1710" y="3306"/>
                <a:ext cx="109" cy="36"/>
              </a:xfrm>
              <a:prstGeom prst="line">
                <a:avLst/>
              </a:prstGeom>
              <a:noFill/>
              <a:ln w="57150">
                <a:solidFill>
                  <a:srgbClr val="0000FF"/>
                </a:solidFill>
                <a:round/>
                <a:headEnd/>
                <a:tailEnd type="triangle" w="sm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9718" name="Group 110"/>
            <p:cNvGrpSpPr>
              <a:grpSpLocks/>
            </p:cNvGrpSpPr>
            <p:nvPr/>
          </p:nvGrpSpPr>
          <p:grpSpPr bwMode="auto">
            <a:xfrm>
              <a:off x="4816" y="1673"/>
              <a:ext cx="690" cy="526"/>
              <a:chOff x="2046" y="3001"/>
              <a:chExt cx="690" cy="526"/>
            </a:xfrm>
          </p:grpSpPr>
          <p:sp>
            <p:nvSpPr>
              <p:cNvPr id="29742" name="Text Box 111"/>
              <p:cNvSpPr txBox="1">
                <a:spLocks noChangeArrowheads="1"/>
              </p:cNvSpPr>
              <p:nvPr/>
            </p:nvSpPr>
            <p:spPr bwMode="auto">
              <a:xfrm>
                <a:off x="2481" y="3277"/>
                <a:ext cx="255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000">
                    <a:solidFill>
                      <a:srgbClr val="000404"/>
                    </a:solidFill>
                  </a:rPr>
                  <a:t>3</a:t>
                </a:r>
              </a:p>
            </p:txBody>
          </p:sp>
          <p:sp>
            <p:nvSpPr>
              <p:cNvPr id="29743" name="Freeform 112"/>
              <p:cNvSpPr>
                <a:spLocks/>
              </p:cNvSpPr>
              <p:nvPr/>
            </p:nvSpPr>
            <p:spPr bwMode="auto">
              <a:xfrm>
                <a:off x="2046" y="3001"/>
                <a:ext cx="429" cy="473"/>
              </a:xfrm>
              <a:custGeom>
                <a:avLst/>
                <a:gdLst>
                  <a:gd name="T0" fmla="*/ 0 w 484"/>
                  <a:gd name="T1" fmla="*/ 0 h 552"/>
                  <a:gd name="T2" fmla="*/ 56 w 484"/>
                  <a:gd name="T3" fmla="*/ 57 h 552"/>
                  <a:gd name="T4" fmla="*/ 128 w 484"/>
                  <a:gd name="T5" fmla="*/ 100 h 552"/>
                  <a:gd name="T6" fmla="*/ 0 60000 65536"/>
                  <a:gd name="T7" fmla="*/ 0 60000 65536"/>
                  <a:gd name="T8" fmla="*/ 0 60000 65536"/>
                  <a:gd name="T9" fmla="*/ 0 w 484"/>
                  <a:gd name="T10" fmla="*/ 0 h 552"/>
                  <a:gd name="T11" fmla="*/ 484 w 484"/>
                  <a:gd name="T12" fmla="*/ 552 h 55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84" h="552">
                    <a:moveTo>
                      <a:pt x="0" y="0"/>
                    </a:moveTo>
                    <a:cubicBezTo>
                      <a:pt x="35" y="51"/>
                      <a:pt x="129" y="217"/>
                      <a:pt x="210" y="309"/>
                    </a:cubicBezTo>
                    <a:cubicBezTo>
                      <a:pt x="291" y="401"/>
                      <a:pt x="427" y="501"/>
                      <a:pt x="484" y="552"/>
                    </a:cubicBezTo>
                  </a:path>
                </a:pathLst>
              </a:custGeom>
              <a:noFill/>
              <a:ln w="38100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9744" name="Line 113"/>
              <p:cNvSpPr>
                <a:spLocks noChangeShapeType="1"/>
              </p:cNvSpPr>
              <p:nvPr/>
            </p:nvSpPr>
            <p:spPr bwMode="auto">
              <a:xfrm>
                <a:off x="2179" y="3200"/>
                <a:ext cx="78" cy="98"/>
              </a:xfrm>
              <a:prstGeom prst="line">
                <a:avLst/>
              </a:prstGeom>
              <a:noFill/>
              <a:ln w="57150">
                <a:solidFill>
                  <a:srgbClr val="FF3300"/>
                </a:solidFill>
                <a:round/>
                <a:headEnd/>
                <a:tailEnd type="triangle" w="sm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9719" name="Text Box 114"/>
            <p:cNvSpPr txBox="1">
              <a:spLocks noChangeArrowheads="1"/>
            </p:cNvSpPr>
            <p:nvPr/>
          </p:nvSpPr>
          <p:spPr bwMode="auto">
            <a:xfrm>
              <a:off x="4284" y="1933"/>
              <a:ext cx="26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kumimoji="1" lang="en-US" altLang="zh-CN" sz="2000" i="1">
                  <a:solidFill>
                    <a:srgbClr val="000404"/>
                  </a:solidFill>
                  <a:ea typeface="楷体_GB2312" pitchFamily="49" charset="-122"/>
                </a:rPr>
                <a:t>T</a:t>
              </a:r>
              <a:r>
                <a:rPr kumimoji="1" lang="en-US" altLang="zh-CN" sz="2000" baseline="-25000">
                  <a:solidFill>
                    <a:srgbClr val="000404"/>
                  </a:solidFill>
                  <a:ea typeface="楷体_GB2312" pitchFamily="49" charset="-122"/>
                </a:rPr>
                <a:t>2</a:t>
              </a:r>
              <a:endParaRPr kumimoji="1" lang="en-US" altLang="zh-CN" sz="2000">
                <a:solidFill>
                  <a:srgbClr val="000404"/>
                </a:solidFill>
                <a:ea typeface="楷体_GB2312" pitchFamily="49" charset="-122"/>
              </a:endParaRPr>
            </a:p>
          </p:txBody>
        </p:sp>
        <p:sp>
          <p:nvSpPr>
            <p:cNvPr id="29720" name="Text Box 115"/>
            <p:cNvSpPr txBox="1">
              <a:spLocks noChangeArrowheads="1"/>
            </p:cNvSpPr>
            <p:nvPr/>
          </p:nvSpPr>
          <p:spPr bwMode="auto">
            <a:xfrm>
              <a:off x="4181" y="1106"/>
              <a:ext cx="26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kumimoji="1" lang="en-US" altLang="zh-CN" sz="2000" i="1">
                  <a:solidFill>
                    <a:srgbClr val="000404"/>
                  </a:solidFill>
                  <a:ea typeface="楷体_GB2312" pitchFamily="49" charset="-122"/>
                </a:rPr>
                <a:t>T</a:t>
              </a:r>
              <a:r>
                <a:rPr kumimoji="1" lang="en-US" altLang="zh-CN" sz="2000" baseline="-25000">
                  <a:solidFill>
                    <a:srgbClr val="000404"/>
                  </a:solidFill>
                  <a:ea typeface="楷体_GB2312" pitchFamily="49" charset="-122"/>
                </a:rPr>
                <a:t>1</a:t>
              </a:r>
              <a:endParaRPr kumimoji="1" lang="en-US" altLang="zh-CN" sz="2000">
                <a:solidFill>
                  <a:srgbClr val="000404"/>
                </a:solidFill>
                <a:ea typeface="楷体_GB2312" pitchFamily="49" charset="-122"/>
              </a:endParaRPr>
            </a:p>
          </p:txBody>
        </p:sp>
        <p:grpSp>
          <p:nvGrpSpPr>
            <p:cNvPr id="29721" name="Group 116"/>
            <p:cNvGrpSpPr>
              <a:grpSpLocks/>
            </p:cNvGrpSpPr>
            <p:nvPr/>
          </p:nvGrpSpPr>
          <p:grpSpPr bwMode="auto">
            <a:xfrm>
              <a:off x="3818" y="1110"/>
              <a:ext cx="275" cy="1594"/>
              <a:chOff x="3666" y="902"/>
              <a:chExt cx="275" cy="1594"/>
            </a:xfrm>
          </p:grpSpPr>
          <p:sp>
            <p:nvSpPr>
              <p:cNvPr id="29740" name="Line 117"/>
              <p:cNvSpPr>
                <a:spLocks noChangeShapeType="1"/>
              </p:cNvSpPr>
              <p:nvPr/>
            </p:nvSpPr>
            <p:spPr bwMode="auto">
              <a:xfrm>
                <a:off x="3792" y="902"/>
                <a:ext cx="0" cy="1344"/>
              </a:xfrm>
              <a:prstGeom prst="line">
                <a:avLst/>
              </a:prstGeom>
              <a:noFill/>
              <a:ln w="28575">
                <a:solidFill>
                  <a:srgbClr val="000404"/>
                </a:solidFill>
                <a:prstDash val="dash"/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9741" name="Text Box 118"/>
              <p:cNvSpPr txBox="1">
                <a:spLocks noChangeArrowheads="1"/>
              </p:cNvSpPr>
              <p:nvPr/>
            </p:nvSpPr>
            <p:spPr bwMode="auto">
              <a:xfrm>
                <a:off x="3666" y="2246"/>
                <a:ext cx="275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kumimoji="1" lang="en-US" altLang="zh-CN" sz="2000" i="1">
                    <a:solidFill>
                      <a:srgbClr val="000404"/>
                    </a:solidFill>
                    <a:ea typeface="楷体_GB2312" pitchFamily="49" charset="-122"/>
                  </a:rPr>
                  <a:t>V</a:t>
                </a:r>
                <a:r>
                  <a:rPr kumimoji="1" lang="en-US" altLang="zh-CN" sz="2000" baseline="-25000">
                    <a:solidFill>
                      <a:srgbClr val="000404"/>
                    </a:solidFill>
                    <a:ea typeface="楷体_GB2312" pitchFamily="49" charset="-122"/>
                  </a:rPr>
                  <a:t>1</a:t>
                </a:r>
                <a:endParaRPr kumimoji="1" lang="en-US" altLang="zh-CN" sz="2000">
                  <a:solidFill>
                    <a:srgbClr val="000404"/>
                  </a:solidFill>
                  <a:ea typeface="楷体_GB2312" pitchFamily="49" charset="-122"/>
                </a:endParaRPr>
              </a:p>
            </p:txBody>
          </p:sp>
        </p:grpSp>
        <p:grpSp>
          <p:nvGrpSpPr>
            <p:cNvPr id="29722" name="Group 119"/>
            <p:cNvGrpSpPr>
              <a:grpSpLocks/>
            </p:cNvGrpSpPr>
            <p:nvPr/>
          </p:nvGrpSpPr>
          <p:grpSpPr bwMode="auto">
            <a:xfrm>
              <a:off x="4088" y="1878"/>
              <a:ext cx="275" cy="826"/>
              <a:chOff x="3936" y="1670"/>
              <a:chExt cx="275" cy="826"/>
            </a:xfrm>
          </p:grpSpPr>
          <p:sp>
            <p:nvSpPr>
              <p:cNvPr id="29738" name="Line 120"/>
              <p:cNvSpPr>
                <a:spLocks noChangeShapeType="1"/>
              </p:cNvSpPr>
              <p:nvPr/>
            </p:nvSpPr>
            <p:spPr bwMode="auto">
              <a:xfrm>
                <a:off x="4058" y="1670"/>
                <a:ext cx="0" cy="576"/>
              </a:xfrm>
              <a:prstGeom prst="line">
                <a:avLst/>
              </a:prstGeom>
              <a:noFill/>
              <a:ln w="28575">
                <a:solidFill>
                  <a:srgbClr val="000404"/>
                </a:solidFill>
                <a:prstDash val="dash"/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9739" name="Text Box 121"/>
              <p:cNvSpPr txBox="1">
                <a:spLocks noChangeArrowheads="1"/>
              </p:cNvSpPr>
              <p:nvPr/>
            </p:nvSpPr>
            <p:spPr bwMode="auto">
              <a:xfrm>
                <a:off x="3936" y="2246"/>
                <a:ext cx="275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kumimoji="1" lang="en-US" altLang="zh-CN" sz="2000" i="1">
                    <a:solidFill>
                      <a:srgbClr val="000404"/>
                    </a:solidFill>
                    <a:ea typeface="楷体_GB2312" pitchFamily="49" charset="-122"/>
                  </a:rPr>
                  <a:t>V</a:t>
                </a:r>
                <a:r>
                  <a:rPr kumimoji="1" lang="en-US" altLang="zh-CN" sz="2000" baseline="-25000">
                    <a:solidFill>
                      <a:srgbClr val="000404"/>
                    </a:solidFill>
                    <a:ea typeface="楷体_GB2312" pitchFamily="49" charset="-122"/>
                  </a:rPr>
                  <a:t>4</a:t>
                </a:r>
                <a:endParaRPr kumimoji="1" lang="en-US" altLang="zh-CN" sz="2000">
                  <a:solidFill>
                    <a:srgbClr val="000404"/>
                  </a:solidFill>
                  <a:ea typeface="楷体_GB2312" pitchFamily="49" charset="-122"/>
                </a:endParaRPr>
              </a:p>
            </p:txBody>
          </p:sp>
        </p:grpSp>
        <p:grpSp>
          <p:nvGrpSpPr>
            <p:cNvPr id="29723" name="Group 122"/>
            <p:cNvGrpSpPr>
              <a:grpSpLocks/>
            </p:cNvGrpSpPr>
            <p:nvPr/>
          </p:nvGrpSpPr>
          <p:grpSpPr bwMode="auto">
            <a:xfrm>
              <a:off x="4712" y="1686"/>
              <a:ext cx="275" cy="1018"/>
              <a:chOff x="4560" y="1478"/>
              <a:chExt cx="275" cy="1018"/>
            </a:xfrm>
          </p:grpSpPr>
          <p:sp>
            <p:nvSpPr>
              <p:cNvPr id="29736" name="Line 123"/>
              <p:cNvSpPr>
                <a:spLocks noChangeShapeType="1"/>
              </p:cNvSpPr>
              <p:nvPr/>
            </p:nvSpPr>
            <p:spPr bwMode="auto">
              <a:xfrm>
                <a:off x="4682" y="1478"/>
                <a:ext cx="0" cy="768"/>
              </a:xfrm>
              <a:prstGeom prst="line">
                <a:avLst/>
              </a:prstGeom>
              <a:noFill/>
              <a:ln w="28575">
                <a:solidFill>
                  <a:srgbClr val="000404"/>
                </a:solidFill>
                <a:prstDash val="dash"/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9737" name="Text Box 124"/>
              <p:cNvSpPr txBox="1">
                <a:spLocks noChangeArrowheads="1"/>
              </p:cNvSpPr>
              <p:nvPr/>
            </p:nvSpPr>
            <p:spPr bwMode="auto">
              <a:xfrm>
                <a:off x="4560" y="2246"/>
                <a:ext cx="275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kumimoji="1" lang="en-US" altLang="zh-CN" sz="2000" i="1">
                    <a:solidFill>
                      <a:srgbClr val="000404"/>
                    </a:solidFill>
                    <a:ea typeface="楷体_GB2312" pitchFamily="49" charset="-122"/>
                  </a:rPr>
                  <a:t>V</a:t>
                </a:r>
                <a:r>
                  <a:rPr kumimoji="1" lang="en-US" altLang="zh-CN" sz="2000" baseline="-25000">
                    <a:solidFill>
                      <a:srgbClr val="000404"/>
                    </a:solidFill>
                    <a:ea typeface="楷体_GB2312" pitchFamily="49" charset="-122"/>
                  </a:rPr>
                  <a:t>2</a:t>
                </a:r>
                <a:endParaRPr kumimoji="1" lang="en-US" altLang="zh-CN" sz="2000">
                  <a:solidFill>
                    <a:srgbClr val="000404"/>
                  </a:solidFill>
                  <a:ea typeface="楷体_GB2312" pitchFamily="49" charset="-122"/>
                </a:endParaRPr>
              </a:p>
            </p:txBody>
          </p:sp>
        </p:grpSp>
        <p:grpSp>
          <p:nvGrpSpPr>
            <p:cNvPr id="29724" name="Group 125"/>
            <p:cNvGrpSpPr>
              <a:grpSpLocks/>
            </p:cNvGrpSpPr>
            <p:nvPr/>
          </p:nvGrpSpPr>
          <p:grpSpPr bwMode="auto">
            <a:xfrm>
              <a:off x="5144" y="2166"/>
              <a:ext cx="275" cy="538"/>
              <a:chOff x="4992" y="1958"/>
              <a:chExt cx="275" cy="538"/>
            </a:xfrm>
          </p:grpSpPr>
          <p:sp>
            <p:nvSpPr>
              <p:cNvPr id="29734" name="Line 126"/>
              <p:cNvSpPr>
                <a:spLocks noChangeShapeType="1"/>
              </p:cNvSpPr>
              <p:nvPr/>
            </p:nvSpPr>
            <p:spPr bwMode="auto">
              <a:xfrm>
                <a:off x="5114" y="1958"/>
                <a:ext cx="0" cy="288"/>
              </a:xfrm>
              <a:prstGeom prst="line">
                <a:avLst/>
              </a:prstGeom>
              <a:noFill/>
              <a:ln w="28575">
                <a:solidFill>
                  <a:srgbClr val="000404"/>
                </a:solidFill>
                <a:prstDash val="dash"/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9735" name="Text Box 127"/>
              <p:cNvSpPr txBox="1">
                <a:spLocks noChangeArrowheads="1"/>
              </p:cNvSpPr>
              <p:nvPr/>
            </p:nvSpPr>
            <p:spPr bwMode="auto">
              <a:xfrm>
                <a:off x="4992" y="2246"/>
                <a:ext cx="275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kumimoji="1" lang="en-US" altLang="zh-CN" sz="2000" i="1">
                    <a:solidFill>
                      <a:srgbClr val="000404"/>
                    </a:solidFill>
                    <a:ea typeface="楷体_GB2312" pitchFamily="49" charset="-122"/>
                  </a:rPr>
                  <a:t>V</a:t>
                </a:r>
                <a:r>
                  <a:rPr kumimoji="1" lang="en-US" altLang="zh-CN" sz="2000" baseline="-25000">
                    <a:solidFill>
                      <a:srgbClr val="000404"/>
                    </a:solidFill>
                    <a:ea typeface="楷体_GB2312" pitchFamily="49" charset="-122"/>
                  </a:rPr>
                  <a:t>3</a:t>
                </a:r>
                <a:endParaRPr kumimoji="1" lang="en-US" altLang="zh-CN" sz="2000">
                  <a:solidFill>
                    <a:srgbClr val="000404"/>
                  </a:solidFill>
                  <a:ea typeface="楷体_GB2312" pitchFamily="49" charset="-122"/>
                </a:endParaRPr>
              </a:p>
            </p:txBody>
          </p:sp>
        </p:grpSp>
        <p:grpSp>
          <p:nvGrpSpPr>
            <p:cNvPr id="29725" name="Group 128"/>
            <p:cNvGrpSpPr>
              <a:grpSpLocks/>
            </p:cNvGrpSpPr>
            <p:nvPr/>
          </p:nvGrpSpPr>
          <p:grpSpPr bwMode="auto">
            <a:xfrm>
              <a:off x="3416" y="966"/>
              <a:ext cx="1850" cy="1274"/>
              <a:chOff x="3264" y="758"/>
              <a:chExt cx="1850" cy="1274"/>
            </a:xfrm>
          </p:grpSpPr>
          <p:sp>
            <p:nvSpPr>
              <p:cNvPr id="29726" name="Line 129"/>
              <p:cNvSpPr>
                <a:spLocks noChangeShapeType="1"/>
              </p:cNvSpPr>
              <p:nvPr/>
            </p:nvSpPr>
            <p:spPr bwMode="auto">
              <a:xfrm>
                <a:off x="3530" y="1932"/>
                <a:ext cx="1584" cy="0"/>
              </a:xfrm>
              <a:prstGeom prst="line">
                <a:avLst/>
              </a:prstGeom>
              <a:noFill/>
              <a:ln w="28575">
                <a:solidFill>
                  <a:srgbClr val="000404"/>
                </a:solidFill>
                <a:prstDash val="dash"/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9727" name="Line 130"/>
              <p:cNvSpPr>
                <a:spLocks noChangeShapeType="1"/>
              </p:cNvSpPr>
              <p:nvPr/>
            </p:nvSpPr>
            <p:spPr bwMode="auto">
              <a:xfrm>
                <a:off x="3530" y="1670"/>
                <a:ext cx="528" cy="0"/>
              </a:xfrm>
              <a:prstGeom prst="line">
                <a:avLst/>
              </a:prstGeom>
              <a:noFill/>
              <a:ln w="28575">
                <a:solidFill>
                  <a:srgbClr val="000404"/>
                </a:solidFill>
                <a:prstDash val="dash"/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9728" name="Line 131"/>
              <p:cNvSpPr>
                <a:spLocks noChangeShapeType="1"/>
              </p:cNvSpPr>
              <p:nvPr/>
            </p:nvSpPr>
            <p:spPr bwMode="auto">
              <a:xfrm>
                <a:off x="3530" y="1448"/>
                <a:ext cx="1152" cy="0"/>
              </a:xfrm>
              <a:prstGeom prst="line">
                <a:avLst/>
              </a:prstGeom>
              <a:noFill/>
              <a:ln w="28575">
                <a:solidFill>
                  <a:srgbClr val="000404"/>
                </a:solidFill>
                <a:prstDash val="dash"/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9729" name="Line 132"/>
              <p:cNvSpPr>
                <a:spLocks noChangeShapeType="1"/>
              </p:cNvSpPr>
              <p:nvPr/>
            </p:nvSpPr>
            <p:spPr bwMode="auto">
              <a:xfrm>
                <a:off x="3530" y="902"/>
                <a:ext cx="240" cy="0"/>
              </a:xfrm>
              <a:prstGeom prst="line">
                <a:avLst/>
              </a:prstGeom>
              <a:noFill/>
              <a:ln w="28575">
                <a:solidFill>
                  <a:srgbClr val="000404"/>
                </a:solidFill>
                <a:prstDash val="dash"/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9730" name="Text Box 133"/>
              <p:cNvSpPr txBox="1">
                <a:spLocks noChangeArrowheads="1"/>
              </p:cNvSpPr>
              <p:nvPr/>
            </p:nvSpPr>
            <p:spPr bwMode="auto">
              <a:xfrm>
                <a:off x="3264" y="758"/>
                <a:ext cx="266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kumimoji="1" lang="en-US" altLang="zh-CN" sz="2000" i="1">
                    <a:solidFill>
                      <a:srgbClr val="000404"/>
                    </a:solidFill>
                    <a:ea typeface="楷体_GB2312" pitchFamily="49" charset="-122"/>
                  </a:rPr>
                  <a:t>P</a:t>
                </a:r>
                <a:r>
                  <a:rPr kumimoji="1" lang="en-US" altLang="zh-CN" sz="2000" baseline="-25000">
                    <a:solidFill>
                      <a:srgbClr val="000404"/>
                    </a:solidFill>
                    <a:ea typeface="楷体_GB2312" pitchFamily="49" charset="-122"/>
                  </a:rPr>
                  <a:t>1</a:t>
                </a:r>
                <a:endParaRPr kumimoji="1" lang="en-US" altLang="zh-CN" sz="2000">
                  <a:solidFill>
                    <a:srgbClr val="000404"/>
                  </a:solidFill>
                  <a:ea typeface="楷体_GB2312" pitchFamily="49" charset="-122"/>
                </a:endParaRPr>
              </a:p>
            </p:txBody>
          </p:sp>
          <p:sp>
            <p:nvSpPr>
              <p:cNvPr id="29731" name="Text Box 134"/>
              <p:cNvSpPr txBox="1">
                <a:spLocks noChangeArrowheads="1"/>
              </p:cNvSpPr>
              <p:nvPr/>
            </p:nvSpPr>
            <p:spPr bwMode="auto">
              <a:xfrm>
                <a:off x="3264" y="1287"/>
                <a:ext cx="266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kumimoji="1" lang="en-US" altLang="zh-CN" sz="2000" i="1">
                    <a:solidFill>
                      <a:srgbClr val="000404"/>
                    </a:solidFill>
                    <a:ea typeface="楷体_GB2312" pitchFamily="49" charset="-122"/>
                  </a:rPr>
                  <a:t>P</a:t>
                </a:r>
                <a:r>
                  <a:rPr kumimoji="1" lang="en-US" altLang="zh-CN" sz="2000" baseline="-25000">
                    <a:solidFill>
                      <a:srgbClr val="000404"/>
                    </a:solidFill>
                    <a:ea typeface="楷体_GB2312" pitchFamily="49" charset="-122"/>
                  </a:rPr>
                  <a:t>2</a:t>
                </a:r>
                <a:endParaRPr kumimoji="1" lang="en-US" altLang="zh-CN" sz="2000">
                  <a:solidFill>
                    <a:srgbClr val="000404"/>
                  </a:solidFill>
                  <a:ea typeface="楷体_GB2312" pitchFamily="49" charset="-122"/>
                </a:endParaRPr>
              </a:p>
            </p:txBody>
          </p:sp>
          <p:sp>
            <p:nvSpPr>
              <p:cNvPr id="29732" name="Text Box 135"/>
              <p:cNvSpPr txBox="1">
                <a:spLocks noChangeArrowheads="1"/>
              </p:cNvSpPr>
              <p:nvPr/>
            </p:nvSpPr>
            <p:spPr bwMode="auto">
              <a:xfrm>
                <a:off x="3264" y="1531"/>
                <a:ext cx="266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kumimoji="1" lang="en-US" altLang="zh-CN" sz="2000" i="1">
                    <a:solidFill>
                      <a:srgbClr val="000404"/>
                    </a:solidFill>
                    <a:ea typeface="楷体_GB2312" pitchFamily="49" charset="-122"/>
                  </a:rPr>
                  <a:t>P</a:t>
                </a:r>
                <a:r>
                  <a:rPr kumimoji="1" lang="en-US" altLang="zh-CN" sz="2000" baseline="-25000">
                    <a:solidFill>
                      <a:srgbClr val="000404"/>
                    </a:solidFill>
                    <a:ea typeface="楷体_GB2312" pitchFamily="49" charset="-122"/>
                  </a:rPr>
                  <a:t>4</a:t>
                </a:r>
                <a:endParaRPr kumimoji="1" lang="en-US" altLang="zh-CN" sz="2000">
                  <a:solidFill>
                    <a:srgbClr val="000404"/>
                  </a:solidFill>
                  <a:ea typeface="楷体_GB2312" pitchFamily="49" charset="-122"/>
                </a:endParaRPr>
              </a:p>
            </p:txBody>
          </p:sp>
          <p:sp>
            <p:nvSpPr>
              <p:cNvPr id="29733" name="Text Box 136"/>
              <p:cNvSpPr txBox="1">
                <a:spLocks noChangeArrowheads="1"/>
              </p:cNvSpPr>
              <p:nvPr/>
            </p:nvSpPr>
            <p:spPr bwMode="auto">
              <a:xfrm>
                <a:off x="3264" y="1782"/>
                <a:ext cx="266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kumimoji="1" lang="en-US" altLang="zh-CN" sz="2000" i="1">
                    <a:solidFill>
                      <a:srgbClr val="000404"/>
                    </a:solidFill>
                    <a:ea typeface="楷体_GB2312" pitchFamily="49" charset="-122"/>
                  </a:rPr>
                  <a:t>P</a:t>
                </a:r>
                <a:r>
                  <a:rPr kumimoji="1" lang="en-US" altLang="zh-CN" sz="2000" baseline="-25000">
                    <a:solidFill>
                      <a:srgbClr val="000404"/>
                    </a:solidFill>
                    <a:ea typeface="楷体_GB2312" pitchFamily="49" charset="-122"/>
                  </a:rPr>
                  <a:t>3</a:t>
                </a:r>
                <a:endParaRPr kumimoji="1" lang="en-US" altLang="zh-CN" sz="2000">
                  <a:solidFill>
                    <a:srgbClr val="000404"/>
                  </a:solidFill>
                  <a:ea typeface="楷体_GB2312" pitchFamily="49" charset="-122"/>
                </a:endParaRPr>
              </a:p>
            </p:txBody>
          </p:sp>
        </p:grpSp>
      </p:grpSp>
      <p:sp>
        <p:nvSpPr>
          <p:cNvPr id="57" name="Text Box 123"/>
          <p:cNvSpPr txBox="1">
            <a:spLocks noChangeArrowheads="1"/>
          </p:cNvSpPr>
          <p:nvPr/>
        </p:nvSpPr>
        <p:spPr bwMode="auto">
          <a:xfrm>
            <a:off x="395288" y="1040130"/>
            <a:ext cx="3887603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kumimoji="1" lang="zh-CN" altLang="en-US" dirty="0">
                <a:solidFill>
                  <a:srgbClr val="000404"/>
                </a:solidFill>
                <a:latin typeface="宋体" charset="-122"/>
              </a:rPr>
              <a:t>绝热过程方程</a:t>
            </a:r>
            <a:r>
              <a:rPr kumimoji="1" lang="en-US" altLang="zh-CN" dirty="0" smtClean="0">
                <a:solidFill>
                  <a:srgbClr val="000404"/>
                </a:solidFill>
                <a:latin typeface="宋体" charset="-122"/>
              </a:rPr>
              <a:t>2</a:t>
            </a:r>
            <a:r>
              <a:rPr kumimoji="1" lang="en-US" altLang="zh-CN" dirty="0" smtClean="0">
                <a:solidFill>
                  <a:srgbClr val="000404"/>
                </a:solidFill>
                <a:sym typeface="Symbol" pitchFamily="18" charset="2"/>
              </a:rPr>
              <a:t>  </a:t>
            </a:r>
            <a:r>
              <a:rPr kumimoji="1" lang="en-US" altLang="zh-CN" dirty="0" smtClean="0">
                <a:solidFill>
                  <a:srgbClr val="000404"/>
                </a:solidFill>
                <a:latin typeface="宋体" charset="-122"/>
              </a:rPr>
              <a:t>3</a:t>
            </a:r>
            <a:r>
              <a:rPr kumimoji="1" lang="zh-CN" altLang="en-US" dirty="0" smtClean="0">
                <a:solidFill>
                  <a:srgbClr val="000404"/>
                </a:solidFill>
                <a:latin typeface="宋体" charset="-122"/>
              </a:rPr>
              <a:t> </a:t>
            </a:r>
            <a:endParaRPr kumimoji="1" lang="zh-CN" altLang="en-US" dirty="0">
              <a:solidFill>
                <a:srgbClr val="000404"/>
              </a:solidFill>
              <a:latin typeface="宋体" charset="-122"/>
            </a:endParaRPr>
          </a:p>
        </p:txBody>
      </p:sp>
      <p:graphicFrame>
        <p:nvGraphicFramePr>
          <p:cNvPr id="58" name="Object 171"/>
          <p:cNvGraphicFramePr>
            <a:graphicFrameLocks noChangeAspect="1"/>
          </p:cNvGraphicFramePr>
          <p:nvPr/>
        </p:nvGraphicFramePr>
        <p:xfrm>
          <a:off x="1161415" y="1849438"/>
          <a:ext cx="2736850" cy="712787"/>
        </p:xfrm>
        <a:graphic>
          <a:graphicData uri="http://schemas.openxmlformats.org/presentationml/2006/ole">
            <p:oleObj spid="_x0000_s29745" name="公式" r:id="rId8" imgW="556258" imgH="129600" progId="Equation.3">
              <p:embed/>
            </p:oleObj>
          </a:graphicData>
        </a:graphic>
      </p:graphicFrame>
      <p:sp>
        <p:nvSpPr>
          <p:cNvPr id="59" name="Text Box 260"/>
          <p:cNvSpPr txBox="1">
            <a:spLocks noChangeArrowheads="1"/>
          </p:cNvSpPr>
          <p:nvPr/>
        </p:nvSpPr>
        <p:spPr bwMode="auto">
          <a:xfrm>
            <a:off x="610870" y="5402580"/>
            <a:ext cx="309562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>
                <a:solidFill>
                  <a:srgbClr val="000404"/>
                </a:solidFill>
              </a:rPr>
              <a:t>两式相除</a:t>
            </a:r>
            <a:r>
              <a:rPr kumimoji="1" lang="en-US" altLang="zh-CN">
                <a:solidFill>
                  <a:srgbClr val="000404"/>
                </a:solidFill>
              </a:rPr>
              <a:t>, </a:t>
            </a:r>
            <a:r>
              <a:rPr kumimoji="1" lang="zh-CN" altLang="en-US">
                <a:solidFill>
                  <a:srgbClr val="000404"/>
                </a:solidFill>
              </a:rPr>
              <a:t>得</a:t>
            </a:r>
          </a:p>
        </p:txBody>
      </p:sp>
      <p:graphicFrame>
        <p:nvGraphicFramePr>
          <p:cNvPr id="60" name="Object 261"/>
          <p:cNvGraphicFramePr>
            <a:graphicFrameLocks noChangeAspect="1"/>
          </p:cNvGraphicFramePr>
          <p:nvPr/>
        </p:nvGraphicFramePr>
        <p:xfrm>
          <a:off x="3175000" y="5188585"/>
          <a:ext cx="1386840" cy="1147671"/>
        </p:xfrm>
        <a:graphic>
          <a:graphicData uri="http://schemas.openxmlformats.org/presentationml/2006/ole">
            <p:oleObj spid="_x0000_s29746" name="Equation" r:id="rId9" imgW="304710" imgH="251424" progId="Equation.3">
              <p:embed/>
            </p:oleObj>
          </a:graphicData>
        </a:graphic>
      </p:graphicFrame>
      <p:sp>
        <p:nvSpPr>
          <p:cNvPr id="56" name="灯片编号占位符 54"/>
          <p:cNvSpPr txBox="1">
            <a:spLocks/>
          </p:cNvSpPr>
          <p:nvPr/>
        </p:nvSpPr>
        <p:spPr bwMode="auto">
          <a:xfrm>
            <a:off x="7308304" y="65722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443EE585-B32A-4C60-B717-0FCF3CE634DB}" type="slidenum">
              <a:rPr lang="en-US" altLang="zh-CN" sz="1400" b="0" kern="0" smtClean="0">
                <a:solidFill>
                  <a:sysClr val="windowText" lastClr="000000"/>
                </a:solidFill>
                <a:ea typeface="宋体" pitchFamily="2" charset="-122"/>
                <a:cs typeface="Times New Roman" pitchFamily="18" charset="0"/>
              </a:rPr>
              <a:pPr algn="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23</a:t>
            </a:fld>
            <a:endParaRPr lang="en-US" altLang="zh-CN" sz="1400" b="0" kern="0" dirty="0">
              <a:solidFill>
                <a:sysClr val="windowText" lastClr="000000"/>
              </a:solidFill>
              <a:ea typeface="宋体" pitchFamily="2" charset="-122"/>
              <a:cs typeface="Times New Roman" pitchFamily="18" charset="0"/>
            </a:endParaRPr>
          </a:p>
        </p:txBody>
      </p:sp>
    </p:spTree>
  </p:cSld>
  <p:clrMapOvr>
    <a:masterClrMapping/>
  </p:clrMapOvr>
  <p:transition spd="slow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7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37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305" grpId="0" autoUpdateAnimBg="0"/>
      <p:bldP spid="59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142" name="Object 254"/>
          <p:cNvGraphicFramePr>
            <a:graphicFrameLocks noChangeAspect="1"/>
          </p:cNvGraphicFramePr>
          <p:nvPr/>
        </p:nvGraphicFramePr>
        <p:xfrm>
          <a:off x="3324225" y="3962867"/>
          <a:ext cx="2629535" cy="1055856"/>
        </p:xfrm>
        <a:graphic>
          <a:graphicData uri="http://schemas.openxmlformats.org/presentationml/2006/ole">
            <p:oleObj spid="_x0000_s30766" name="公式" r:id="rId3" imgW="20718764" imgH="8282952" progId="Equation.DSMT4">
              <p:embed/>
            </p:oleObj>
          </a:graphicData>
        </a:graphic>
      </p:graphicFrame>
      <p:graphicFrame>
        <p:nvGraphicFramePr>
          <p:cNvPr id="38144" name="Object 256"/>
          <p:cNvGraphicFramePr>
            <a:graphicFrameLocks noChangeAspect="1"/>
          </p:cNvGraphicFramePr>
          <p:nvPr/>
        </p:nvGraphicFramePr>
        <p:xfrm>
          <a:off x="5932488" y="3946843"/>
          <a:ext cx="1295400" cy="1049337"/>
        </p:xfrm>
        <a:graphic>
          <a:graphicData uri="http://schemas.openxmlformats.org/presentationml/2006/ole">
            <p:oleObj spid="_x0000_s30767" name="Equation" r:id="rId4" imgW="312490" imgH="251424" progId="Equation.3">
              <p:embed/>
            </p:oleObj>
          </a:graphicData>
        </a:graphic>
      </p:graphicFrame>
      <p:graphicFrame>
        <p:nvGraphicFramePr>
          <p:cNvPr id="16" name="Object 335"/>
          <p:cNvGraphicFramePr>
            <a:graphicFrameLocks noChangeAspect="1"/>
          </p:cNvGraphicFramePr>
          <p:nvPr/>
        </p:nvGraphicFramePr>
        <p:xfrm>
          <a:off x="775448" y="2601158"/>
          <a:ext cx="1630138" cy="1173432"/>
        </p:xfrm>
        <a:graphic>
          <a:graphicData uri="http://schemas.openxmlformats.org/presentationml/2006/ole">
            <p:oleObj spid="_x0000_s30768" name="公式" r:id="rId5" imgW="11696756" imgH="8282952" progId="Equation.DSMT4">
              <p:embed/>
            </p:oleObj>
          </a:graphicData>
        </a:graphic>
      </p:graphicFrame>
      <p:sp>
        <p:nvSpPr>
          <p:cNvPr id="17" name="Text Box 338"/>
          <p:cNvSpPr txBox="1">
            <a:spLocks noChangeArrowheads="1"/>
          </p:cNvSpPr>
          <p:nvPr/>
        </p:nvSpPr>
        <p:spPr bwMode="auto">
          <a:xfrm>
            <a:off x="247650" y="2867343"/>
            <a:ext cx="795338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dirty="0">
                <a:solidFill>
                  <a:srgbClr val="000000"/>
                </a:solidFill>
              </a:rPr>
              <a:t>得  </a:t>
            </a:r>
          </a:p>
        </p:txBody>
      </p:sp>
      <p:sp>
        <p:nvSpPr>
          <p:cNvPr id="20" name="Text Box 253"/>
          <p:cNvSpPr txBox="1">
            <a:spLocks noChangeArrowheads="1"/>
          </p:cNvSpPr>
          <p:nvPr/>
        </p:nvSpPr>
        <p:spPr bwMode="auto">
          <a:xfrm>
            <a:off x="684213" y="4182745"/>
            <a:ext cx="2951162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kumimoji="1" lang="zh-CN" altLang="en-US" dirty="0">
                <a:solidFill>
                  <a:srgbClr val="000404"/>
                </a:solidFill>
              </a:rPr>
              <a:t>卡诺热机效率</a:t>
            </a:r>
          </a:p>
        </p:txBody>
      </p:sp>
      <p:graphicFrame>
        <p:nvGraphicFramePr>
          <p:cNvPr id="41294" name="Object 334"/>
          <p:cNvGraphicFramePr>
            <a:graphicFrameLocks noChangeAspect="1"/>
          </p:cNvGraphicFramePr>
          <p:nvPr/>
        </p:nvGraphicFramePr>
        <p:xfrm>
          <a:off x="3345499" y="5183692"/>
          <a:ext cx="1785302" cy="1307278"/>
        </p:xfrm>
        <a:graphic>
          <a:graphicData uri="http://schemas.openxmlformats.org/presentationml/2006/ole">
            <p:oleObj spid="_x0000_s30769" name="Equation" r:id="rId6" imgW="365868" imgH="251424" progId="Equation.3">
              <p:embed/>
            </p:oleObj>
          </a:graphicData>
        </a:graphic>
      </p:graphicFrame>
      <p:sp>
        <p:nvSpPr>
          <p:cNvPr id="22" name="五角星 21"/>
          <p:cNvSpPr/>
          <p:nvPr/>
        </p:nvSpPr>
        <p:spPr bwMode="auto">
          <a:xfrm>
            <a:off x="5610543" y="5334000"/>
            <a:ext cx="1016009" cy="946468"/>
          </a:xfrm>
          <a:prstGeom prst="star5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13" name="灯片编号占位符 54"/>
          <p:cNvSpPr txBox="1">
            <a:spLocks/>
          </p:cNvSpPr>
          <p:nvPr/>
        </p:nvSpPr>
        <p:spPr bwMode="auto">
          <a:xfrm>
            <a:off x="7308304" y="65722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443EE585-B32A-4C60-B717-0FCF3CE634DB}" type="slidenum">
              <a:rPr lang="en-US" altLang="zh-CN" sz="1400" b="0" kern="0" smtClean="0">
                <a:solidFill>
                  <a:sysClr val="windowText" lastClr="000000"/>
                </a:solidFill>
                <a:ea typeface="宋体" pitchFamily="2" charset="-122"/>
                <a:cs typeface="Times New Roman" pitchFamily="18" charset="0"/>
              </a:rPr>
              <a:pPr algn="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24</a:t>
            </a:fld>
            <a:endParaRPr lang="en-US" altLang="zh-CN" sz="1400" b="0" kern="0" dirty="0">
              <a:solidFill>
                <a:sysClr val="windowText" lastClr="000000"/>
              </a:solidFill>
              <a:ea typeface="宋体" pitchFamily="2" charset="-122"/>
              <a:cs typeface="Times New Roman" pitchFamily="18" charset="0"/>
            </a:endParaRPr>
          </a:p>
        </p:txBody>
      </p:sp>
      <p:graphicFrame>
        <p:nvGraphicFramePr>
          <p:cNvPr id="137301" name="Object 85"/>
          <p:cNvGraphicFramePr>
            <a:graphicFrameLocks noChangeAspect="1"/>
          </p:cNvGraphicFramePr>
          <p:nvPr/>
        </p:nvGraphicFramePr>
        <p:xfrm>
          <a:off x="3976053" y="1327443"/>
          <a:ext cx="2699067" cy="1054124"/>
        </p:xfrm>
        <a:graphic>
          <a:graphicData uri="http://schemas.openxmlformats.org/presentationml/2006/ole">
            <p:oleObj spid="_x0000_s30770" name="Equation" r:id="rId7" imgW="883875" imgH="335232" progId="Equation.DSMT4">
              <p:embed/>
            </p:oleObj>
          </a:graphicData>
        </a:graphic>
      </p:graphicFrame>
      <p:graphicFrame>
        <p:nvGraphicFramePr>
          <p:cNvPr id="139383" name="Object 119"/>
          <p:cNvGraphicFramePr>
            <a:graphicFrameLocks noChangeAspect="1"/>
          </p:cNvGraphicFramePr>
          <p:nvPr/>
        </p:nvGraphicFramePr>
        <p:xfrm>
          <a:off x="3957955" y="10160"/>
          <a:ext cx="2808288" cy="1128712"/>
        </p:xfrm>
        <a:graphic>
          <a:graphicData uri="http://schemas.openxmlformats.org/presentationml/2006/ole">
            <p:oleObj spid="_x0000_s30771" name="公式" r:id="rId8" imgW="868748" imgH="335232" progId="Equation.DSMT4">
              <p:embed/>
            </p:oleObj>
          </a:graphicData>
        </a:graphic>
      </p:graphicFrame>
      <p:graphicFrame>
        <p:nvGraphicFramePr>
          <p:cNvPr id="60" name="Object 261"/>
          <p:cNvGraphicFramePr>
            <a:graphicFrameLocks noChangeAspect="1"/>
          </p:cNvGraphicFramePr>
          <p:nvPr/>
        </p:nvGraphicFramePr>
        <p:xfrm>
          <a:off x="695960" y="778510"/>
          <a:ext cx="1387475" cy="1147763"/>
        </p:xfrm>
        <a:graphic>
          <a:graphicData uri="http://schemas.openxmlformats.org/presentationml/2006/ole">
            <p:oleObj spid="_x0000_s30772" name="Equation" r:id="rId9" imgW="304710" imgH="251424" progId="Equation.3">
              <p:embed/>
            </p:oleObj>
          </a:graphicData>
        </a:graphic>
      </p:graphicFrame>
      <p:sp>
        <p:nvSpPr>
          <p:cNvPr id="18" name="Text Box 338"/>
          <p:cNvSpPr txBox="1">
            <a:spLocks noChangeArrowheads="1"/>
          </p:cNvSpPr>
          <p:nvPr/>
        </p:nvSpPr>
        <p:spPr bwMode="auto">
          <a:xfrm>
            <a:off x="2167890" y="967423"/>
            <a:ext cx="1213794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dirty="0" smtClean="0">
                <a:solidFill>
                  <a:srgbClr val="000000"/>
                </a:solidFill>
              </a:rPr>
              <a:t>带入  </a:t>
            </a:r>
            <a:endParaRPr lang="zh-CN" altLang="en-US" dirty="0">
              <a:solidFill>
                <a:srgbClr val="000000"/>
              </a:solidFill>
            </a:endParaRPr>
          </a:p>
        </p:txBody>
      </p:sp>
      <p:sp>
        <p:nvSpPr>
          <p:cNvPr id="19" name="左大括号 18"/>
          <p:cNvSpPr/>
          <p:nvPr/>
        </p:nvSpPr>
        <p:spPr bwMode="auto">
          <a:xfrm>
            <a:off x="3444240" y="453072"/>
            <a:ext cx="294640" cy="1554480"/>
          </a:xfrm>
          <a:prstGeom prst="leftBrace">
            <a:avLst>
              <a:gd name="adj1" fmla="val 60057"/>
              <a:gd name="adj2" fmla="val 50000"/>
            </a:avLst>
          </a:prstGeom>
          <a:ln w="28575">
            <a:headEnd type="none" w="med" len="med"/>
            <a:tailEnd type="none" w="med" len="med"/>
          </a:ln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3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8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8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0" dur="500"/>
                                        <p:tgtEl>
                                          <p:spTgt spid="41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0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6" name="Text Box 6"/>
          <p:cNvSpPr txBox="1">
            <a:spLocks noChangeArrowheads="1"/>
          </p:cNvSpPr>
          <p:nvPr/>
        </p:nvSpPr>
        <p:spPr bwMode="auto">
          <a:xfrm>
            <a:off x="4305618" y="2492375"/>
            <a:ext cx="424815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Clr>
                <a:srgbClr val="009900"/>
              </a:buClr>
              <a:buFont typeface="Wingdings" pitchFamily="2" charset="2"/>
              <a:buNone/>
            </a:pPr>
            <a:r>
              <a:rPr kumimoji="1" lang="zh-CN" altLang="en-US" dirty="0">
                <a:solidFill>
                  <a:srgbClr val="000404"/>
                </a:solidFill>
              </a:rPr>
              <a:t>只适于卡诺循环。</a:t>
            </a:r>
          </a:p>
        </p:txBody>
      </p:sp>
      <p:graphicFrame>
        <p:nvGraphicFramePr>
          <p:cNvPr id="179207" name="Object 7"/>
          <p:cNvGraphicFramePr>
            <a:graphicFrameLocks noChangeAspect="1"/>
          </p:cNvGraphicFramePr>
          <p:nvPr/>
        </p:nvGraphicFramePr>
        <p:xfrm>
          <a:off x="971549" y="2276474"/>
          <a:ext cx="1872537" cy="1370965"/>
        </p:xfrm>
        <a:graphic>
          <a:graphicData uri="http://schemas.openxmlformats.org/presentationml/2006/ole">
            <p:oleObj spid="_x0000_s32782" name="Equation" r:id="rId3" imgW="365868" imgH="251424" progId="Equation.3">
              <p:embed/>
            </p:oleObj>
          </a:graphicData>
        </a:graphic>
      </p:graphicFrame>
      <p:graphicFrame>
        <p:nvGraphicFramePr>
          <p:cNvPr id="179208" name="Object 8"/>
          <p:cNvGraphicFramePr>
            <a:graphicFrameLocks noChangeAspect="1"/>
          </p:cNvGraphicFramePr>
          <p:nvPr/>
        </p:nvGraphicFramePr>
        <p:xfrm>
          <a:off x="978218" y="4039033"/>
          <a:ext cx="2313622" cy="1153361"/>
        </p:xfrm>
        <a:graphic>
          <a:graphicData uri="http://schemas.openxmlformats.org/presentationml/2006/ole">
            <p:oleObj spid="_x0000_s32783" name="公式" r:id="rId4" imgW="19011956" imgH="8282952" progId="Equation.DSMT4">
              <p:embed/>
            </p:oleObj>
          </a:graphicData>
        </a:graphic>
      </p:graphicFrame>
      <p:sp>
        <p:nvSpPr>
          <p:cNvPr id="179209" name="Text Box 9"/>
          <p:cNvSpPr txBox="1">
            <a:spLocks noChangeArrowheads="1"/>
          </p:cNvSpPr>
          <p:nvPr/>
        </p:nvSpPr>
        <p:spPr bwMode="auto">
          <a:xfrm>
            <a:off x="4318953" y="4190683"/>
            <a:ext cx="4103687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dirty="0">
                <a:solidFill>
                  <a:srgbClr val="000404"/>
                </a:solidFill>
              </a:rPr>
              <a:t>适合于任何循环。</a:t>
            </a:r>
          </a:p>
        </p:txBody>
      </p:sp>
      <p:sp>
        <p:nvSpPr>
          <p:cNvPr id="179210" name="Text Box 10"/>
          <p:cNvSpPr txBox="1">
            <a:spLocks noChangeArrowheads="1"/>
          </p:cNvSpPr>
          <p:nvPr/>
        </p:nvSpPr>
        <p:spPr bwMode="auto">
          <a:xfrm>
            <a:off x="496570" y="780098"/>
            <a:ext cx="120015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dirty="0">
                <a:solidFill>
                  <a:srgbClr val="CC0000"/>
                </a:solidFill>
              </a:rPr>
              <a:t>注意  </a:t>
            </a:r>
          </a:p>
        </p:txBody>
      </p:sp>
      <p:sp>
        <p:nvSpPr>
          <p:cNvPr id="10" name="五角星 9"/>
          <p:cNvSpPr/>
          <p:nvPr/>
        </p:nvSpPr>
        <p:spPr bwMode="auto">
          <a:xfrm>
            <a:off x="1649095" y="360998"/>
            <a:ext cx="1368425" cy="1273175"/>
          </a:xfrm>
          <a:prstGeom prst="star5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9" name="灯片编号占位符 54"/>
          <p:cNvSpPr txBox="1">
            <a:spLocks/>
          </p:cNvSpPr>
          <p:nvPr/>
        </p:nvSpPr>
        <p:spPr bwMode="auto">
          <a:xfrm>
            <a:off x="7308304" y="65722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443EE585-B32A-4C60-B717-0FCF3CE634DB}" type="slidenum">
              <a:rPr lang="en-US" altLang="zh-CN" sz="1400" b="0" kern="0" smtClean="0">
                <a:solidFill>
                  <a:sysClr val="windowText" lastClr="000000"/>
                </a:solidFill>
                <a:ea typeface="宋体" pitchFamily="2" charset="-122"/>
                <a:cs typeface="Times New Roman" pitchFamily="18" charset="0"/>
              </a:rPr>
              <a:pPr algn="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25</a:t>
            </a:fld>
            <a:endParaRPr lang="en-US" altLang="zh-CN" sz="1400" b="0" kern="0" dirty="0">
              <a:solidFill>
                <a:sysClr val="windowText" lastClr="000000"/>
              </a:solidFill>
              <a:ea typeface="宋体" pitchFamily="2" charset="-122"/>
              <a:cs typeface="Times New Roman" pitchFamily="18" charset="0"/>
            </a:endParaRPr>
          </a:p>
        </p:txBody>
      </p:sp>
    </p:spTree>
  </p:cSld>
  <p:clrMapOvr>
    <a:masterClrMapping/>
  </p:clrMapOvr>
  <p:transition spd="slow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79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179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9209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335280" y="375920"/>
            <a:ext cx="1371600" cy="762000"/>
            <a:chOff x="384" y="480"/>
            <a:chExt cx="1056" cy="528"/>
          </a:xfrm>
        </p:grpSpPr>
        <p:sp>
          <p:nvSpPr>
            <p:cNvPr id="270339" name="AutoShape 3"/>
            <p:cNvSpPr>
              <a:spLocks noChangeArrowheads="1"/>
            </p:cNvSpPr>
            <p:nvPr/>
          </p:nvSpPr>
          <p:spPr bwMode="auto">
            <a:xfrm>
              <a:off x="384" y="480"/>
              <a:ext cx="1056" cy="528"/>
            </a:xfrm>
            <a:prstGeom prst="horizontalScroll">
              <a:avLst>
                <a:gd name="adj" fmla="val 125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107763" dir="13500000" algn="ctr" rotWithShape="0">
                <a:schemeClr val="tx2"/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pitchFamily="2" charset="-122"/>
                <a:cs typeface="Times New Roman" pitchFamily="18" charset="0"/>
              </a:endParaRPr>
            </a:p>
          </p:txBody>
        </p:sp>
        <p:sp>
          <p:nvSpPr>
            <p:cNvPr id="33801" name="Text Box 4"/>
            <p:cNvSpPr txBox="1">
              <a:spLocks noChangeArrowheads="1"/>
            </p:cNvSpPr>
            <p:nvPr/>
          </p:nvSpPr>
          <p:spPr bwMode="auto">
            <a:xfrm>
              <a:off x="565" y="555"/>
              <a:ext cx="864" cy="3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dirty="0" smtClean="0">
                  <a:solidFill>
                    <a:srgbClr val="CC0000"/>
                  </a:solidFill>
                  <a:cs typeface="Times New Roman" pitchFamily="18" charset="0"/>
                </a:rPr>
                <a:t>注意</a:t>
              </a:r>
              <a:endParaRPr lang="zh-CN" altLang="en-US" sz="2800" dirty="0">
                <a:solidFill>
                  <a:srgbClr val="CC0000"/>
                </a:solidFill>
                <a:cs typeface="Times New Roman" pitchFamily="18" charset="0"/>
              </a:endParaRPr>
            </a:p>
          </p:txBody>
        </p:sp>
      </p:grpSp>
      <p:sp>
        <p:nvSpPr>
          <p:cNvPr id="270341" name="Text Box 5"/>
          <p:cNvSpPr txBox="1">
            <a:spLocks noChangeArrowheads="1"/>
          </p:cNvSpPr>
          <p:nvPr/>
        </p:nvSpPr>
        <p:spPr bwMode="auto">
          <a:xfrm>
            <a:off x="335280" y="1290320"/>
            <a:ext cx="8610600" cy="559897"/>
          </a:xfrm>
          <a:prstGeom prst="rect">
            <a:avLst/>
          </a:prstGeom>
          <a:noFill/>
          <a:ln w="19050">
            <a:noFill/>
            <a:miter lim="800000"/>
            <a:headEnd/>
            <a:tailEnd type="none" w="med" len="lg"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zh-CN" sz="2800" b="0" dirty="0">
                <a:solidFill>
                  <a:srgbClr val="040000"/>
                </a:solidFill>
                <a:cs typeface="Times New Roman" pitchFamily="18" charset="0"/>
              </a:rPr>
              <a:t>1. </a:t>
            </a:r>
            <a:r>
              <a:rPr lang="zh-CN" altLang="en-US" sz="2800" dirty="0">
                <a:solidFill>
                  <a:srgbClr val="040000"/>
                </a:solidFill>
                <a:cs typeface="Times New Roman" pitchFamily="18" charset="0"/>
              </a:rPr>
              <a:t>卡诺机必须有高温和低温两个热源</a:t>
            </a:r>
            <a:r>
              <a:rPr lang="en-US" altLang="zh-CN" sz="2800" dirty="0">
                <a:solidFill>
                  <a:srgbClr val="040000"/>
                </a:solidFill>
                <a:cs typeface="Times New Roman" pitchFamily="18" charset="0"/>
              </a:rPr>
              <a:t>.   </a:t>
            </a:r>
          </a:p>
        </p:txBody>
      </p:sp>
      <p:sp>
        <p:nvSpPr>
          <p:cNvPr id="270342" name="Text Box 6"/>
          <p:cNvSpPr txBox="1">
            <a:spLocks noChangeArrowheads="1"/>
          </p:cNvSpPr>
          <p:nvPr/>
        </p:nvSpPr>
        <p:spPr bwMode="auto">
          <a:xfrm>
            <a:off x="335280" y="3804920"/>
            <a:ext cx="8610600" cy="523875"/>
          </a:xfrm>
          <a:prstGeom prst="rect">
            <a:avLst/>
          </a:prstGeom>
          <a:noFill/>
          <a:ln w="19050">
            <a:noFill/>
            <a:miter lim="800000"/>
            <a:headEnd/>
            <a:tailEnd type="none" w="med" len="lg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0">
                <a:solidFill>
                  <a:srgbClr val="040000"/>
                </a:solidFill>
                <a:cs typeface="Times New Roman" pitchFamily="18" charset="0"/>
              </a:rPr>
              <a:t>3.</a:t>
            </a:r>
            <a:r>
              <a:rPr lang="en-US" altLang="zh-CN" sz="2800">
                <a:solidFill>
                  <a:srgbClr val="040000"/>
                </a:solidFill>
                <a:cs typeface="Times New Roman" pitchFamily="18" charset="0"/>
              </a:rPr>
              <a:t> </a:t>
            </a:r>
            <a:r>
              <a:rPr lang="en-US" altLang="zh-CN" sz="2800" i="1">
                <a:solidFill>
                  <a:srgbClr val="000404"/>
                </a:solidFill>
                <a:cs typeface="Times New Roman" pitchFamily="18" charset="0"/>
              </a:rPr>
              <a:t>T</a:t>
            </a:r>
            <a:r>
              <a:rPr lang="en-US" altLang="zh-CN" sz="2800" baseline="-25000">
                <a:solidFill>
                  <a:srgbClr val="000404"/>
                </a:solidFill>
                <a:cs typeface="Times New Roman" pitchFamily="18" charset="0"/>
              </a:rPr>
              <a:t>1</a:t>
            </a:r>
            <a:r>
              <a:rPr lang="en-US" altLang="zh-CN" sz="2800">
                <a:solidFill>
                  <a:srgbClr val="000404"/>
                </a:solidFill>
                <a:cs typeface="Times New Roman" pitchFamily="18" charset="0"/>
              </a:rPr>
              <a:t>≠∞</a:t>
            </a:r>
            <a:r>
              <a:rPr lang="zh-CN" altLang="en-US" sz="2800">
                <a:solidFill>
                  <a:srgbClr val="000404"/>
                </a:solidFill>
                <a:cs typeface="Times New Roman" pitchFamily="18" charset="0"/>
              </a:rPr>
              <a:t>，</a:t>
            </a:r>
            <a:r>
              <a:rPr lang="en-US" altLang="zh-CN" sz="2800" i="1">
                <a:solidFill>
                  <a:srgbClr val="000404"/>
                </a:solidFill>
                <a:cs typeface="Times New Roman" pitchFamily="18" charset="0"/>
              </a:rPr>
              <a:t>T</a:t>
            </a:r>
            <a:r>
              <a:rPr lang="en-US" altLang="zh-CN" sz="2800" baseline="-25000">
                <a:solidFill>
                  <a:srgbClr val="000404"/>
                </a:solidFill>
                <a:cs typeface="Times New Roman" pitchFamily="18" charset="0"/>
              </a:rPr>
              <a:t>2 </a:t>
            </a:r>
            <a:r>
              <a:rPr lang="en-US" altLang="zh-CN" sz="2800">
                <a:solidFill>
                  <a:srgbClr val="000404"/>
                </a:solidFill>
                <a:cs typeface="Times New Roman" pitchFamily="18" charset="0"/>
              </a:rPr>
              <a:t>≠0</a:t>
            </a:r>
            <a:r>
              <a:rPr lang="zh-CN" altLang="en-US" sz="2800">
                <a:solidFill>
                  <a:srgbClr val="000404"/>
                </a:solidFill>
                <a:cs typeface="Times New Roman" pitchFamily="18" charset="0"/>
              </a:rPr>
              <a:t>，故</a:t>
            </a:r>
            <a:r>
              <a:rPr lang="zh-CN" altLang="en-US" sz="2800" i="1">
                <a:solidFill>
                  <a:srgbClr val="000404"/>
                </a:solidFill>
                <a:cs typeface="Times New Roman" pitchFamily="18" charset="0"/>
                <a:sym typeface="Symbol" pitchFamily="18" charset="2"/>
              </a:rPr>
              <a:t></a:t>
            </a:r>
            <a:r>
              <a:rPr lang="zh-CN" altLang="en-US" sz="2800">
                <a:solidFill>
                  <a:srgbClr val="000404"/>
                </a:solidFill>
                <a:cs typeface="Times New Roman" pitchFamily="18" charset="0"/>
              </a:rPr>
              <a:t>不可能等于</a:t>
            </a:r>
            <a:r>
              <a:rPr lang="en-US" altLang="zh-CN" sz="2800">
                <a:solidFill>
                  <a:srgbClr val="000404"/>
                </a:solidFill>
                <a:cs typeface="Times New Roman" pitchFamily="18" charset="0"/>
              </a:rPr>
              <a:t>1</a:t>
            </a:r>
            <a:r>
              <a:rPr lang="zh-CN" altLang="en-US" sz="2800">
                <a:solidFill>
                  <a:srgbClr val="000404"/>
                </a:solidFill>
                <a:cs typeface="Times New Roman" pitchFamily="18" charset="0"/>
              </a:rPr>
              <a:t>或大于</a:t>
            </a:r>
            <a:r>
              <a:rPr lang="en-US" altLang="zh-CN" sz="2800">
                <a:solidFill>
                  <a:srgbClr val="000404"/>
                </a:solidFill>
                <a:cs typeface="Times New Roman" pitchFamily="18" charset="0"/>
              </a:rPr>
              <a:t>1</a:t>
            </a:r>
            <a:r>
              <a:rPr lang="zh-CN" altLang="en-US" sz="2800">
                <a:solidFill>
                  <a:srgbClr val="000404"/>
                </a:solidFill>
                <a:cs typeface="Times New Roman" pitchFamily="18" charset="0"/>
              </a:rPr>
              <a:t>。 </a:t>
            </a:r>
            <a:endParaRPr lang="en-US" altLang="zh-CN" sz="2800">
              <a:solidFill>
                <a:srgbClr val="000000"/>
              </a:solidFill>
              <a:cs typeface="Times New Roman" pitchFamily="18" charset="0"/>
            </a:endParaRPr>
          </a:p>
        </p:txBody>
      </p:sp>
      <p:grpSp>
        <p:nvGrpSpPr>
          <p:cNvPr id="3" name="Group 10"/>
          <p:cNvGrpSpPr>
            <a:grpSpLocks/>
          </p:cNvGrpSpPr>
          <p:nvPr/>
        </p:nvGrpSpPr>
        <p:grpSpPr bwMode="auto">
          <a:xfrm>
            <a:off x="335280" y="1982471"/>
            <a:ext cx="8169275" cy="1700213"/>
            <a:chOff x="192" y="1108"/>
            <a:chExt cx="5146" cy="1071"/>
          </a:xfrm>
        </p:grpSpPr>
        <p:sp>
          <p:nvSpPr>
            <p:cNvPr id="33799" name="Text Box 11"/>
            <p:cNvSpPr txBox="1">
              <a:spLocks noChangeArrowheads="1"/>
            </p:cNvSpPr>
            <p:nvPr/>
          </p:nvSpPr>
          <p:spPr bwMode="auto">
            <a:xfrm>
              <a:off x="192" y="1152"/>
              <a:ext cx="5146" cy="10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spcBef>
                  <a:spcPct val="50000"/>
                </a:spcBef>
              </a:pPr>
              <a:r>
                <a:rPr lang="en-US" altLang="zh-CN" sz="2800" b="0" dirty="0">
                  <a:solidFill>
                    <a:srgbClr val="000000"/>
                  </a:solidFill>
                  <a:cs typeface="Times New Roman" pitchFamily="18" charset="0"/>
                </a:rPr>
                <a:t>2.</a:t>
              </a:r>
              <a:r>
                <a:rPr lang="en-US" altLang="zh-CN" sz="2800" dirty="0">
                  <a:solidFill>
                    <a:srgbClr val="000000"/>
                  </a:solidFill>
                  <a:cs typeface="Times New Roman" pitchFamily="18" charset="0"/>
                </a:rPr>
                <a:t> </a:t>
              </a:r>
              <a:r>
                <a:rPr lang="zh-CN" altLang="en-US" sz="2800" dirty="0">
                  <a:solidFill>
                    <a:srgbClr val="000000"/>
                  </a:solidFill>
                  <a:cs typeface="Times New Roman" pitchFamily="18" charset="0"/>
                </a:rPr>
                <a:t>卡诺热机</a:t>
              </a:r>
              <a:r>
                <a:rPr lang="zh-CN" altLang="en-US" sz="2800" dirty="0">
                  <a:solidFill>
                    <a:srgbClr val="FF0000"/>
                  </a:solidFill>
                  <a:cs typeface="Times New Roman" pitchFamily="18" charset="0"/>
                </a:rPr>
                <a:t>效率     与工作物质无关</a:t>
              </a:r>
              <a:r>
                <a:rPr lang="zh-CN" altLang="en-US" sz="2800" dirty="0">
                  <a:solidFill>
                    <a:srgbClr val="000000"/>
                  </a:solidFill>
                  <a:cs typeface="Times New Roman" pitchFamily="18" charset="0"/>
                </a:rPr>
                <a:t>，</a:t>
              </a:r>
              <a:r>
                <a:rPr lang="zh-CN" altLang="en-US" sz="2800" dirty="0">
                  <a:solidFill>
                    <a:srgbClr val="FF0000"/>
                  </a:solidFill>
                  <a:cs typeface="Times New Roman" pitchFamily="18" charset="0"/>
                </a:rPr>
                <a:t>只与两个热源的温度有关</a:t>
              </a:r>
              <a:r>
                <a:rPr lang="zh-CN" altLang="en-US" sz="2800" dirty="0">
                  <a:solidFill>
                    <a:srgbClr val="000000"/>
                  </a:solidFill>
                  <a:cs typeface="Times New Roman" pitchFamily="18" charset="0"/>
                </a:rPr>
                <a:t>，两热源的温差越大，则卡诺循环的效率越高 </a:t>
              </a:r>
              <a:r>
                <a:rPr lang="en-US" altLang="zh-CN" sz="2800" dirty="0">
                  <a:solidFill>
                    <a:srgbClr val="000000"/>
                  </a:solidFill>
                  <a:cs typeface="Times New Roman" pitchFamily="18" charset="0"/>
                </a:rPr>
                <a:t>.</a:t>
              </a:r>
              <a:r>
                <a:rPr lang="en-US" altLang="zh-CN" sz="2400" dirty="0">
                  <a:solidFill>
                    <a:srgbClr val="1C1C1C"/>
                  </a:solidFill>
                  <a:cs typeface="Times New Roman" pitchFamily="18" charset="0"/>
                </a:rPr>
                <a:t>     </a:t>
              </a:r>
            </a:p>
          </p:txBody>
        </p:sp>
        <p:graphicFrame>
          <p:nvGraphicFramePr>
            <p:cNvPr id="33794" name="Object 2"/>
            <p:cNvGraphicFramePr>
              <a:graphicFrameLocks noChangeAspect="1"/>
            </p:cNvGraphicFramePr>
            <p:nvPr/>
          </p:nvGraphicFramePr>
          <p:xfrm>
            <a:off x="1884" y="1108"/>
            <a:ext cx="300" cy="429"/>
          </p:xfrm>
          <a:graphic>
            <a:graphicData uri="http://schemas.openxmlformats.org/presentationml/2006/ole">
              <p:oleObj spid="_x0000_s33800" name="公式" r:id="rId3" imgW="190417" imgH="241195" progId="Equation.3">
                <p:embed/>
              </p:oleObj>
            </a:graphicData>
          </a:graphic>
        </p:graphicFrame>
      </p:grpSp>
      <p:sp>
        <p:nvSpPr>
          <p:cNvPr id="10" name="灯片编号占位符 54"/>
          <p:cNvSpPr txBox="1">
            <a:spLocks/>
          </p:cNvSpPr>
          <p:nvPr/>
        </p:nvSpPr>
        <p:spPr bwMode="auto">
          <a:xfrm>
            <a:off x="7308304" y="65722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443EE585-B32A-4C60-B717-0FCF3CE634DB}" type="slidenum">
              <a:rPr lang="en-US" altLang="zh-CN" sz="1400" b="0" kern="0" smtClean="0">
                <a:solidFill>
                  <a:sysClr val="windowText" lastClr="000000"/>
                </a:solidFill>
                <a:ea typeface="宋体" pitchFamily="2" charset="-122"/>
                <a:cs typeface="Times New Roman" pitchFamily="18" charset="0"/>
              </a:rPr>
              <a:pPr algn="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26</a:t>
            </a:fld>
            <a:endParaRPr lang="en-US" altLang="zh-CN" sz="1400" b="0" kern="0" dirty="0">
              <a:solidFill>
                <a:sysClr val="windowText" lastClr="000000"/>
              </a:solidFill>
              <a:ea typeface="宋体" pitchFamily="2" charset="-122"/>
              <a:cs typeface="Times New Roman" pitchFamily="18" charset="0"/>
            </a:endParaRPr>
          </a:p>
        </p:txBody>
      </p:sp>
    </p:spTree>
  </p:cSld>
  <p:clrMapOvr>
    <a:masterClrMapping/>
  </p:clrMapOvr>
  <p:transition spd="slow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70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0342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766" name="Group 2"/>
          <p:cNvGrpSpPr>
            <a:grpSpLocks/>
          </p:cNvGrpSpPr>
          <p:nvPr/>
        </p:nvGrpSpPr>
        <p:grpSpPr bwMode="auto">
          <a:xfrm>
            <a:off x="1692275" y="1271588"/>
            <a:ext cx="5943600" cy="679450"/>
            <a:chOff x="748" y="1008"/>
            <a:chExt cx="3744" cy="428"/>
          </a:xfrm>
        </p:grpSpPr>
        <p:sp>
          <p:nvSpPr>
            <p:cNvPr id="31796" name="Text Box 3"/>
            <p:cNvSpPr txBox="1">
              <a:spLocks noChangeArrowheads="1"/>
            </p:cNvSpPr>
            <p:nvPr/>
          </p:nvSpPr>
          <p:spPr bwMode="auto">
            <a:xfrm>
              <a:off x="748" y="1071"/>
              <a:ext cx="3744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rgbClr val="000000"/>
                  </a:solidFill>
                </a:rPr>
                <a:t> </a:t>
              </a:r>
              <a:r>
                <a:rPr lang="zh-CN" altLang="en-US">
                  <a:solidFill>
                    <a:srgbClr val="000000"/>
                  </a:solidFill>
                </a:rPr>
                <a:t>图中两卡诺循环                吗 ？</a:t>
              </a:r>
            </a:p>
          </p:txBody>
        </p:sp>
        <p:graphicFrame>
          <p:nvGraphicFramePr>
            <p:cNvPr id="31765" name="Object 4"/>
            <p:cNvGraphicFramePr>
              <a:graphicFrameLocks noChangeAspect="1"/>
            </p:cNvGraphicFramePr>
            <p:nvPr/>
          </p:nvGraphicFramePr>
          <p:xfrm>
            <a:off x="2790" y="1008"/>
            <a:ext cx="816" cy="369"/>
          </p:xfrm>
          <a:graphic>
            <a:graphicData uri="http://schemas.openxmlformats.org/presentationml/2006/ole">
              <p:oleObj spid="_x0000_s31866" name="公式" r:id="rId3" imgW="698197" imgH="317362" progId="Equation.3">
                <p:embed/>
              </p:oleObj>
            </a:graphicData>
          </a:graphic>
        </p:graphicFrame>
      </p:grpSp>
      <p:graphicFrame>
        <p:nvGraphicFramePr>
          <p:cNvPr id="104453" name="Object 5"/>
          <p:cNvGraphicFramePr>
            <a:graphicFrameLocks noChangeAspect="1"/>
          </p:cNvGraphicFramePr>
          <p:nvPr/>
        </p:nvGraphicFramePr>
        <p:xfrm>
          <a:off x="1828800" y="5373688"/>
          <a:ext cx="1447800" cy="654050"/>
        </p:xfrm>
        <a:graphic>
          <a:graphicData uri="http://schemas.openxmlformats.org/presentationml/2006/ole">
            <p:oleObj spid="_x0000_s31867" name="公式" r:id="rId4" imgW="698197" imgH="317362" progId="Equation.3">
              <p:embed/>
            </p:oleObj>
          </a:graphicData>
        </a:graphic>
      </p:graphicFrame>
      <p:graphicFrame>
        <p:nvGraphicFramePr>
          <p:cNvPr id="104454" name="Object 6"/>
          <p:cNvGraphicFramePr>
            <a:graphicFrameLocks noChangeAspect="1"/>
          </p:cNvGraphicFramePr>
          <p:nvPr/>
        </p:nvGraphicFramePr>
        <p:xfrm>
          <a:off x="6248400" y="5373688"/>
          <a:ext cx="1447800" cy="654050"/>
        </p:xfrm>
        <a:graphic>
          <a:graphicData uri="http://schemas.openxmlformats.org/presentationml/2006/ole">
            <p:oleObj spid="_x0000_s31868" name="公式" r:id="rId5" imgW="698197" imgH="317362" progId="Equation.3">
              <p:embed/>
            </p:oleObj>
          </a:graphicData>
        </a:graphic>
      </p:graphicFrame>
      <p:grpSp>
        <p:nvGrpSpPr>
          <p:cNvPr id="31767" name="Group 7"/>
          <p:cNvGrpSpPr>
            <a:grpSpLocks/>
          </p:cNvGrpSpPr>
          <p:nvPr/>
        </p:nvGrpSpPr>
        <p:grpSpPr bwMode="auto">
          <a:xfrm>
            <a:off x="685800" y="2252663"/>
            <a:ext cx="3657600" cy="3048000"/>
            <a:chOff x="480" y="1632"/>
            <a:chExt cx="2304" cy="1920"/>
          </a:xfrm>
        </p:grpSpPr>
        <p:sp>
          <p:nvSpPr>
            <p:cNvPr id="31785" name="Rectangle 8"/>
            <p:cNvSpPr>
              <a:spLocks noChangeArrowheads="1"/>
            </p:cNvSpPr>
            <p:nvPr/>
          </p:nvSpPr>
          <p:spPr bwMode="auto">
            <a:xfrm>
              <a:off x="480" y="1632"/>
              <a:ext cx="2304" cy="192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86" name="Freeform 9" descr="浅色下对角线"/>
            <p:cNvSpPr>
              <a:spLocks/>
            </p:cNvSpPr>
            <p:nvPr/>
          </p:nvSpPr>
          <p:spPr bwMode="auto">
            <a:xfrm>
              <a:off x="1893" y="2510"/>
              <a:ext cx="617" cy="596"/>
            </a:xfrm>
            <a:custGeom>
              <a:avLst/>
              <a:gdLst>
                <a:gd name="T0" fmla="*/ 0 w 617"/>
                <a:gd name="T1" fmla="*/ 0 h 596"/>
                <a:gd name="T2" fmla="*/ 178 w 617"/>
                <a:gd name="T3" fmla="*/ 61 h 596"/>
                <a:gd name="T4" fmla="*/ 322 w 617"/>
                <a:gd name="T5" fmla="*/ 103 h 596"/>
                <a:gd name="T6" fmla="*/ 486 w 617"/>
                <a:gd name="T7" fmla="*/ 397 h 596"/>
                <a:gd name="T8" fmla="*/ 617 w 617"/>
                <a:gd name="T9" fmla="*/ 596 h 596"/>
                <a:gd name="T10" fmla="*/ 500 w 617"/>
                <a:gd name="T11" fmla="*/ 596 h 596"/>
                <a:gd name="T12" fmla="*/ 473 w 617"/>
                <a:gd name="T13" fmla="*/ 589 h 596"/>
                <a:gd name="T14" fmla="*/ 346 w 617"/>
                <a:gd name="T15" fmla="*/ 586 h 596"/>
                <a:gd name="T16" fmla="*/ 177 w 617"/>
                <a:gd name="T17" fmla="*/ 340 h 596"/>
                <a:gd name="T18" fmla="*/ 0 w 617"/>
                <a:gd name="T19" fmla="*/ 0 h 59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617"/>
                <a:gd name="T31" fmla="*/ 0 h 596"/>
                <a:gd name="T32" fmla="*/ 617 w 617"/>
                <a:gd name="T33" fmla="*/ 596 h 59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617" h="596">
                  <a:moveTo>
                    <a:pt x="0" y="0"/>
                  </a:moveTo>
                  <a:lnTo>
                    <a:pt x="178" y="61"/>
                  </a:lnTo>
                  <a:lnTo>
                    <a:pt x="322" y="103"/>
                  </a:lnTo>
                  <a:lnTo>
                    <a:pt x="486" y="397"/>
                  </a:lnTo>
                  <a:lnTo>
                    <a:pt x="617" y="596"/>
                  </a:lnTo>
                  <a:lnTo>
                    <a:pt x="500" y="596"/>
                  </a:lnTo>
                  <a:lnTo>
                    <a:pt x="473" y="589"/>
                  </a:lnTo>
                  <a:lnTo>
                    <a:pt x="346" y="586"/>
                  </a:lnTo>
                  <a:lnTo>
                    <a:pt x="177" y="340"/>
                  </a:lnTo>
                  <a:lnTo>
                    <a:pt x="0" y="0"/>
                  </a:lnTo>
                  <a:close/>
                </a:path>
              </a:pathLst>
            </a:custGeom>
            <a:pattFill prst="ltDnDiag">
              <a:fgClr>
                <a:srgbClr val="99CCFF"/>
              </a:fgClr>
              <a:bgClr>
                <a:srgbClr val="FFFFFF"/>
              </a:bgClr>
            </a:pattFill>
            <a:ln w="19050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87" name="Freeform 10" descr="浅色下对角线"/>
            <p:cNvSpPr>
              <a:spLocks/>
            </p:cNvSpPr>
            <p:nvPr/>
          </p:nvSpPr>
          <p:spPr bwMode="auto">
            <a:xfrm>
              <a:off x="1303" y="1845"/>
              <a:ext cx="624" cy="1234"/>
            </a:xfrm>
            <a:custGeom>
              <a:avLst/>
              <a:gdLst>
                <a:gd name="T0" fmla="*/ 0 w 624"/>
                <a:gd name="T1" fmla="*/ 0 h 1234"/>
                <a:gd name="T2" fmla="*/ 123 w 624"/>
                <a:gd name="T3" fmla="*/ 253 h 1234"/>
                <a:gd name="T4" fmla="*/ 240 w 624"/>
                <a:gd name="T5" fmla="*/ 425 h 1234"/>
                <a:gd name="T6" fmla="*/ 370 w 624"/>
                <a:gd name="T7" fmla="*/ 548 h 1234"/>
                <a:gd name="T8" fmla="*/ 473 w 624"/>
                <a:gd name="T9" fmla="*/ 870 h 1234"/>
                <a:gd name="T10" fmla="*/ 528 w 624"/>
                <a:gd name="T11" fmla="*/ 1028 h 1234"/>
                <a:gd name="T12" fmla="*/ 624 w 624"/>
                <a:gd name="T13" fmla="*/ 1234 h 1234"/>
                <a:gd name="T14" fmla="*/ 322 w 624"/>
                <a:gd name="T15" fmla="*/ 1186 h 1234"/>
                <a:gd name="T16" fmla="*/ 240 w 624"/>
                <a:gd name="T17" fmla="*/ 1008 h 1234"/>
                <a:gd name="T18" fmla="*/ 151 w 624"/>
                <a:gd name="T19" fmla="*/ 754 h 1234"/>
                <a:gd name="T20" fmla="*/ 68 w 624"/>
                <a:gd name="T21" fmla="*/ 438 h 1234"/>
                <a:gd name="T22" fmla="*/ 0 w 624"/>
                <a:gd name="T23" fmla="*/ 0 h 123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624"/>
                <a:gd name="T37" fmla="*/ 0 h 1234"/>
                <a:gd name="T38" fmla="*/ 624 w 624"/>
                <a:gd name="T39" fmla="*/ 1234 h 1234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624" h="1234">
                  <a:moveTo>
                    <a:pt x="0" y="0"/>
                  </a:moveTo>
                  <a:lnTo>
                    <a:pt x="123" y="253"/>
                  </a:lnTo>
                  <a:lnTo>
                    <a:pt x="240" y="425"/>
                  </a:lnTo>
                  <a:lnTo>
                    <a:pt x="370" y="548"/>
                  </a:lnTo>
                  <a:lnTo>
                    <a:pt x="473" y="870"/>
                  </a:lnTo>
                  <a:lnTo>
                    <a:pt x="528" y="1028"/>
                  </a:lnTo>
                  <a:lnTo>
                    <a:pt x="624" y="1234"/>
                  </a:lnTo>
                  <a:lnTo>
                    <a:pt x="322" y="1186"/>
                  </a:lnTo>
                  <a:lnTo>
                    <a:pt x="240" y="1008"/>
                  </a:lnTo>
                  <a:lnTo>
                    <a:pt x="151" y="754"/>
                  </a:lnTo>
                  <a:lnTo>
                    <a:pt x="68" y="438"/>
                  </a:lnTo>
                  <a:lnTo>
                    <a:pt x="0" y="0"/>
                  </a:lnTo>
                  <a:close/>
                </a:path>
              </a:pathLst>
            </a:custGeom>
            <a:pattFill prst="ltDnDiag">
              <a:fgClr>
                <a:srgbClr val="FF33CC"/>
              </a:fgClr>
              <a:bgClr>
                <a:srgbClr val="FFFFFF"/>
              </a:bgClr>
            </a:pattFill>
            <a:ln w="19050">
              <a:solidFill>
                <a:srgbClr val="CC0099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88" name="Line 11"/>
            <p:cNvSpPr>
              <a:spLocks noChangeShapeType="1"/>
            </p:cNvSpPr>
            <p:nvPr/>
          </p:nvSpPr>
          <p:spPr bwMode="auto">
            <a:xfrm flipV="1">
              <a:off x="768" y="1728"/>
              <a:ext cx="0" cy="153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89" name="Line 12"/>
            <p:cNvSpPr>
              <a:spLocks noChangeShapeType="1"/>
            </p:cNvSpPr>
            <p:nvPr/>
          </p:nvSpPr>
          <p:spPr bwMode="auto">
            <a:xfrm>
              <a:off x="768" y="3264"/>
              <a:ext cx="187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90" name="Freeform 13"/>
            <p:cNvSpPr>
              <a:spLocks/>
            </p:cNvSpPr>
            <p:nvPr/>
          </p:nvSpPr>
          <p:spPr bwMode="auto">
            <a:xfrm>
              <a:off x="946" y="1790"/>
              <a:ext cx="1694" cy="1325"/>
            </a:xfrm>
            <a:custGeom>
              <a:avLst/>
              <a:gdLst>
                <a:gd name="T0" fmla="*/ 0 w 1694"/>
                <a:gd name="T1" fmla="*/ 0 h 1325"/>
                <a:gd name="T2" fmla="*/ 103 w 1694"/>
                <a:gd name="T3" fmla="*/ 691 h 1325"/>
                <a:gd name="T4" fmla="*/ 295 w 1694"/>
                <a:gd name="T5" fmla="*/ 1015 h 1325"/>
                <a:gd name="T6" fmla="*/ 590 w 1694"/>
                <a:gd name="T7" fmla="*/ 1207 h 1325"/>
                <a:gd name="T8" fmla="*/ 1248 w 1694"/>
                <a:gd name="T9" fmla="*/ 1306 h 1325"/>
                <a:gd name="T10" fmla="*/ 1694 w 1694"/>
                <a:gd name="T11" fmla="*/ 1323 h 13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694"/>
                <a:gd name="T19" fmla="*/ 0 h 1325"/>
                <a:gd name="T20" fmla="*/ 1694 w 1694"/>
                <a:gd name="T21" fmla="*/ 1325 h 132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694" h="1325">
                  <a:moveTo>
                    <a:pt x="0" y="0"/>
                  </a:moveTo>
                  <a:cubicBezTo>
                    <a:pt x="17" y="115"/>
                    <a:pt x="54" y="522"/>
                    <a:pt x="103" y="691"/>
                  </a:cubicBezTo>
                  <a:cubicBezTo>
                    <a:pt x="152" y="860"/>
                    <a:pt x="214" y="929"/>
                    <a:pt x="295" y="1015"/>
                  </a:cubicBezTo>
                  <a:cubicBezTo>
                    <a:pt x="376" y="1101"/>
                    <a:pt x="431" y="1158"/>
                    <a:pt x="590" y="1207"/>
                  </a:cubicBezTo>
                  <a:cubicBezTo>
                    <a:pt x="749" y="1256"/>
                    <a:pt x="1064" y="1287"/>
                    <a:pt x="1248" y="1306"/>
                  </a:cubicBezTo>
                  <a:cubicBezTo>
                    <a:pt x="1432" y="1325"/>
                    <a:pt x="1601" y="1320"/>
                    <a:pt x="1694" y="1323"/>
                  </a:cubicBezTo>
                </a:path>
              </a:pathLst>
            </a:cu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1757" name="Object 14"/>
            <p:cNvGraphicFramePr>
              <a:graphicFrameLocks noChangeAspect="1"/>
            </p:cNvGraphicFramePr>
            <p:nvPr/>
          </p:nvGraphicFramePr>
          <p:xfrm>
            <a:off x="2208" y="2304"/>
            <a:ext cx="286" cy="334"/>
          </p:xfrm>
          <a:graphic>
            <a:graphicData uri="http://schemas.openxmlformats.org/presentationml/2006/ole">
              <p:oleObj spid="_x0000_s31869" name="Equation" r:id="rId6" imgW="253780" imgH="317225" progId="Equation.3">
                <p:embed/>
              </p:oleObj>
            </a:graphicData>
          </a:graphic>
        </p:graphicFrame>
        <p:graphicFrame>
          <p:nvGraphicFramePr>
            <p:cNvPr id="31758" name="Object 15"/>
            <p:cNvGraphicFramePr>
              <a:graphicFrameLocks noChangeAspect="1"/>
            </p:cNvGraphicFramePr>
            <p:nvPr/>
          </p:nvGraphicFramePr>
          <p:xfrm>
            <a:off x="864" y="2496"/>
            <a:ext cx="241" cy="311"/>
          </p:xfrm>
          <a:graphic>
            <a:graphicData uri="http://schemas.openxmlformats.org/presentationml/2006/ole">
              <p:oleObj spid="_x0000_s31870" name="Equation" r:id="rId7" imgW="215619" imgH="317087" progId="Equation.3">
                <p:embed/>
              </p:oleObj>
            </a:graphicData>
          </a:graphic>
        </p:graphicFrame>
        <p:sp>
          <p:nvSpPr>
            <p:cNvPr id="31791" name="Line 16"/>
            <p:cNvSpPr>
              <a:spLocks noChangeShapeType="1"/>
            </p:cNvSpPr>
            <p:nvPr/>
          </p:nvSpPr>
          <p:spPr bwMode="auto">
            <a:xfrm>
              <a:off x="1728" y="2592"/>
              <a:ext cx="57" cy="185"/>
            </a:xfrm>
            <a:prstGeom prst="line">
              <a:avLst/>
            </a:prstGeom>
            <a:noFill/>
            <a:ln w="28575">
              <a:solidFill>
                <a:srgbClr val="CC0099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92" name="Line 17"/>
            <p:cNvSpPr>
              <a:spLocks noChangeShapeType="1"/>
            </p:cNvSpPr>
            <p:nvPr/>
          </p:nvSpPr>
          <p:spPr bwMode="auto">
            <a:xfrm flipH="1" flipV="1">
              <a:off x="2256" y="2688"/>
              <a:ext cx="96" cy="192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 type="triangle" w="med" len="med"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93" name="Line 18"/>
            <p:cNvSpPr>
              <a:spLocks noChangeShapeType="1"/>
            </p:cNvSpPr>
            <p:nvPr/>
          </p:nvSpPr>
          <p:spPr bwMode="auto">
            <a:xfrm flipH="1" flipV="1">
              <a:off x="1392" y="2352"/>
              <a:ext cx="48" cy="192"/>
            </a:xfrm>
            <a:prstGeom prst="line">
              <a:avLst/>
            </a:prstGeom>
            <a:noFill/>
            <a:ln w="28575">
              <a:solidFill>
                <a:srgbClr val="CC0099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94" name="Freeform 19"/>
            <p:cNvSpPr>
              <a:spLocks/>
            </p:cNvSpPr>
            <p:nvPr/>
          </p:nvSpPr>
          <p:spPr bwMode="auto">
            <a:xfrm>
              <a:off x="1262" y="1749"/>
              <a:ext cx="1255" cy="939"/>
            </a:xfrm>
            <a:custGeom>
              <a:avLst/>
              <a:gdLst>
                <a:gd name="T0" fmla="*/ 0 w 1255"/>
                <a:gd name="T1" fmla="*/ 0 h 939"/>
                <a:gd name="T2" fmla="*/ 156 w 1255"/>
                <a:gd name="T3" fmla="*/ 335 h 939"/>
                <a:gd name="T4" fmla="*/ 404 w 1255"/>
                <a:gd name="T5" fmla="*/ 630 h 939"/>
                <a:gd name="T6" fmla="*/ 754 w 1255"/>
                <a:gd name="T7" fmla="*/ 809 h 939"/>
                <a:gd name="T8" fmla="*/ 1255 w 1255"/>
                <a:gd name="T9" fmla="*/ 939 h 93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55"/>
                <a:gd name="T16" fmla="*/ 0 h 939"/>
                <a:gd name="T17" fmla="*/ 1255 w 1255"/>
                <a:gd name="T18" fmla="*/ 939 h 93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55" h="939">
                  <a:moveTo>
                    <a:pt x="0" y="0"/>
                  </a:moveTo>
                  <a:cubicBezTo>
                    <a:pt x="26" y="56"/>
                    <a:pt x="89" y="230"/>
                    <a:pt x="156" y="335"/>
                  </a:cubicBezTo>
                  <a:cubicBezTo>
                    <a:pt x="223" y="440"/>
                    <a:pt x="304" y="551"/>
                    <a:pt x="404" y="630"/>
                  </a:cubicBezTo>
                  <a:cubicBezTo>
                    <a:pt x="504" y="709"/>
                    <a:pt x="612" y="758"/>
                    <a:pt x="754" y="809"/>
                  </a:cubicBezTo>
                  <a:cubicBezTo>
                    <a:pt x="896" y="860"/>
                    <a:pt x="1151" y="912"/>
                    <a:pt x="1255" y="939"/>
                  </a:cubicBezTo>
                </a:path>
              </a:pathLst>
            </a:cu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95" name="Line 20"/>
            <p:cNvSpPr>
              <a:spLocks noChangeShapeType="1"/>
            </p:cNvSpPr>
            <p:nvPr/>
          </p:nvSpPr>
          <p:spPr bwMode="auto">
            <a:xfrm>
              <a:off x="2064" y="2832"/>
              <a:ext cx="96" cy="144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 type="triangle" w="med" len="med"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1759" name="Object 21"/>
            <p:cNvGraphicFramePr>
              <a:graphicFrameLocks noChangeAspect="1"/>
            </p:cNvGraphicFramePr>
            <p:nvPr/>
          </p:nvGraphicFramePr>
          <p:xfrm>
            <a:off x="2016" y="2592"/>
            <a:ext cx="218" cy="287"/>
          </p:xfrm>
          <a:graphic>
            <a:graphicData uri="http://schemas.openxmlformats.org/presentationml/2006/ole">
              <p:oleObj spid="_x0000_s31871" name="公式" r:id="rId8" imgW="291847" imgH="317225" progId="Equation.3">
                <p:embed/>
              </p:oleObj>
            </a:graphicData>
          </a:graphic>
        </p:graphicFrame>
        <p:graphicFrame>
          <p:nvGraphicFramePr>
            <p:cNvPr id="31760" name="Object 22"/>
            <p:cNvGraphicFramePr>
              <a:graphicFrameLocks noChangeAspect="1"/>
            </p:cNvGraphicFramePr>
            <p:nvPr/>
          </p:nvGraphicFramePr>
          <p:xfrm>
            <a:off x="1473" y="2496"/>
            <a:ext cx="200" cy="288"/>
          </p:xfrm>
          <a:graphic>
            <a:graphicData uri="http://schemas.openxmlformats.org/presentationml/2006/ole">
              <p:oleObj spid="_x0000_s31872" name="公式" r:id="rId9" imgW="266353" imgH="317087" progId="Equation.3">
                <p:embed/>
              </p:oleObj>
            </a:graphicData>
          </a:graphic>
        </p:graphicFrame>
        <p:graphicFrame>
          <p:nvGraphicFramePr>
            <p:cNvPr id="31761" name="Object 23"/>
            <p:cNvGraphicFramePr>
              <a:graphicFrameLocks noChangeAspect="1"/>
            </p:cNvGraphicFramePr>
            <p:nvPr/>
          </p:nvGraphicFramePr>
          <p:xfrm>
            <a:off x="1776" y="1728"/>
            <a:ext cx="768" cy="303"/>
          </p:xfrm>
          <a:graphic>
            <a:graphicData uri="http://schemas.openxmlformats.org/presentationml/2006/ole">
              <p:oleObj spid="_x0000_s31873" name="公式" r:id="rId10" imgW="799753" imgH="317362" progId="Equation.3">
                <p:embed/>
              </p:oleObj>
            </a:graphicData>
          </a:graphic>
        </p:graphicFrame>
        <p:graphicFrame>
          <p:nvGraphicFramePr>
            <p:cNvPr id="31762" name="Object 24"/>
            <p:cNvGraphicFramePr>
              <a:graphicFrameLocks noChangeAspect="1"/>
            </p:cNvGraphicFramePr>
            <p:nvPr/>
          </p:nvGraphicFramePr>
          <p:xfrm>
            <a:off x="528" y="1776"/>
            <a:ext cx="226" cy="268"/>
          </p:xfrm>
          <a:graphic>
            <a:graphicData uri="http://schemas.openxmlformats.org/presentationml/2006/ole">
              <p:oleObj spid="_x0000_s31874" name="Equation" r:id="rId11" imgW="203112" imgH="241195" progId="Equation.3">
                <p:embed/>
              </p:oleObj>
            </a:graphicData>
          </a:graphic>
        </p:graphicFrame>
        <p:graphicFrame>
          <p:nvGraphicFramePr>
            <p:cNvPr id="31763" name="Object 25"/>
            <p:cNvGraphicFramePr>
              <a:graphicFrameLocks noChangeAspect="1"/>
            </p:cNvGraphicFramePr>
            <p:nvPr/>
          </p:nvGraphicFramePr>
          <p:xfrm>
            <a:off x="768" y="3264"/>
            <a:ext cx="187" cy="216"/>
          </p:xfrm>
          <a:graphic>
            <a:graphicData uri="http://schemas.openxmlformats.org/presentationml/2006/ole">
              <p:oleObj spid="_x0000_s31875" name="Equation" r:id="rId12" imgW="164957" imgH="190335" progId="Equation.3">
                <p:embed/>
              </p:oleObj>
            </a:graphicData>
          </a:graphic>
        </p:graphicFrame>
        <p:graphicFrame>
          <p:nvGraphicFramePr>
            <p:cNvPr id="31764" name="Object 26"/>
            <p:cNvGraphicFramePr>
              <a:graphicFrameLocks noChangeAspect="1"/>
            </p:cNvGraphicFramePr>
            <p:nvPr/>
          </p:nvGraphicFramePr>
          <p:xfrm>
            <a:off x="2309" y="3264"/>
            <a:ext cx="215" cy="240"/>
          </p:xfrm>
          <a:graphic>
            <a:graphicData uri="http://schemas.openxmlformats.org/presentationml/2006/ole">
              <p:oleObj spid="_x0000_s31876" name="Equation" r:id="rId13" imgW="215713" imgH="241091" progId="Equation.3">
                <p:embed/>
              </p:oleObj>
            </a:graphicData>
          </a:graphic>
        </p:graphicFrame>
      </p:grpSp>
      <p:grpSp>
        <p:nvGrpSpPr>
          <p:cNvPr id="31768" name="Group 27"/>
          <p:cNvGrpSpPr>
            <a:grpSpLocks/>
          </p:cNvGrpSpPr>
          <p:nvPr/>
        </p:nvGrpSpPr>
        <p:grpSpPr bwMode="auto">
          <a:xfrm>
            <a:off x="420370" y="298450"/>
            <a:ext cx="1676400" cy="838200"/>
            <a:chOff x="384" y="480"/>
            <a:chExt cx="1056" cy="528"/>
          </a:xfrm>
        </p:grpSpPr>
        <p:sp>
          <p:nvSpPr>
            <p:cNvPr id="104476" name="AutoShape 28"/>
            <p:cNvSpPr>
              <a:spLocks noChangeArrowheads="1"/>
            </p:cNvSpPr>
            <p:nvPr/>
          </p:nvSpPr>
          <p:spPr bwMode="auto">
            <a:xfrm>
              <a:off x="384" y="480"/>
              <a:ext cx="1056" cy="528"/>
            </a:xfrm>
            <a:prstGeom prst="horizontalScroll">
              <a:avLst>
                <a:gd name="adj" fmla="val 125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107763" dir="13500000" algn="ctr" rotWithShape="0">
                <a:schemeClr val="tx2"/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1784" name="Text Box 29"/>
            <p:cNvSpPr txBox="1">
              <a:spLocks noChangeArrowheads="1"/>
            </p:cNvSpPr>
            <p:nvPr/>
          </p:nvSpPr>
          <p:spPr bwMode="auto">
            <a:xfrm>
              <a:off x="576" y="576"/>
              <a:ext cx="864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dirty="0">
                  <a:solidFill>
                    <a:srgbClr val="FF0000"/>
                  </a:solidFill>
                </a:rPr>
                <a:t>讨  论</a:t>
              </a:r>
            </a:p>
          </p:txBody>
        </p:sp>
      </p:grpSp>
      <p:grpSp>
        <p:nvGrpSpPr>
          <p:cNvPr id="31769" name="Group 30"/>
          <p:cNvGrpSpPr>
            <a:grpSpLocks/>
          </p:cNvGrpSpPr>
          <p:nvPr/>
        </p:nvGrpSpPr>
        <p:grpSpPr bwMode="auto">
          <a:xfrm>
            <a:off x="4800600" y="2252663"/>
            <a:ext cx="3657600" cy="3048000"/>
            <a:chOff x="3120" y="1632"/>
            <a:chExt cx="2304" cy="1920"/>
          </a:xfrm>
        </p:grpSpPr>
        <p:grpSp>
          <p:nvGrpSpPr>
            <p:cNvPr id="31770" name="Group 31"/>
            <p:cNvGrpSpPr>
              <a:grpSpLocks/>
            </p:cNvGrpSpPr>
            <p:nvPr/>
          </p:nvGrpSpPr>
          <p:grpSpPr bwMode="auto">
            <a:xfrm>
              <a:off x="3120" y="1632"/>
              <a:ext cx="2304" cy="1920"/>
              <a:chOff x="576" y="1728"/>
              <a:chExt cx="2304" cy="1920"/>
            </a:xfrm>
          </p:grpSpPr>
          <p:sp>
            <p:nvSpPr>
              <p:cNvPr id="31780" name="Rectangle 32"/>
              <p:cNvSpPr>
                <a:spLocks noChangeArrowheads="1"/>
              </p:cNvSpPr>
              <p:nvPr/>
            </p:nvSpPr>
            <p:spPr bwMode="auto">
              <a:xfrm>
                <a:off x="576" y="1728"/>
                <a:ext cx="2304" cy="192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781" name="Line 33"/>
              <p:cNvSpPr>
                <a:spLocks noChangeShapeType="1"/>
              </p:cNvSpPr>
              <p:nvPr/>
            </p:nvSpPr>
            <p:spPr bwMode="auto">
              <a:xfrm flipV="1">
                <a:off x="864" y="1824"/>
                <a:ext cx="0" cy="1539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triangle" w="sm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782" name="Line 34"/>
              <p:cNvSpPr>
                <a:spLocks noChangeShapeType="1"/>
              </p:cNvSpPr>
              <p:nvPr/>
            </p:nvSpPr>
            <p:spPr bwMode="auto">
              <a:xfrm>
                <a:off x="864" y="3360"/>
                <a:ext cx="1872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triangle" w="sm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31754" name="Object 35"/>
              <p:cNvGraphicFramePr>
                <a:graphicFrameLocks noChangeAspect="1"/>
              </p:cNvGraphicFramePr>
              <p:nvPr/>
            </p:nvGraphicFramePr>
            <p:xfrm>
              <a:off x="624" y="1872"/>
              <a:ext cx="226" cy="268"/>
            </p:xfrm>
            <a:graphic>
              <a:graphicData uri="http://schemas.openxmlformats.org/presentationml/2006/ole">
                <p:oleObj spid="_x0000_s31877" name="Equation" r:id="rId14" imgW="203112" imgH="241195" progId="Equation.3">
                  <p:embed/>
                </p:oleObj>
              </a:graphicData>
            </a:graphic>
          </p:graphicFrame>
          <p:graphicFrame>
            <p:nvGraphicFramePr>
              <p:cNvPr id="31755" name="Object 36"/>
              <p:cNvGraphicFramePr>
                <a:graphicFrameLocks noChangeAspect="1"/>
              </p:cNvGraphicFramePr>
              <p:nvPr/>
            </p:nvGraphicFramePr>
            <p:xfrm>
              <a:off x="864" y="3360"/>
              <a:ext cx="187" cy="216"/>
            </p:xfrm>
            <a:graphic>
              <a:graphicData uri="http://schemas.openxmlformats.org/presentationml/2006/ole">
                <p:oleObj spid="_x0000_s31878" name="Equation" r:id="rId15" imgW="164957" imgH="190335" progId="Equation.3">
                  <p:embed/>
                </p:oleObj>
              </a:graphicData>
            </a:graphic>
          </p:graphicFrame>
          <p:graphicFrame>
            <p:nvGraphicFramePr>
              <p:cNvPr id="31756" name="Object 37"/>
              <p:cNvGraphicFramePr>
                <a:graphicFrameLocks noChangeAspect="1"/>
              </p:cNvGraphicFramePr>
              <p:nvPr/>
            </p:nvGraphicFramePr>
            <p:xfrm>
              <a:off x="2405" y="3360"/>
              <a:ext cx="215" cy="240"/>
            </p:xfrm>
            <a:graphic>
              <a:graphicData uri="http://schemas.openxmlformats.org/presentationml/2006/ole">
                <p:oleObj spid="_x0000_s31879" name="Equation" r:id="rId16" imgW="215713" imgH="241091" progId="Equation.3">
                  <p:embed/>
                </p:oleObj>
              </a:graphicData>
            </a:graphic>
          </p:graphicFrame>
        </p:grpSp>
        <p:sp>
          <p:nvSpPr>
            <p:cNvPr id="31771" name="Freeform 38" descr="浅色下对角线"/>
            <p:cNvSpPr>
              <a:spLocks/>
            </p:cNvSpPr>
            <p:nvPr/>
          </p:nvSpPr>
          <p:spPr bwMode="auto">
            <a:xfrm>
              <a:off x="3798" y="1794"/>
              <a:ext cx="570" cy="1292"/>
            </a:xfrm>
            <a:custGeom>
              <a:avLst/>
              <a:gdLst>
                <a:gd name="T0" fmla="*/ 60 w 570"/>
                <a:gd name="T1" fmla="*/ 150 h 1292"/>
                <a:gd name="T2" fmla="*/ 162 w 570"/>
                <a:gd name="T3" fmla="*/ 390 h 1292"/>
                <a:gd name="T4" fmla="*/ 248 w 570"/>
                <a:gd name="T5" fmla="*/ 572 h 1292"/>
                <a:gd name="T6" fmla="*/ 330 w 570"/>
                <a:gd name="T7" fmla="*/ 723 h 1292"/>
                <a:gd name="T8" fmla="*/ 397 w 570"/>
                <a:gd name="T9" fmla="*/ 962 h 1292"/>
                <a:gd name="T10" fmla="*/ 570 w 570"/>
                <a:gd name="T11" fmla="*/ 1292 h 1292"/>
                <a:gd name="T12" fmla="*/ 344 w 570"/>
                <a:gd name="T13" fmla="*/ 1182 h 1292"/>
                <a:gd name="T14" fmla="*/ 241 w 570"/>
                <a:gd name="T15" fmla="*/ 1113 h 1292"/>
                <a:gd name="T16" fmla="*/ 145 w 570"/>
                <a:gd name="T17" fmla="*/ 839 h 1292"/>
                <a:gd name="T18" fmla="*/ 69 w 570"/>
                <a:gd name="T19" fmla="*/ 496 h 1292"/>
                <a:gd name="T20" fmla="*/ 0 w 570"/>
                <a:gd name="T21" fmla="*/ 0 h 129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570"/>
                <a:gd name="T34" fmla="*/ 0 h 1292"/>
                <a:gd name="T35" fmla="*/ 570 w 570"/>
                <a:gd name="T36" fmla="*/ 1292 h 1292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570" h="1292">
                  <a:moveTo>
                    <a:pt x="60" y="150"/>
                  </a:moveTo>
                  <a:lnTo>
                    <a:pt x="162" y="390"/>
                  </a:lnTo>
                  <a:lnTo>
                    <a:pt x="248" y="572"/>
                  </a:lnTo>
                  <a:lnTo>
                    <a:pt x="330" y="723"/>
                  </a:lnTo>
                  <a:lnTo>
                    <a:pt x="397" y="962"/>
                  </a:lnTo>
                  <a:lnTo>
                    <a:pt x="570" y="1292"/>
                  </a:lnTo>
                  <a:lnTo>
                    <a:pt x="344" y="1182"/>
                  </a:lnTo>
                  <a:lnTo>
                    <a:pt x="241" y="1113"/>
                  </a:lnTo>
                  <a:lnTo>
                    <a:pt x="145" y="839"/>
                  </a:lnTo>
                  <a:lnTo>
                    <a:pt x="69" y="496"/>
                  </a:lnTo>
                  <a:lnTo>
                    <a:pt x="0" y="0"/>
                  </a:lnTo>
                </a:path>
              </a:pathLst>
            </a:custGeom>
            <a:pattFill prst="ltDnDiag">
              <a:fgClr>
                <a:srgbClr val="FF33CC"/>
              </a:fgClr>
              <a:bgClr>
                <a:schemeClr val="bg1"/>
              </a:bgClr>
            </a:pattFill>
            <a:ln w="19050">
              <a:solidFill>
                <a:srgbClr val="CC0099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72" name="Freeform 39" descr="浅色下对角线"/>
            <p:cNvSpPr>
              <a:spLocks/>
            </p:cNvSpPr>
            <p:nvPr/>
          </p:nvSpPr>
          <p:spPr bwMode="auto">
            <a:xfrm>
              <a:off x="4416" y="2400"/>
              <a:ext cx="733" cy="786"/>
            </a:xfrm>
            <a:custGeom>
              <a:avLst/>
              <a:gdLst>
                <a:gd name="T0" fmla="*/ 0 w 733"/>
                <a:gd name="T1" fmla="*/ 0 h 786"/>
                <a:gd name="T2" fmla="*/ 110 w 733"/>
                <a:gd name="T3" fmla="*/ 89 h 786"/>
                <a:gd name="T4" fmla="*/ 220 w 733"/>
                <a:gd name="T5" fmla="*/ 144 h 786"/>
                <a:gd name="T6" fmla="*/ 361 w 733"/>
                <a:gd name="T7" fmla="*/ 186 h 786"/>
                <a:gd name="T8" fmla="*/ 373 w 733"/>
                <a:gd name="T9" fmla="*/ 192 h 786"/>
                <a:gd name="T10" fmla="*/ 451 w 733"/>
                <a:gd name="T11" fmla="*/ 354 h 786"/>
                <a:gd name="T12" fmla="*/ 535 w 733"/>
                <a:gd name="T13" fmla="*/ 510 h 786"/>
                <a:gd name="T14" fmla="*/ 733 w 733"/>
                <a:gd name="T15" fmla="*/ 786 h 786"/>
                <a:gd name="T16" fmla="*/ 631 w 733"/>
                <a:gd name="T17" fmla="*/ 782 h 786"/>
                <a:gd name="T18" fmla="*/ 475 w 733"/>
                <a:gd name="T19" fmla="*/ 768 h 786"/>
                <a:gd name="T20" fmla="*/ 343 w 733"/>
                <a:gd name="T21" fmla="*/ 594 h 786"/>
                <a:gd name="T22" fmla="*/ 199 w 733"/>
                <a:gd name="T23" fmla="*/ 372 h 786"/>
                <a:gd name="T24" fmla="*/ 0 w 733"/>
                <a:gd name="T25" fmla="*/ 0 h 78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733"/>
                <a:gd name="T40" fmla="*/ 0 h 786"/>
                <a:gd name="T41" fmla="*/ 733 w 733"/>
                <a:gd name="T42" fmla="*/ 786 h 78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733" h="786">
                  <a:moveTo>
                    <a:pt x="0" y="0"/>
                  </a:moveTo>
                  <a:lnTo>
                    <a:pt x="110" y="89"/>
                  </a:lnTo>
                  <a:lnTo>
                    <a:pt x="220" y="144"/>
                  </a:lnTo>
                  <a:lnTo>
                    <a:pt x="361" y="186"/>
                  </a:lnTo>
                  <a:lnTo>
                    <a:pt x="373" y="192"/>
                  </a:lnTo>
                  <a:lnTo>
                    <a:pt x="451" y="354"/>
                  </a:lnTo>
                  <a:lnTo>
                    <a:pt x="535" y="510"/>
                  </a:lnTo>
                  <a:lnTo>
                    <a:pt x="733" y="786"/>
                  </a:lnTo>
                  <a:lnTo>
                    <a:pt x="631" y="782"/>
                  </a:lnTo>
                  <a:lnTo>
                    <a:pt x="475" y="768"/>
                  </a:lnTo>
                  <a:lnTo>
                    <a:pt x="343" y="594"/>
                  </a:lnTo>
                  <a:lnTo>
                    <a:pt x="199" y="372"/>
                  </a:lnTo>
                  <a:lnTo>
                    <a:pt x="0" y="0"/>
                  </a:lnTo>
                  <a:close/>
                </a:path>
              </a:pathLst>
            </a:custGeom>
            <a:pattFill prst="ltDnDiag">
              <a:fgClr>
                <a:srgbClr val="99CCFF"/>
              </a:fgClr>
              <a:bgClr>
                <a:srgbClr val="FFFFFF"/>
              </a:bgClr>
            </a:pattFill>
            <a:ln w="19050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73" name="Freeform 40"/>
            <p:cNvSpPr>
              <a:spLocks/>
            </p:cNvSpPr>
            <p:nvPr/>
          </p:nvSpPr>
          <p:spPr bwMode="auto">
            <a:xfrm>
              <a:off x="3573" y="1824"/>
              <a:ext cx="1734" cy="1373"/>
            </a:xfrm>
            <a:custGeom>
              <a:avLst/>
              <a:gdLst>
                <a:gd name="T0" fmla="*/ 0 w 1734"/>
                <a:gd name="T1" fmla="*/ 0 h 1373"/>
                <a:gd name="T2" fmla="*/ 68 w 1734"/>
                <a:gd name="T3" fmla="*/ 295 h 1373"/>
                <a:gd name="T4" fmla="*/ 157 w 1734"/>
                <a:gd name="T5" fmla="*/ 603 h 1373"/>
                <a:gd name="T6" fmla="*/ 301 w 1734"/>
                <a:gd name="T7" fmla="*/ 891 h 1373"/>
                <a:gd name="T8" fmla="*/ 713 w 1734"/>
                <a:gd name="T9" fmla="*/ 1221 h 1373"/>
                <a:gd name="T10" fmla="*/ 1419 w 1734"/>
                <a:gd name="T11" fmla="*/ 1351 h 1373"/>
                <a:gd name="T12" fmla="*/ 1734 w 1734"/>
                <a:gd name="T13" fmla="*/ 1351 h 137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734"/>
                <a:gd name="T22" fmla="*/ 0 h 1373"/>
                <a:gd name="T23" fmla="*/ 1734 w 1734"/>
                <a:gd name="T24" fmla="*/ 1373 h 137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734" h="1373">
                  <a:moveTo>
                    <a:pt x="0" y="0"/>
                  </a:moveTo>
                  <a:cubicBezTo>
                    <a:pt x="11" y="49"/>
                    <a:pt x="42" y="194"/>
                    <a:pt x="68" y="295"/>
                  </a:cubicBezTo>
                  <a:cubicBezTo>
                    <a:pt x="94" y="396"/>
                    <a:pt x="118" y="504"/>
                    <a:pt x="157" y="603"/>
                  </a:cubicBezTo>
                  <a:cubicBezTo>
                    <a:pt x="196" y="702"/>
                    <a:pt x="208" y="788"/>
                    <a:pt x="301" y="891"/>
                  </a:cubicBezTo>
                  <a:cubicBezTo>
                    <a:pt x="394" y="994"/>
                    <a:pt x="527" y="1144"/>
                    <a:pt x="713" y="1221"/>
                  </a:cubicBezTo>
                  <a:cubicBezTo>
                    <a:pt x="899" y="1298"/>
                    <a:pt x="1249" y="1329"/>
                    <a:pt x="1419" y="1351"/>
                  </a:cubicBezTo>
                  <a:cubicBezTo>
                    <a:pt x="1589" y="1373"/>
                    <a:pt x="1669" y="1351"/>
                    <a:pt x="1734" y="1351"/>
                  </a:cubicBezTo>
                </a:path>
              </a:pathLst>
            </a:cu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1748" name="Object 41"/>
            <p:cNvGraphicFramePr>
              <a:graphicFrameLocks noChangeAspect="1"/>
            </p:cNvGraphicFramePr>
            <p:nvPr/>
          </p:nvGraphicFramePr>
          <p:xfrm>
            <a:off x="5184" y="2790"/>
            <a:ext cx="186" cy="282"/>
          </p:xfrm>
          <a:graphic>
            <a:graphicData uri="http://schemas.openxmlformats.org/presentationml/2006/ole">
              <p:oleObj spid="_x0000_s31880" name="Equation" r:id="rId17" imgW="253780" imgH="317225" progId="Equation.3">
                <p:embed/>
              </p:oleObj>
            </a:graphicData>
          </a:graphic>
        </p:graphicFrame>
        <p:graphicFrame>
          <p:nvGraphicFramePr>
            <p:cNvPr id="31749" name="Object 42"/>
            <p:cNvGraphicFramePr>
              <a:graphicFrameLocks noChangeAspect="1"/>
            </p:cNvGraphicFramePr>
            <p:nvPr/>
          </p:nvGraphicFramePr>
          <p:xfrm>
            <a:off x="3504" y="2208"/>
            <a:ext cx="206" cy="268"/>
          </p:xfrm>
          <a:graphic>
            <a:graphicData uri="http://schemas.openxmlformats.org/presentationml/2006/ole">
              <p:oleObj spid="_x0000_s31881" name="Equation" r:id="rId18" imgW="215619" imgH="317087" progId="Equation.3">
                <p:embed/>
              </p:oleObj>
            </a:graphicData>
          </a:graphic>
        </p:graphicFrame>
        <p:sp>
          <p:nvSpPr>
            <p:cNvPr id="31774" name="Line 43"/>
            <p:cNvSpPr>
              <a:spLocks noChangeShapeType="1"/>
            </p:cNvSpPr>
            <p:nvPr/>
          </p:nvSpPr>
          <p:spPr bwMode="auto">
            <a:xfrm>
              <a:off x="3888" y="2400"/>
              <a:ext cx="48" cy="192"/>
            </a:xfrm>
            <a:prstGeom prst="line">
              <a:avLst/>
            </a:prstGeom>
            <a:noFill/>
            <a:ln w="28575">
              <a:solidFill>
                <a:srgbClr val="CC0099"/>
              </a:solidFill>
              <a:round/>
              <a:headEnd type="triangle" w="med" len="med"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75" name="Line 44"/>
            <p:cNvSpPr>
              <a:spLocks noChangeShapeType="1"/>
            </p:cNvSpPr>
            <p:nvPr/>
          </p:nvSpPr>
          <p:spPr bwMode="auto">
            <a:xfrm flipH="1" flipV="1">
              <a:off x="4653" y="2818"/>
              <a:ext cx="99" cy="158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76" name="Line 45"/>
            <p:cNvSpPr>
              <a:spLocks noChangeShapeType="1"/>
            </p:cNvSpPr>
            <p:nvPr/>
          </p:nvSpPr>
          <p:spPr bwMode="auto">
            <a:xfrm flipH="1" flipV="1">
              <a:off x="4176" y="2688"/>
              <a:ext cx="48" cy="144"/>
            </a:xfrm>
            <a:prstGeom prst="line">
              <a:avLst/>
            </a:prstGeom>
            <a:noFill/>
            <a:ln w="28575">
              <a:solidFill>
                <a:srgbClr val="CC0099"/>
              </a:solidFill>
              <a:round/>
              <a:headEnd type="triangle" w="med" len="med"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77" name="Freeform 46"/>
            <p:cNvSpPr>
              <a:spLocks/>
            </p:cNvSpPr>
            <p:nvPr/>
          </p:nvSpPr>
          <p:spPr bwMode="auto">
            <a:xfrm>
              <a:off x="3792" y="1776"/>
              <a:ext cx="1413" cy="1147"/>
            </a:xfrm>
            <a:custGeom>
              <a:avLst/>
              <a:gdLst>
                <a:gd name="T0" fmla="*/ 0 w 1413"/>
                <a:gd name="T1" fmla="*/ 0 h 1147"/>
                <a:gd name="T2" fmla="*/ 219 w 1413"/>
                <a:gd name="T3" fmla="*/ 494 h 1147"/>
                <a:gd name="T4" fmla="*/ 411 w 1413"/>
                <a:gd name="T5" fmla="*/ 795 h 1147"/>
                <a:gd name="T6" fmla="*/ 754 w 1413"/>
                <a:gd name="T7" fmla="*/ 1001 h 1147"/>
                <a:gd name="T8" fmla="*/ 1097 w 1413"/>
                <a:gd name="T9" fmla="*/ 1104 h 1147"/>
                <a:gd name="T10" fmla="*/ 1344 w 1413"/>
                <a:gd name="T11" fmla="*/ 1140 h 1147"/>
                <a:gd name="T12" fmla="*/ 1413 w 1413"/>
                <a:gd name="T13" fmla="*/ 1145 h 11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413"/>
                <a:gd name="T22" fmla="*/ 0 h 1147"/>
                <a:gd name="T23" fmla="*/ 1413 w 1413"/>
                <a:gd name="T24" fmla="*/ 1147 h 114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413" h="1147">
                  <a:moveTo>
                    <a:pt x="0" y="0"/>
                  </a:moveTo>
                  <a:cubicBezTo>
                    <a:pt x="36" y="82"/>
                    <a:pt x="150" y="361"/>
                    <a:pt x="219" y="494"/>
                  </a:cubicBezTo>
                  <a:cubicBezTo>
                    <a:pt x="288" y="627"/>
                    <a:pt x="322" y="710"/>
                    <a:pt x="411" y="795"/>
                  </a:cubicBezTo>
                  <a:cubicBezTo>
                    <a:pt x="500" y="880"/>
                    <a:pt x="640" y="950"/>
                    <a:pt x="754" y="1001"/>
                  </a:cubicBezTo>
                  <a:cubicBezTo>
                    <a:pt x="868" y="1052"/>
                    <a:pt x="999" y="1081"/>
                    <a:pt x="1097" y="1104"/>
                  </a:cubicBezTo>
                  <a:cubicBezTo>
                    <a:pt x="1195" y="1127"/>
                    <a:pt x="1291" y="1133"/>
                    <a:pt x="1344" y="1140"/>
                  </a:cubicBezTo>
                  <a:cubicBezTo>
                    <a:pt x="1397" y="1147"/>
                    <a:pt x="1399" y="1144"/>
                    <a:pt x="1413" y="1145"/>
                  </a:cubicBezTo>
                </a:path>
              </a:pathLst>
            </a:cu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78" name="Line 47"/>
            <p:cNvSpPr>
              <a:spLocks noChangeShapeType="1"/>
            </p:cNvSpPr>
            <p:nvPr/>
          </p:nvSpPr>
          <p:spPr bwMode="auto">
            <a:xfrm>
              <a:off x="4944" y="2880"/>
              <a:ext cx="113" cy="172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1750" name="Object 48"/>
            <p:cNvGraphicFramePr>
              <a:graphicFrameLocks noChangeAspect="1"/>
            </p:cNvGraphicFramePr>
            <p:nvPr/>
          </p:nvGraphicFramePr>
          <p:xfrm>
            <a:off x="4640" y="2592"/>
            <a:ext cx="208" cy="278"/>
          </p:xfrm>
          <a:graphic>
            <a:graphicData uri="http://schemas.openxmlformats.org/presentationml/2006/ole">
              <p:oleObj spid="_x0000_s31882" name="公式" r:id="rId19" imgW="291847" imgH="317225" progId="Equation.3">
                <p:embed/>
              </p:oleObj>
            </a:graphicData>
          </a:graphic>
        </p:graphicFrame>
        <p:graphicFrame>
          <p:nvGraphicFramePr>
            <p:cNvPr id="31751" name="Object 49"/>
            <p:cNvGraphicFramePr>
              <a:graphicFrameLocks noChangeAspect="1"/>
            </p:cNvGraphicFramePr>
            <p:nvPr/>
          </p:nvGraphicFramePr>
          <p:xfrm>
            <a:off x="3936" y="2448"/>
            <a:ext cx="190" cy="277"/>
          </p:xfrm>
          <a:graphic>
            <a:graphicData uri="http://schemas.openxmlformats.org/presentationml/2006/ole">
              <p:oleObj spid="_x0000_s31883" name="公式" r:id="rId20" imgW="266353" imgH="317087" progId="Equation.3">
                <p:embed/>
              </p:oleObj>
            </a:graphicData>
          </a:graphic>
        </p:graphicFrame>
        <p:sp>
          <p:nvSpPr>
            <p:cNvPr id="31779" name="Freeform 50"/>
            <p:cNvSpPr>
              <a:spLocks/>
            </p:cNvSpPr>
            <p:nvPr/>
          </p:nvSpPr>
          <p:spPr bwMode="auto">
            <a:xfrm>
              <a:off x="4005" y="1803"/>
              <a:ext cx="1145" cy="899"/>
            </a:xfrm>
            <a:custGeom>
              <a:avLst/>
              <a:gdLst>
                <a:gd name="T0" fmla="*/ 0 w 1145"/>
                <a:gd name="T1" fmla="*/ 0 h 899"/>
                <a:gd name="T2" fmla="*/ 137 w 1145"/>
                <a:gd name="T3" fmla="*/ 282 h 899"/>
                <a:gd name="T4" fmla="*/ 301 w 1145"/>
                <a:gd name="T5" fmla="*/ 515 h 899"/>
                <a:gd name="T6" fmla="*/ 617 w 1145"/>
                <a:gd name="T7" fmla="*/ 727 h 899"/>
                <a:gd name="T8" fmla="*/ 1145 w 1145"/>
                <a:gd name="T9" fmla="*/ 899 h 89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45"/>
                <a:gd name="T16" fmla="*/ 0 h 899"/>
                <a:gd name="T17" fmla="*/ 1145 w 1145"/>
                <a:gd name="T18" fmla="*/ 899 h 89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45" h="899">
                  <a:moveTo>
                    <a:pt x="0" y="0"/>
                  </a:moveTo>
                  <a:cubicBezTo>
                    <a:pt x="23" y="47"/>
                    <a:pt x="87" y="196"/>
                    <a:pt x="137" y="282"/>
                  </a:cubicBezTo>
                  <a:cubicBezTo>
                    <a:pt x="187" y="368"/>
                    <a:pt x="221" y="441"/>
                    <a:pt x="301" y="515"/>
                  </a:cubicBezTo>
                  <a:cubicBezTo>
                    <a:pt x="381" y="589"/>
                    <a:pt x="476" y="663"/>
                    <a:pt x="617" y="727"/>
                  </a:cubicBezTo>
                  <a:cubicBezTo>
                    <a:pt x="758" y="791"/>
                    <a:pt x="1035" y="863"/>
                    <a:pt x="1145" y="899"/>
                  </a:cubicBezTo>
                </a:path>
              </a:pathLst>
            </a:cu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1752" name="Object 51"/>
            <p:cNvGraphicFramePr>
              <a:graphicFrameLocks noChangeAspect="1"/>
            </p:cNvGraphicFramePr>
            <p:nvPr/>
          </p:nvGraphicFramePr>
          <p:xfrm>
            <a:off x="4165" y="1872"/>
            <a:ext cx="244" cy="295"/>
          </p:xfrm>
          <a:graphic>
            <a:graphicData uri="http://schemas.openxmlformats.org/presentationml/2006/ole">
              <p:oleObj spid="_x0000_s31884" name="Equation" r:id="rId21" imgW="241195" imgH="330057" progId="Equation.3">
                <p:embed/>
              </p:oleObj>
            </a:graphicData>
          </a:graphic>
        </p:graphicFrame>
        <p:graphicFrame>
          <p:nvGraphicFramePr>
            <p:cNvPr id="31753" name="Object 52"/>
            <p:cNvGraphicFramePr>
              <a:graphicFrameLocks noChangeAspect="1"/>
            </p:cNvGraphicFramePr>
            <p:nvPr/>
          </p:nvGraphicFramePr>
          <p:xfrm>
            <a:off x="4560" y="1728"/>
            <a:ext cx="805" cy="303"/>
          </p:xfrm>
          <a:graphic>
            <a:graphicData uri="http://schemas.openxmlformats.org/presentationml/2006/ole">
              <p:oleObj spid="_x0000_s31885" name="Equation" r:id="rId22" imgW="837836" imgH="317362" progId="Equation.3">
                <p:embed/>
              </p:oleObj>
            </a:graphicData>
          </a:graphic>
        </p:graphicFrame>
      </p:grpSp>
      <p:sp>
        <p:nvSpPr>
          <p:cNvPr id="53" name="灯片编号占位符 54"/>
          <p:cNvSpPr txBox="1">
            <a:spLocks/>
          </p:cNvSpPr>
          <p:nvPr/>
        </p:nvSpPr>
        <p:spPr bwMode="auto">
          <a:xfrm>
            <a:off x="7308304" y="65722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443EE585-B32A-4C60-B717-0FCF3CE634DB}" type="slidenum">
              <a:rPr lang="en-US" altLang="zh-CN" sz="1400" b="0" kern="0" smtClean="0">
                <a:solidFill>
                  <a:sysClr val="windowText" lastClr="000000"/>
                </a:solidFill>
                <a:ea typeface="宋体" pitchFamily="2" charset="-122"/>
                <a:cs typeface="Times New Roman" pitchFamily="18" charset="0"/>
              </a:rPr>
              <a:pPr algn="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27</a:t>
            </a:fld>
            <a:endParaRPr lang="en-US" altLang="zh-CN" sz="1400" b="0" kern="0" dirty="0">
              <a:solidFill>
                <a:sysClr val="windowText" lastClr="000000"/>
              </a:solidFill>
              <a:ea typeface="宋体" pitchFamily="2" charset="-122"/>
              <a:cs typeface="Times New Roman" pitchFamily="18" charset="0"/>
            </a:endParaRPr>
          </a:p>
        </p:txBody>
      </p:sp>
    </p:spTree>
  </p:cSld>
  <p:clrMapOvr>
    <a:masterClrMapping/>
  </p:clrMapOvr>
  <p:transition spd="slow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4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4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2" name="TextBox 3"/>
          <p:cNvSpPr txBox="1">
            <a:spLocks noChangeArrowheads="1"/>
          </p:cNvSpPr>
          <p:nvPr/>
        </p:nvSpPr>
        <p:spPr bwMode="auto">
          <a:xfrm>
            <a:off x="349568" y="981075"/>
            <a:ext cx="471475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dirty="0" smtClean="0"/>
              <a:t>1. </a:t>
            </a:r>
            <a:r>
              <a:rPr lang="zh-CN" altLang="en-US" dirty="0" smtClean="0"/>
              <a:t>可</a:t>
            </a:r>
            <a:r>
              <a:rPr lang="zh-CN" altLang="en-US" dirty="0"/>
              <a:t>逆过程、不可逆过程</a:t>
            </a:r>
          </a:p>
        </p:txBody>
      </p:sp>
      <p:sp>
        <p:nvSpPr>
          <p:cNvPr id="34823" name="TextBox 4"/>
          <p:cNvSpPr txBox="1">
            <a:spLocks noChangeArrowheads="1"/>
          </p:cNvSpPr>
          <p:nvPr/>
        </p:nvSpPr>
        <p:spPr bwMode="auto">
          <a:xfrm>
            <a:off x="349568" y="3724275"/>
            <a:ext cx="2654894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dirty="0" smtClean="0"/>
              <a:t>3. </a:t>
            </a:r>
            <a:r>
              <a:rPr lang="zh-CN" altLang="en-US" dirty="0" smtClean="0"/>
              <a:t>熵</a:t>
            </a:r>
            <a:r>
              <a:rPr lang="zh-CN" altLang="en-US" dirty="0"/>
              <a:t>增加原理</a:t>
            </a:r>
          </a:p>
        </p:txBody>
      </p:sp>
      <p:sp>
        <p:nvSpPr>
          <p:cNvPr id="34825" name="矩形 6"/>
          <p:cNvSpPr>
            <a:spLocks noChangeArrowheads="1"/>
          </p:cNvSpPr>
          <p:nvPr/>
        </p:nvSpPr>
        <p:spPr bwMode="auto">
          <a:xfrm>
            <a:off x="1659573" y="4353878"/>
            <a:ext cx="5310187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孤立系统中的熵永不减少</a:t>
            </a:r>
          </a:p>
        </p:txBody>
      </p:sp>
      <p:grpSp>
        <p:nvGrpSpPr>
          <p:cNvPr id="34826" name="Group 3"/>
          <p:cNvGrpSpPr>
            <a:grpSpLocks/>
          </p:cNvGrpSpPr>
          <p:nvPr/>
        </p:nvGrpSpPr>
        <p:grpSpPr bwMode="auto">
          <a:xfrm>
            <a:off x="2396173" y="5115560"/>
            <a:ext cx="5259387" cy="579438"/>
            <a:chOff x="2109" y="1706"/>
            <a:chExt cx="3313" cy="365"/>
          </a:xfrm>
        </p:grpSpPr>
        <p:sp>
          <p:nvSpPr>
            <p:cNvPr id="34830" name="Text Box 4"/>
            <p:cNvSpPr txBox="1">
              <a:spLocks noChangeArrowheads="1"/>
            </p:cNvSpPr>
            <p:nvPr/>
          </p:nvSpPr>
          <p:spPr bwMode="auto">
            <a:xfrm>
              <a:off x="2109" y="1706"/>
              <a:ext cx="2592" cy="36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/>
                <a:t> </a:t>
              </a:r>
              <a:r>
                <a:rPr lang="zh-CN" altLang="en-US">
                  <a:solidFill>
                    <a:srgbClr val="000000"/>
                  </a:solidFill>
                </a:rPr>
                <a:t>孤立系统</a:t>
              </a:r>
              <a:r>
                <a:rPr lang="zh-CN" altLang="en-US">
                  <a:solidFill>
                    <a:srgbClr val="CC0000"/>
                  </a:solidFill>
                </a:rPr>
                <a:t>不可逆</a:t>
              </a:r>
              <a:r>
                <a:rPr lang="zh-CN" altLang="en-US"/>
                <a:t>过程</a:t>
              </a:r>
            </a:p>
          </p:txBody>
        </p:sp>
        <p:graphicFrame>
          <p:nvGraphicFramePr>
            <p:cNvPr id="34819" name="Object 5"/>
            <p:cNvGraphicFramePr>
              <a:graphicFrameLocks noChangeAspect="1"/>
            </p:cNvGraphicFramePr>
            <p:nvPr/>
          </p:nvGraphicFramePr>
          <p:xfrm>
            <a:off x="4558" y="1736"/>
            <a:ext cx="864" cy="288"/>
          </p:xfrm>
          <a:graphic>
            <a:graphicData uri="http://schemas.openxmlformats.org/presentationml/2006/ole">
              <p:oleObj spid="_x0000_s34830" name="Equation" r:id="rId3" imgW="723586" imgH="241195" progId="Equation.3">
                <p:embed/>
              </p:oleObj>
            </a:graphicData>
          </a:graphic>
        </p:graphicFrame>
      </p:grpSp>
      <p:grpSp>
        <p:nvGrpSpPr>
          <p:cNvPr id="34827" name="Group 6"/>
          <p:cNvGrpSpPr>
            <a:grpSpLocks/>
          </p:cNvGrpSpPr>
          <p:nvPr/>
        </p:nvGrpSpPr>
        <p:grpSpPr bwMode="auto">
          <a:xfrm>
            <a:off x="2469198" y="5761673"/>
            <a:ext cx="4953000" cy="577850"/>
            <a:chOff x="2160" y="2067"/>
            <a:chExt cx="3120" cy="365"/>
          </a:xfrm>
        </p:grpSpPr>
        <p:sp>
          <p:nvSpPr>
            <p:cNvPr id="34829" name="Rectangle 7"/>
            <p:cNvSpPr>
              <a:spLocks noChangeArrowheads="1"/>
            </p:cNvSpPr>
            <p:nvPr/>
          </p:nvSpPr>
          <p:spPr bwMode="auto">
            <a:xfrm>
              <a:off x="2160" y="2067"/>
              <a:ext cx="2448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dirty="0">
                  <a:solidFill>
                    <a:srgbClr val="000000"/>
                  </a:solidFill>
                </a:rPr>
                <a:t>孤立系统</a:t>
              </a:r>
              <a:r>
                <a:rPr lang="zh-CN" altLang="en-US" dirty="0">
                  <a:solidFill>
                    <a:srgbClr val="CC0000"/>
                  </a:solidFill>
                </a:rPr>
                <a:t>可逆</a:t>
              </a:r>
              <a:r>
                <a:rPr lang="zh-CN" altLang="en-US" dirty="0"/>
                <a:t>过程</a:t>
              </a:r>
            </a:p>
          </p:txBody>
        </p:sp>
        <p:graphicFrame>
          <p:nvGraphicFramePr>
            <p:cNvPr id="34818" name="Object 8"/>
            <p:cNvGraphicFramePr>
              <a:graphicFrameLocks noChangeAspect="1"/>
            </p:cNvGraphicFramePr>
            <p:nvPr/>
          </p:nvGraphicFramePr>
          <p:xfrm>
            <a:off x="4416" y="2144"/>
            <a:ext cx="864" cy="288"/>
          </p:xfrm>
          <a:graphic>
            <a:graphicData uri="http://schemas.openxmlformats.org/presentationml/2006/ole">
              <p:oleObj spid="_x0000_s34831" name="Equation" r:id="rId4" imgW="723586" imgH="241195" progId="Equation.3">
                <p:embed/>
              </p:oleObj>
            </a:graphicData>
          </a:graphic>
        </p:graphicFrame>
      </p:grpSp>
      <p:sp>
        <p:nvSpPr>
          <p:cNvPr id="34828" name="TextBox 13"/>
          <p:cNvSpPr txBox="1">
            <a:spLocks noChangeArrowheads="1"/>
          </p:cNvSpPr>
          <p:nvPr/>
        </p:nvSpPr>
        <p:spPr bwMode="auto">
          <a:xfrm>
            <a:off x="2784475" y="282575"/>
            <a:ext cx="3170238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dirty="0"/>
              <a:t>第四节    第五节 </a:t>
            </a:r>
          </a:p>
        </p:txBody>
      </p:sp>
      <p:sp>
        <p:nvSpPr>
          <p:cNvPr id="15" name="灯片编号占位符 54"/>
          <p:cNvSpPr txBox="1">
            <a:spLocks/>
          </p:cNvSpPr>
          <p:nvPr/>
        </p:nvSpPr>
        <p:spPr bwMode="auto">
          <a:xfrm>
            <a:off x="7308304" y="65722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443EE585-B32A-4C60-B717-0FCF3CE634DB}" type="slidenum">
              <a:rPr lang="en-US" altLang="zh-CN" sz="1400" b="0" kern="0" smtClean="0">
                <a:solidFill>
                  <a:sysClr val="windowText" lastClr="000000"/>
                </a:solidFill>
                <a:ea typeface="宋体" pitchFamily="2" charset="-122"/>
                <a:cs typeface="Times New Roman" pitchFamily="18" charset="0"/>
              </a:rPr>
              <a:pPr algn="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28</a:t>
            </a:fld>
            <a:endParaRPr lang="en-US" altLang="zh-CN" sz="1400" b="0" kern="0" dirty="0">
              <a:solidFill>
                <a:sysClr val="windowText" lastClr="000000"/>
              </a:solidFill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16" name="矩形 6"/>
          <p:cNvSpPr>
            <a:spLocks noChangeArrowheads="1"/>
          </p:cNvSpPr>
          <p:nvPr/>
        </p:nvSpPr>
        <p:spPr bwMode="auto">
          <a:xfrm>
            <a:off x="1697673" y="3013075"/>
            <a:ext cx="7022147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i="1" dirty="0" smtClean="0">
                <a:solidFill>
                  <a:srgbClr val="FF0000"/>
                </a:solidFill>
              </a:rPr>
              <a:t>S </a:t>
            </a:r>
            <a:r>
              <a:rPr lang="zh-CN" altLang="en-US" dirty="0" smtClean="0">
                <a:solidFill>
                  <a:srgbClr val="FF0000"/>
                </a:solidFill>
              </a:rPr>
              <a:t>表示系统的无序程度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4" name="TextBox 4"/>
          <p:cNvSpPr txBox="1">
            <a:spLocks noChangeArrowheads="1"/>
          </p:cNvSpPr>
          <p:nvPr/>
        </p:nvSpPr>
        <p:spPr bwMode="auto">
          <a:xfrm>
            <a:off x="349568" y="3013075"/>
            <a:ext cx="1007007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dirty="0" smtClean="0"/>
              <a:t>2. </a:t>
            </a:r>
            <a:r>
              <a:rPr lang="zh-CN" altLang="en-US" dirty="0" smtClean="0"/>
              <a:t>熵</a:t>
            </a:r>
            <a:endParaRPr lang="zh-CN" altLang="en-US" dirty="0"/>
          </a:p>
        </p:txBody>
      </p:sp>
      <p:sp>
        <p:nvSpPr>
          <p:cNvPr id="17" name="矩形 6"/>
          <p:cNvSpPr>
            <a:spLocks noChangeArrowheads="1"/>
          </p:cNvSpPr>
          <p:nvPr/>
        </p:nvSpPr>
        <p:spPr bwMode="auto">
          <a:xfrm>
            <a:off x="1684973" y="1565850"/>
            <a:ext cx="7022147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一切实际的热力学过程都是不可逆的</a:t>
            </a:r>
            <a:r>
              <a:rPr lang="en-US" altLang="zh-CN" dirty="0" smtClean="0">
                <a:solidFill>
                  <a:srgbClr val="FF0000"/>
                </a:solidFill>
              </a:rPr>
              <a:t>.</a:t>
            </a:r>
          </a:p>
          <a:p>
            <a:r>
              <a:rPr lang="zh-CN" altLang="en-US" dirty="0" smtClean="0">
                <a:solidFill>
                  <a:srgbClr val="333300"/>
                </a:solidFill>
              </a:rPr>
              <a:t>（热力学第二定律</a:t>
            </a:r>
            <a:r>
              <a:rPr lang="zh-CN" altLang="en-US" dirty="0">
                <a:solidFill>
                  <a:srgbClr val="333300"/>
                </a:solidFill>
              </a:rPr>
              <a:t>）</a:t>
            </a:r>
          </a:p>
        </p:txBody>
      </p:sp>
    </p:spTree>
  </p:cSld>
  <p:clrMapOvr>
    <a:masterClrMapping/>
  </p:clrMapOvr>
  <p:transition spd="slow">
    <p:dissolve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602C3D2-B755-4E5F-B0BD-DB7C887B6014}" type="slidenum">
              <a:rPr lang="en-US" altLang="zh-CN" smtClean="0"/>
              <a:pPr/>
              <a:t>29</a:t>
            </a:fld>
            <a:endParaRPr lang="en-US" altLang="zh-CN" smtClean="0"/>
          </a:p>
        </p:txBody>
      </p:sp>
      <p:sp>
        <p:nvSpPr>
          <p:cNvPr id="103427" name="Line 2"/>
          <p:cNvSpPr>
            <a:spLocks noChangeShapeType="1"/>
          </p:cNvSpPr>
          <p:nvPr/>
        </p:nvSpPr>
        <p:spPr bwMode="auto">
          <a:xfrm>
            <a:off x="3851275" y="2898775"/>
            <a:ext cx="1585913" cy="0"/>
          </a:xfrm>
          <a:prstGeom prst="line">
            <a:avLst/>
          </a:prstGeom>
          <a:noFill/>
          <a:ln w="57150">
            <a:solidFill>
              <a:srgbClr val="FF7C80"/>
            </a:solidFill>
            <a:round/>
            <a:headEnd/>
            <a:tailEnd type="triangle" w="med" len="med"/>
          </a:ln>
        </p:spPr>
        <p:txBody>
          <a:bodyPr/>
          <a:lstStyle/>
          <a:p>
            <a:pPr eaLnBrk="1" hangingPunct="1"/>
            <a:endParaRPr lang="zh-CN" altLang="en-US" sz="1800" b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03428" name="Text Box 5"/>
          <p:cNvSpPr txBox="1">
            <a:spLocks noChangeArrowheads="1"/>
          </p:cNvSpPr>
          <p:nvPr/>
        </p:nvSpPr>
        <p:spPr bwMode="auto">
          <a:xfrm>
            <a:off x="931862" y="1108869"/>
            <a:ext cx="4829175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Wingdings" pitchFamily="2" charset="2"/>
              <a:buChar char="u"/>
            </a:pPr>
            <a:r>
              <a:rPr kumimoji="1" lang="zh-CN" altLang="en-US" sz="2800">
                <a:solidFill>
                  <a:srgbClr val="0000FF"/>
                </a:solidFill>
              </a:rPr>
              <a:t>绝热自由膨胀的不可逆性</a:t>
            </a:r>
          </a:p>
        </p:txBody>
      </p:sp>
      <p:grpSp>
        <p:nvGrpSpPr>
          <p:cNvPr id="103429" name="Group 6"/>
          <p:cNvGrpSpPr>
            <a:grpSpLocks/>
          </p:cNvGrpSpPr>
          <p:nvPr/>
        </p:nvGrpSpPr>
        <p:grpSpPr bwMode="auto">
          <a:xfrm>
            <a:off x="2122488" y="3603625"/>
            <a:ext cx="4897437" cy="2232025"/>
            <a:chOff x="1292" y="1752"/>
            <a:chExt cx="1920" cy="768"/>
          </a:xfrm>
        </p:grpSpPr>
        <p:sp>
          <p:nvSpPr>
            <p:cNvPr id="103448" name="Rectangle 7"/>
            <p:cNvSpPr>
              <a:spLocks noChangeArrowheads="1"/>
            </p:cNvSpPr>
            <p:nvPr/>
          </p:nvSpPr>
          <p:spPr bwMode="auto">
            <a:xfrm>
              <a:off x="1292" y="1752"/>
              <a:ext cx="1920" cy="768"/>
            </a:xfrm>
            <a:prstGeom prst="rect">
              <a:avLst/>
            </a:prstGeom>
            <a:gradFill rotWithShape="1">
              <a:gsLst>
                <a:gs pos="0">
                  <a:srgbClr val="762525"/>
                </a:gs>
                <a:gs pos="50000">
                  <a:srgbClr val="FF5050"/>
                </a:gs>
                <a:gs pos="100000">
                  <a:srgbClr val="762525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2400">
                <a:solidFill>
                  <a:srgbClr val="663300"/>
                </a:solidFill>
              </a:endParaRPr>
            </a:p>
          </p:txBody>
        </p:sp>
        <p:sp>
          <p:nvSpPr>
            <p:cNvPr id="99336" name="Rectangle 8"/>
            <p:cNvSpPr>
              <a:spLocks noChangeArrowheads="1"/>
            </p:cNvSpPr>
            <p:nvPr/>
          </p:nvSpPr>
          <p:spPr bwMode="auto">
            <a:xfrm>
              <a:off x="1354" y="1818"/>
              <a:ext cx="1814" cy="63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 sz="2400">
                <a:solidFill>
                  <a:srgbClr val="663300"/>
                </a:solidFill>
                <a:ea typeface="宋体" pitchFamily="2" charset="-122"/>
              </a:endParaRPr>
            </a:p>
          </p:txBody>
        </p:sp>
      </p:grp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3419475" y="4154488"/>
            <a:ext cx="438150" cy="457200"/>
            <a:chOff x="2729" y="1897"/>
            <a:chExt cx="276" cy="288"/>
          </a:xfrm>
        </p:grpSpPr>
        <p:sp>
          <p:nvSpPr>
            <p:cNvPr id="103446" name="Text Box 10"/>
            <p:cNvSpPr txBox="1">
              <a:spLocks noChangeArrowheads="1"/>
            </p:cNvSpPr>
            <p:nvPr/>
          </p:nvSpPr>
          <p:spPr bwMode="auto">
            <a:xfrm>
              <a:off x="2793" y="1897"/>
              <a:ext cx="21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kumimoji="1" lang="en-US" altLang="zh-CN" sz="2400" b="0">
                  <a:solidFill>
                    <a:srgbClr val="000000"/>
                  </a:solidFill>
                </a:rPr>
                <a:t>b</a:t>
              </a:r>
            </a:p>
          </p:txBody>
        </p:sp>
        <p:sp>
          <p:nvSpPr>
            <p:cNvPr id="103447" name="Oval 11"/>
            <p:cNvSpPr>
              <a:spLocks noChangeArrowheads="1"/>
            </p:cNvSpPr>
            <p:nvPr/>
          </p:nvSpPr>
          <p:spPr bwMode="auto">
            <a:xfrm>
              <a:off x="2729" y="2024"/>
              <a:ext cx="91" cy="91"/>
            </a:xfrm>
            <a:prstGeom prst="ellipse">
              <a:avLst/>
            </a:prstGeom>
            <a:gradFill rotWithShape="1">
              <a:gsLst>
                <a:gs pos="0">
                  <a:srgbClr val="FFFF00"/>
                </a:gs>
                <a:gs pos="100000">
                  <a:srgbClr val="FF7C8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2400">
                <a:solidFill>
                  <a:srgbClr val="663300"/>
                </a:solidFill>
              </a:endParaRPr>
            </a:p>
          </p:txBody>
        </p:sp>
      </p:grpSp>
      <p:grpSp>
        <p:nvGrpSpPr>
          <p:cNvPr id="4" name="Group 12"/>
          <p:cNvGrpSpPr>
            <a:grpSpLocks/>
          </p:cNvGrpSpPr>
          <p:nvPr/>
        </p:nvGrpSpPr>
        <p:grpSpPr bwMode="auto">
          <a:xfrm>
            <a:off x="2622550" y="4083050"/>
            <a:ext cx="436563" cy="457200"/>
            <a:chOff x="1562" y="1932"/>
            <a:chExt cx="275" cy="288"/>
          </a:xfrm>
        </p:grpSpPr>
        <p:sp>
          <p:nvSpPr>
            <p:cNvPr id="103444" name="Text Box 13"/>
            <p:cNvSpPr txBox="1">
              <a:spLocks noChangeArrowheads="1"/>
            </p:cNvSpPr>
            <p:nvPr/>
          </p:nvSpPr>
          <p:spPr bwMode="auto">
            <a:xfrm>
              <a:off x="1562" y="1932"/>
              <a:ext cx="20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kumimoji="1" lang="en-US" altLang="zh-CN" sz="2400" b="0">
                  <a:solidFill>
                    <a:srgbClr val="000000"/>
                  </a:solidFill>
                </a:rPr>
                <a:t>a</a:t>
              </a:r>
            </a:p>
          </p:txBody>
        </p:sp>
        <p:sp>
          <p:nvSpPr>
            <p:cNvPr id="103445" name="Oval 14"/>
            <p:cNvSpPr>
              <a:spLocks noChangeArrowheads="1"/>
            </p:cNvSpPr>
            <p:nvPr/>
          </p:nvSpPr>
          <p:spPr bwMode="auto">
            <a:xfrm>
              <a:off x="1746" y="1979"/>
              <a:ext cx="91" cy="91"/>
            </a:xfrm>
            <a:prstGeom prst="ellipse">
              <a:avLst/>
            </a:prstGeom>
            <a:gradFill rotWithShape="1">
              <a:gsLst>
                <a:gs pos="0">
                  <a:srgbClr val="FFFF00"/>
                </a:gs>
                <a:gs pos="100000">
                  <a:srgbClr val="FF7C8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2400">
                <a:solidFill>
                  <a:srgbClr val="663300"/>
                </a:solidFill>
              </a:endParaRPr>
            </a:p>
          </p:txBody>
        </p:sp>
      </p:grpSp>
      <p:grpSp>
        <p:nvGrpSpPr>
          <p:cNvPr id="5" name="Group 15"/>
          <p:cNvGrpSpPr>
            <a:grpSpLocks/>
          </p:cNvGrpSpPr>
          <p:nvPr/>
        </p:nvGrpSpPr>
        <p:grpSpPr bwMode="auto">
          <a:xfrm>
            <a:off x="2797175" y="4683125"/>
            <a:ext cx="404813" cy="457200"/>
            <a:chOff x="1700" y="2124"/>
            <a:chExt cx="255" cy="288"/>
          </a:xfrm>
        </p:grpSpPr>
        <p:sp>
          <p:nvSpPr>
            <p:cNvPr id="103442" name="Text Box 16"/>
            <p:cNvSpPr txBox="1">
              <a:spLocks noChangeArrowheads="1"/>
            </p:cNvSpPr>
            <p:nvPr/>
          </p:nvSpPr>
          <p:spPr bwMode="auto">
            <a:xfrm>
              <a:off x="1754" y="2124"/>
              <a:ext cx="20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kumimoji="1" lang="en-US" altLang="zh-CN" sz="2400" b="0">
                  <a:solidFill>
                    <a:srgbClr val="000000"/>
                  </a:solidFill>
                </a:rPr>
                <a:t>c</a:t>
              </a:r>
            </a:p>
          </p:txBody>
        </p:sp>
        <p:sp>
          <p:nvSpPr>
            <p:cNvPr id="103443" name="Oval 17"/>
            <p:cNvSpPr>
              <a:spLocks noChangeArrowheads="1"/>
            </p:cNvSpPr>
            <p:nvPr/>
          </p:nvSpPr>
          <p:spPr bwMode="auto">
            <a:xfrm>
              <a:off x="1700" y="2296"/>
              <a:ext cx="91" cy="91"/>
            </a:xfrm>
            <a:prstGeom prst="ellipse">
              <a:avLst/>
            </a:prstGeom>
            <a:gradFill rotWithShape="1">
              <a:gsLst>
                <a:gs pos="0">
                  <a:srgbClr val="FFFF00"/>
                </a:gs>
                <a:gs pos="100000">
                  <a:srgbClr val="FF7C8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2400">
                <a:solidFill>
                  <a:srgbClr val="663300"/>
                </a:solidFill>
              </a:endParaRPr>
            </a:p>
          </p:txBody>
        </p:sp>
      </p:grpSp>
      <p:grpSp>
        <p:nvGrpSpPr>
          <p:cNvPr id="6" name="Group 18"/>
          <p:cNvGrpSpPr>
            <a:grpSpLocks/>
          </p:cNvGrpSpPr>
          <p:nvPr/>
        </p:nvGrpSpPr>
        <p:grpSpPr bwMode="auto">
          <a:xfrm>
            <a:off x="3346450" y="4611688"/>
            <a:ext cx="431800" cy="457200"/>
            <a:chOff x="2245" y="2068"/>
            <a:chExt cx="272" cy="288"/>
          </a:xfrm>
        </p:grpSpPr>
        <p:sp>
          <p:nvSpPr>
            <p:cNvPr id="103440" name="Text Box 19"/>
            <p:cNvSpPr txBox="1">
              <a:spLocks noChangeArrowheads="1"/>
            </p:cNvSpPr>
            <p:nvPr/>
          </p:nvSpPr>
          <p:spPr bwMode="auto">
            <a:xfrm>
              <a:off x="2245" y="2068"/>
              <a:ext cx="21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kumimoji="1" lang="en-US" altLang="zh-CN" sz="2400" b="0">
                  <a:solidFill>
                    <a:srgbClr val="000000"/>
                  </a:solidFill>
                </a:rPr>
                <a:t>d</a:t>
              </a:r>
            </a:p>
          </p:txBody>
        </p:sp>
        <p:sp>
          <p:nvSpPr>
            <p:cNvPr id="103441" name="Oval 20"/>
            <p:cNvSpPr>
              <a:spLocks noChangeArrowheads="1"/>
            </p:cNvSpPr>
            <p:nvPr/>
          </p:nvSpPr>
          <p:spPr bwMode="auto">
            <a:xfrm>
              <a:off x="2426" y="2251"/>
              <a:ext cx="91" cy="91"/>
            </a:xfrm>
            <a:prstGeom prst="ellipse">
              <a:avLst/>
            </a:prstGeom>
            <a:gradFill rotWithShape="1">
              <a:gsLst>
                <a:gs pos="0">
                  <a:srgbClr val="FFFF00"/>
                </a:gs>
                <a:gs pos="100000">
                  <a:srgbClr val="FF7C8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2400">
                <a:solidFill>
                  <a:srgbClr val="663300"/>
                </a:solidFill>
              </a:endParaRPr>
            </a:p>
          </p:txBody>
        </p:sp>
      </p:grpSp>
      <p:sp>
        <p:nvSpPr>
          <p:cNvPr id="99349" name="Line 21"/>
          <p:cNvSpPr>
            <a:spLocks noChangeShapeType="1"/>
          </p:cNvSpPr>
          <p:nvPr/>
        </p:nvSpPr>
        <p:spPr bwMode="auto">
          <a:xfrm>
            <a:off x="4570413" y="3748088"/>
            <a:ext cx="0" cy="187325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pPr eaLnBrk="1" hangingPunct="1"/>
            <a:endParaRPr lang="zh-CN" altLang="en-US" sz="1800" b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03435" name="Text Box 22"/>
          <p:cNvSpPr txBox="1">
            <a:spLocks noChangeArrowheads="1"/>
          </p:cNvSpPr>
          <p:nvPr/>
        </p:nvSpPr>
        <p:spPr bwMode="auto">
          <a:xfrm>
            <a:off x="5426075" y="2595563"/>
            <a:ext cx="3322638" cy="631825"/>
          </a:xfrm>
          <a:prstGeom prst="rect">
            <a:avLst/>
          </a:prstGeom>
          <a:noFill/>
          <a:ln w="9525" algn="ctr">
            <a:solidFill>
              <a:srgbClr val="B2B2B2">
                <a:alpha val="81175"/>
              </a:srgbClr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lnSpc>
                <a:spcPct val="125000"/>
              </a:lnSpc>
            </a:pPr>
            <a:r>
              <a:rPr lang="zh-CN" altLang="en-US" sz="2800">
                <a:solidFill>
                  <a:srgbClr val="000000"/>
                </a:solidFill>
              </a:rPr>
              <a:t>气体分子均匀分布</a:t>
            </a:r>
          </a:p>
        </p:txBody>
      </p:sp>
      <p:sp>
        <p:nvSpPr>
          <p:cNvPr id="103436" name="Rectangle 23"/>
          <p:cNvSpPr>
            <a:spLocks noChangeArrowheads="1"/>
          </p:cNvSpPr>
          <p:nvPr/>
        </p:nvSpPr>
        <p:spPr bwMode="auto">
          <a:xfrm>
            <a:off x="107950" y="2595563"/>
            <a:ext cx="3671888" cy="631825"/>
          </a:xfrm>
          <a:prstGeom prst="rect">
            <a:avLst/>
          </a:prstGeom>
          <a:noFill/>
          <a:ln w="9525">
            <a:solidFill>
              <a:srgbClr val="B2B2B2">
                <a:alpha val="81175"/>
              </a:srgbClr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lnSpc>
                <a:spcPct val="125000"/>
              </a:lnSpc>
            </a:pPr>
            <a:r>
              <a:rPr lang="zh-CN" altLang="en-US" sz="2800">
                <a:solidFill>
                  <a:srgbClr val="000000"/>
                </a:solidFill>
              </a:rPr>
              <a:t>气体分子集中于一侧</a:t>
            </a:r>
          </a:p>
        </p:txBody>
      </p:sp>
      <p:sp>
        <p:nvSpPr>
          <p:cNvPr id="103437" name="Text Box 24"/>
          <p:cNvSpPr txBox="1">
            <a:spLocks noChangeArrowheads="1"/>
          </p:cNvSpPr>
          <p:nvPr/>
        </p:nvSpPr>
        <p:spPr bwMode="auto">
          <a:xfrm>
            <a:off x="4321175" y="1874838"/>
            <a:ext cx="1403350" cy="155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9600" b="0">
                <a:solidFill>
                  <a:srgbClr val="66FF33"/>
                </a:solidFill>
              </a:rPr>
              <a:t>？</a:t>
            </a:r>
          </a:p>
        </p:txBody>
      </p:sp>
      <p:sp>
        <p:nvSpPr>
          <p:cNvPr id="103438" name="Text Box 25"/>
          <p:cNvSpPr txBox="1">
            <a:spLocks noChangeArrowheads="1"/>
          </p:cNvSpPr>
          <p:nvPr/>
        </p:nvSpPr>
        <p:spPr bwMode="auto">
          <a:xfrm>
            <a:off x="4211638" y="2308225"/>
            <a:ext cx="1176337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800">
                <a:solidFill>
                  <a:srgbClr val="040000"/>
                </a:solidFill>
              </a:rPr>
              <a:t>自   动</a:t>
            </a:r>
          </a:p>
        </p:txBody>
      </p:sp>
      <p:sp>
        <p:nvSpPr>
          <p:cNvPr id="26" name="TextBox 4"/>
          <p:cNvSpPr txBox="1">
            <a:spLocks noChangeArrowheads="1"/>
          </p:cNvSpPr>
          <p:nvPr/>
        </p:nvSpPr>
        <p:spPr bwMode="auto">
          <a:xfrm>
            <a:off x="331536" y="152400"/>
            <a:ext cx="5436104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342900" indent="-342900" eaLnBrk="1" hangingPunct="1">
              <a:spcBef>
                <a:spcPct val="20000"/>
              </a:spcBef>
              <a:defRPr/>
            </a:pPr>
            <a:r>
              <a:rPr lang="en-US" altLang="zh-CN" dirty="0" smtClean="0">
                <a:solidFill>
                  <a:srgbClr val="333300"/>
                </a:solidFill>
              </a:rPr>
              <a:t>4.</a:t>
            </a:r>
            <a:r>
              <a:rPr lang="zh-CN" altLang="en-US" kern="0" dirty="0">
                <a:solidFill>
                  <a:srgbClr val="33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  <a:ea typeface="宋体"/>
              </a:rPr>
              <a:t>热力学第二定律的统计意义</a:t>
            </a:r>
          </a:p>
        </p:txBody>
      </p:sp>
    </p:spTree>
    <p:extLst>
      <p:ext uri="{BB962C8B-B14F-4D97-AF65-F5344CB8AC3E}">
        <p14:creationId xmlns:p14="http://schemas.microsoft.com/office/powerpoint/2010/main" xmlns="" val="2029526879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99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0" presetClass="path" presetSubtype="0" repeatCount="indefinite" fill="hold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-0.01649 0.01018 C 0.03437 -0.01621 0.16267 -0.08148 0.16476 -0.08009 C 0.16372 -0.08009 0.3408 0.02129 0.3408 0.02268 C 0.3408 0.02407 0.02378 0.17407 0.0224 0.17222 C 0.0224 0.17245 -0.13299 0.10555 -0.14045 0.07824 C -0.14045 0.07407 -0.04236 0.0243 -0.01649 0.01018 Z " pathEditMode="relative" rAng="0" ptsTypes="affffa">
                                      <p:cBhvr>
                                        <p:cTn id="23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700" y="3600"/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.01667 0.0213 C 0.06979 0.04792 0.18333 0.1 0.18437 0.1 C 0.18333 0.1 0.34896 0.02825 0.34792 0.02963 C 0.34792 0.03102 0.02257 -0.14074 0.02465 -0.14074 C 0.02361 -0.14074 -0.13542 -0.06064 -0.13438 -0.05925 C -0.13542 -0.05648 -0.03663 -0.00601 0.01667 0.0213 Z " pathEditMode="relative" rAng="0" ptsTypes="aftffa">
                                      <p:cBhvr>
                                        <p:cTn id="25" dur="3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000" y="-4200"/>
                                    </p:animMotion>
                                  </p:childTnLst>
                                </p:cTn>
                              </p:par>
                              <p:par>
                                <p:cTn id="26" presetID="0" presetClass="path" presetSubtype="0" repeatCount="indefinite" fill="hold" nodeType="withEffect">
                                  <p:stCondLst>
                                    <p:cond delay="50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.01701 -0.01111 C 0.04184 0.03009 0.13211 0.18264 0.13281 0.18264 C 0.13211 0.18264 0.28559 -0.06643 0.28559 -0.0662 C 0.28559 -0.06597 0.42934 0.15579 0.42951 0.15556 C 0.42934 0.15671 0.40364 0.18357 0.40295 0.18264 C 0.40364 0.18357 0.25295 -0.06551 0.25225 -0.06551 C 0.25156 -0.06643 0.0835 0.18449 0.08368 0.18333 C 0.0835 0.18449 -0.0533 -0.00625 -0.0533 -0.00717 C -0.05261 -0.00717 -0.01719 -0.06366 -0.01632 -0.06481 C -0.0165 -0.06458 -0.00799 -0.05278 0.01701 -0.01111 Z " pathEditMode="relative" rAng="0" ptsTypes="affffffffa">
                                      <p:cBhvr>
                                        <p:cTn id="27" dur="5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100" y="7000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0" presetClass="path" presetSubtype="0" repeatCount="indefinite" fill="hold" nodeType="withEffect">
                                  <p:stCondLst>
                                    <p:cond delay="30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.00121 0.01921 C 0.08177 0.01921 0.42222 0.01921 0.42395 0.01921 C 0.41145 0.01921 -0.00157 0.01921 -0.0717 0.01921 C -0.0717 0.00509 -0.01407 0.01921 0.00121 0.01921 Z " pathEditMode="relative" rAng="0" ptsTypes="affa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500" y="-7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34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1378" name="Group 2"/>
          <p:cNvGraphicFramePr>
            <a:graphicFrameLocks noGrp="1"/>
          </p:cNvGraphicFramePr>
          <p:nvPr/>
        </p:nvGraphicFramePr>
        <p:xfrm>
          <a:off x="731838" y="268288"/>
          <a:ext cx="8160294" cy="6401085"/>
        </p:xfrm>
        <a:graphic>
          <a:graphicData uri="http://schemas.openxmlformats.org/drawingml/2006/table">
            <a:tbl>
              <a:tblPr/>
              <a:tblGrid>
                <a:gridCol w="1235857"/>
                <a:gridCol w="1319460"/>
                <a:gridCol w="1564814"/>
                <a:gridCol w="1566631"/>
                <a:gridCol w="1484846"/>
                <a:gridCol w="988686"/>
              </a:tblGrid>
              <a:tr h="45363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3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宏观态</a:t>
                      </a:r>
                    </a:p>
                  </a:txBody>
                  <a:tcPr marL="104684" marR="104684" marT="52342" marB="5234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alpha val="5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3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微观态</a:t>
                      </a:r>
                    </a:p>
                  </a:txBody>
                  <a:tcPr marL="104684" marR="104684" marT="52342" marB="5234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alpha val="5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3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微观态数</a:t>
                      </a:r>
                    </a:p>
                  </a:txBody>
                  <a:tcPr marL="104684" marR="104684" marT="52342" marB="5234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alpha val="50000"/>
                      </a:srgb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3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概率</a:t>
                      </a:r>
                    </a:p>
                  </a:txBody>
                  <a:tcPr marL="104684" marR="104684" marT="52342" marB="5234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alpha val="50000"/>
                      </a:srgbClr>
                    </a:solidFill>
                  </a:tcPr>
                </a:tc>
              </a:tr>
              <a:tr h="5543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3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左</a:t>
                      </a:r>
                    </a:p>
                  </a:txBody>
                  <a:tcPr marL="104684" marR="104684" marT="52342" marB="5234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3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右</a:t>
                      </a:r>
                    </a:p>
                  </a:txBody>
                  <a:tcPr marL="104684" marR="104684" marT="52342" marB="5234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3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左</a:t>
                      </a:r>
                    </a:p>
                  </a:txBody>
                  <a:tcPr marL="104684" marR="104684" marT="52342" marB="5234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3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右</a:t>
                      </a:r>
                    </a:p>
                  </a:txBody>
                  <a:tcPr marL="104684" marR="104684" marT="52342" marB="5234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alpha val="50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5932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3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marL="104684" marR="104684" marT="52342" marB="5234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3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104684" marR="104684" marT="52342" marB="5234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3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abcd</a:t>
                      </a:r>
                      <a:endParaRPr kumimoji="0" lang="en-US" altLang="zh-CN" sz="3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104684" marR="104684" marT="52342" marB="5234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3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104684" marR="104684" marT="52342" marB="5234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3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104684" marR="104684" marT="52342" marB="5234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1/2</a:t>
                      </a:r>
                      <a:r>
                        <a:rPr kumimoji="0" lang="en-US" altLang="zh-CN" sz="27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marL="104684" marR="104684" marT="52342" marB="5234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alpha val="50000"/>
                      </a:srgbClr>
                    </a:solidFill>
                  </a:tcPr>
                </a:tc>
              </a:tr>
              <a:tr h="122131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3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L="104684" marR="104684" marT="52342" marB="5234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3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104684" marR="104684" marT="52342" marB="5234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6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3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bcd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6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3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acd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6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3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abd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6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3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abc</a:t>
                      </a:r>
                      <a:endParaRPr kumimoji="0" lang="en-US" altLang="zh-CN" sz="3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104684" marR="104684" marT="52342" marB="5234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6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3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6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3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6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3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c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6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3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d</a:t>
                      </a:r>
                    </a:p>
                  </a:txBody>
                  <a:tcPr marL="104684" marR="104684" marT="52342" marB="5234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marL="104684" marR="104684" marT="52342" marB="5234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4/2</a:t>
                      </a:r>
                      <a:r>
                        <a:rPr kumimoji="0" lang="en-US" altLang="zh-CN" sz="27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  <a:endParaRPr kumimoji="0" lang="en-US" altLang="zh-CN" sz="2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104684" marR="104684" marT="52342" marB="5234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alpha val="50000"/>
                      </a:srgbClr>
                    </a:solidFill>
                  </a:tcPr>
                </a:tc>
              </a:tr>
              <a:tr h="18145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3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104684" marR="104684" marT="52342" marB="5234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3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104684" marR="104684" marT="52342" marB="5234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6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3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ab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6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3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ac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6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3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ad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6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3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bc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6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3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bd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6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3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cd</a:t>
                      </a:r>
                      <a:endParaRPr kumimoji="0" lang="en-US" altLang="zh-CN" sz="3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104684" marR="104684" marT="52342" marB="5234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6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3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cd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6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3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bd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6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3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bc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6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3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ad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6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3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ac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6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3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cd</a:t>
                      </a:r>
                    </a:p>
                  </a:txBody>
                  <a:tcPr marL="104684" marR="104684" marT="52342" marB="5234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marL="104684" marR="104684" marT="52342" marB="5234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6/2</a:t>
                      </a:r>
                      <a:r>
                        <a:rPr kumimoji="0" lang="en-US" altLang="zh-CN" sz="27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  <a:endParaRPr kumimoji="0" lang="en-US" altLang="zh-CN" sz="2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104684" marR="104684" marT="52342" marB="5234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alpha val="50000"/>
                      </a:srgbClr>
                    </a:solidFill>
                  </a:tcPr>
                </a:tc>
              </a:tr>
              <a:tr h="122131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3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104684" marR="104684" marT="52342" marB="5234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3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L="104684" marR="104684" marT="52342" marB="5234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6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3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6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3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6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3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c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6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3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d</a:t>
                      </a:r>
                    </a:p>
                  </a:txBody>
                  <a:tcPr marL="104684" marR="104684" marT="52342" marB="5234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6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3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bcd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6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3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acd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6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3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abd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6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3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abc</a:t>
                      </a:r>
                    </a:p>
                  </a:txBody>
                  <a:tcPr marL="104684" marR="104684" marT="52342" marB="5234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3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marL="104684" marR="104684" marT="52342" marB="5234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4/2</a:t>
                      </a:r>
                      <a:r>
                        <a:rPr kumimoji="0" lang="en-US" altLang="zh-CN" sz="27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  <a:endParaRPr kumimoji="0" lang="en-US" altLang="zh-CN" sz="2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104684" marR="104684" marT="52342" marB="5234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alpha val="50000"/>
                      </a:srgbClr>
                    </a:solidFill>
                  </a:tcPr>
                </a:tc>
              </a:tr>
              <a:tr h="52342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3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104684" marR="104684" marT="52342" marB="5234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3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marL="104684" marR="104684" marT="52342" marB="5234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3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104684" marR="104684" marT="52342" marB="5234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3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abcd</a:t>
                      </a:r>
                    </a:p>
                  </a:txBody>
                  <a:tcPr marL="104684" marR="104684" marT="52342" marB="5234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3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104684" marR="104684" marT="52342" marB="5234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1/2</a:t>
                      </a:r>
                      <a:r>
                        <a:rPr kumimoji="0" lang="en-US" altLang="zh-CN" sz="27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  <a:endParaRPr kumimoji="0" lang="en-US" altLang="zh-CN" sz="27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104684" marR="104684" marT="52342" marB="5234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alpha val="5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01433" name="Rectangle 57"/>
          <p:cNvSpPr>
            <a:spLocks noChangeArrowheads="1"/>
          </p:cNvSpPr>
          <p:nvPr/>
        </p:nvSpPr>
        <p:spPr bwMode="auto">
          <a:xfrm>
            <a:off x="7945438" y="288925"/>
            <a:ext cx="935037" cy="6380163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lang="zh-CN" altLang="zh-CN" sz="2400">
              <a:solidFill>
                <a:srgbClr val="6633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-363538" y="44450"/>
            <a:ext cx="1047751" cy="6913563"/>
          </a:xfrm>
          <a:prstGeom prst="rect">
            <a:avLst/>
          </a:prstGeom>
          <a:noFill/>
        </p:spPr>
        <p:txBody>
          <a:bodyPr vert="eaVert">
            <a:spAutoFit/>
          </a:bodyPr>
          <a:lstStyle/>
          <a:p>
            <a:pPr algn="ctr" eaLnBrk="1" hangingPunct="1">
              <a:defRPr/>
            </a:pPr>
            <a:r>
              <a:rPr lang="zh-CN" altLang="en-US" sz="2800" dirty="0">
                <a:solidFill>
                  <a:srgbClr val="000000"/>
                </a:solidFill>
                <a:ea typeface="宋体" pitchFamily="2" charset="-122"/>
              </a:rPr>
              <a:t>假设：每一个</a:t>
            </a:r>
            <a:r>
              <a:rPr kumimoji="1" lang="zh-CN" altLang="en-US" sz="2800" dirty="0">
                <a:solidFill>
                  <a:srgbClr val="000000"/>
                </a:solidFill>
                <a:ea typeface="宋体" pitchFamily="2" charset="-122"/>
              </a:rPr>
              <a:t>微观状态</a:t>
            </a:r>
            <a:r>
              <a:rPr lang="zh-CN" altLang="en-US" sz="2800" dirty="0">
                <a:solidFill>
                  <a:srgbClr val="000000"/>
                </a:solidFill>
                <a:ea typeface="宋体" pitchFamily="2" charset="-122"/>
              </a:rPr>
              <a:t>出现的概率相同</a:t>
            </a:r>
          </a:p>
          <a:p>
            <a:pPr algn="ctr" eaLnBrk="1" hangingPunct="1">
              <a:defRPr/>
            </a:pPr>
            <a:endParaRPr kumimoji="1" lang="zh-CN" altLang="en-US" sz="2800" dirty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349812144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1014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014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43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8958F41-994A-4CC8-BCB6-477C4B0F94A8}" type="slidenum">
              <a:rPr lang="en-US" altLang="zh-CN" smtClean="0"/>
              <a:pPr/>
              <a:t>31</a:t>
            </a:fld>
            <a:endParaRPr lang="en-US" altLang="zh-CN" smtClean="0"/>
          </a:p>
        </p:txBody>
      </p:sp>
      <p:sp>
        <p:nvSpPr>
          <p:cNvPr id="105475" name="Text Box 9"/>
          <p:cNvSpPr txBox="1">
            <a:spLocks noChangeArrowheads="1"/>
          </p:cNvSpPr>
          <p:nvPr/>
        </p:nvSpPr>
        <p:spPr bwMode="auto">
          <a:xfrm>
            <a:off x="619125" y="1363663"/>
            <a:ext cx="452438" cy="2678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800">
                <a:solidFill>
                  <a:srgbClr val="000000"/>
                </a:solidFill>
              </a:rPr>
              <a:t>微观态的数目</a:t>
            </a:r>
          </a:p>
        </p:txBody>
      </p:sp>
      <p:grpSp>
        <p:nvGrpSpPr>
          <p:cNvPr id="2" name="Group 83"/>
          <p:cNvGrpSpPr>
            <a:grpSpLocks/>
          </p:cNvGrpSpPr>
          <p:nvPr/>
        </p:nvGrpSpPr>
        <p:grpSpPr bwMode="auto">
          <a:xfrm>
            <a:off x="1557338" y="3416300"/>
            <a:ext cx="7437437" cy="2813050"/>
            <a:chOff x="981" y="2152"/>
            <a:chExt cx="4685" cy="1772"/>
          </a:xfrm>
        </p:grpSpPr>
        <p:sp>
          <p:nvSpPr>
            <p:cNvPr id="105484" name="Line 6"/>
            <p:cNvSpPr>
              <a:spLocks noChangeShapeType="1"/>
            </p:cNvSpPr>
            <p:nvPr/>
          </p:nvSpPr>
          <p:spPr bwMode="auto">
            <a:xfrm>
              <a:off x="2710" y="2273"/>
              <a:ext cx="0" cy="133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105485" name="Text Box 10"/>
            <p:cNvSpPr txBox="1">
              <a:spLocks noChangeArrowheads="1"/>
            </p:cNvSpPr>
            <p:nvPr/>
          </p:nvSpPr>
          <p:spPr bwMode="auto">
            <a:xfrm>
              <a:off x="3229" y="3010"/>
              <a:ext cx="1081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800">
                  <a:solidFill>
                    <a:srgbClr val="000000"/>
                  </a:solidFill>
                </a:rPr>
                <a:t>20 </a:t>
              </a:r>
              <a:r>
                <a:rPr lang="zh-CN" altLang="en-US" sz="2800">
                  <a:solidFill>
                    <a:srgbClr val="000000"/>
                  </a:solidFill>
                </a:rPr>
                <a:t>个分子</a:t>
              </a:r>
            </a:p>
          </p:txBody>
        </p:sp>
        <p:sp>
          <p:nvSpPr>
            <p:cNvPr id="105486" name="Freeform 26"/>
            <p:cNvSpPr>
              <a:spLocks/>
            </p:cNvSpPr>
            <p:nvPr/>
          </p:nvSpPr>
          <p:spPr bwMode="auto">
            <a:xfrm flipH="1">
              <a:off x="2554" y="2231"/>
              <a:ext cx="317" cy="1316"/>
            </a:xfrm>
            <a:custGeom>
              <a:avLst/>
              <a:gdLst>
                <a:gd name="T0" fmla="*/ 0 w 695"/>
                <a:gd name="T1" fmla="*/ 1173 h 1173"/>
                <a:gd name="T2" fmla="*/ 186 w 695"/>
                <a:gd name="T3" fmla="*/ 182 h 1173"/>
                <a:gd name="T4" fmla="*/ 457 w 695"/>
                <a:gd name="T5" fmla="*/ 165 h 1173"/>
                <a:gd name="T6" fmla="*/ 695 w 695"/>
                <a:gd name="T7" fmla="*/ 1170 h 117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95"/>
                <a:gd name="T13" fmla="*/ 0 h 1173"/>
                <a:gd name="T14" fmla="*/ 695 w 695"/>
                <a:gd name="T15" fmla="*/ 1173 h 1173"/>
                <a:gd name="connsiteX0" fmla="*/ 0 w 13082"/>
                <a:gd name="connsiteY0" fmla="*/ 11255 h 11255"/>
                <a:gd name="connsiteX1" fmla="*/ 5758 w 13082"/>
                <a:gd name="connsiteY1" fmla="*/ 1236 h 11255"/>
                <a:gd name="connsiteX2" fmla="*/ 9658 w 13082"/>
                <a:gd name="connsiteY2" fmla="*/ 1091 h 11255"/>
                <a:gd name="connsiteX3" fmla="*/ 13082 w 13082"/>
                <a:gd name="connsiteY3" fmla="*/ 9658 h 11255"/>
                <a:gd name="connsiteX0" fmla="*/ 0 w 11733"/>
                <a:gd name="connsiteY0" fmla="*/ 11255 h 11255"/>
                <a:gd name="connsiteX1" fmla="*/ 5758 w 11733"/>
                <a:gd name="connsiteY1" fmla="*/ 1236 h 11255"/>
                <a:gd name="connsiteX2" fmla="*/ 9658 w 11733"/>
                <a:gd name="connsiteY2" fmla="*/ 1091 h 11255"/>
                <a:gd name="connsiteX3" fmla="*/ 11733 w 11733"/>
                <a:gd name="connsiteY3" fmla="*/ 11033 h 11255"/>
                <a:gd name="connsiteX0" fmla="*/ 0 w 9422"/>
                <a:gd name="connsiteY0" fmla="*/ 11047 h 11047"/>
                <a:gd name="connsiteX1" fmla="*/ 3447 w 9422"/>
                <a:gd name="connsiteY1" fmla="*/ 1224 h 11047"/>
                <a:gd name="connsiteX2" fmla="*/ 7347 w 9422"/>
                <a:gd name="connsiteY2" fmla="*/ 1079 h 11047"/>
                <a:gd name="connsiteX3" fmla="*/ 9422 w 9422"/>
                <a:gd name="connsiteY3" fmla="*/ 11021 h 11047"/>
                <a:gd name="connsiteX0" fmla="*/ 0 w 10000"/>
                <a:gd name="connsiteY0" fmla="*/ 10000 h 10000"/>
                <a:gd name="connsiteX1" fmla="*/ 3658 w 10000"/>
                <a:gd name="connsiteY1" fmla="*/ 1108 h 10000"/>
                <a:gd name="connsiteX2" fmla="*/ 7798 w 10000"/>
                <a:gd name="connsiteY2" fmla="*/ 977 h 10000"/>
                <a:gd name="connsiteX3" fmla="*/ 10000 w 10000"/>
                <a:gd name="connsiteY3" fmla="*/ 9976 h 10000"/>
                <a:gd name="connsiteX0" fmla="*/ 0 w 10000"/>
                <a:gd name="connsiteY0" fmla="*/ 10000 h 10000"/>
                <a:gd name="connsiteX1" fmla="*/ 3658 w 10000"/>
                <a:gd name="connsiteY1" fmla="*/ 1108 h 10000"/>
                <a:gd name="connsiteX2" fmla="*/ 7798 w 10000"/>
                <a:gd name="connsiteY2" fmla="*/ 977 h 10000"/>
                <a:gd name="connsiteX3" fmla="*/ 10000 w 10000"/>
                <a:gd name="connsiteY3" fmla="*/ 9976 h 10000"/>
                <a:gd name="connsiteX0" fmla="*/ 0 w 11226"/>
                <a:gd name="connsiteY0" fmla="*/ 10000 h 10000"/>
                <a:gd name="connsiteX1" fmla="*/ 3658 w 11226"/>
                <a:gd name="connsiteY1" fmla="*/ 1108 h 10000"/>
                <a:gd name="connsiteX2" fmla="*/ 7798 w 11226"/>
                <a:gd name="connsiteY2" fmla="*/ 977 h 10000"/>
                <a:gd name="connsiteX3" fmla="*/ 11226 w 11226"/>
                <a:gd name="connsiteY3" fmla="*/ 9976 h 10000"/>
                <a:gd name="connsiteX0" fmla="*/ 0 w 11226"/>
                <a:gd name="connsiteY0" fmla="*/ 10091 h 10091"/>
                <a:gd name="connsiteX1" fmla="*/ 4270 w 11226"/>
                <a:gd name="connsiteY1" fmla="*/ 1021 h 10091"/>
                <a:gd name="connsiteX2" fmla="*/ 7798 w 11226"/>
                <a:gd name="connsiteY2" fmla="*/ 1068 h 10091"/>
                <a:gd name="connsiteX3" fmla="*/ 11226 w 11226"/>
                <a:gd name="connsiteY3" fmla="*/ 10067 h 10091"/>
                <a:gd name="connsiteX0" fmla="*/ 0 w 11226"/>
                <a:gd name="connsiteY0" fmla="*/ 10139 h 10139"/>
                <a:gd name="connsiteX1" fmla="*/ 4270 w 11226"/>
                <a:gd name="connsiteY1" fmla="*/ 1069 h 10139"/>
                <a:gd name="connsiteX2" fmla="*/ 7186 w 11226"/>
                <a:gd name="connsiteY2" fmla="*/ 1027 h 10139"/>
                <a:gd name="connsiteX3" fmla="*/ 11226 w 11226"/>
                <a:gd name="connsiteY3" fmla="*/ 10115 h 10139"/>
                <a:gd name="connsiteX0" fmla="*/ 0 w 11226"/>
                <a:gd name="connsiteY0" fmla="*/ 10155 h 10155"/>
                <a:gd name="connsiteX1" fmla="*/ 4270 w 11226"/>
                <a:gd name="connsiteY1" fmla="*/ 1085 h 10155"/>
                <a:gd name="connsiteX2" fmla="*/ 7186 w 11226"/>
                <a:gd name="connsiteY2" fmla="*/ 1043 h 10155"/>
                <a:gd name="connsiteX3" fmla="*/ 11226 w 11226"/>
                <a:gd name="connsiteY3" fmla="*/ 10131 h 10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26" h="10155">
                  <a:moveTo>
                    <a:pt x="0" y="10155"/>
                  </a:moveTo>
                  <a:cubicBezTo>
                    <a:pt x="3128" y="9948"/>
                    <a:pt x="3072" y="2604"/>
                    <a:pt x="4270" y="1085"/>
                  </a:cubicBezTo>
                  <a:cubicBezTo>
                    <a:pt x="5468" y="-434"/>
                    <a:pt x="6704" y="-275"/>
                    <a:pt x="7186" y="1043"/>
                  </a:cubicBezTo>
                  <a:cubicBezTo>
                    <a:pt x="8484" y="2315"/>
                    <a:pt x="8435" y="9852"/>
                    <a:pt x="11226" y="10131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105487" name="Line 28"/>
            <p:cNvSpPr>
              <a:spLocks noChangeShapeType="1"/>
            </p:cNvSpPr>
            <p:nvPr/>
          </p:nvSpPr>
          <p:spPr bwMode="auto">
            <a:xfrm>
              <a:off x="981" y="3606"/>
              <a:ext cx="33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105488" name="Line 29"/>
            <p:cNvSpPr>
              <a:spLocks noChangeShapeType="1"/>
            </p:cNvSpPr>
            <p:nvPr/>
          </p:nvSpPr>
          <p:spPr bwMode="auto">
            <a:xfrm flipV="1">
              <a:off x="981" y="2152"/>
              <a:ext cx="0" cy="14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105489" name="Text Box 30"/>
            <p:cNvSpPr txBox="1">
              <a:spLocks noChangeArrowheads="1"/>
            </p:cNvSpPr>
            <p:nvPr/>
          </p:nvSpPr>
          <p:spPr bwMode="auto">
            <a:xfrm>
              <a:off x="1293" y="3691"/>
              <a:ext cx="262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800">
                  <a:solidFill>
                    <a:srgbClr val="000000"/>
                  </a:solidFill>
                </a:rPr>
                <a:t>18</a:t>
              </a:r>
            </a:p>
          </p:txBody>
        </p:sp>
        <p:sp>
          <p:nvSpPr>
            <p:cNvPr id="105490" name="Text Box 36"/>
            <p:cNvSpPr txBox="1">
              <a:spLocks noChangeArrowheads="1"/>
            </p:cNvSpPr>
            <p:nvPr/>
          </p:nvSpPr>
          <p:spPr bwMode="auto">
            <a:xfrm>
              <a:off x="2605" y="3691"/>
              <a:ext cx="262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800">
                  <a:solidFill>
                    <a:srgbClr val="000000"/>
                  </a:solidFill>
                </a:rPr>
                <a:t>10</a:t>
              </a:r>
            </a:p>
          </p:txBody>
        </p:sp>
        <p:sp>
          <p:nvSpPr>
            <p:cNvPr id="105491" name="Text Box 39"/>
            <p:cNvSpPr txBox="1">
              <a:spLocks noChangeArrowheads="1"/>
            </p:cNvSpPr>
            <p:nvPr/>
          </p:nvSpPr>
          <p:spPr bwMode="auto">
            <a:xfrm>
              <a:off x="1949" y="3691"/>
              <a:ext cx="262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800">
                  <a:solidFill>
                    <a:srgbClr val="000000"/>
                  </a:solidFill>
                </a:rPr>
                <a:t>14</a:t>
              </a:r>
            </a:p>
          </p:txBody>
        </p:sp>
        <p:sp>
          <p:nvSpPr>
            <p:cNvPr id="105492" name="Text Box 63"/>
            <p:cNvSpPr txBox="1">
              <a:spLocks noChangeArrowheads="1"/>
            </p:cNvSpPr>
            <p:nvPr/>
          </p:nvSpPr>
          <p:spPr bwMode="auto">
            <a:xfrm>
              <a:off x="1621" y="3691"/>
              <a:ext cx="262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800">
                  <a:solidFill>
                    <a:srgbClr val="000000"/>
                  </a:solidFill>
                </a:rPr>
                <a:t>16</a:t>
              </a:r>
            </a:p>
          </p:txBody>
        </p:sp>
        <p:sp>
          <p:nvSpPr>
            <p:cNvPr id="105493" name="Text Box 64"/>
            <p:cNvSpPr txBox="1">
              <a:spLocks noChangeArrowheads="1"/>
            </p:cNvSpPr>
            <p:nvPr/>
          </p:nvSpPr>
          <p:spPr bwMode="auto">
            <a:xfrm>
              <a:off x="2933" y="3691"/>
              <a:ext cx="189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800">
                  <a:solidFill>
                    <a:srgbClr val="000000"/>
                  </a:solidFill>
                </a:rPr>
                <a:t>8</a:t>
              </a:r>
            </a:p>
          </p:txBody>
        </p:sp>
        <p:sp>
          <p:nvSpPr>
            <p:cNvPr id="105494" name="Text Box 65"/>
            <p:cNvSpPr txBox="1">
              <a:spLocks noChangeArrowheads="1"/>
            </p:cNvSpPr>
            <p:nvPr/>
          </p:nvSpPr>
          <p:spPr bwMode="auto">
            <a:xfrm>
              <a:off x="2277" y="3691"/>
              <a:ext cx="262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800">
                  <a:solidFill>
                    <a:srgbClr val="000000"/>
                  </a:solidFill>
                </a:rPr>
                <a:t>12</a:t>
              </a:r>
            </a:p>
          </p:txBody>
        </p:sp>
        <p:sp>
          <p:nvSpPr>
            <p:cNvPr id="105495" name="Text Box 66"/>
            <p:cNvSpPr txBox="1">
              <a:spLocks noChangeArrowheads="1"/>
            </p:cNvSpPr>
            <p:nvPr/>
          </p:nvSpPr>
          <p:spPr bwMode="auto">
            <a:xfrm>
              <a:off x="3445" y="3691"/>
              <a:ext cx="189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80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105496" name="Text Box 67"/>
            <p:cNvSpPr txBox="1">
              <a:spLocks noChangeArrowheads="1"/>
            </p:cNvSpPr>
            <p:nvPr/>
          </p:nvSpPr>
          <p:spPr bwMode="auto">
            <a:xfrm>
              <a:off x="3701" y="3691"/>
              <a:ext cx="189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80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105497" name="Text Box 68"/>
            <p:cNvSpPr txBox="1">
              <a:spLocks noChangeArrowheads="1"/>
            </p:cNvSpPr>
            <p:nvPr/>
          </p:nvSpPr>
          <p:spPr bwMode="auto">
            <a:xfrm>
              <a:off x="3189" y="3691"/>
              <a:ext cx="189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800">
                  <a:solidFill>
                    <a:srgbClr val="000000"/>
                  </a:solidFill>
                </a:rPr>
                <a:t>6</a:t>
              </a:r>
            </a:p>
          </p:txBody>
        </p:sp>
        <p:sp>
          <p:nvSpPr>
            <p:cNvPr id="105498" name="Text Box 78"/>
            <p:cNvSpPr txBox="1">
              <a:spLocks noChangeArrowheads="1"/>
            </p:cNvSpPr>
            <p:nvPr/>
          </p:nvSpPr>
          <p:spPr bwMode="auto">
            <a:xfrm>
              <a:off x="3957" y="3691"/>
              <a:ext cx="189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800">
                  <a:solidFill>
                    <a:srgbClr val="000000"/>
                  </a:solidFill>
                </a:rPr>
                <a:t>0</a:t>
              </a:r>
            </a:p>
          </p:txBody>
        </p:sp>
        <p:sp>
          <p:nvSpPr>
            <p:cNvPr id="105499" name="Text Box 79"/>
            <p:cNvSpPr txBox="1">
              <a:spLocks noChangeArrowheads="1"/>
            </p:cNvSpPr>
            <p:nvPr/>
          </p:nvSpPr>
          <p:spPr bwMode="auto">
            <a:xfrm>
              <a:off x="1037" y="3691"/>
              <a:ext cx="262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800">
                  <a:solidFill>
                    <a:srgbClr val="000000"/>
                  </a:solidFill>
                </a:rPr>
                <a:t>20</a:t>
              </a:r>
            </a:p>
          </p:txBody>
        </p:sp>
        <p:sp>
          <p:nvSpPr>
            <p:cNvPr id="105500" name="Text Box 81"/>
            <p:cNvSpPr txBox="1">
              <a:spLocks noChangeArrowheads="1"/>
            </p:cNvSpPr>
            <p:nvPr/>
          </p:nvSpPr>
          <p:spPr bwMode="auto">
            <a:xfrm>
              <a:off x="4328" y="3403"/>
              <a:ext cx="1338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/>
              <a:r>
                <a:rPr lang="zh-CN" altLang="en-US" sz="2800">
                  <a:solidFill>
                    <a:srgbClr val="000000"/>
                  </a:solidFill>
                </a:rPr>
                <a:t>左侧分子数</a:t>
              </a:r>
            </a:p>
          </p:txBody>
        </p:sp>
      </p:grpSp>
      <p:grpSp>
        <p:nvGrpSpPr>
          <p:cNvPr id="105477" name="组合 28"/>
          <p:cNvGrpSpPr>
            <a:grpSpLocks/>
          </p:cNvGrpSpPr>
          <p:nvPr/>
        </p:nvGrpSpPr>
        <p:grpSpPr bwMode="auto">
          <a:xfrm>
            <a:off x="1482725" y="69850"/>
            <a:ext cx="7616825" cy="2811463"/>
            <a:chOff x="1805651" y="34725"/>
            <a:chExt cx="7085942" cy="2616399"/>
          </a:xfrm>
        </p:grpSpPr>
        <p:grpSp>
          <p:nvGrpSpPr>
            <p:cNvPr id="105478" name="Group 82"/>
            <p:cNvGrpSpPr>
              <a:grpSpLocks/>
            </p:cNvGrpSpPr>
            <p:nvPr/>
          </p:nvGrpSpPr>
          <p:grpSpPr bwMode="auto">
            <a:xfrm>
              <a:off x="2082800" y="115888"/>
              <a:ext cx="6808793" cy="2535236"/>
              <a:chOff x="1312" y="73"/>
              <a:chExt cx="4289" cy="1597"/>
            </a:xfrm>
          </p:grpSpPr>
          <p:graphicFrame>
            <p:nvGraphicFramePr>
              <p:cNvPr id="105480" name="Object 2"/>
              <p:cNvGraphicFramePr>
                <a:graphicFrameLocks noChangeAspect="1"/>
              </p:cNvGraphicFramePr>
              <p:nvPr/>
            </p:nvGraphicFramePr>
            <p:xfrm>
              <a:off x="1282" y="43"/>
              <a:ext cx="3216" cy="1657"/>
            </p:xfrm>
            <a:graphic>
              <a:graphicData uri="http://schemas.openxmlformats.org/presentationml/2006/ole">
                <p:oleObj spid="_x0000_s190468" r:id="rId4" imgW="5486876" imgH="2828789" progId="Excel.Chart.8">
                  <p:embed/>
                </p:oleObj>
              </a:graphicData>
            </a:graphic>
          </p:graphicFrame>
          <p:sp>
            <p:nvSpPr>
              <p:cNvPr id="105481" name="Line 7"/>
              <p:cNvSpPr>
                <a:spLocks noChangeShapeType="1"/>
              </p:cNvSpPr>
              <p:nvPr/>
            </p:nvSpPr>
            <p:spPr bwMode="auto">
              <a:xfrm>
                <a:off x="2759" y="386"/>
                <a:ext cx="1" cy="91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/>
                <a:endParaRPr lang="zh-CN" altLang="en-US" sz="1800" b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105482" name="Text Box 11"/>
              <p:cNvSpPr txBox="1">
                <a:spLocks noChangeArrowheads="1"/>
              </p:cNvSpPr>
              <p:nvPr/>
            </p:nvSpPr>
            <p:spPr bwMode="auto">
              <a:xfrm>
                <a:off x="3377" y="325"/>
                <a:ext cx="968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 sz="2800">
                    <a:solidFill>
                      <a:srgbClr val="000000"/>
                    </a:solidFill>
                  </a:rPr>
                  <a:t>4 </a:t>
                </a:r>
                <a:r>
                  <a:rPr lang="zh-CN" altLang="en-US" sz="2800">
                    <a:solidFill>
                      <a:srgbClr val="000000"/>
                    </a:solidFill>
                  </a:rPr>
                  <a:t>个分子</a:t>
                </a:r>
              </a:p>
            </p:txBody>
          </p:sp>
          <p:sp>
            <p:nvSpPr>
              <p:cNvPr id="105483" name="Text Box 80"/>
              <p:cNvSpPr txBox="1">
                <a:spLocks noChangeArrowheads="1"/>
              </p:cNvSpPr>
              <p:nvPr/>
            </p:nvSpPr>
            <p:spPr bwMode="auto">
              <a:xfrm>
                <a:off x="4263" y="1187"/>
                <a:ext cx="1338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/>
                <a:r>
                  <a:rPr lang="zh-CN" altLang="en-US" sz="2400">
                    <a:solidFill>
                      <a:srgbClr val="000000"/>
                    </a:solidFill>
                  </a:rPr>
                  <a:t>左侧分子数</a:t>
                </a:r>
              </a:p>
            </p:txBody>
          </p:sp>
        </p:grpSp>
        <p:sp>
          <p:nvSpPr>
            <p:cNvPr id="105479" name="矩形 27"/>
            <p:cNvSpPr>
              <a:spLocks noChangeArrowheads="1"/>
            </p:cNvSpPr>
            <p:nvPr/>
          </p:nvSpPr>
          <p:spPr bwMode="auto">
            <a:xfrm>
              <a:off x="1805651" y="34725"/>
              <a:ext cx="662485" cy="2342350"/>
            </a:xfrm>
            <a:prstGeom prst="rect">
              <a:avLst/>
            </a:prstGeom>
            <a:solidFill>
              <a:srgbClr val="FFFFFF"/>
            </a:solidFill>
            <a:ln w="9525" algn="ctr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/>
              <a:endParaRPr lang="zh-CN" altLang="en-US" sz="2400">
                <a:solidFill>
                  <a:srgbClr val="6633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411261619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A31B4F2-E812-4436-B4D3-FFE8ED357D7F}" type="slidenum">
              <a:rPr lang="en-US" altLang="zh-CN" smtClean="0"/>
              <a:pPr/>
              <a:t>32</a:t>
            </a:fld>
            <a:endParaRPr lang="en-US" altLang="zh-CN" smtClean="0"/>
          </a:p>
        </p:txBody>
      </p:sp>
      <p:sp>
        <p:nvSpPr>
          <p:cNvPr id="106499" name="Text Box 4"/>
          <p:cNvSpPr txBox="1">
            <a:spLocks noChangeArrowheads="1"/>
          </p:cNvSpPr>
          <p:nvPr/>
        </p:nvSpPr>
        <p:spPr bwMode="auto">
          <a:xfrm>
            <a:off x="4545013" y="668338"/>
            <a:ext cx="503237" cy="2540000"/>
          </a:xfrm>
          <a:prstGeom prst="rect">
            <a:avLst/>
          </a:prstGeom>
          <a:noFill/>
          <a:ln w="9525">
            <a:solidFill>
              <a:srgbClr val="B2B2B2">
                <a:alpha val="81175"/>
              </a:srgbClr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lnSpc>
                <a:spcPct val="95000"/>
              </a:lnSpc>
            </a:pPr>
            <a:r>
              <a:rPr lang="zh-CN" altLang="en-US" sz="2800">
                <a:solidFill>
                  <a:srgbClr val="000000"/>
                </a:solidFill>
              </a:rPr>
              <a:t>分子均匀分布</a:t>
            </a:r>
          </a:p>
        </p:txBody>
      </p:sp>
      <p:sp>
        <p:nvSpPr>
          <p:cNvPr id="106500" name="Rectangle 5"/>
          <p:cNvSpPr>
            <a:spLocks noChangeArrowheads="1"/>
          </p:cNvSpPr>
          <p:nvPr/>
        </p:nvSpPr>
        <p:spPr bwMode="auto">
          <a:xfrm>
            <a:off x="2693988" y="596900"/>
            <a:ext cx="619125" cy="3090863"/>
          </a:xfrm>
          <a:prstGeom prst="rect">
            <a:avLst/>
          </a:prstGeom>
          <a:noFill/>
          <a:ln w="9525">
            <a:solidFill>
              <a:srgbClr val="B2B2B2">
                <a:alpha val="81175"/>
              </a:srgbClr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800">
                <a:solidFill>
                  <a:srgbClr val="000000"/>
                </a:solidFill>
              </a:rPr>
              <a:t>分子集中于左侧</a:t>
            </a:r>
          </a:p>
        </p:txBody>
      </p:sp>
      <p:sp>
        <p:nvSpPr>
          <p:cNvPr id="106501" name="Rectangle 6"/>
          <p:cNvSpPr>
            <a:spLocks noChangeArrowheads="1"/>
          </p:cNvSpPr>
          <p:nvPr/>
        </p:nvSpPr>
        <p:spPr bwMode="auto">
          <a:xfrm>
            <a:off x="792163" y="855663"/>
            <a:ext cx="2087562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kumimoji="1" lang="zh-CN" altLang="en-US" sz="2800">
                <a:solidFill>
                  <a:srgbClr val="000000"/>
                </a:solidFill>
              </a:rPr>
              <a:t>结论</a:t>
            </a:r>
          </a:p>
        </p:txBody>
      </p:sp>
      <p:sp>
        <p:nvSpPr>
          <p:cNvPr id="148487" name="AutoShape 7"/>
          <p:cNvSpPr>
            <a:spLocks noChangeArrowheads="1"/>
          </p:cNvSpPr>
          <p:nvPr/>
        </p:nvSpPr>
        <p:spPr bwMode="auto">
          <a:xfrm>
            <a:off x="431800" y="566738"/>
            <a:ext cx="360363" cy="576262"/>
          </a:xfrm>
          <a:prstGeom prst="star4">
            <a:avLst>
              <a:gd name="adj" fmla="val 18519"/>
            </a:avLst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en-US" sz="2400">
              <a:solidFill>
                <a:srgbClr val="663300"/>
              </a:solidFill>
            </a:endParaRPr>
          </a:p>
        </p:txBody>
      </p:sp>
      <p:sp>
        <p:nvSpPr>
          <p:cNvPr id="106503" name="Rectangle 8"/>
          <p:cNvSpPr>
            <a:spLocks noChangeArrowheads="1"/>
          </p:cNvSpPr>
          <p:nvPr/>
        </p:nvSpPr>
        <p:spPr bwMode="auto">
          <a:xfrm>
            <a:off x="6608763" y="593725"/>
            <a:ext cx="665162" cy="3090863"/>
          </a:xfrm>
          <a:prstGeom prst="rect">
            <a:avLst/>
          </a:prstGeom>
          <a:noFill/>
          <a:ln w="9525">
            <a:solidFill>
              <a:srgbClr val="B2B2B2">
                <a:alpha val="81175"/>
              </a:srgbClr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zh-CN" altLang="en-US" sz="2800">
                <a:solidFill>
                  <a:srgbClr val="000000"/>
                </a:solidFill>
              </a:rPr>
              <a:t>分子集中于右侧</a:t>
            </a:r>
          </a:p>
        </p:txBody>
      </p:sp>
      <p:sp>
        <p:nvSpPr>
          <p:cNvPr id="148489" name="Line 9"/>
          <p:cNvSpPr>
            <a:spLocks noChangeShapeType="1"/>
          </p:cNvSpPr>
          <p:nvPr/>
        </p:nvSpPr>
        <p:spPr bwMode="auto">
          <a:xfrm>
            <a:off x="5121275" y="1747838"/>
            <a:ext cx="1368425" cy="0"/>
          </a:xfrm>
          <a:prstGeom prst="line">
            <a:avLst/>
          </a:prstGeom>
          <a:noFill/>
          <a:ln w="57150">
            <a:solidFill>
              <a:srgbClr val="66FF33">
                <a:alpha val="76077"/>
              </a:srgbClr>
            </a:solidFill>
            <a:round/>
            <a:headEnd type="triangle" w="med" len="med"/>
            <a:tailEnd/>
          </a:ln>
        </p:spPr>
        <p:txBody>
          <a:bodyPr/>
          <a:lstStyle/>
          <a:p>
            <a:pPr eaLnBrk="1" hangingPunct="1"/>
            <a:endParaRPr lang="zh-CN" altLang="en-US" sz="1800" b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48490" name="Line 10"/>
          <p:cNvSpPr>
            <a:spLocks noChangeShapeType="1"/>
          </p:cNvSpPr>
          <p:nvPr/>
        </p:nvSpPr>
        <p:spPr bwMode="auto">
          <a:xfrm>
            <a:off x="3125788" y="1747838"/>
            <a:ext cx="1368425" cy="0"/>
          </a:xfrm>
          <a:prstGeom prst="line">
            <a:avLst/>
          </a:prstGeom>
          <a:noFill/>
          <a:ln w="57150">
            <a:solidFill>
              <a:srgbClr val="66FF33">
                <a:alpha val="76077"/>
              </a:srgbClr>
            </a:solidFill>
            <a:round/>
            <a:headEnd/>
            <a:tailEnd type="triangle" w="med" len="med"/>
          </a:ln>
        </p:spPr>
        <p:txBody>
          <a:bodyPr/>
          <a:lstStyle/>
          <a:p>
            <a:pPr eaLnBrk="1" hangingPunct="1"/>
            <a:endParaRPr lang="zh-CN" altLang="en-US" sz="1800" b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48491" name="Rectangle 11"/>
          <p:cNvSpPr>
            <a:spLocks noChangeArrowheads="1"/>
          </p:cNvSpPr>
          <p:nvPr/>
        </p:nvSpPr>
        <p:spPr bwMode="auto">
          <a:xfrm>
            <a:off x="3175000" y="2130425"/>
            <a:ext cx="8128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800">
                <a:solidFill>
                  <a:srgbClr val="000000"/>
                </a:solidFill>
              </a:rPr>
              <a:t>1/2</a:t>
            </a:r>
            <a:r>
              <a:rPr lang="en-US" altLang="zh-CN" sz="2800" i="1" baseline="30000">
                <a:solidFill>
                  <a:srgbClr val="000000"/>
                </a:solidFill>
              </a:rPr>
              <a:t>N</a:t>
            </a:r>
          </a:p>
        </p:txBody>
      </p:sp>
      <p:sp>
        <p:nvSpPr>
          <p:cNvPr id="148492" name="Rectangle 12"/>
          <p:cNvSpPr>
            <a:spLocks noChangeArrowheads="1"/>
          </p:cNvSpPr>
          <p:nvPr/>
        </p:nvSpPr>
        <p:spPr bwMode="auto">
          <a:xfrm>
            <a:off x="5842000" y="2130425"/>
            <a:ext cx="8128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800">
                <a:solidFill>
                  <a:srgbClr val="000000"/>
                </a:solidFill>
              </a:rPr>
              <a:t>1/2</a:t>
            </a:r>
            <a:r>
              <a:rPr lang="en-US" altLang="zh-CN" sz="2800" i="1" baseline="30000">
                <a:solidFill>
                  <a:srgbClr val="000000"/>
                </a:solidFill>
              </a:rPr>
              <a:t>N</a:t>
            </a:r>
          </a:p>
        </p:txBody>
      </p:sp>
      <p:sp>
        <p:nvSpPr>
          <p:cNvPr id="148494" name="Text Box 14"/>
          <p:cNvSpPr txBox="1">
            <a:spLocks noChangeArrowheads="1"/>
          </p:cNvSpPr>
          <p:nvPr/>
        </p:nvSpPr>
        <p:spPr bwMode="auto">
          <a:xfrm>
            <a:off x="4608513" y="4373563"/>
            <a:ext cx="2855912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2800" i="1">
                <a:solidFill>
                  <a:srgbClr val="000000"/>
                </a:solidFill>
              </a:rPr>
              <a:t>N</a:t>
            </a:r>
            <a:r>
              <a:rPr lang="en-US" altLang="zh-CN" sz="2800">
                <a:solidFill>
                  <a:srgbClr val="000000"/>
                </a:solidFill>
              </a:rPr>
              <a:t>=10</a:t>
            </a:r>
            <a:r>
              <a:rPr lang="en-US" altLang="zh-CN" sz="2800" baseline="30000">
                <a:solidFill>
                  <a:srgbClr val="000000"/>
                </a:solidFill>
              </a:rPr>
              <a:t>23</a:t>
            </a:r>
          </a:p>
        </p:txBody>
      </p:sp>
      <p:sp>
        <p:nvSpPr>
          <p:cNvPr id="148495" name="Text Box 15"/>
          <p:cNvSpPr txBox="1">
            <a:spLocks noChangeArrowheads="1"/>
          </p:cNvSpPr>
          <p:nvPr/>
        </p:nvSpPr>
        <p:spPr bwMode="auto">
          <a:xfrm>
            <a:off x="2706688" y="4395788"/>
            <a:ext cx="5014912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2800">
                <a:solidFill>
                  <a:srgbClr val="000000"/>
                </a:solidFill>
              </a:rPr>
              <a:t>1 mol</a:t>
            </a:r>
            <a:r>
              <a:rPr lang="en-US" altLang="zh-CN" sz="2800" i="1">
                <a:solidFill>
                  <a:srgbClr val="000000"/>
                </a:solidFill>
              </a:rPr>
              <a:t> </a:t>
            </a:r>
            <a:r>
              <a:rPr lang="zh-CN" altLang="en-US" sz="2800">
                <a:solidFill>
                  <a:srgbClr val="000000"/>
                </a:solidFill>
                <a:ea typeface="楷体_GB2312" pitchFamily="49" charset="-122"/>
              </a:rPr>
              <a:t>气体，</a:t>
            </a:r>
          </a:p>
        </p:txBody>
      </p:sp>
    </p:spTree>
    <p:extLst>
      <p:ext uri="{BB962C8B-B14F-4D97-AF65-F5344CB8AC3E}">
        <p14:creationId xmlns:p14="http://schemas.microsoft.com/office/powerpoint/2010/main" xmlns="" val="2382564911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484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84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48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148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48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48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48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9" dur="500"/>
                                        <p:tgtEl>
                                          <p:spTgt spid="148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2" dur="500"/>
                                        <p:tgtEl>
                                          <p:spTgt spid="148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487" grpId="0" animBg="1"/>
      <p:bldP spid="148489" grpId="0" animBg="1"/>
      <p:bldP spid="148490" grpId="0" animBg="1"/>
      <p:bldP spid="148491" grpId="0"/>
      <p:bldP spid="148492" grpId="0"/>
      <p:bldP spid="148494" grpId="0"/>
      <p:bldP spid="148495" grpId="0"/>
    </p:bldLst>
  </p:timing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3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3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5_第六版母版">
  <a:themeElements>
    <a:clrScheme name="2_第六版母版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2_第六版母版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第六版母版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Sumi Painting">
  <a:themeElements>
    <a:clrScheme name="Sumi Painting 1">
      <a:dk1>
        <a:srgbClr val="545472"/>
      </a:dk1>
      <a:lt1>
        <a:srgbClr val="FFFFFF"/>
      </a:lt1>
      <a:dk2>
        <a:srgbClr val="660066"/>
      </a:dk2>
      <a:lt2>
        <a:srgbClr val="9797B7"/>
      </a:lt2>
      <a:accent1>
        <a:srgbClr val="A7CCD9"/>
      </a:accent1>
      <a:accent2>
        <a:srgbClr val="C7C7DF"/>
      </a:accent2>
      <a:accent3>
        <a:srgbClr val="FFFFFF"/>
      </a:accent3>
      <a:accent4>
        <a:srgbClr val="464660"/>
      </a:accent4>
      <a:accent5>
        <a:srgbClr val="D0E2E9"/>
      </a:accent5>
      <a:accent6>
        <a:srgbClr val="B4B4CA"/>
      </a:accent6>
      <a:hlink>
        <a:srgbClr val="9595FF"/>
      </a:hlink>
      <a:folHlink>
        <a:srgbClr val="8888AE"/>
      </a:folHlink>
    </a:clrScheme>
    <a:fontScheme name="Sumi Painting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b" anchorCtr="1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4400" b="1" i="0" u="none" strike="noStrike" cap="none" normalizeH="0" baseline="0" smtClean="0">
            <a:ln>
              <a:noFill/>
            </a:ln>
            <a:solidFill>
              <a:srgbClr val="000066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ahoma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b" anchorCtr="1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4400" b="1" i="0" u="none" strike="noStrike" cap="none" normalizeH="0" baseline="0" smtClean="0">
            <a:ln>
              <a:noFill/>
            </a:ln>
            <a:solidFill>
              <a:srgbClr val="000066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ahoma" pitchFamily="34" charset="0"/>
            <a:ea typeface="宋体" pitchFamily="2" charset="-122"/>
          </a:defRPr>
        </a:defPPr>
      </a:lstStyle>
    </a:lnDef>
  </a:objectDefaults>
  <a:extraClrSchemeLst>
    <a:extraClrScheme>
      <a:clrScheme name="Sumi Painting 1">
        <a:dk1>
          <a:srgbClr val="545472"/>
        </a:dk1>
        <a:lt1>
          <a:srgbClr val="FFFFFF"/>
        </a:lt1>
        <a:dk2>
          <a:srgbClr val="660066"/>
        </a:dk2>
        <a:lt2>
          <a:srgbClr val="9797B7"/>
        </a:lt2>
        <a:accent1>
          <a:srgbClr val="A7CCD9"/>
        </a:accent1>
        <a:accent2>
          <a:srgbClr val="C7C7DF"/>
        </a:accent2>
        <a:accent3>
          <a:srgbClr val="FFFFFF"/>
        </a:accent3>
        <a:accent4>
          <a:srgbClr val="464660"/>
        </a:accent4>
        <a:accent5>
          <a:srgbClr val="D0E2E9"/>
        </a:accent5>
        <a:accent6>
          <a:srgbClr val="B4B4CA"/>
        </a:accent6>
        <a:hlink>
          <a:srgbClr val="9595FF"/>
        </a:hlink>
        <a:folHlink>
          <a:srgbClr val="8888A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mi Painting 2">
        <a:dk1>
          <a:srgbClr val="545472"/>
        </a:dk1>
        <a:lt1>
          <a:srgbClr val="FFFFFF"/>
        </a:lt1>
        <a:dk2>
          <a:srgbClr val="892D5B"/>
        </a:dk2>
        <a:lt2>
          <a:srgbClr val="68A7BE"/>
        </a:lt2>
        <a:accent1>
          <a:srgbClr val="CAACCC"/>
        </a:accent1>
        <a:accent2>
          <a:srgbClr val="A7CCD9"/>
        </a:accent2>
        <a:accent3>
          <a:srgbClr val="FFFFFF"/>
        </a:accent3>
        <a:accent4>
          <a:srgbClr val="464660"/>
        </a:accent4>
        <a:accent5>
          <a:srgbClr val="E1D2E2"/>
        </a:accent5>
        <a:accent6>
          <a:srgbClr val="97B9C4"/>
        </a:accent6>
        <a:hlink>
          <a:srgbClr val="9595FF"/>
        </a:hlink>
        <a:folHlink>
          <a:srgbClr val="8888A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mi Painting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B2B2B2"/>
        </a:accent1>
        <a:accent2>
          <a:srgbClr val="DDDDDD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C8C8C8"/>
        </a:accent6>
        <a:hlink>
          <a:srgbClr val="4D4D4D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mi Painting 4">
        <a:dk1>
          <a:srgbClr val="545472"/>
        </a:dk1>
        <a:lt1>
          <a:srgbClr val="FFFFFF"/>
        </a:lt1>
        <a:dk2>
          <a:srgbClr val="892D5B"/>
        </a:dk2>
        <a:lt2>
          <a:srgbClr val="AC3872"/>
        </a:lt2>
        <a:accent1>
          <a:srgbClr val="660066"/>
        </a:accent1>
        <a:accent2>
          <a:srgbClr val="E2A6C4"/>
        </a:accent2>
        <a:accent3>
          <a:srgbClr val="FFFFFF"/>
        </a:accent3>
        <a:accent4>
          <a:srgbClr val="464660"/>
        </a:accent4>
        <a:accent5>
          <a:srgbClr val="B8AAB8"/>
        </a:accent5>
        <a:accent6>
          <a:srgbClr val="CD96B1"/>
        </a:accent6>
        <a:hlink>
          <a:srgbClr val="8585FF"/>
        </a:hlink>
        <a:folHlink>
          <a:srgbClr val="563EE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mi Painting 5">
        <a:dk1>
          <a:srgbClr val="545472"/>
        </a:dk1>
        <a:lt1>
          <a:srgbClr val="FFFFFF"/>
        </a:lt1>
        <a:dk2>
          <a:srgbClr val="892D5B"/>
        </a:dk2>
        <a:lt2>
          <a:srgbClr val="515BA7"/>
        </a:lt2>
        <a:accent1>
          <a:srgbClr val="8BD8E7"/>
        </a:accent1>
        <a:accent2>
          <a:srgbClr val="A5AAD3"/>
        </a:accent2>
        <a:accent3>
          <a:srgbClr val="FFFFFF"/>
        </a:accent3>
        <a:accent4>
          <a:srgbClr val="464660"/>
        </a:accent4>
        <a:accent5>
          <a:srgbClr val="C4E9F1"/>
        </a:accent5>
        <a:accent6>
          <a:srgbClr val="959ABF"/>
        </a:accent6>
        <a:hlink>
          <a:srgbClr val="B78AFA"/>
        </a:hlink>
        <a:folHlink>
          <a:srgbClr val="A0A5D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mi Painting 6">
        <a:dk1>
          <a:srgbClr val="545472"/>
        </a:dk1>
        <a:lt1>
          <a:srgbClr val="FFFFFF"/>
        </a:lt1>
        <a:dk2>
          <a:srgbClr val="37467F"/>
        </a:dk2>
        <a:lt2>
          <a:srgbClr val="547A3C"/>
        </a:lt2>
        <a:accent1>
          <a:srgbClr val="8BD8E7"/>
        </a:accent1>
        <a:accent2>
          <a:srgbClr val="B7D3A5"/>
        </a:accent2>
        <a:accent3>
          <a:srgbClr val="FFFFFF"/>
        </a:accent3>
        <a:accent4>
          <a:srgbClr val="464660"/>
        </a:accent4>
        <a:accent5>
          <a:srgbClr val="C4E9F1"/>
        </a:accent5>
        <a:accent6>
          <a:srgbClr val="A6BF95"/>
        </a:accent6>
        <a:hlink>
          <a:srgbClr val="619147"/>
        </a:hlink>
        <a:folHlink>
          <a:srgbClr val="94BE7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mi Painting 7">
        <a:dk1>
          <a:srgbClr val="545472"/>
        </a:dk1>
        <a:lt1>
          <a:srgbClr val="FFFFFF"/>
        </a:lt1>
        <a:dk2>
          <a:srgbClr val="655851"/>
        </a:dk2>
        <a:lt2>
          <a:srgbClr val="B49234"/>
        </a:lt2>
        <a:accent1>
          <a:srgbClr val="F8C684"/>
        </a:accent1>
        <a:accent2>
          <a:srgbClr val="E1CE97"/>
        </a:accent2>
        <a:accent3>
          <a:srgbClr val="FFFFFF"/>
        </a:accent3>
        <a:accent4>
          <a:srgbClr val="464660"/>
        </a:accent4>
        <a:accent5>
          <a:srgbClr val="FBDFC2"/>
        </a:accent5>
        <a:accent6>
          <a:srgbClr val="CCBA88"/>
        </a:accent6>
        <a:hlink>
          <a:srgbClr val="7C6148"/>
        </a:hlink>
        <a:folHlink>
          <a:srgbClr val="8E856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2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1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3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3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6_第六版母版">
  <a:themeElements>
    <a:clrScheme name="2_第六版母版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2_第六版母版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第六版母版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6_默认设计模板">
  <a:themeElements>
    <a:clrScheme name="默认设计模板 8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0000"/>
      </a:hlink>
      <a:folHlink>
        <a:srgbClr val="3333FF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0000"/>
        </a:hlink>
        <a:folHlink>
          <a:srgbClr val="3333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3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3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3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7_默认设计模板">
  <a:themeElements>
    <a:clrScheme name="默认设计模板 8">
      <a:dk1>
        <a:srgbClr val="000000"/>
      </a:dk1>
      <a:lt1>
        <a:srgbClr val="663300"/>
      </a:lt1>
      <a:dk2>
        <a:srgbClr val="000000"/>
      </a:dk2>
      <a:lt2>
        <a:srgbClr val="808080"/>
      </a:lt2>
      <a:accent1>
        <a:srgbClr val="00CC99"/>
      </a:accent1>
      <a:accent2>
        <a:srgbClr val="FFFFCC"/>
      </a:accent2>
      <a:accent3>
        <a:srgbClr val="B8ADAA"/>
      </a:accent3>
      <a:accent4>
        <a:srgbClr val="000000"/>
      </a:accent4>
      <a:accent5>
        <a:srgbClr val="AAE2CA"/>
      </a:accent5>
      <a:accent6>
        <a:srgbClr val="E7E7B9"/>
      </a:accent6>
      <a:hlink>
        <a:srgbClr val="0000FF"/>
      </a:hlink>
      <a:folHlink>
        <a:srgbClr val="FF0000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0000"/>
        </a:dk1>
        <a:lt1>
          <a:srgbClr val="663300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FFFFCC"/>
        </a:accent2>
        <a:accent3>
          <a:srgbClr val="B8ADAA"/>
        </a:accent3>
        <a:accent4>
          <a:srgbClr val="000000"/>
        </a:accent4>
        <a:accent5>
          <a:srgbClr val="AAE2CA"/>
        </a:accent5>
        <a:accent6>
          <a:srgbClr val="E7E7B9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2563</TotalTime>
  <Words>1401</Words>
  <Application>Microsoft Office PowerPoint</Application>
  <PresentationFormat>全屏显示(4:3)</PresentationFormat>
  <Paragraphs>353</Paragraphs>
  <Slides>32</Slides>
  <Notes>3</Notes>
  <HiddenSlides>0</HiddenSlides>
  <MMClips>0</MMClips>
  <ScaleCrop>false</ScaleCrop>
  <HeadingPairs>
    <vt:vector size="6" baseType="variant">
      <vt:variant>
        <vt:lpstr>主题</vt:lpstr>
      </vt:variant>
      <vt:variant>
        <vt:i4>10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32</vt:i4>
      </vt:variant>
    </vt:vector>
  </HeadingPairs>
  <TitlesOfParts>
    <vt:vector size="46" baseType="lpstr">
      <vt:lpstr>默认设计模板</vt:lpstr>
      <vt:lpstr>自定义设计方案</vt:lpstr>
      <vt:lpstr>5_第六版母版</vt:lpstr>
      <vt:lpstr>Sumi Painting</vt:lpstr>
      <vt:lpstr>2_默认设计模板</vt:lpstr>
      <vt:lpstr>1_默认设计模板</vt:lpstr>
      <vt:lpstr>6_第六版母版</vt:lpstr>
      <vt:lpstr>6_默认设计模板</vt:lpstr>
      <vt:lpstr>3_默认设计模板</vt:lpstr>
      <vt:lpstr>7_默认设计模板</vt:lpstr>
      <vt:lpstr>Equation</vt:lpstr>
      <vt:lpstr>公式</vt:lpstr>
      <vt:lpstr>Microsoft Equation 3.1</vt:lpstr>
      <vt:lpstr>Microsoft Excel 97-2003 Chart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  <vt:lpstr>幻灯片 12</vt:lpstr>
      <vt:lpstr>幻灯片 13</vt:lpstr>
      <vt:lpstr>幻灯片 14</vt:lpstr>
      <vt:lpstr>幻灯片 15</vt:lpstr>
      <vt:lpstr>幻灯片 16</vt:lpstr>
      <vt:lpstr>幻灯片 17</vt:lpstr>
      <vt:lpstr>幻灯片 18</vt:lpstr>
      <vt:lpstr>幻灯片 19</vt:lpstr>
      <vt:lpstr>幻灯片 20</vt:lpstr>
      <vt:lpstr>幻灯片 21</vt:lpstr>
      <vt:lpstr>幻灯片 22</vt:lpstr>
      <vt:lpstr>幻灯片 23</vt:lpstr>
      <vt:lpstr>幻灯片 24</vt:lpstr>
      <vt:lpstr>幻灯片 25</vt:lpstr>
      <vt:lpstr>幻灯片 26</vt:lpstr>
      <vt:lpstr>幻灯片 27</vt:lpstr>
      <vt:lpstr>幻灯片 28</vt:lpstr>
      <vt:lpstr>幻灯片 29</vt:lpstr>
      <vt:lpstr>幻灯片 30</vt:lpstr>
      <vt:lpstr>幻灯片 31</vt:lpstr>
      <vt:lpstr>幻灯片 32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热力学2</dc:title>
  <dc:subject>第九章热力学</dc:subject>
  <dc:creator>曹钢</dc:creator>
  <cp:lastModifiedBy>Administrator</cp:lastModifiedBy>
  <cp:revision>262</cp:revision>
  <dcterms:created xsi:type="dcterms:W3CDTF">2011-01-18T01:02:35Z</dcterms:created>
  <dcterms:modified xsi:type="dcterms:W3CDTF">2018-10-18T23:50:03Z</dcterms:modified>
</cp:coreProperties>
</file>