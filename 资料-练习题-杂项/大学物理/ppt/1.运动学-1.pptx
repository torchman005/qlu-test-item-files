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5" r:id="rId2"/>
    <p:sldId id="295" r:id="rId3"/>
    <p:sldId id="296" r:id="rId4"/>
    <p:sldId id="297" r:id="rId5"/>
    <p:sldId id="298" r:id="rId6"/>
    <p:sldId id="301" r:id="rId7"/>
    <p:sldId id="322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6" r:id="rId20"/>
    <p:sldId id="317" r:id="rId21"/>
    <p:sldId id="318" r:id="rId22"/>
    <p:sldId id="319" r:id="rId23"/>
    <p:sldId id="324" r:id="rId24"/>
    <p:sldId id="299" r:id="rId25"/>
    <p:sldId id="300" r:id="rId26"/>
    <p:sldId id="320" r:id="rId27"/>
    <p:sldId id="321" r:id="rId28"/>
    <p:sldId id="323" r:id="rId29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FF"/>
    <a:srgbClr val="FF0000"/>
    <a:srgbClr val="000099"/>
    <a:srgbClr val="99FFCC"/>
    <a:srgbClr val="00FFFF"/>
    <a:srgbClr val="CC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7" autoAdjust="0"/>
    <p:restoredTop sz="94650" autoAdjust="0"/>
  </p:normalViewPr>
  <p:slideViewPr>
    <p:cSldViewPr snapToGrid="0">
      <p:cViewPr>
        <p:scale>
          <a:sx n="100" d="100"/>
          <a:sy n="100" d="100"/>
        </p:scale>
        <p:origin x="2304" y="66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9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17" Type="http://schemas.openxmlformats.org/officeDocument/2006/relationships/image" Target="../media/image23.wmf"/><Relationship Id="rId2" Type="http://schemas.openxmlformats.org/officeDocument/2006/relationships/image" Target="../media/image8.wmf"/><Relationship Id="rId16" Type="http://schemas.openxmlformats.org/officeDocument/2006/relationships/image" Target="../media/image22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5" Type="http://schemas.openxmlformats.org/officeDocument/2006/relationships/image" Target="../media/image21.wmf"/><Relationship Id="rId10" Type="http://schemas.openxmlformats.org/officeDocument/2006/relationships/image" Target="../media/image16.wmf"/><Relationship Id="rId4" Type="http://schemas.openxmlformats.org/officeDocument/2006/relationships/image" Target="../media/image10.emf"/><Relationship Id="rId9" Type="http://schemas.openxmlformats.org/officeDocument/2006/relationships/image" Target="../media/image15.wmf"/><Relationship Id="rId14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36.wmf"/><Relationship Id="rId3" Type="http://schemas.openxmlformats.org/officeDocument/2006/relationships/image" Target="../media/image30.wmf"/><Relationship Id="rId7" Type="http://schemas.openxmlformats.org/officeDocument/2006/relationships/image" Target="../media/image13.wmf"/><Relationship Id="rId12" Type="http://schemas.openxmlformats.org/officeDocument/2006/relationships/image" Target="../media/image35.wmf"/><Relationship Id="rId2" Type="http://schemas.openxmlformats.org/officeDocument/2006/relationships/image" Target="../media/image29.wmf"/><Relationship Id="rId16" Type="http://schemas.openxmlformats.org/officeDocument/2006/relationships/image" Target="../media/image39.wmf"/><Relationship Id="rId1" Type="http://schemas.openxmlformats.org/officeDocument/2006/relationships/image" Target="../media/image28.wmf"/><Relationship Id="rId6" Type="http://schemas.openxmlformats.org/officeDocument/2006/relationships/image" Target="../media/image11.wmf"/><Relationship Id="rId11" Type="http://schemas.openxmlformats.org/officeDocument/2006/relationships/image" Target="../media/image34.wmf"/><Relationship Id="rId5" Type="http://schemas.openxmlformats.org/officeDocument/2006/relationships/image" Target="../media/image32.wmf"/><Relationship Id="rId15" Type="http://schemas.openxmlformats.org/officeDocument/2006/relationships/image" Target="../media/image38.wmf"/><Relationship Id="rId10" Type="http://schemas.openxmlformats.org/officeDocument/2006/relationships/image" Target="../media/image33.wmf"/><Relationship Id="rId4" Type="http://schemas.openxmlformats.org/officeDocument/2006/relationships/image" Target="../media/image31.wmf"/><Relationship Id="rId9" Type="http://schemas.openxmlformats.org/officeDocument/2006/relationships/image" Target="../media/image14.wmf"/><Relationship Id="rId14" Type="http://schemas.openxmlformats.org/officeDocument/2006/relationships/image" Target="../media/image3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49.wmf"/><Relationship Id="rId3" Type="http://schemas.openxmlformats.org/officeDocument/2006/relationships/image" Target="../media/image42.wmf"/><Relationship Id="rId7" Type="http://schemas.openxmlformats.org/officeDocument/2006/relationships/image" Target="../media/image11.wmf"/><Relationship Id="rId12" Type="http://schemas.openxmlformats.org/officeDocument/2006/relationships/image" Target="../media/image14.wmf"/><Relationship Id="rId17" Type="http://schemas.openxmlformats.org/officeDocument/2006/relationships/image" Target="../media/image53.wmf"/><Relationship Id="rId2" Type="http://schemas.openxmlformats.org/officeDocument/2006/relationships/image" Target="../media/image41.wmf"/><Relationship Id="rId16" Type="http://schemas.openxmlformats.org/officeDocument/2006/relationships/image" Target="../media/image52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11" Type="http://schemas.openxmlformats.org/officeDocument/2006/relationships/image" Target="../media/image48.wmf"/><Relationship Id="rId5" Type="http://schemas.openxmlformats.org/officeDocument/2006/relationships/image" Target="../media/image44.wmf"/><Relationship Id="rId15" Type="http://schemas.openxmlformats.org/officeDocument/2006/relationships/image" Target="../media/image51.wmf"/><Relationship Id="rId10" Type="http://schemas.openxmlformats.org/officeDocument/2006/relationships/image" Target="../media/image47.wmf"/><Relationship Id="rId4" Type="http://schemas.openxmlformats.org/officeDocument/2006/relationships/image" Target="../media/image43.wmf"/><Relationship Id="rId9" Type="http://schemas.openxmlformats.org/officeDocument/2006/relationships/image" Target="../media/image46.wmf"/><Relationship Id="rId14" Type="http://schemas.openxmlformats.org/officeDocument/2006/relationships/image" Target="../media/image5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5.wmf"/><Relationship Id="rId3" Type="http://schemas.openxmlformats.org/officeDocument/2006/relationships/image" Target="../media/image57.emf"/><Relationship Id="rId7" Type="http://schemas.openxmlformats.org/officeDocument/2006/relationships/image" Target="../media/image12.wmf"/><Relationship Id="rId12" Type="http://schemas.openxmlformats.org/officeDocument/2006/relationships/image" Target="../media/image64.e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11.wmf"/><Relationship Id="rId11" Type="http://schemas.openxmlformats.org/officeDocument/2006/relationships/image" Target="../media/image63.emf"/><Relationship Id="rId5" Type="http://schemas.openxmlformats.org/officeDocument/2006/relationships/image" Target="../media/image59.emf"/><Relationship Id="rId10" Type="http://schemas.openxmlformats.org/officeDocument/2006/relationships/image" Target="../media/image62.wmf"/><Relationship Id="rId4" Type="http://schemas.openxmlformats.org/officeDocument/2006/relationships/image" Target="../media/image58.wmf"/><Relationship Id="rId9" Type="http://schemas.openxmlformats.org/officeDocument/2006/relationships/image" Target="../media/image61.wmf"/><Relationship Id="rId14" Type="http://schemas.openxmlformats.org/officeDocument/2006/relationships/image" Target="../media/image6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76.wmf"/><Relationship Id="rId3" Type="http://schemas.openxmlformats.org/officeDocument/2006/relationships/image" Target="../media/image70.wmf"/><Relationship Id="rId7" Type="http://schemas.openxmlformats.org/officeDocument/2006/relationships/image" Target="../media/image12.wmf"/><Relationship Id="rId12" Type="http://schemas.openxmlformats.org/officeDocument/2006/relationships/image" Target="../media/image75.wmf"/><Relationship Id="rId2" Type="http://schemas.openxmlformats.org/officeDocument/2006/relationships/image" Target="../media/image69.emf"/><Relationship Id="rId16" Type="http://schemas.openxmlformats.org/officeDocument/2006/relationships/image" Target="../media/image79.wmf"/><Relationship Id="rId1" Type="http://schemas.openxmlformats.org/officeDocument/2006/relationships/image" Target="../media/image68.wmf"/><Relationship Id="rId6" Type="http://schemas.openxmlformats.org/officeDocument/2006/relationships/image" Target="../media/image11.wmf"/><Relationship Id="rId11" Type="http://schemas.openxmlformats.org/officeDocument/2006/relationships/image" Target="../media/image74.wmf"/><Relationship Id="rId5" Type="http://schemas.openxmlformats.org/officeDocument/2006/relationships/image" Target="../media/image72.wmf"/><Relationship Id="rId15" Type="http://schemas.openxmlformats.org/officeDocument/2006/relationships/image" Target="../media/image78.wmf"/><Relationship Id="rId10" Type="http://schemas.openxmlformats.org/officeDocument/2006/relationships/image" Target="../media/image73.wmf"/><Relationship Id="rId4" Type="http://schemas.openxmlformats.org/officeDocument/2006/relationships/image" Target="../media/image71.emf"/><Relationship Id="rId9" Type="http://schemas.openxmlformats.org/officeDocument/2006/relationships/image" Target="../media/image61.wmf"/><Relationship Id="rId14" Type="http://schemas.openxmlformats.org/officeDocument/2006/relationships/image" Target="../media/image7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82.wmf"/><Relationship Id="rId7" Type="http://schemas.openxmlformats.org/officeDocument/2006/relationships/image" Target="../media/image14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12.wmf"/><Relationship Id="rId11" Type="http://schemas.openxmlformats.org/officeDocument/2006/relationships/image" Target="../media/image87.wmf"/><Relationship Id="rId5" Type="http://schemas.openxmlformats.org/officeDocument/2006/relationships/image" Target="../media/image11.wmf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image" Target="../media/image8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90.wmf"/><Relationship Id="rId7" Type="http://schemas.openxmlformats.org/officeDocument/2006/relationships/image" Target="../media/image1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12.wmf"/><Relationship Id="rId11" Type="http://schemas.openxmlformats.org/officeDocument/2006/relationships/image" Target="../media/image95.wmf"/><Relationship Id="rId5" Type="http://schemas.openxmlformats.org/officeDocument/2006/relationships/image" Target="../media/image11.wmf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image" Target="../media/image9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10" Type="http://schemas.openxmlformats.org/officeDocument/2006/relationships/image" Target="../media/image14.wmf"/><Relationship Id="rId4" Type="http://schemas.openxmlformats.org/officeDocument/2006/relationships/image" Target="../media/image105.wmf"/><Relationship Id="rId9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4" Type="http://schemas.openxmlformats.org/officeDocument/2006/relationships/image" Target="../media/image11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9" Type="http://schemas.openxmlformats.org/officeDocument/2006/relationships/image" Target="../media/image11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11" Type="http://schemas.openxmlformats.org/officeDocument/2006/relationships/image" Target="../media/image113.wmf"/><Relationship Id="rId5" Type="http://schemas.openxmlformats.org/officeDocument/2006/relationships/image" Target="../media/image125.wmf"/><Relationship Id="rId10" Type="http://schemas.openxmlformats.org/officeDocument/2006/relationships/image" Target="../media/image112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image" Target="../media/image132.wmf"/><Relationship Id="rId7" Type="http://schemas.openxmlformats.org/officeDocument/2006/relationships/image" Target="../media/image133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60.wmf"/><Relationship Id="rId5" Type="http://schemas.openxmlformats.org/officeDocument/2006/relationships/image" Target="../media/image12.wmf"/><Relationship Id="rId10" Type="http://schemas.openxmlformats.org/officeDocument/2006/relationships/image" Target="../media/image135.wmf"/><Relationship Id="rId4" Type="http://schemas.openxmlformats.org/officeDocument/2006/relationships/image" Target="../media/image11.wmf"/><Relationship Id="rId9" Type="http://schemas.openxmlformats.org/officeDocument/2006/relationships/image" Target="../media/image8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10" Type="http://schemas.openxmlformats.org/officeDocument/2006/relationships/image" Target="../media/image150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33.wmf"/><Relationship Id="rId1" Type="http://schemas.openxmlformats.org/officeDocument/2006/relationships/image" Target="../media/image15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image" Target="../media/image165.wmf"/><Relationship Id="rId18" Type="http://schemas.openxmlformats.org/officeDocument/2006/relationships/image" Target="../media/image170.wmf"/><Relationship Id="rId3" Type="http://schemas.openxmlformats.org/officeDocument/2006/relationships/image" Target="../media/image155.wmf"/><Relationship Id="rId7" Type="http://schemas.openxmlformats.org/officeDocument/2006/relationships/image" Target="../media/image159.wmf"/><Relationship Id="rId12" Type="http://schemas.openxmlformats.org/officeDocument/2006/relationships/image" Target="../media/image164.wmf"/><Relationship Id="rId17" Type="http://schemas.openxmlformats.org/officeDocument/2006/relationships/image" Target="../media/image169.wmf"/><Relationship Id="rId2" Type="http://schemas.openxmlformats.org/officeDocument/2006/relationships/image" Target="../media/image154.wmf"/><Relationship Id="rId16" Type="http://schemas.openxmlformats.org/officeDocument/2006/relationships/image" Target="../media/image168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11" Type="http://schemas.openxmlformats.org/officeDocument/2006/relationships/image" Target="../media/image163.wmf"/><Relationship Id="rId5" Type="http://schemas.openxmlformats.org/officeDocument/2006/relationships/image" Target="../media/image157.wmf"/><Relationship Id="rId15" Type="http://schemas.openxmlformats.org/officeDocument/2006/relationships/image" Target="../media/image167.wmf"/><Relationship Id="rId10" Type="http://schemas.openxmlformats.org/officeDocument/2006/relationships/image" Target="../media/image162.wmf"/><Relationship Id="rId19" Type="http://schemas.openxmlformats.org/officeDocument/2006/relationships/image" Target="../media/image171.wmf"/><Relationship Id="rId4" Type="http://schemas.openxmlformats.org/officeDocument/2006/relationships/image" Target="../media/image156.wmf"/><Relationship Id="rId9" Type="http://schemas.openxmlformats.org/officeDocument/2006/relationships/image" Target="../media/image161.wmf"/><Relationship Id="rId14" Type="http://schemas.openxmlformats.org/officeDocument/2006/relationships/image" Target="../media/image16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Relationship Id="rId9" Type="http://schemas.openxmlformats.org/officeDocument/2006/relationships/image" Target="../media/image18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image" Target="../media/image189.wmf"/><Relationship Id="rId1" Type="http://schemas.openxmlformats.org/officeDocument/2006/relationships/image" Target="../media/image194.wmf"/><Relationship Id="rId4" Type="http://schemas.openxmlformats.org/officeDocument/2006/relationships/image" Target="../media/image196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2" Type="http://schemas.openxmlformats.org/officeDocument/2006/relationships/image" Target="../media/image197.wmf"/><Relationship Id="rId1" Type="http://schemas.openxmlformats.org/officeDocument/2006/relationships/image" Target="../media/image8.wmf"/><Relationship Id="rId6" Type="http://schemas.openxmlformats.org/officeDocument/2006/relationships/image" Target="../media/image201.wmf"/><Relationship Id="rId5" Type="http://schemas.openxmlformats.org/officeDocument/2006/relationships/image" Target="../media/image200.wmf"/><Relationship Id="rId4" Type="http://schemas.openxmlformats.org/officeDocument/2006/relationships/image" Target="../media/image19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26DA222-CF76-4A7C-9472-32644A58FC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7812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25B778-BFC6-482C-9381-8C8E16D6EB70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187CD6-1814-4031-8F0C-BE5C1ED793BC}" type="slidenum">
              <a:rPr lang="en-US" altLang="zh-CN" smtClean="0"/>
              <a:pPr/>
              <a:t>2</a:t>
            </a:fld>
            <a:endParaRPr lang="en-US" altLang="zh-CN" smtClean="0"/>
          </a:p>
        </p:txBody>
      </p:sp>
      <p:sp>
        <p:nvSpPr>
          <p:cNvPr id="3174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8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31749" name="灯片编号占位符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BC20BCC-00E1-416F-AA3B-6A4785E985BC}" type="slidenum">
              <a:rPr lang="en-US" altLang="zh-CN" sz="1200"/>
              <a:pPr algn="r"/>
              <a:t>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5BEF7A-F602-492E-BA31-8AB147E52AFC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327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2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/>
              <a:t>地球直径约一万二千五百公里</a:t>
            </a:r>
            <a:r>
              <a:rPr lang="en-US" altLang="zh-CN" smtClean="0"/>
              <a:t>,</a:t>
            </a:r>
            <a:r>
              <a:rPr lang="zh-CN" altLang="en-US" smtClean="0"/>
              <a:t>以圆周率三点一四一六乘之</a:t>
            </a:r>
            <a:r>
              <a:rPr lang="en-US" altLang="zh-CN" smtClean="0"/>
              <a:t>,</a:t>
            </a:r>
            <a:r>
              <a:rPr lang="zh-CN" altLang="en-US" smtClean="0"/>
              <a:t>得约四万公里</a:t>
            </a:r>
            <a:r>
              <a:rPr lang="en-US" altLang="zh-CN" smtClean="0"/>
              <a:t>,</a:t>
            </a:r>
            <a:r>
              <a:rPr lang="zh-CN" altLang="en-US" smtClean="0"/>
              <a:t>即八万华里</a:t>
            </a:r>
          </a:p>
        </p:txBody>
      </p:sp>
      <p:sp>
        <p:nvSpPr>
          <p:cNvPr id="32773" name="灯片编号占位符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01B68CD-9138-40A8-805D-34314A456258}" type="slidenum">
              <a:rPr lang="en-US" altLang="zh-CN" sz="1200"/>
              <a:pPr algn="r"/>
              <a:t>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51BD7E-4101-46F9-B890-ECFF95523CC7}" type="slidenum">
              <a:rPr lang="en-US" altLang="zh-CN" smtClean="0"/>
              <a:pPr/>
              <a:t>4</a:t>
            </a:fld>
            <a:endParaRPr lang="en-US" altLang="zh-CN" smtClean="0"/>
          </a:p>
        </p:txBody>
      </p:sp>
      <p:sp>
        <p:nvSpPr>
          <p:cNvPr id="3379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6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33797" name="灯片编号占位符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6D54F58-DCBF-4E39-A3E7-3613547D641D}" type="slidenum">
              <a:rPr lang="en-US" altLang="zh-CN" sz="1200"/>
              <a:pPr algn="r"/>
              <a:t>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E4F1D6-1750-4473-9438-D6CDE28B9086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3481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0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34821" name="灯片编号占位符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A677BEF-736C-4AFC-9086-C846A93822D8}" type="slidenum">
              <a:rPr lang="en-US" altLang="zh-CN" sz="1200"/>
              <a:pPr algn="r"/>
              <a:t>5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E2DD9-44BE-4455-A761-5DDD3F37ADC6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D0C8F-A547-43A4-BE02-657151E66A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A1908-3AC9-4E6D-9CEB-0B257A77ACC3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E118B-F381-47E6-9177-B8705B2073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6AD2B-ADDC-43F0-8FF4-531294E03605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3699E-62B8-4723-A340-5384C46836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D2E39-F069-42F3-AA85-8BC1D690984C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64262" y="4929938"/>
            <a:ext cx="19050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8CB672-F560-4C38-AC17-F8B26B1385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63DE4-3153-4323-B83A-C58C2DCF59A5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FABB5-710D-4547-9723-B0AD47F396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2339A-A674-4353-8BF6-142698789A11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1164A-18C9-48CA-B6CD-13BB4782EF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8E154-21D7-47B9-B389-D9616332AE89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12013" y="4927759"/>
            <a:ext cx="19050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73892-6E71-4788-9180-51C407ACC0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E0708-F01F-4737-887F-D8C360C45916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24640-8D86-4854-86BE-BD9687D5EB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18915-2794-47AD-A245-6A73DE3C7424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564C7-F263-436A-A3B7-6DF81E3F95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8268D-9611-4BEA-8460-9983AC013848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95922-B2E9-4559-9D8D-AD24DE621E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FD726-A8EB-4FCE-9236-9F7C5C4BC04E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38BA23-BD24-457F-892E-E04F3B3A6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57200"/>
            <a:ext cx="77724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62D31-CA71-41A2-A15C-0BBD69C27DD3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EF201-8AD2-480A-A5D7-8B82B1B876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AD687-B50A-4982-BC24-8A4A09F485C0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7AEDB-16BB-46BD-B3FA-A6B11C76EE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/>
            </a:lvl1pPr>
          </a:lstStyle>
          <a:p>
            <a:pPr>
              <a:defRPr/>
            </a:pPr>
            <a:fld id="{38FA1FAD-B94F-4E86-8EAD-F799E18F4A8F}" type="datetime1">
              <a:rPr lang="zh-CN" altLang="en-US"/>
              <a:pPr>
                <a:defRPr/>
              </a:pPr>
              <a:t>2024/2/27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12013" y="4760119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>
              <a:defRPr/>
            </a:pPr>
            <a:fld id="{54EC6380-8B73-4E9C-9920-B74C09F8E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4.bin"/><Relationship Id="rId39" Type="http://schemas.openxmlformats.org/officeDocument/2006/relationships/image" Target="../media/image23.wmf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4.wmf"/><Relationship Id="rId34" Type="http://schemas.openxmlformats.org/officeDocument/2006/relationships/oleObject" Target="../embeddings/oleObject18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6.wmf"/><Relationship Id="rId33" Type="http://schemas.openxmlformats.org/officeDocument/2006/relationships/image" Target="../media/image20.wmf"/><Relationship Id="rId38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oleObject" Target="../embeddings/oleObject11.bin"/><Relationship Id="rId29" Type="http://schemas.openxmlformats.org/officeDocument/2006/relationships/image" Target="../media/image1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3.bin"/><Relationship Id="rId32" Type="http://schemas.openxmlformats.org/officeDocument/2006/relationships/oleObject" Target="../embeddings/oleObject17.bin"/><Relationship Id="rId37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5.wmf"/><Relationship Id="rId28" Type="http://schemas.openxmlformats.org/officeDocument/2006/relationships/oleObject" Target="../embeddings/oleObject15.bin"/><Relationship Id="rId36" Type="http://schemas.openxmlformats.org/officeDocument/2006/relationships/oleObject" Target="../embeddings/oleObject19.bin"/><Relationship Id="rId10" Type="http://schemas.openxmlformats.org/officeDocument/2006/relationships/image" Target="../media/image10.emf"/><Relationship Id="rId19" Type="http://schemas.openxmlformats.org/officeDocument/2006/relationships/oleObject" Target="../embeddings/oleObject10.bin"/><Relationship Id="rId31" Type="http://schemas.openxmlformats.org/officeDocument/2006/relationships/image" Target="../media/image19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Relationship Id="rId22" Type="http://schemas.openxmlformats.org/officeDocument/2006/relationships/oleObject" Target="../embeddings/oleObject12.bin"/><Relationship Id="rId27" Type="http://schemas.openxmlformats.org/officeDocument/2006/relationships/image" Target="../media/image17.wmf"/><Relationship Id="rId30" Type="http://schemas.openxmlformats.org/officeDocument/2006/relationships/oleObject" Target="../embeddings/oleObject16.bin"/><Relationship Id="rId35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12.wmf"/><Relationship Id="rId26" Type="http://schemas.openxmlformats.org/officeDocument/2006/relationships/image" Target="../media/image35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34" Type="http://schemas.openxmlformats.org/officeDocument/2006/relationships/image" Target="../media/image39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28.bin"/><Relationship Id="rId25" Type="http://schemas.openxmlformats.org/officeDocument/2006/relationships/oleObject" Target="../embeddings/oleObject32.bin"/><Relationship Id="rId33" Type="http://schemas.openxmlformats.org/officeDocument/2006/relationships/oleObject" Target="../embeddings/oleObject3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.wmf"/><Relationship Id="rId20" Type="http://schemas.openxmlformats.org/officeDocument/2006/relationships/image" Target="../media/image14.wmf"/><Relationship Id="rId29" Type="http://schemas.openxmlformats.org/officeDocument/2006/relationships/oleObject" Target="../embeddings/oleObject34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4.wmf"/><Relationship Id="rId32" Type="http://schemas.openxmlformats.org/officeDocument/2006/relationships/image" Target="../media/image38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28" Type="http://schemas.openxmlformats.org/officeDocument/2006/relationships/image" Target="../media/image36.wmf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29.bin"/><Relationship Id="rId31" Type="http://schemas.openxmlformats.org/officeDocument/2006/relationships/oleObject" Target="../embeddings/oleObject35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11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33.bin"/><Relationship Id="rId30" Type="http://schemas.openxmlformats.org/officeDocument/2006/relationships/image" Target="../media/image3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12.wmf"/><Relationship Id="rId26" Type="http://schemas.openxmlformats.org/officeDocument/2006/relationships/image" Target="../media/image14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34" Type="http://schemas.openxmlformats.org/officeDocument/2006/relationships/image" Target="../media/image52.wmf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33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46.wmf"/><Relationship Id="rId29" Type="http://schemas.openxmlformats.org/officeDocument/2006/relationships/oleObject" Target="../embeddings/oleObject50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48.wmf"/><Relationship Id="rId32" Type="http://schemas.openxmlformats.org/officeDocument/2006/relationships/image" Target="../media/image51.wmf"/><Relationship Id="rId37" Type="http://schemas.openxmlformats.org/officeDocument/2006/relationships/image" Target="../media/image54.e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49.wmf"/><Relationship Id="rId36" Type="http://schemas.openxmlformats.org/officeDocument/2006/relationships/image" Target="../media/image53.wmf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45.bin"/><Relationship Id="rId31" Type="http://schemas.openxmlformats.org/officeDocument/2006/relationships/oleObject" Target="../embeddings/oleObject51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5.wmf"/><Relationship Id="rId22" Type="http://schemas.openxmlformats.org/officeDocument/2006/relationships/image" Target="../media/image47.w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50.wmf"/><Relationship Id="rId35" Type="http://schemas.openxmlformats.org/officeDocument/2006/relationships/oleObject" Target="../embeddings/oleObject5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0.wmf"/><Relationship Id="rId26" Type="http://schemas.openxmlformats.org/officeDocument/2006/relationships/image" Target="../media/image64.e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9.e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wmf"/><Relationship Id="rId20" Type="http://schemas.openxmlformats.org/officeDocument/2006/relationships/image" Target="../media/image61.wmf"/><Relationship Id="rId29" Type="http://schemas.openxmlformats.org/officeDocument/2006/relationships/oleObject" Target="../embeddings/oleObject6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63.e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65.wmf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62.bin"/><Relationship Id="rId31" Type="http://schemas.openxmlformats.org/officeDocument/2006/relationships/image" Target="../media/image67.gi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11.wmf"/><Relationship Id="rId22" Type="http://schemas.openxmlformats.org/officeDocument/2006/relationships/image" Target="../media/image62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6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60.wmf"/><Relationship Id="rId26" Type="http://schemas.openxmlformats.org/officeDocument/2006/relationships/image" Target="../media/image75.w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7.bin"/><Relationship Id="rId34" Type="http://schemas.openxmlformats.org/officeDocument/2006/relationships/image" Target="../media/image79.wmf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75.bin"/><Relationship Id="rId25" Type="http://schemas.openxmlformats.org/officeDocument/2006/relationships/oleObject" Target="../embeddings/oleObject79.bin"/><Relationship Id="rId33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20" Type="http://schemas.openxmlformats.org/officeDocument/2006/relationships/image" Target="../media/image61.wmf"/><Relationship Id="rId29" Type="http://schemas.openxmlformats.org/officeDocument/2006/relationships/oleObject" Target="../embeddings/oleObject81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69.emf"/><Relationship Id="rId11" Type="http://schemas.openxmlformats.org/officeDocument/2006/relationships/oleObject" Target="../embeddings/oleObject72.bin"/><Relationship Id="rId24" Type="http://schemas.openxmlformats.org/officeDocument/2006/relationships/image" Target="../media/image74.wmf"/><Relationship Id="rId32" Type="http://schemas.openxmlformats.org/officeDocument/2006/relationships/image" Target="../media/image78.wmf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23" Type="http://schemas.openxmlformats.org/officeDocument/2006/relationships/oleObject" Target="../embeddings/oleObject78.bin"/><Relationship Id="rId28" Type="http://schemas.openxmlformats.org/officeDocument/2006/relationships/image" Target="../media/image76.wmf"/><Relationship Id="rId10" Type="http://schemas.openxmlformats.org/officeDocument/2006/relationships/image" Target="../media/image71.emf"/><Relationship Id="rId19" Type="http://schemas.openxmlformats.org/officeDocument/2006/relationships/oleObject" Target="../embeddings/oleObject76.bin"/><Relationship Id="rId31" Type="http://schemas.openxmlformats.org/officeDocument/2006/relationships/oleObject" Target="../embeddings/oleObject82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11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80.bin"/><Relationship Id="rId30" Type="http://schemas.openxmlformats.org/officeDocument/2006/relationships/image" Target="../media/image7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9.bin"/><Relationship Id="rId18" Type="http://schemas.openxmlformats.org/officeDocument/2006/relationships/image" Target="../media/image84.wmf"/><Relationship Id="rId3" Type="http://schemas.openxmlformats.org/officeDocument/2006/relationships/oleObject" Target="../embeddings/oleObject84.bin"/><Relationship Id="rId21" Type="http://schemas.openxmlformats.org/officeDocument/2006/relationships/oleObject" Target="../embeddings/oleObject93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8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23" Type="http://schemas.openxmlformats.org/officeDocument/2006/relationships/oleObject" Target="../embeddings/oleObject94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92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12.wmf"/><Relationship Id="rId22" Type="http://schemas.openxmlformats.org/officeDocument/2006/relationships/image" Target="../media/image8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20" Type="http://schemas.openxmlformats.org/officeDocument/2006/relationships/image" Target="../media/image9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95.w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2.wmf"/><Relationship Id="rId22" Type="http://schemas.openxmlformats.org/officeDocument/2006/relationships/image" Target="../media/image9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image" Target="../media/image101.jpg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67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118.bin"/><Relationship Id="rId3" Type="http://schemas.openxmlformats.org/officeDocument/2006/relationships/oleObject" Target="../embeddings/oleObject111.bin"/><Relationship Id="rId21" Type="http://schemas.openxmlformats.org/officeDocument/2006/relationships/image" Target="../media/image12.wmf"/><Relationship Id="rId7" Type="http://schemas.openxmlformats.org/officeDocument/2006/relationships/oleObject" Target="../embeddings/oleObject113.bin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08.wmf"/><Relationship Id="rId25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7.bin"/><Relationship Id="rId20" Type="http://schemas.openxmlformats.org/officeDocument/2006/relationships/oleObject" Target="../embeddings/oleObject119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3.wmf"/><Relationship Id="rId11" Type="http://schemas.openxmlformats.org/officeDocument/2006/relationships/image" Target="../media/image109.gif"/><Relationship Id="rId24" Type="http://schemas.openxmlformats.org/officeDocument/2006/relationships/oleObject" Target="../embeddings/oleObject121.bin"/><Relationship Id="rId5" Type="http://schemas.openxmlformats.org/officeDocument/2006/relationships/oleObject" Target="../embeddings/oleObject112.bin"/><Relationship Id="rId15" Type="http://schemas.openxmlformats.org/officeDocument/2006/relationships/image" Target="../media/image107.wmf"/><Relationship Id="rId23" Type="http://schemas.openxmlformats.org/officeDocument/2006/relationships/image" Target="../media/image14.wmf"/><Relationship Id="rId10" Type="http://schemas.openxmlformats.org/officeDocument/2006/relationships/image" Target="../media/image105.wmf"/><Relationship Id="rId19" Type="http://schemas.openxmlformats.org/officeDocument/2006/relationships/image" Target="../media/image11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14.bin"/><Relationship Id="rId14" Type="http://schemas.openxmlformats.org/officeDocument/2006/relationships/oleObject" Target="../embeddings/oleObject116.bin"/><Relationship Id="rId22" Type="http://schemas.openxmlformats.org/officeDocument/2006/relationships/oleObject" Target="../embeddings/oleObject12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2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3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0.w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1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36.bin"/><Relationship Id="rId21" Type="http://schemas.openxmlformats.org/officeDocument/2006/relationships/oleObject" Target="../embeddings/oleObject145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13.wmf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44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26.wmf"/><Relationship Id="rId22" Type="http://schemas.openxmlformats.org/officeDocument/2006/relationships/image" Target="../media/image11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55.bin"/><Relationship Id="rId3" Type="http://schemas.openxmlformats.org/officeDocument/2006/relationships/oleObject" Target="../embeddings/oleObject147.bin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49.bin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33.wmf"/><Relationship Id="rId25" Type="http://schemas.openxmlformats.org/officeDocument/2006/relationships/image" Target="../media/image13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4.bin"/><Relationship Id="rId20" Type="http://schemas.openxmlformats.org/officeDocument/2006/relationships/oleObject" Target="../embeddings/oleObject156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1.wmf"/><Relationship Id="rId11" Type="http://schemas.openxmlformats.org/officeDocument/2006/relationships/image" Target="../media/image11.wmf"/><Relationship Id="rId24" Type="http://schemas.openxmlformats.org/officeDocument/2006/relationships/oleObject" Target="../embeddings/oleObject159.bin"/><Relationship Id="rId5" Type="http://schemas.openxmlformats.org/officeDocument/2006/relationships/oleObject" Target="../embeddings/oleObject148.bin"/><Relationship Id="rId15" Type="http://schemas.openxmlformats.org/officeDocument/2006/relationships/image" Target="../media/image60.wmf"/><Relationship Id="rId23" Type="http://schemas.openxmlformats.org/officeDocument/2006/relationships/image" Target="../media/image80.wmf"/><Relationship Id="rId10" Type="http://schemas.openxmlformats.org/officeDocument/2006/relationships/oleObject" Target="../embeddings/oleObject151.bin"/><Relationship Id="rId19" Type="http://schemas.openxmlformats.org/officeDocument/2006/relationships/image" Target="../media/image134.wmf"/><Relationship Id="rId4" Type="http://schemas.openxmlformats.org/officeDocument/2006/relationships/image" Target="../media/image130.wmf"/><Relationship Id="rId9" Type="http://schemas.openxmlformats.org/officeDocument/2006/relationships/image" Target="../media/image132.wmf"/><Relationship Id="rId14" Type="http://schemas.openxmlformats.org/officeDocument/2006/relationships/oleObject" Target="../embeddings/oleObject153.bin"/><Relationship Id="rId22" Type="http://schemas.openxmlformats.org/officeDocument/2006/relationships/oleObject" Target="../embeddings/oleObject15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6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48.wmf"/><Relationship Id="rId3" Type="http://schemas.openxmlformats.org/officeDocument/2006/relationships/oleObject" Target="../embeddings/oleObject165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7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5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60.wmf"/><Relationship Id="rId26" Type="http://schemas.openxmlformats.org/officeDocument/2006/relationships/image" Target="../media/image164.wmf"/><Relationship Id="rId39" Type="http://schemas.openxmlformats.org/officeDocument/2006/relationships/image" Target="../media/image170.wmf"/><Relationship Id="rId3" Type="http://schemas.openxmlformats.org/officeDocument/2006/relationships/oleObject" Target="../embeddings/oleObject178.bin"/><Relationship Id="rId21" Type="http://schemas.openxmlformats.org/officeDocument/2006/relationships/oleObject" Target="../embeddings/oleObject187.bin"/><Relationship Id="rId34" Type="http://schemas.openxmlformats.org/officeDocument/2006/relationships/oleObject" Target="../embeddings/oleObject194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33" Type="http://schemas.openxmlformats.org/officeDocument/2006/relationships/image" Target="../media/image167.wmf"/><Relationship Id="rId38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9.wmf"/><Relationship Id="rId20" Type="http://schemas.openxmlformats.org/officeDocument/2006/relationships/image" Target="../media/image161.wmf"/><Relationship Id="rId29" Type="http://schemas.openxmlformats.org/officeDocument/2006/relationships/oleObject" Target="../embeddings/oleObject191.bin"/><Relationship Id="rId41" Type="http://schemas.openxmlformats.org/officeDocument/2006/relationships/image" Target="../media/image171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82.bin"/><Relationship Id="rId24" Type="http://schemas.openxmlformats.org/officeDocument/2006/relationships/image" Target="../media/image163.wmf"/><Relationship Id="rId32" Type="http://schemas.openxmlformats.org/officeDocument/2006/relationships/oleObject" Target="../embeddings/oleObject193.bin"/><Relationship Id="rId37" Type="http://schemas.openxmlformats.org/officeDocument/2006/relationships/image" Target="../media/image169.wmf"/><Relationship Id="rId40" Type="http://schemas.openxmlformats.org/officeDocument/2006/relationships/oleObject" Target="../embeddings/oleObject197.bin"/><Relationship Id="rId5" Type="http://schemas.openxmlformats.org/officeDocument/2006/relationships/oleObject" Target="../embeddings/oleObject179.bin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28" Type="http://schemas.openxmlformats.org/officeDocument/2006/relationships/image" Target="../media/image165.wmf"/><Relationship Id="rId36" Type="http://schemas.openxmlformats.org/officeDocument/2006/relationships/oleObject" Target="../embeddings/oleObject195.bin"/><Relationship Id="rId10" Type="http://schemas.openxmlformats.org/officeDocument/2006/relationships/image" Target="../media/image156.wmf"/><Relationship Id="rId19" Type="http://schemas.openxmlformats.org/officeDocument/2006/relationships/oleObject" Target="../embeddings/oleObject186.bin"/><Relationship Id="rId31" Type="http://schemas.openxmlformats.org/officeDocument/2006/relationships/image" Target="../media/image166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58.wmf"/><Relationship Id="rId22" Type="http://schemas.openxmlformats.org/officeDocument/2006/relationships/image" Target="../media/image162.wmf"/><Relationship Id="rId27" Type="http://schemas.openxmlformats.org/officeDocument/2006/relationships/oleObject" Target="../embeddings/oleObject190.bin"/><Relationship Id="rId30" Type="http://schemas.openxmlformats.org/officeDocument/2006/relationships/oleObject" Target="../embeddings/oleObject192.bin"/><Relationship Id="rId35" Type="http://schemas.openxmlformats.org/officeDocument/2006/relationships/image" Target="../media/image16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179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76.wmf"/><Relationship Id="rId17" Type="http://schemas.openxmlformats.org/officeDocument/2006/relationships/oleObject" Target="../embeddings/oleObject2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8.wmf"/><Relationship Id="rId20" Type="http://schemas.openxmlformats.org/officeDocument/2006/relationships/image" Target="../media/image18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10" Type="http://schemas.openxmlformats.org/officeDocument/2006/relationships/image" Target="../media/image175.wmf"/><Relationship Id="rId19" Type="http://schemas.openxmlformats.org/officeDocument/2006/relationships/oleObject" Target="../embeddings/oleObject206.bin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17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oleObject" Target="../embeddings/oleObject212.bin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8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2.w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0" Type="http://schemas.openxmlformats.org/officeDocument/2006/relationships/image" Target="../media/image184.wmf"/><Relationship Id="rId4" Type="http://schemas.openxmlformats.org/officeDocument/2006/relationships/image" Target="../media/image181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8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218.bin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3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9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196.wmf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22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198.wmf"/><Relationship Id="rId18" Type="http://schemas.openxmlformats.org/officeDocument/2006/relationships/oleObject" Target="../embeddings/oleObject229.bin"/><Relationship Id="rId3" Type="http://schemas.openxmlformats.org/officeDocument/2006/relationships/image" Target="../media/image204.png"/><Relationship Id="rId21" Type="http://schemas.openxmlformats.org/officeDocument/2006/relationships/image" Target="../media/image202.wmf"/><Relationship Id="rId7" Type="http://schemas.openxmlformats.org/officeDocument/2006/relationships/image" Target="../media/image207.png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2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0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06.png"/><Relationship Id="rId11" Type="http://schemas.openxmlformats.org/officeDocument/2006/relationships/image" Target="../media/image197.wmf"/><Relationship Id="rId5" Type="http://schemas.openxmlformats.org/officeDocument/2006/relationships/image" Target="../media/image205.png"/><Relationship Id="rId15" Type="http://schemas.openxmlformats.org/officeDocument/2006/relationships/image" Target="../media/image199.wmf"/><Relationship Id="rId23" Type="http://schemas.openxmlformats.org/officeDocument/2006/relationships/image" Target="../media/image203.wmf"/><Relationship Id="rId10" Type="http://schemas.openxmlformats.org/officeDocument/2006/relationships/oleObject" Target="../embeddings/oleObject225.bin"/><Relationship Id="rId19" Type="http://schemas.openxmlformats.org/officeDocument/2006/relationships/image" Target="../media/image201.wmf"/><Relationship Id="rId4" Type="http://schemas.microsoft.com/office/2007/relationships/hdphoto" Target="../media/hdphoto1.wdp"/><Relationship Id="rId9" Type="http://schemas.openxmlformats.org/officeDocument/2006/relationships/image" Target="../media/image8.wmf"/><Relationship Id="rId14" Type="http://schemas.openxmlformats.org/officeDocument/2006/relationships/oleObject" Target="../embeddings/oleObject227.bin"/><Relationship Id="rId22" Type="http://schemas.openxmlformats.org/officeDocument/2006/relationships/oleObject" Target="../embeddings/oleObject2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3"/>
          <p:cNvSpPr txBox="1">
            <a:spLocks noChangeArrowheads="1"/>
          </p:cNvSpPr>
          <p:nvPr/>
        </p:nvSpPr>
        <p:spPr bwMode="auto">
          <a:xfrm>
            <a:off x="2682479" y="1346598"/>
            <a:ext cx="40576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sz="2400" b="1">
                <a:latin typeface="宋体" pitchFamily="2" charset="-122"/>
              </a:rPr>
              <a:t>参考系、质点</a:t>
            </a:r>
            <a:endParaRPr lang="zh-CN" altLang="en-US" sz="2400"/>
          </a:p>
        </p:txBody>
      </p:sp>
      <p:sp>
        <p:nvSpPr>
          <p:cNvPr id="24579" name="Text Box 14"/>
          <p:cNvSpPr txBox="1">
            <a:spLocks noChangeArrowheads="1"/>
          </p:cNvSpPr>
          <p:nvPr/>
        </p:nvSpPr>
        <p:spPr bwMode="auto">
          <a:xfrm>
            <a:off x="2682478" y="1843088"/>
            <a:ext cx="45958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sz="2400" b="1"/>
              <a:t>位置矢量、运动方程、位移</a:t>
            </a:r>
            <a:endParaRPr lang="zh-CN" altLang="en-US" sz="2400"/>
          </a:p>
        </p:txBody>
      </p:sp>
      <p:sp>
        <p:nvSpPr>
          <p:cNvPr id="24580" name="Text Box 15"/>
          <p:cNvSpPr txBox="1">
            <a:spLocks noChangeArrowheads="1"/>
          </p:cNvSpPr>
          <p:nvPr/>
        </p:nvSpPr>
        <p:spPr bwMode="auto">
          <a:xfrm>
            <a:off x="2682478" y="2339579"/>
            <a:ext cx="499467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sz="2400" b="1">
                <a:latin typeface="宋体" pitchFamily="2" charset="-122"/>
              </a:rPr>
              <a:t>速度、加速度</a:t>
            </a:r>
            <a:endParaRPr lang="zh-CN" altLang="en-US" sz="2400"/>
          </a:p>
        </p:txBody>
      </p:sp>
      <p:sp>
        <p:nvSpPr>
          <p:cNvPr id="24581" name="Rectangle 23"/>
          <p:cNvSpPr>
            <a:spLocks noChangeArrowheads="1"/>
          </p:cNvSpPr>
          <p:nvPr/>
        </p:nvSpPr>
        <p:spPr bwMode="auto">
          <a:xfrm>
            <a:off x="1972866" y="850107"/>
            <a:ext cx="39481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/>
              <a:t>§1-1  </a:t>
            </a:r>
            <a:r>
              <a:rPr lang="zh-CN" altLang="en-US" sz="2400" b="1"/>
              <a:t>质点运动的描述</a:t>
            </a:r>
          </a:p>
        </p:txBody>
      </p:sp>
      <p:sp>
        <p:nvSpPr>
          <p:cNvPr id="24582" name="Rectangle 28"/>
          <p:cNvSpPr>
            <a:spLocks noChangeArrowheads="1"/>
          </p:cNvSpPr>
          <p:nvPr/>
        </p:nvSpPr>
        <p:spPr bwMode="auto">
          <a:xfrm>
            <a:off x="3221831" y="347663"/>
            <a:ext cx="3139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/>
              <a:t>第一章    质点运动学</a:t>
            </a:r>
          </a:p>
        </p:txBody>
      </p:sp>
      <p:sp>
        <p:nvSpPr>
          <p:cNvPr id="24583" name="Rectangle 31"/>
          <p:cNvSpPr>
            <a:spLocks noChangeArrowheads="1"/>
          </p:cNvSpPr>
          <p:nvPr/>
        </p:nvSpPr>
        <p:spPr bwMode="auto">
          <a:xfrm>
            <a:off x="1972866" y="2836069"/>
            <a:ext cx="3443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/>
              <a:t>§1-2 </a:t>
            </a:r>
            <a:r>
              <a:rPr lang="zh-CN" altLang="en-US" sz="2400" b="1"/>
              <a:t>圆周运动</a:t>
            </a:r>
          </a:p>
        </p:txBody>
      </p:sp>
      <p:sp>
        <p:nvSpPr>
          <p:cNvPr id="24584" name="Rectangle 32"/>
          <p:cNvSpPr>
            <a:spLocks noChangeArrowheads="1"/>
          </p:cNvSpPr>
          <p:nvPr/>
        </p:nvSpPr>
        <p:spPr bwMode="auto">
          <a:xfrm>
            <a:off x="1972866" y="4326732"/>
            <a:ext cx="3443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/>
              <a:t>§1-3 </a:t>
            </a:r>
            <a:r>
              <a:rPr lang="zh-CN" altLang="en-US" sz="2400" b="1"/>
              <a:t>相对运动</a:t>
            </a:r>
          </a:p>
        </p:txBody>
      </p:sp>
      <p:sp>
        <p:nvSpPr>
          <p:cNvPr id="24585" name="Text Box 33"/>
          <p:cNvSpPr txBox="1">
            <a:spLocks noChangeArrowheads="1"/>
          </p:cNvSpPr>
          <p:nvPr/>
        </p:nvSpPr>
        <p:spPr bwMode="auto">
          <a:xfrm>
            <a:off x="2608660" y="3332560"/>
            <a:ext cx="45958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sz="2400" b="1"/>
              <a:t>平面极坐标、角速度、角加速度</a:t>
            </a:r>
            <a:endParaRPr lang="zh-CN" altLang="en-US" sz="2400"/>
          </a:p>
        </p:txBody>
      </p:sp>
      <p:sp>
        <p:nvSpPr>
          <p:cNvPr id="24586" name="Text Box 34"/>
          <p:cNvSpPr txBox="1">
            <a:spLocks noChangeArrowheads="1"/>
          </p:cNvSpPr>
          <p:nvPr/>
        </p:nvSpPr>
        <p:spPr bwMode="auto">
          <a:xfrm>
            <a:off x="2608660" y="3829050"/>
            <a:ext cx="45958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sz="2400" b="1"/>
              <a:t>自然坐标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C49CE3-F750-437A-AFAE-86F744590C28}" type="slidenum">
              <a:rPr lang="en-US" altLang="zh-CN" smtClean="0"/>
              <a:pPr/>
              <a:t>2</a:t>
            </a:fld>
            <a:endParaRPr lang="en-US" altLang="zh-CN" smtClean="0"/>
          </a:p>
        </p:txBody>
      </p:sp>
      <p:sp>
        <p:nvSpPr>
          <p:cNvPr id="25603" name="Text Box 12"/>
          <p:cNvSpPr txBox="1">
            <a:spLocks noChangeArrowheads="1"/>
          </p:cNvSpPr>
          <p:nvPr/>
        </p:nvSpPr>
        <p:spPr bwMode="auto">
          <a:xfrm>
            <a:off x="1264444" y="647701"/>
            <a:ext cx="40576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zh-CN" altLang="en-US" sz="2250" b="1">
                <a:solidFill>
                  <a:srgbClr val="CC0000"/>
                </a:solidFill>
                <a:latin typeface="宋体" pitchFamily="2" charset="-122"/>
              </a:rPr>
              <a:t>一、参考系、质点</a:t>
            </a:r>
          </a:p>
        </p:txBody>
      </p:sp>
      <p:sp>
        <p:nvSpPr>
          <p:cNvPr id="25604" name="Rectangle 13"/>
          <p:cNvSpPr>
            <a:spLocks noChangeArrowheads="1"/>
          </p:cNvSpPr>
          <p:nvPr/>
        </p:nvSpPr>
        <p:spPr bwMode="auto">
          <a:xfrm>
            <a:off x="2850356" y="107156"/>
            <a:ext cx="3829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§1-1  </a:t>
            </a:r>
            <a:r>
              <a:rPr lang="zh-CN" altLang="en-US" sz="2400" b="1">
                <a:solidFill>
                  <a:schemeClr val="tx2"/>
                </a:solidFill>
              </a:rPr>
              <a:t>质点运动的描述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223963" y="1039416"/>
            <a:ext cx="58293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2100" b="1" kern="0">
                <a:solidFill>
                  <a:srgbClr val="CB05A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+mj-ea"/>
                <a:cs typeface="+mj-cs"/>
              </a:rPr>
              <a:t>0.</a:t>
            </a:r>
            <a:r>
              <a:rPr lang="zh-CN" altLang="en-US" sz="2100" b="1" kern="0">
                <a:solidFill>
                  <a:srgbClr val="CB05A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+mj-ea"/>
                <a:cs typeface="+mj-cs"/>
              </a:rPr>
              <a:t>质点模型</a:t>
            </a:r>
            <a:endParaRPr lang="zh-CN" altLang="en-US" sz="2100" b="1" kern="0" dirty="0">
              <a:solidFill>
                <a:srgbClr val="CB05A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ea typeface="+mj-ea"/>
              <a:cs typeface="+mj-cs"/>
            </a:endParaRPr>
          </a:p>
        </p:txBody>
      </p:sp>
      <p:pic>
        <p:nvPicPr>
          <p:cNvPr id="12" name="Picture 4" descr="豹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96916" y="1795463"/>
            <a:ext cx="1339453" cy="57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 descr="豹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55269" y="2644379"/>
            <a:ext cx="1022747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656160" y="4241006"/>
            <a:ext cx="604837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 b="1">
                <a:solidFill>
                  <a:srgbClr val="000000"/>
                </a:solidFill>
              </a:rPr>
              <a:t>由繁到简将物体模型化为一个点</a:t>
            </a:r>
            <a:r>
              <a:rPr lang="en-US" altLang="zh-CN" sz="2100" b="1">
                <a:solidFill>
                  <a:srgbClr val="000000"/>
                </a:solidFill>
              </a:rPr>
              <a:t>——</a:t>
            </a:r>
            <a:r>
              <a:rPr lang="zh-CN" altLang="en-US" sz="2100" b="1">
                <a:solidFill>
                  <a:srgbClr val="0000FF"/>
                </a:solidFill>
              </a:rPr>
              <a:t>质点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2897982" y="1289447"/>
            <a:ext cx="46982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 b="1">
                <a:solidFill>
                  <a:srgbClr val="000066"/>
                </a:solidFill>
              </a:rPr>
              <a:t>大小和形状对研究的问题没有影响</a:t>
            </a:r>
            <a:endParaRPr lang="zh-CN" altLang="en-US" sz="2100" b="1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6" name="椭圆 15"/>
          <p:cNvSpPr>
            <a:spLocks noChangeArrowheads="1"/>
          </p:cNvSpPr>
          <p:nvPr/>
        </p:nvSpPr>
        <p:spPr bwMode="auto">
          <a:xfrm>
            <a:off x="4532710" y="3921919"/>
            <a:ext cx="67865" cy="67866"/>
          </a:xfrm>
          <a:prstGeom prst="ellipse">
            <a:avLst/>
          </a:prstGeom>
          <a:solidFill>
            <a:srgbClr val="04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 sz="2100"/>
          </a:p>
        </p:txBody>
      </p:sp>
      <p:pic>
        <p:nvPicPr>
          <p:cNvPr id="17" name="Picture 6" descr="豹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29100" y="3357563"/>
            <a:ext cx="675085" cy="289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4" grpId="0"/>
      <p:bldP spid="15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36272C-5492-4253-8469-8EE30BE8FC51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34691" y="2828925"/>
            <a:ext cx="5829300" cy="857250"/>
          </a:xfrm>
        </p:spPr>
        <p:txBody>
          <a:bodyPr/>
          <a:lstStyle/>
          <a:p>
            <a:pPr algn="l" eaLnBrk="1" hangingPunct="1"/>
            <a:r>
              <a:rPr lang="en-US" altLang="zh-CN" sz="2100" b="1" dirty="0">
                <a:solidFill>
                  <a:srgbClr val="800000"/>
                </a:solidFill>
              </a:rPr>
              <a:t>1.</a:t>
            </a:r>
            <a:r>
              <a:rPr lang="zh-CN" altLang="en-US" sz="2100" b="1" dirty="0">
                <a:solidFill>
                  <a:srgbClr val="800000"/>
                </a:solidFill>
              </a:rPr>
              <a:t>运动的绝对性</a:t>
            </a:r>
          </a:p>
        </p:txBody>
      </p:sp>
      <p:sp>
        <p:nvSpPr>
          <p:cNvPr id="13322" name="矩形 19"/>
          <p:cNvSpPr>
            <a:spLocks noChangeArrowheads="1"/>
          </p:cNvSpPr>
          <p:nvPr/>
        </p:nvSpPr>
        <p:spPr bwMode="auto">
          <a:xfrm>
            <a:off x="2789635" y="4342210"/>
            <a:ext cx="345638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zh-CN" altLang="en-US" sz="21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动”还是“不动”？</a:t>
            </a:r>
          </a:p>
        </p:txBody>
      </p:sp>
      <p:sp>
        <p:nvSpPr>
          <p:cNvPr id="13323" name="矩形 20"/>
          <p:cNvSpPr>
            <a:spLocks noChangeArrowheads="1"/>
          </p:cNvSpPr>
          <p:nvPr/>
        </p:nvSpPr>
        <p:spPr bwMode="auto">
          <a:xfrm>
            <a:off x="1331119" y="3902869"/>
            <a:ext cx="326707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100" b="1" dirty="0">
                <a:solidFill>
                  <a:srgbClr val="800000"/>
                </a:solidFill>
              </a:rPr>
              <a:t>2.</a:t>
            </a:r>
            <a:r>
              <a:rPr lang="zh-CN" altLang="en-US" sz="2100" b="1" dirty="0">
                <a:solidFill>
                  <a:srgbClr val="800000"/>
                </a:solidFill>
              </a:rPr>
              <a:t>运动的描述是相对的</a:t>
            </a:r>
          </a:p>
        </p:txBody>
      </p:sp>
      <p:sp>
        <p:nvSpPr>
          <p:cNvPr id="13324" name="矩形 22"/>
          <p:cNvSpPr>
            <a:spLocks noChangeArrowheads="1"/>
          </p:cNvSpPr>
          <p:nvPr/>
        </p:nvSpPr>
        <p:spPr bwMode="auto">
          <a:xfrm>
            <a:off x="1784748" y="3430191"/>
            <a:ext cx="516374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100" b="1" dirty="0">
                <a:solidFill>
                  <a:srgbClr val="000000"/>
                </a:solidFill>
                <a:latin typeface="宋体" pitchFamily="2" charset="-122"/>
              </a:rPr>
              <a:t>“</a:t>
            </a:r>
            <a:r>
              <a:rPr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坐地日行八万里，</a:t>
            </a:r>
            <a:r>
              <a:rPr lang="zh-CN" altLang="en-US" sz="2100" b="1" dirty="0">
                <a:solidFill>
                  <a:srgbClr val="000000"/>
                </a:solidFill>
              </a:rPr>
              <a:t>巡天遥看一千河</a:t>
            </a:r>
            <a:r>
              <a:rPr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”</a:t>
            </a: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1635919" y="189310"/>
            <a:ext cx="6076950" cy="5355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Ø"/>
            </a:pPr>
            <a:r>
              <a:rPr kumimoji="0" lang="en-US" altLang="zh-CN" sz="2400" b="1">
                <a:latin typeface="Arial" charset="0"/>
              </a:rPr>
              <a:t> </a:t>
            </a:r>
            <a:r>
              <a:rPr kumimoji="0" lang="zh-CN" altLang="en-US" sz="2400" b="1">
                <a:latin typeface="Arial" charset="0"/>
              </a:rPr>
              <a:t>物体能否抽象为质点，视具体情况而定．</a:t>
            </a:r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2082404" y="837010"/>
            <a:ext cx="4845844" cy="2106215"/>
          </a:xfrm>
          <a:prstGeom prst="rect">
            <a:avLst/>
          </a:prstGeom>
          <a:solidFill>
            <a:schemeClr val="bg1"/>
          </a:solidFill>
          <a:ln w="9525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26633" name="Oval 8"/>
          <p:cNvSpPr>
            <a:spLocks noChangeArrowheads="1"/>
          </p:cNvSpPr>
          <p:nvPr/>
        </p:nvSpPr>
        <p:spPr bwMode="auto">
          <a:xfrm>
            <a:off x="2659856" y="945356"/>
            <a:ext cx="3619500" cy="1910954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26634" name="Oval 9"/>
          <p:cNvSpPr>
            <a:spLocks noChangeArrowheads="1"/>
          </p:cNvSpPr>
          <p:nvPr/>
        </p:nvSpPr>
        <p:spPr bwMode="auto">
          <a:xfrm>
            <a:off x="5578079" y="1107281"/>
            <a:ext cx="173831" cy="163116"/>
          </a:xfrm>
          <a:prstGeom prst="ellipse">
            <a:avLst/>
          </a:prstGeom>
          <a:gradFill rotWithShape="1">
            <a:gsLst>
              <a:gs pos="0">
                <a:srgbClr val="4C88C4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 cap="sq">
            <a:solidFill>
              <a:srgbClr val="33CC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26635" name="Oval 10"/>
          <p:cNvSpPr>
            <a:spLocks noChangeArrowheads="1"/>
          </p:cNvSpPr>
          <p:nvPr/>
        </p:nvSpPr>
        <p:spPr bwMode="auto">
          <a:xfrm>
            <a:off x="3690938" y="1733551"/>
            <a:ext cx="417910" cy="451247"/>
          </a:xfrm>
          <a:prstGeom prst="ellipse">
            <a:avLst/>
          </a:prstGeom>
          <a:gradFill rotWithShape="1">
            <a:gsLst>
              <a:gs pos="0">
                <a:srgbClr val="FF6600"/>
              </a:gs>
              <a:gs pos="100000">
                <a:srgbClr val="762F00"/>
              </a:gs>
            </a:gsLst>
            <a:path path="shape">
              <a:fillToRect l="50000" t="50000" r="50000" b="50000"/>
            </a:path>
          </a:gradFill>
          <a:ln w="12700" cap="sq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Arial" charset="0"/>
              <a:buNone/>
            </a:pPr>
            <a:endParaRPr kumimoji="0" lang="zh-CN" altLang="zh-CN" sz="240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26636" name="Freeform 11"/>
          <p:cNvSpPr>
            <a:spLocks/>
          </p:cNvSpPr>
          <p:nvPr/>
        </p:nvSpPr>
        <p:spPr bwMode="auto">
          <a:xfrm>
            <a:off x="3904060" y="1160860"/>
            <a:ext cx="1781175" cy="809625"/>
          </a:xfrm>
          <a:custGeom>
            <a:avLst/>
            <a:gdLst>
              <a:gd name="T0" fmla="*/ 0 w 921"/>
              <a:gd name="T1" fmla="*/ 2147483647 h 233"/>
              <a:gd name="T2" fmla="*/ 2147483647 w 921"/>
              <a:gd name="T3" fmla="*/ 0 h 233"/>
              <a:gd name="T4" fmla="*/ 0 60000 65536"/>
              <a:gd name="T5" fmla="*/ 0 60000 65536"/>
              <a:gd name="T6" fmla="*/ 0 w 921"/>
              <a:gd name="T7" fmla="*/ 0 h 233"/>
              <a:gd name="T8" fmla="*/ 921 w 921"/>
              <a:gd name="T9" fmla="*/ 233 h 2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21" h="233">
                <a:moveTo>
                  <a:pt x="0" y="233"/>
                </a:moveTo>
                <a:lnTo>
                  <a:pt x="921" y="0"/>
                </a:lnTo>
              </a:path>
            </a:pathLst>
          </a:custGeom>
          <a:solidFill>
            <a:schemeClr val="folHlink"/>
          </a:solidFill>
          <a:ln w="28575" cap="sq" cmpd="sng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26637" name="Rectangle 12"/>
          <p:cNvSpPr>
            <a:spLocks noChangeArrowheads="1"/>
          </p:cNvSpPr>
          <p:nvPr/>
        </p:nvSpPr>
        <p:spPr bwMode="auto">
          <a:xfrm>
            <a:off x="3579019" y="2078831"/>
            <a:ext cx="92273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100" b="1">
                <a:solidFill>
                  <a:srgbClr val="000066"/>
                </a:solidFill>
                <a:sym typeface="Symbol" pitchFamily="18" charset="2"/>
              </a:rPr>
              <a:t>太阳</a:t>
            </a:r>
            <a:endParaRPr kumimoji="0" lang="zh-CN" altLang="en-US" sz="210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26638" name="Rectangle 13"/>
          <p:cNvSpPr>
            <a:spLocks noChangeArrowheads="1"/>
          </p:cNvSpPr>
          <p:nvPr/>
        </p:nvSpPr>
        <p:spPr bwMode="auto">
          <a:xfrm>
            <a:off x="5330429" y="1269206"/>
            <a:ext cx="73461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100" b="1">
                <a:solidFill>
                  <a:srgbClr val="000066"/>
                </a:solidFill>
                <a:sym typeface="Symbol" pitchFamily="18" charset="2"/>
              </a:rPr>
              <a:t>地球</a:t>
            </a:r>
            <a:endParaRPr kumimoji="0" lang="zh-CN" altLang="en-US" sz="2100">
              <a:solidFill>
                <a:srgbClr val="000066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  <p:bldP spid="13322" grpId="0"/>
      <p:bldP spid="13323" grpId="0"/>
      <p:bldP spid="133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B66CD31-4865-4E5D-BDCA-49F7689306CB}" type="slidenum">
              <a:rPr lang="en-US" altLang="zh-CN" smtClean="0"/>
              <a:pPr/>
              <a:t>4</a:t>
            </a:fld>
            <a:endParaRPr lang="en-US" altLang="zh-CN" smtClean="0"/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09700" y="377429"/>
            <a:ext cx="5829300" cy="857250"/>
          </a:xfrm>
        </p:spPr>
        <p:txBody>
          <a:bodyPr/>
          <a:lstStyle/>
          <a:p>
            <a:pPr algn="l" eaLnBrk="1" hangingPunct="1"/>
            <a:r>
              <a:rPr lang="en-US" altLang="zh-CN" sz="2100" b="1">
                <a:solidFill>
                  <a:srgbClr val="800000"/>
                </a:solidFill>
              </a:rPr>
              <a:t>3.</a:t>
            </a:r>
            <a:r>
              <a:rPr lang="zh-CN" altLang="en-US" sz="2100" b="1">
                <a:solidFill>
                  <a:srgbClr val="800000"/>
                </a:solidFill>
              </a:rPr>
              <a:t>参考系</a:t>
            </a:r>
          </a:p>
        </p:txBody>
      </p:sp>
      <p:sp>
        <p:nvSpPr>
          <p:cNvPr id="14346" name="矩形 10"/>
          <p:cNvSpPr>
            <a:spLocks noChangeArrowheads="1"/>
          </p:cNvSpPr>
          <p:nvPr/>
        </p:nvSpPr>
        <p:spPr bwMode="auto">
          <a:xfrm>
            <a:off x="2677717" y="577406"/>
            <a:ext cx="429696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 b="1" dirty="0">
                <a:solidFill>
                  <a:srgbClr val="040000"/>
                </a:solidFill>
                <a:latin typeface="宋体" pitchFamily="2" charset="-122"/>
              </a:rPr>
              <a:t>参考系不同，物体运动状态不同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494235" y="4421863"/>
            <a:ext cx="60209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</a:rPr>
              <a:t>参考系 ：为了描述物体运动而被选作参考的物体或物体系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311" y="1829277"/>
            <a:ext cx="2743011" cy="206606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44" y="1235347"/>
            <a:ext cx="2428488" cy="2659997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B03534-5858-48CB-9C6C-79A2DB979C29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4155" y="187166"/>
            <a:ext cx="5829300" cy="857250"/>
          </a:xfrm>
        </p:spPr>
        <p:txBody>
          <a:bodyPr/>
          <a:lstStyle/>
          <a:p>
            <a:pPr algn="l" eaLnBrk="1" hangingPunct="1"/>
            <a:r>
              <a:rPr lang="en-US" altLang="zh-CN" sz="2100" b="1">
                <a:solidFill>
                  <a:srgbClr val="800000"/>
                </a:solidFill>
              </a:rPr>
              <a:t>4.</a:t>
            </a:r>
            <a:r>
              <a:rPr lang="zh-CN" altLang="en-US" sz="2100" b="1">
                <a:solidFill>
                  <a:srgbClr val="800000"/>
                </a:solidFill>
              </a:rPr>
              <a:t>坐标系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615393" y="390620"/>
            <a:ext cx="5795057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00" b="1">
                <a:solidFill>
                  <a:srgbClr val="040000"/>
                </a:solidFill>
                <a:latin typeface="宋体" pitchFamily="2" charset="-122"/>
              </a:rPr>
              <a:t>    </a:t>
            </a:r>
            <a:r>
              <a:rPr lang="zh-CN" altLang="en-US" sz="2100" b="1">
                <a:solidFill>
                  <a:srgbClr val="040000"/>
                </a:solidFill>
                <a:latin typeface="宋体" pitchFamily="2" charset="-122"/>
              </a:rPr>
              <a:t>在选定的参考物上建立固定的坐标系，</a:t>
            </a:r>
            <a:endParaRPr lang="en-US" altLang="zh-CN" sz="2100" b="1">
              <a:solidFill>
                <a:srgbClr val="040000"/>
              </a:solidFill>
              <a:latin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040000"/>
                </a:solidFill>
                <a:latin typeface="宋体" pitchFamily="2" charset="-122"/>
              </a:rPr>
              <a:t>    可</a:t>
            </a:r>
            <a:r>
              <a:rPr lang="zh-CN" altLang="en-US" sz="2100" b="1">
                <a:solidFill>
                  <a:srgbClr val="0000FF"/>
                </a:solidFill>
                <a:latin typeface="宋体" pitchFamily="2" charset="-122"/>
              </a:rPr>
              <a:t>精确</a:t>
            </a:r>
            <a:r>
              <a:rPr lang="zh-CN" altLang="en-US" sz="2100" b="1">
                <a:solidFill>
                  <a:srgbClr val="040000"/>
                </a:solidFill>
                <a:latin typeface="宋体" pitchFamily="2" charset="-122"/>
              </a:rPr>
              <a:t>描述物体的运动</a:t>
            </a:r>
            <a:r>
              <a:rPr lang="en-US" altLang="zh-CN" sz="2100" b="1">
                <a:solidFill>
                  <a:srgbClr val="040000"/>
                </a:solidFill>
                <a:latin typeface="宋体" pitchFamily="2" charset="-122"/>
              </a:rPr>
              <a:t>.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03" y="1969184"/>
            <a:ext cx="2765833" cy="21416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541" y="2038340"/>
            <a:ext cx="2500986" cy="20600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332" y="2117028"/>
            <a:ext cx="1967292" cy="1967292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D51FBEE-7299-4BAD-A668-C0470672786E}" type="slidenum">
              <a:rPr lang="en-US" altLang="zh-CN" smtClean="0"/>
              <a:pPr/>
              <a:t>6</a:t>
            </a:fld>
            <a:endParaRPr lang="en-US" altLang="zh-CN" smtClean="0"/>
          </a:p>
        </p:txBody>
      </p:sp>
      <p:sp>
        <p:nvSpPr>
          <p:cNvPr id="2071" name="Rectangle 2"/>
          <p:cNvSpPr>
            <a:spLocks noChangeArrowheads="1"/>
          </p:cNvSpPr>
          <p:nvPr/>
        </p:nvSpPr>
        <p:spPr bwMode="auto">
          <a:xfrm>
            <a:off x="821293" y="310754"/>
            <a:ext cx="5472113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700" b="1">
                <a:solidFill>
                  <a:srgbClr val="CC0000"/>
                </a:solidFill>
                <a:latin typeface="宋体" pitchFamily="2" charset="-122"/>
              </a:rPr>
              <a:t>二、位置矢量　运动方程　位移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648304"/>
              </p:ext>
            </p:extLst>
          </p:nvPr>
        </p:nvGraphicFramePr>
        <p:xfrm>
          <a:off x="1271350" y="1545432"/>
          <a:ext cx="2326481" cy="52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130" r:id="rId3" imgW="1016883" imgH="228799" progId="Equation.3">
                  <p:embed/>
                </p:oleObj>
              </mc:Choice>
              <mc:Fallback>
                <p:oleObj r:id="rId3" imgW="1016883" imgH="228799" progId="Equation.3">
                  <p:embed/>
                  <p:pic>
                    <p:nvPicPr>
                      <p:cNvPr id="0" name="Picture 3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350" y="1545432"/>
                        <a:ext cx="2326481" cy="5226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72" name="Group 4"/>
          <p:cNvGrpSpPr>
            <a:grpSpLocks/>
          </p:cNvGrpSpPr>
          <p:nvPr/>
        </p:nvGrpSpPr>
        <p:grpSpPr bwMode="auto">
          <a:xfrm>
            <a:off x="1109425" y="985838"/>
            <a:ext cx="2088356" cy="461963"/>
            <a:chOff x="0" y="0"/>
            <a:chExt cx="1754" cy="388"/>
          </a:xfrm>
        </p:grpSpPr>
        <p:sp>
          <p:nvSpPr>
            <p:cNvPr id="2110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75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2400" b="1">
                  <a:solidFill>
                    <a:srgbClr val="CC0000"/>
                  </a:solidFill>
                </a:rPr>
                <a:t>1.  </a:t>
              </a:r>
              <a:r>
                <a:rPr kumimoji="0" lang="zh-CN" altLang="en-US" sz="2400" b="1">
                  <a:solidFill>
                    <a:srgbClr val="000000"/>
                  </a:solidFill>
                </a:rPr>
                <a:t>位置矢量</a:t>
              </a:r>
            </a:p>
          </p:txBody>
        </p:sp>
        <p:graphicFrame>
          <p:nvGraphicFramePr>
            <p:cNvPr id="2069" name="Object 6"/>
            <p:cNvGraphicFramePr>
              <a:graphicFrameLocks noChangeAspect="1"/>
            </p:cNvGraphicFramePr>
            <p:nvPr/>
          </p:nvGraphicFramePr>
          <p:xfrm>
            <a:off x="1497" y="32"/>
            <a:ext cx="23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1" r:id="rId5" imgW="178032" imgH="216181" progId="Equation.3">
                    <p:embed/>
                  </p:oleObj>
                </mc:Choice>
                <mc:Fallback>
                  <p:oleObj r:id="rId5" imgW="178032" imgH="216181" progId="Equation.3">
                    <p:embed/>
                    <p:pic>
                      <p:nvPicPr>
                        <p:cNvPr id="0" name="Picture 3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2"/>
                          <a:ext cx="23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73" name="Group 7"/>
          <p:cNvGrpSpPr>
            <a:grpSpLocks/>
          </p:cNvGrpSpPr>
          <p:nvPr/>
        </p:nvGrpSpPr>
        <p:grpSpPr bwMode="auto">
          <a:xfrm>
            <a:off x="5615464" y="1085851"/>
            <a:ext cx="3078956" cy="2593181"/>
            <a:chOff x="0" y="0"/>
            <a:chExt cx="2586" cy="2178"/>
          </a:xfrm>
        </p:grpSpPr>
        <p:sp>
          <p:nvSpPr>
            <p:cNvPr id="209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586" cy="217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94" name="Freeform 9"/>
            <p:cNvSpPr>
              <a:spLocks/>
            </p:cNvSpPr>
            <p:nvPr/>
          </p:nvSpPr>
          <p:spPr bwMode="auto">
            <a:xfrm>
              <a:off x="970" y="771"/>
              <a:ext cx="781" cy="538"/>
            </a:xfrm>
            <a:custGeom>
              <a:avLst/>
              <a:gdLst>
                <a:gd name="T0" fmla="*/ 0 w 781"/>
                <a:gd name="T1" fmla="*/ 538 h 538"/>
                <a:gd name="T2" fmla="*/ 781 w 781"/>
                <a:gd name="T3" fmla="*/ 0 h 538"/>
                <a:gd name="T4" fmla="*/ 0 60000 65536"/>
                <a:gd name="T5" fmla="*/ 0 60000 65536"/>
                <a:gd name="T6" fmla="*/ 0 w 781"/>
                <a:gd name="T7" fmla="*/ 0 h 538"/>
                <a:gd name="T8" fmla="*/ 781 w 781"/>
                <a:gd name="T9" fmla="*/ 538 h 5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1" h="538">
                  <a:moveTo>
                    <a:pt x="0" y="538"/>
                  </a:moveTo>
                  <a:lnTo>
                    <a:pt x="781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206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2707723"/>
                </p:ext>
              </p:extLst>
            </p:nvPr>
          </p:nvGraphicFramePr>
          <p:xfrm>
            <a:off x="1293" y="699"/>
            <a:ext cx="24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2" r:id="rId7" imgW="127276" imgH="152731" progId="Equation.3">
                    <p:embed/>
                  </p:oleObj>
                </mc:Choice>
                <mc:Fallback>
                  <p:oleObj r:id="rId7" imgW="127276" imgH="152731" progId="Equation.3">
                    <p:embed/>
                    <p:pic>
                      <p:nvPicPr>
                        <p:cNvPr id="0" name="Picture 3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3" y="699"/>
                          <a:ext cx="24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5" name="Text Box 11"/>
            <p:cNvSpPr txBox="1">
              <a:spLocks noChangeArrowheads="1"/>
            </p:cNvSpPr>
            <p:nvPr/>
          </p:nvSpPr>
          <p:spPr bwMode="auto">
            <a:xfrm>
              <a:off x="1653" y="642"/>
              <a:ext cx="24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1800" b="1">
                  <a:solidFill>
                    <a:srgbClr val="CC0000"/>
                  </a:solidFill>
                </a:rPr>
                <a:t>*</a:t>
              </a:r>
              <a:endParaRPr kumimoji="0" lang="zh-CN" altLang="en-US" sz="1800" b="1"/>
            </a:p>
          </p:txBody>
        </p:sp>
        <p:graphicFrame>
          <p:nvGraphicFramePr>
            <p:cNvPr id="2061" name="Object 12"/>
            <p:cNvGraphicFramePr>
              <a:graphicFrameLocks noChangeAspect="1"/>
            </p:cNvGraphicFramePr>
            <p:nvPr/>
          </p:nvGraphicFramePr>
          <p:xfrm>
            <a:off x="1847" y="563"/>
            <a:ext cx="22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3" r:id="rId9" imgW="6890760" imgH="7314120" progId="Equation.3">
                    <p:embed/>
                  </p:oleObj>
                </mc:Choice>
                <mc:Fallback>
                  <p:oleObj r:id="rId9" imgW="6890760" imgH="7314120" progId="Equation.3">
                    <p:embed/>
                    <p:pic>
                      <p:nvPicPr>
                        <p:cNvPr id="0" name="Picture 3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7" y="563"/>
                          <a:ext cx="222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6" name="Line 13"/>
            <p:cNvSpPr>
              <a:spLocks noChangeShapeType="1"/>
            </p:cNvSpPr>
            <p:nvPr/>
          </p:nvSpPr>
          <p:spPr bwMode="auto">
            <a:xfrm>
              <a:off x="1749" y="738"/>
              <a:ext cx="0" cy="94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97" name="Line 14"/>
            <p:cNvSpPr>
              <a:spLocks noChangeShapeType="1"/>
            </p:cNvSpPr>
            <p:nvPr/>
          </p:nvSpPr>
          <p:spPr bwMode="auto">
            <a:xfrm flipH="1">
              <a:off x="69" y="1698"/>
              <a:ext cx="168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98" name="Line 15"/>
            <p:cNvSpPr>
              <a:spLocks noChangeShapeType="1"/>
            </p:cNvSpPr>
            <p:nvPr/>
          </p:nvSpPr>
          <p:spPr bwMode="auto">
            <a:xfrm flipV="1">
              <a:off x="1749" y="1314"/>
              <a:ext cx="432" cy="38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99" name="Line 16"/>
            <p:cNvSpPr>
              <a:spLocks noChangeShapeType="1"/>
            </p:cNvSpPr>
            <p:nvPr/>
          </p:nvSpPr>
          <p:spPr bwMode="auto">
            <a:xfrm>
              <a:off x="981" y="1314"/>
              <a:ext cx="768" cy="38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0" name="Line 17"/>
            <p:cNvSpPr>
              <a:spLocks noChangeShapeType="1"/>
            </p:cNvSpPr>
            <p:nvPr/>
          </p:nvSpPr>
          <p:spPr bwMode="auto">
            <a:xfrm flipH="1" flipV="1">
              <a:off x="981" y="402"/>
              <a:ext cx="768" cy="33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1" name="Line 18"/>
            <p:cNvSpPr>
              <a:spLocks noChangeShapeType="1"/>
            </p:cNvSpPr>
            <p:nvPr/>
          </p:nvSpPr>
          <p:spPr bwMode="auto">
            <a:xfrm flipH="1">
              <a:off x="501" y="402"/>
              <a:ext cx="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2" name="Line 19"/>
            <p:cNvSpPr>
              <a:spLocks noChangeShapeType="1"/>
            </p:cNvSpPr>
            <p:nvPr/>
          </p:nvSpPr>
          <p:spPr bwMode="auto">
            <a:xfrm flipH="1">
              <a:off x="473" y="1299"/>
              <a:ext cx="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3" name="Line 20"/>
            <p:cNvSpPr>
              <a:spLocks noChangeShapeType="1"/>
            </p:cNvSpPr>
            <p:nvPr/>
          </p:nvSpPr>
          <p:spPr bwMode="auto">
            <a:xfrm>
              <a:off x="623" y="402"/>
              <a:ext cx="0" cy="897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prstDash val="dash"/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4" name="Line 21"/>
            <p:cNvSpPr>
              <a:spLocks noChangeShapeType="1"/>
            </p:cNvSpPr>
            <p:nvPr/>
          </p:nvSpPr>
          <p:spPr bwMode="auto">
            <a:xfrm flipH="1">
              <a:off x="123" y="1299"/>
              <a:ext cx="500" cy="399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prstDash val="dash"/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5" name="Line 22"/>
            <p:cNvSpPr>
              <a:spLocks noChangeShapeType="1"/>
            </p:cNvSpPr>
            <p:nvPr/>
          </p:nvSpPr>
          <p:spPr bwMode="auto">
            <a:xfrm>
              <a:off x="372" y="1769"/>
              <a:ext cx="1288" cy="7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prstDash val="dash"/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2062" name="Object 23"/>
            <p:cNvGraphicFramePr>
              <a:graphicFrameLocks noChangeAspect="1"/>
            </p:cNvGraphicFramePr>
            <p:nvPr/>
          </p:nvGraphicFramePr>
          <p:xfrm>
            <a:off x="889" y="1769"/>
            <a:ext cx="20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4" r:id="rId11" imgW="178109" imgH="190831" progId="Equation.3">
                    <p:embed/>
                  </p:oleObj>
                </mc:Choice>
                <mc:Fallback>
                  <p:oleObj r:id="rId11" imgW="178109" imgH="190831" progId="Equation.3">
                    <p:embed/>
                    <p:pic>
                      <p:nvPicPr>
                        <p:cNvPr id="0" name="Picture 3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9" y="1769"/>
                          <a:ext cx="208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3" name="Object 24"/>
            <p:cNvGraphicFramePr>
              <a:graphicFrameLocks noChangeAspect="1"/>
            </p:cNvGraphicFramePr>
            <p:nvPr/>
          </p:nvGraphicFramePr>
          <p:xfrm>
            <a:off x="390" y="717"/>
            <a:ext cx="225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5" r:id="rId13" imgW="190914" imgH="241825" progId="Equation.3">
                    <p:embed/>
                  </p:oleObj>
                </mc:Choice>
                <mc:Fallback>
                  <p:oleObj r:id="rId13" imgW="190914" imgH="241825" progId="Equation.3">
                    <p:embed/>
                    <p:pic>
                      <p:nvPicPr>
                        <p:cNvPr id="0" name="Picture 3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" y="717"/>
                          <a:ext cx="225" cy="2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4" name="Object 25"/>
            <p:cNvGraphicFramePr>
              <a:graphicFrameLocks noChangeAspect="1"/>
            </p:cNvGraphicFramePr>
            <p:nvPr/>
          </p:nvGraphicFramePr>
          <p:xfrm>
            <a:off x="209" y="1316"/>
            <a:ext cx="193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6" r:id="rId15" imgW="165459" imgH="165459" progId="Equation.3">
                    <p:embed/>
                  </p:oleObj>
                </mc:Choice>
                <mc:Fallback>
                  <p:oleObj r:id="rId15" imgW="165459" imgH="165459" progId="Equation.3">
                    <p:embed/>
                    <p:pic>
                      <p:nvPicPr>
                        <p:cNvPr id="0" name="Picture 3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" y="1316"/>
                          <a:ext cx="193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6" name="Line 26"/>
            <p:cNvSpPr>
              <a:spLocks noChangeShapeType="1"/>
            </p:cNvSpPr>
            <p:nvPr/>
          </p:nvSpPr>
          <p:spPr bwMode="auto">
            <a:xfrm flipV="1">
              <a:off x="981" y="66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7" name="Line 27"/>
            <p:cNvSpPr>
              <a:spLocks noChangeShapeType="1"/>
            </p:cNvSpPr>
            <p:nvPr/>
          </p:nvSpPr>
          <p:spPr bwMode="auto">
            <a:xfrm>
              <a:off x="948" y="1314"/>
              <a:ext cx="161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08" name="Line 28"/>
            <p:cNvSpPr>
              <a:spLocks noChangeShapeType="1"/>
            </p:cNvSpPr>
            <p:nvPr/>
          </p:nvSpPr>
          <p:spPr bwMode="auto">
            <a:xfrm flipH="1">
              <a:off x="227" y="1291"/>
              <a:ext cx="757" cy="6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2065" name="Object 29"/>
            <p:cNvGraphicFramePr>
              <a:graphicFrameLocks noChangeAspect="1"/>
            </p:cNvGraphicFramePr>
            <p:nvPr/>
          </p:nvGraphicFramePr>
          <p:xfrm>
            <a:off x="2277" y="1362"/>
            <a:ext cx="2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7" r:id="rId17" imgW="178109" imgH="190831" progId="Equation.3">
                    <p:embed/>
                  </p:oleObj>
                </mc:Choice>
                <mc:Fallback>
                  <p:oleObj r:id="rId17" imgW="178109" imgH="190831" progId="Equation.3">
                    <p:embed/>
                    <p:pic>
                      <p:nvPicPr>
                        <p:cNvPr id="0" name="Picture 3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7" y="1362"/>
                          <a:ext cx="22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6" name="Object 30"/>
            <p:cNvGraphicFramePr>
              <a:graphicFrameLocks noChangeAspect="1"/>
            </p:cNvGraphicFramePr>
            <p:nvPr/>
          </p:nvGraphicFramePr>
          <p:xfrm>
            <a:off x="213" y="1876"/>
            <a:ext cx="20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8" r:id="rId18" imgW="165459" imgH="165459" progId="Equation.3">
                    <p:embed/>
                  </p:oleObj>
                </mc:Choice>
                <mc:Fallback>
                  <p:oleObj r:id="rId18" imgW="165459" imgH="165459" progId="Equation.3">
                    <p:embed/>
                    <p:pic>
                      <p:nvPicPr>
                        <p:cNvPr id="0" name="Picture 3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" y="1876"/>
                          <a:ext cx="206" cy="20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7" name="Object 31"/>
            <p:cNvGraphicFramePr>
              <a:graphicFrameLocks noChangeAspect="1"/>
            </p:cNvGraphicFramePr>
            <p:nvPr/>
          </p:nvGraphicFramePr>
          <p:xfrm>
            <a:off x="708" y="114"/>
            <a:ext cx="28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39" r:id="rId19" imgW="190914" imgH="241825" progId="Equation.3">
                    <p:embed/>
                  </p:oleObj>
                </mc:Choice>
                <mc:Fallback>
                  <p:oleObj r:id="rId19" imgW="190914" imgH="241825" progId="Equation.3">
                    <p:embed/>
                    <p:pic>
                      <p:nvPicPr>
                        <p:cNvPr id="0" name="Picture 3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114"/>
                          <a:ext cx="287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9668184"/>
                </p:ext>
              </p:extLst>
            </p:nvPr>
          </p:nvGraphicFramePr>
          <p:xfrm>
            <a:off x="735" y="1064"/>
            <a:ext cx="26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0" r:id="rId20" imgW="127276" imgH="140004" progId="Equation.DSMT4">
                    <p:embed/>
                  </p:oleObj>
                </mc:Choice>
                <mc:Fallback>
                  <p:oleObj r:id="rId20" imgW="127276" imgH="140004" progId="Equation.DSMT4">
                    <p:embed/>
                    <p:pic>
                      <p:nvPicPr>
                        <p:cNvPr id="0" name="Picture 3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" y="1064"/>
                          <a:ext cx="26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9" name="Freeform 33"/>
            <p:cNvSpPr>
              <a:spLocks/>
            </p:cNvSpPr>
            <p:nvPr/>
          </p:nvSpPr>
          <p:spPr bwMode="auto">
            <a:xfrm>
              <a:off x="1549" y="1663"/>
              <a:ext cx="247" cy="210"/>
            </a:xfrm>
            <a:custGeom>
              <a:avLst/>
              <a:gdLst>
                <a:gd name="T0" fmla="*/ 247 w 247"/>
                <a:gd name="T1" fmla="*/ 0 h 210"/>
                <a:gd name="T2" fmla="*/ 0 w 247"/>
                <a:gd name="T3" fmla="*/ 210 h 210"/>
                <a:gd name="T4" fmla="*/ 0 60000 65536"/>
                <a:gd name="T5" fmla="*/ 0 60000 65536"/>
                <a:gd name="T6" fmla="*/ 0 w 247"/>
                <a:gd name="T7" fmla="*/ 0 h 210"/>
                <a:gd name="T8" fmla="*/ 247 w 247"/>
                <a:gd name="T9" fmla="*/ 210 h 2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7" h="210">
                  <a:moveTo>
                    <a:pt x="247" y="0"/>
                  </a:moveTo>
                  <a:lnTo>
                    <a:pt x="0" y="210"/>
                  </a:ln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6569155" y="2132410"/>
            <a:ext cx="715565" cy="923925"/>
            <a:chOff x="0" y="-63"/>
            <a:chExt cx="601" cy="776"/>
          </a:xfrm>
        </p:grpSpPr>
        <p:sp>
          <p:nvSpPr>
            <p:cNvPr id="2090" name="Arc 35"/>
            <p:cNvSpPr>
              <a:spLocks/>
            </p:cNvSpPr>
            <p:nvPr/>
          </p:nvSpPr>
          <p:spPr bwMode="auto">
            <a:xfrm>
              <a:off x="192" y="144"/>
              <a:ext cx="145" cy="1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33CC33"/>
              </a:solidFill>
              <a:round/>
              <a:headEnd/>
              <a:tailEnd type="triangle" w="sm" len="med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91" name="Arc 36"/>
            <p:cNvSpPr>
              <a:spLocks/>
            </p:cNvSpPr>
            <p:nvPr/>
          </p:nvSpPr>
          <p:spPr bwMode="auto">
            <a:xfrm>
              <a:off x="345" y="229"/>
              <a:ext cx="87" cy="1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 type="triangle" w="sm" len="med"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92" name="Arc 37"/>
            <p:cNvSpPr>
              <a:spLocks/>
            </p:cNvSpPr>
            <p:nvPr/>
          </p:nvSpPr>
          <p:spPr bwMode="auto">
            <a:xfrm flipV="1">
              <a:off x="0" y="268"/>
              <a:ext cx="337" cy="237"/>
            </a:xfrm>
            <a:custGeom>
              <a:avLst/>
              <a:gdLst>
                <a:gd name="T0" fmla="*/ 0 w 25202"/>
                <a:gd name="T1" fmla="*/ 0 h 21600"/>
                <a:gd name="T2" fmla="*/ 0 w 25202"/>
                <a:gd name="T3" fmla="*/ 0 h 21600"/>
                <a:gd name="T4" fmla="*/ 0 w 25202"/>
                <a:gd name="T5" fmla="*/ 0 h 21600"/>
                <a:gd name="T6" fmla="*/ 0 60000 65536"/>
                <a:gd name="T7" fmla="*/ 0 60000 65536"/>
                <a:gd name="T8" fmla="*/ 0 60000 65536"/>
                <a:gd name="T9" fmla="*/ 0 w 25202"/>
                <a:gd name="T10" fmla="*/ 0 h 21600"/>
                <a:gd name="T11" fmla="*/ 25202 w 2520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202" h="21600" fill="none" extrusionOk="0">
                  <a:moveTo>
                    <a:pt x="0" y="302"/>
                  </a:moveTo>
                  <a:cubicBezTo>
                    <a:pt x="1190" y="101"/>
                    <a:pt x="2395" y="-1"/>
                    <a:pt x="3602" y="0"/>
                  </a:cubicBezTo>
                  <a:cubicBezTo>
                    <a:pt x="15531" y="0"/>
                    <a:pt x="25202" y="9670"/>
                    <a:pt x="25202" y="21600"/>
                  </a:cubicBezTo>
                </a:path>
                <a:path w="25202" h="21600" stroke="0" extrusionOk="0">
                  <a:moveTo>
                    <a:pt x="0" y="302"/>
                  </a:moveTo>
                  <a:cubicBezTo>
                    <a:pt x="1190" y="101"/>
                    <a:pt x="2395" y="-1"/>
                    <a:pt x="3602" y="0"/>
                  </a:cubicBezTo>
                  <a:cubicBezTo>
                    <a:pt x="15531" y="0"/>
                    <a:pt x="25202" y="9670"/>
                    <a:pt x="25202" y="21600"/>
                  </a:cubicBezTo>
                  <a:lnTo>
                    <a:pt x="3602" y="21600"/>
                  </a:lnTo>
                  <a:close/>
                </a:path>
              </a:pathLst>
            </a:custGeom>
            <a:noFill/>
            <a:ln w="28575">
              <a:solidFill>
                <a:srgbClr val="CC00FF"/>
              </a:solidFill>
              <a:round/>
              <a:headEnd/>
              <a:tailEnd type="triangle" w="sm" len="med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2057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7183453"/>
                </p:ext>
              </p:extLst>
            </p:nvPr>
          </p:nvGraphicFramePr>
          <p:xfrm>
            <a:off x="408" y="190"/>
            <a:ext cx="193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1" r:id="rId22" imgW="114698" imgH="114698" progId="Equation.3">
                    <p:embed/>
                  </p:oleObj>
                </mc:Choice>
                <mc:Fallback>
                  <p:oleObj r:id="rId22" imgW="114698" imgH="114698" progId="Equation.3">
                    <p:embed/>
                    <p:pic>
                      <p:nvPicPr>
                        <p:cNvPr id="0" name="Picture 3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190"/>
                          <a:ext cx="193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956380"/>
                </p:ext>
              </p:extLst>
            </p:nvPr>
          </p:nvGraphicFramePr>
          <p:xfrm>
            <a:off x="200" y="-63"/>
            <a:ext cx="184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2" r:id="rId24" imgW="127276" imgH="152731" progId="Equation.3">
                    <p:embed/>
                  </p:oleObj>
                </mc:Choice>
                <mc:Fallback>
                  <p:oleObj r:id="rId24" imgW="127276" imgH="152731" progId="Equation.3">
                    <p:embed/>
                    <p:pic>
                      <p:nvPicPr>
                        <p:cNvPr id="0" name="Picture 3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" y="-63"/>
                          <a:ext cx="184" cy="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9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1940799"/>
                </p:ext>
              </p:extLst>
            </p:nvPr>
          </p:nvGraphicFramePr>
          <p:xfrm>
            <a:off x="119" y="448"/>
            <a:ext cx="249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3" r:id="rId26" imgW="101910" imgH="127387" progId="Equation.3">
                    <p:embed/>
                  </p:oleObj>
                </mc:Choice>
                <mc:Fallback>
                  <p:oleObj r:id="rId26" imgW="101910" imgH="127387" progId="Equation.3">
                    <p:embed/>
                    <p:pic>
                      <p:nvPicPr>
                        <p:cNvPr id="0" name="Picture 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" y="448"/>
                          <a:ext cx="249" cy="26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1163002" y="3436144"/>
            <a:ext cx="5405438" cy="1288256"/>
            <a:chOff x="0" y="0"/>
            <a:chExt cx="4540" cy="1082"/>
          </a:xfrm>
        </p:grpSpPr>
        <p:sp>
          <p:nvSpPr>
            <p:cNvPr id="2081" name="Text Box 42"/>
            <p:cNvSpPr txBox="1">
              <a:spLocks noChangeArrowheads="1"/>
            </p:cNvSpPr>
            <p:nvPr/>
          </p:nvSpPr>
          <p:spPr bwMode="auto">
            <a:xfrm>
              <a:off x="0" y="0"/>
              <a:ext cx="113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 b="1"/>
                <a:t>方向：</a:t>
              </a:r>
              <a:endParaRPr kumimoji="0" lang="zh-CN" altLang="en-US" sz="2400"/>
            </a:p>
          </p:txBody>
        </p:sp>
        <p:grpSp>
          <p:nvGrpSpPr>
            <p:cNvPr id="2082" name="Group 43"/>
            <p:cNvGrpSpPr>
              <a:grpSpLocks/>
            </p:cNvGrpSpPr>
            <p:nvPr/>
          </p:nvGrpSpPr>
          <p:grpSpPr bwMode="auto">
            <a:xfrm>
              <a:off x="31" y="294"/>
              <a:ext cx="4509" cy="788"/>
              <a:chOff x="0" y="0"/>
              <a:chExt cx="4509" cy="788"/>
            </a:xfrm>
          </p:grpSpPr>
          <p:grpSp>
            <p:nvGrpSpPr>
              <p:cNvPr id="2083" name="Group 44"/>
              <p:cNvGrpSpPr>
                <a:grpSpLocks noChangeAspect="1"/>
              </p:cNvGrpSpPr>
              <p:nvPr/>
            </p:nvGrpSpPr>
            <p:grpSpPr bwMode="auto">
              <a:xfrm>
                <a:off x="0" y="0"/>
                <a:ext cx="4509" cy="788"/>
                <a:chOff x="0" y="0"/>
                <a:chExt cx="4509" cy="788"/>
              </a:xfrm>
            </p:grpSpPr>
            <p:graphicFrame>
              <p:nvGraphicFramePr>
                <p:cNvPr id="2054" name="Object 45"/>
                <p:cNvGraphicFramePr>
                  <a:graphicFrameLocks noChangeAspect="1"/>
                </p:cNvGraphicFramePr>
                <p:nvPr/>
              </p:nvGraphicFramePr>
              <p:xfrm>
                <a:off x="0" y="0"/>
                <a:ext cx="1294" cy="7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144" r:id="rId28" imgW="686098" imgH="393871" progId="Equation.3">
                        <p:embed/>
                      </p:oleObj>
                    </mc:Choice>
                    <mc:Fallback>
                      <p:oleObj r:id="rId28" imgW="686098" imgH="393871" progId="Equation.3">
                        <p:embed/>
                        <p:pic>
                          <p:nvPicPr>
                            <p:cNvPr id="0" name="Picture 3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0" y="0"/>
                              <a:ext cx="1294" cy="76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55" name="Object 46"/>
                <p:cNvGraphicFramePr>
                  <a:graphicFrameLocks noChangeAspect="1"/>
                </p:cNvGraphicFramePr>
                <p:nvPr/>
              </p:nvGraphicFramePr>
              <p:xfrm>
                <a:off x="3271" y="22"/>
                <a:ext cx="1238" cy="7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145" r:id="rId30" imgW="609865" imgH="393871" progId="Equation.3">
                        <p:embed/>
                      </p:oleObj>
                    </mc:Choice>
                    <mc:Fallback>
                      <p:oleObj r:id="rId30" imgW="609865" imgH="393871" progId="Equation.3">
                        <p:embed/>
                        <p:pic>
                          <p:nvPicPr>
                            <p:cNvPr id="0" name="Picture 3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71" y="22"/>
                              <a:ext cx="1238" cy="7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56" name="Object 47"/>
                <p:cNvGraphicFramePr>
                  <a:graphicFrameLocks noChangeAspect="1"/>
                </p:cNvGraphicFramePr>
                <p:nvPr/>
              </p:nvGraphicFramePr>
              <p:xfrm>
                <a:off x="1542" y="23"/>
                <a:ext cx="1385" cy="7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146" r:id="rId32" imgW="698803" imgH="393871" progId="Equation.3">
                        <p:embed/>
                      </p:oleObj>
                    </mc:Choice>
                    <mc:Fallback>
                      <p:oleObj r:id="rId32" imgW="698803" imgH="393871" progId="Equation.3">
                        <p:embed/>
                        <p:pic>
                          <p:nvPicPr>
                            <p:cNvPr id="0" name="Picture 3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42" y="23"/>
                              <a:ext cx="1385" cy="76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084" name="Line 48"/>
              <p:cNvSpPr>
                <a:spLocks noChangeShapeType="1"/>
              </p:cNvSpPr>
              <p:nvPr/>
            </p:nvSpPr>
            <p:spPr bwMode="auto">
              <a:xfrm>
                <a:off x="985" y="517"/>
                <a:ext cx="0" cy="1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2085" name="Line 49"/>
              <p:cNvSpPr>
                <a:spLocks noChangeShapeType="1"/>
              </p:cNvSpPr>
              <p:nvPr/>
            </p:nvSpPr>
            <p:spPr bwMode="auto">
              <a:xfrm>
                <a:off x="1193" y="518"/>
                <a:ext cx="0" cy="1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2086" name="Line 50"/>
              <p:cNvSpPr>
                <a:spLocks noChangeShapeType="1"/>
              </p:cNvSpPr>
              <p:nvPr/>
            </p:nvSpPr>
            <p:spPr bwMode="auto">
              <a:xfrm>
                <a:off x="2600" y="543"/>
                <a:ext cx="0" cy="1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2087" name="Line 51"/>
              <p:cNvSpPr>
                <a:spLocks noChangeShapeType="1"/>
              </p:cNvSpPr>
              <p:nvPr/>
            </p:nvSpPr>
            <p:spPr bwMode="auto">
              <a:xfrm>
                <a:off x="2808" y="544"/>
                <a:ext cx="0" cy="1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2088" name="Line 52"/>
              <p:cNvSpPr>
                <a:spLocks noChangeShapeType="1"/>
              </p:cNvSpPr>
              <p:nvPr/>
            </p:nvSpPr>
            <p:spPr bwMode="auto">
              <a:xfrm>
                <a:off x="4215" y="526"/>
                <a:ext cx="0" cy="1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2089" name="Line 53"/>
              <p:cNvSpPr>
                <a:spLocks noChangeShapeType="1"/>
              </p:cNvSpPr>
              <p:nvPr/>
            </p:nvSpPr>
            <p:spPr bwMode="auto">
              <a:xfrm>
                <a:off x="4414" y="526"/>
                <a:ext cx="0" cy="1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</p:grpSp>
      </p:grpSp>
      <p:grpSp>
        <p:nvGrpSpPr>
          <p:cNvPr id="8" name="Group 54"/>
          <p:cNvGrpSpPr>
            <a:grpSpLocks/>
          </p:cNvGrpSpPr>
          <p:nvPr/>
        </p:nvGrpSpPr>
        <p:grpSpPr bwMode="auto">
          <a:xfrm>
            <a:off x="1368981" y="2625329"/>
            <a:ext cx="2530078" cy="638175"/>
            <a:chOff x="0" y="0"/>
            <a:chExt cx="2125" cy="536"/>
          </a:xfrm>
        </p:grpSpPr>
        <p:graphicFrame>
          <p:nvGraphicFramePr>
            <p:cNvPr id="2053" name="Object 55"/>
            <p:cNvGraphicFramePr>
              <a:graphicFrameLocks noChangeAspect="1"/>
            </p:cNvGraphicFramePr>
            <p:nvPr/>
          </p:nvGraphicFramePr>
          <p:xfrm>
            <a:off x="0" y="0"/>
            <a:ext cx="2125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7" r:id="rId34" imgW="1105860" imgH="279643" progId="Equation.3">
                    <p:embed/>
                  </p:oleObj>
                </mc:Choice>
                <mc:Fallback>
                  <p:oleObj r:id="rId34" imgW="1105860" imgH="279643" progId="Equation.3">
                    <p:embed/>
                    <p:pic>
                      <p:nvPicPr>
                        <p:cNvPr id="0" name="Picture 3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25" cy="5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9" name="Line 56"/>
            <p:cNvSpPr>
              <a:spLocks noChangeShapeType="1"/>
            </p:cNvSpPr>
            <p:nvPr/>
          </p:nvSpPr>
          <p:spPr bwMode="auto">
            <a:xfrm>
              <a:off x="9" y="181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80" name="Line 57"/>
            <p:cNvSpPr>
              <a:spLocks noChangeShapeType="1"/>
            </p:cNvSpPr>
            <p:nvPr/>
          </p:nvSpPr>
          <p:spPr bwMode="auto">
            <a:xfrm>
              <a:off x="218" y="18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aphicFrame>
        <p:nvGraphicFramePr>
          <p:cNvPr id="64570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196133"/>
              </p:ext>
            </p:extLst>
          </p:nvPr>
        </p:nvGraphicFramePr>
        <p:xfrm>
          <a:off x="837962" y="2853929"/>
          <a:ext cx="5619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148" r:id="rId36" imgW="241510" imgH="127110" progId="Equation.3">
                  <p:embed/>
                </p:oleObj>
              </mc:Choice>
              <mc:Fallback>
                <p:oleObj r:id="rId36" imgW="241510" imgH="127110" progId="Equation.3">
                  <p:embed/>
                  <p:pic>
                    <p:nvPicPr>
                      <p:cNvPr id="0" name="Picture 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962" y="2853929"/>
                        <a:ext cx="561975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59"/>
          <p:cNvGrpSpPr>
            <a:grpSpLocks/>
          </p:cNvGrpSpPr>
          <p:nvPr/>
        </p:nvGrpSpPr>
        <p:grpSpPr bwMode="auto">
          <a:xfrm>
            <a:off x="1228487" y="2137173"/>
            <a:ext cx="1500188" cy="461962"/>
            <a:chOff x="0" y="0"/>
            <a:chExt cx="1260" cy="388"/>
          </a:xfrm>
        </p:grpSpPr>
        <p:sp>
          <p:nvSpPr>
            <p:cNvPr id="2078" name="Text Box 60"/>
            <p:cNvSpPr txBox="1">
              <a:spLocks noChangeArrowheads="1"/>
            </p:cNvSpPr>
            <p:nvPr/>
          </p:nvSpPr>
          <p:spPr bwMode="auto">
            <a:xfrm>
              <a:off x="0" y="0"/>
              <a:ext cx="126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000000"/>
                  </a:solidFill>
                </a:rPr>
                <a:t>大小</a:t>
              </a:r>
              <a:r>
                <a:rPr kumimoji="0" lang="en-US" altLang="zh-CN" sz="2400" b="1">
                  <a:solidFill>
                    <a:srgbClr val="000000"/>
                  </a:solidFill>
                </a:rPr>
                <a:t>:</a:t>
              </a:r>
              <a:endParaRPr kumimoji="0" lang="en-US" altLang="zh-CN" sz="2400">
                <a:solidFill>
                  <a:srgbClr val="CC0000"/>
                </a:solidFill>
              </a:endParaRPr>
            </a:p>
          </p:txBody>
        </p:sp>
        <p:graphicFrame>
          <p:nvGraphicFramePr>
            <p:cNvPr id="2052" name="Object 61"/>
            <p:cNvGraphicFramePr>
              <a:graphicFrameLocks noChangeAspect="1"/>
            </p:cNvGraphicFramePr>
            <p:nvPr/>
          </p:nvGraphicFramePr>
          <p:xfrm>
            <a:off x="793" y="66"/>
            <a:ext cx="22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49" r:id="rId38" imgW="114648" imgH="127387" progId="Equation.3">
                    <p:embed/>
                  </p:oleObj>
                </mc:Choice>
                <mc:Fallback>
                  <p:oleObj r:id="rId38" imgW="114648" imgH="127387" progId="Equation.3">
                    <p:embed/>
                    <p:pic>
                      <p:nvPicPr>
                        <p:cNvPr id="0" name="Picture 3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66"/>
                          <a:ext cx="223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73892-6E71-4788-9180-51C407ACC06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859" y="304800"/>
            <a:ext cx="5921482" cy="177164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754" y="2270760"/>
            <a:ext cx="2165357" cy="16906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33" y="2309813"/>
            <a:ext cx="2093683" cy="16897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403" y="4413472"/>
            <a:ext cx="6182989" cy="35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2882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655631"/>
              </p:ext>
            </p:extLst>
          </p:nvPr>
        </p:nvGraphicFramePr>
        <p:xfrm>
          <a:off x="2154555" y="297656"/>
          <a:ext cx="3348038" cy="525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95" r:id="rId3" imgW="1677128" imgH="228699" progId="Equation.3">
                  <p:embed/>
                </p:oleObj>
              </mc:Choice>
              <mc:Fallback>
                <p:oleObj r:id="rId3" imgW="1677128" imgH="228699" progId="Equation.3">
                  <p:embed/>
                  <p:pic>
                    <p:nvPicPr>
                      <p:cNvPr id="0" name="Picture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555" y="297656"/>
                        <a:ext cx="3348038" cy="525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44556" y="1014888"/>
            <a:ext cx="2655895" cy="1296591"/>
            <a:chOff x="-188" y="0"/>
            <a:chExt cx="2211" cy="1077"/>
          </a:xfrm>
        </p:grpSpPr>
        <p:graphicFrame>
          <p:nvGraphicFramePr>
            <p:cNvPr id="3084" name="Object 4"/>
            <p:cNvGraphicFramePr>
              <a:graphicFrameLocks noChangeAspect="1"/>
            </p:cNvGraphicFramePr>
            <p:nvPr/>
          </p:nvGraphicFramePr>
          <p:xfrm>
            <a:off x="998" y="0"/>
            <a:ext cx="99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796" r:id="rId5" imgW="508221" imgH="203288" progId="Equation.3">
                    <p:embed/>
                  </p:oleObj>
                </mc:Choice>
                <mc:Fallback>
                  <p:oleObj r:id="rId5" imgW="508221" imgH="203288" progId="Equation.3">
                    <p:embed/>
                    <p:pic>
                      <p:nvPicPr>
                        <p:cNvPr id="0" name="Picture 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0"/>
                          <a:ext cx="998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5" name="Object 5"/>
            <p:cNvGraphicFramePr>
              <a:graphicFrameLocks noChangeAspect="1"/>
            </p:cNvGraphicFramePr>
            <p:nvPr/>
          </p:nvGraphicFramePr>
          <p:xfrm>
            <a:off x="980" y="358"/>
            <a:ext cx="104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797" r:id="rId7" imgW="533632" imgH="203288" progId="Equation.3">
                    <p:embed/>
                  </p:oleObj>
                </mc:Choice>
                <mc:Fallback>
                  <p:oleObj r:id="rId7" imgW="533632" imgH="203288" progId="Equation.3">
                    <p:embed/>
                    <p:pic>
                      <p:nvPicPr>
                        <p:cNvPr id="0" name="Picture 2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0" y="358"/>
                          <a:ext cx="1043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6" name="Object 6"/>
            <p:cNvGraphicFramePr>
              <a:graphicFrameLocks noChangeAspect="1"/>
            </p:cNvGraphicFramePr>
            <p:nvPr/>
          </p:nvGraphicFramePr>
          <p:xfrm>
            <a:off x="998" y="693"/>
            <a:ext cx="99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798" r:id="rId9" imgW="508221" imgH="203288" progId="Equation.3">
                    <p:embed/>
                  </p:oleObj>
                </mc:Choice>
                <mc:Fallback>
                  <p:oleObj r:id="rId9" imgW="508221" imgH="203288" progId="Equation.3">
                    <p:embed/>
                    <p:pic>
                      <p:nvPicPr>
                        <p:cNvPr id="0" name="Picture 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693"/>
                          <a:ext cx="998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11" name="AutoShape 7"/>
            <p:cNvSpPr>
              <a:spLocks/>
            </p:cNvSpPr>
            <p:nvPr/>
          </p:nvSpPr>
          <p:spPr bwMode="auto">
            <a:xfrm>
              <a:off x="843" y="139"/>
              <a:ext cx="198" cy="720"/>
            </a:xfrm>
            <a:prstGeom prst="leftBrace">
              <a:avLst>
                <a:gd name="adj1" fmla="val 3030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3112" name="Text Box 8"/>
            <p:cNvSpPr txBox="1">
              <a:spLocks noChangeArrowheads="1"/>
            </p:cNvSpPr>
            <p:nvPr/>
          </p:nvSpPr>
          <p:spPr bwMode="auto">
            <a:xfrm>
              <a:off x="-188" y="298"/>
              <a:ext cx="107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1C1C1C"/>
                  </a:solidFill>
                </a:rPr>
                <a:t>分量式</a:t>
              </a:r>
              <a:endParaRPr kumimoji="0" lang="zh-CN" altLang="en-US" sz="2400" b="1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89170" y="2520315"/>
            <a:ext cx="4685422" cy="978693"/>
            <a:chOff x="-668" y="0"/>
            <a:chExt cx="2758" cy="822"/>
          </a:xfrm>
        </p:grpSpPr>
        <p:sp>
          <p:nvSpPr>
            <p:cNvPr id="3110" name="Text Box 10"/>
            <p:cNvSpPr txBox="1">
              <a:spLocks noChangeArrowheads="1"/>
            </p:cNvSpPr>
            <p:nvPr/>
          </p:nvSpPr>
          <p:spPr bwMode="auto">
            <a:xfrm>
              <a:off x="-668" y="0"/>
              <a:ext cx="2758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 dirty="0">
                  <a:solidFill>
                    <a:srgbClr val="1C1C1C"/>
                  </a:solidFill>
                </a:rPr>
                <a:t>       从上式中消去参量   得质点的</a:t>
              </a:r>
              <a:r>
                <a:rPr kumimoji="0" lang="zh-CN" altLang="en-US" sz="2400" b="1" dirty="0">
                  <a:solidFill>
                    <a:srgbClr val="CC0000"/>
                  </a:solidFill>
                </a:rPr>
                <a:t>轨迹方</a:t>
              </a:r>
              <a:r>
                <a:rPr kumimoji="0" lang="zh-CN" altLang="en-US" sz="2400" b="1">
                  <a:solidFill>
                    <a:srgbClr val="CC0000"/>
                  </a:solidFill>
                </a:rPr>
                <a:t>程</a:t>
              </a:r>
              <a:r>
                <a:rPr kumimoji="0" lang="en-US" altLang="zh-CN" sz="2400" b="1" smtClean="0">
                  <a:solidFill>
                    <a:srgbClr val="CC0000"/>
                  </a:solidFill>
                </a:rPr>
                <a:t>, </a:t>
              </a:r>
              <a:r>
                <a:rPr kumimoji="0" lang="zh-CN" altLang="en-US" sz="2400" b="1" smtClean="0">
                  <a:solidFill>
                    <a:srgbClr val="CC0000"/>
                  </a:solidFill>
                </a:rPr>
                <a:t>例</a:t>
              </a:r>
              <a:r>
                <a:rPr kumimoji="0" lang="zh-CN" altLang="en-US" sz="2400" b="1" dirty="0">
                  <a:solidFill>
                    <a:srgbClr val="CC0000"/>
                  </a:solidFill>
                </a:rPr>
                <a:t>如，二维运动：</a:t>
              </a:r>
            </a:p>
          </p:txBody>
        </p:sp>
        <p:graphicFrame>
          <p:nvGraphicFramePr>
            <p:cNvPr id="308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3077601"/>
                </p:ext>
              </p:extLst>
            </p:nvPr>
          </p:nvGraphicFramePr>
          <p:xfrm>
            <a:off x="1157" y="76"/>
            <a:ext cx="13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799" r:id="rId11" imgW="114449" imgH="216181" progId="Equation.3">
                    <p:embed/>
                  </p:oleObj>
                </mc:Choice>
                <mc:Fallback>
                  <p:oleObj r:id="rId11" imgW="114449" imgH="216181" progId="Equation.3">
                    <p:embed/>
                    <p:pic>
                      <p:nvPicPr>
                        <p:cNvPr id="0" name="Picture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7" y="76"/>
                          <a:ext cx="131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800964" y="1330643"/>
            <a:ext cx="2628900" cy="2193131"/>
            <a:chOff x="0" y="0"/>
            <a:chExt cx="2208" cy="1842"/>
          </a:xfrm>
        </p:grpSpPr>
        <p:grpSp>
          <p:nvGrpSpPr>
            <p:cNvPr id="3106" name="Group 13"/>
            <p:cNvGrpSpPr>
              <a:grpSpLocks/>
            </p:cNvGrpSpPr>
            <p:nvPr/>
          </p:nvGrpSpPr>
          <p:grpSpPr bwMode="auto">
            <a:xfrm>
              <a:off x="0" y="0"/>
              <a:ext cx="2208" cy="1842"/>
              <a:chOff x="0" y="0"/>
              <a:chExt cx="2208" cy="1842"/>
            </a:xfrm>
          </p:grpSpPr>
          <p:sp>
            <p:nvSpPr>
              <p:cNvPr id="3107" name="Line 14"/>
              <p:cNvSpPr>
                <a:spLocks noChangeShapeType="1"/>
              </p:cNvSpPr>
              <p:nvPr/>
            </p:nvSpPr>
            <p:spPr bwMode="auto">
              <a:xfrm flipV="1">
                <a:off x="720" y="0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333333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3108" name="Line 15"/>
              <p:cNvSpPr>
                <a:spLocks noChangeShapeType="1"/>
              </p:cNvSpPr>
              <p:nvPr/>
            </p:nvSpPr>
            <p:spPr bwMode="auto">
              <a:xfrm>
                <a:off x="720" y="1344"/>
                <a:ext cx="1488" cy="0"/>
              </a:xfrm>
              <a:prstGeom prst="line">
                <a:avLst/>
              </a:prstGeom>
              <a:noFill/>
              <a:ln w="19050">
                <a:solidFill>
                  <a:srgbClr val="333333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3109" name="Line 16"/>
              <p:cNvSpPr>
                <a:spLocks noChangeShapeType="1"/>
              </p:cNvSpPr>
              <p:nvPr/>
            </p:nvSpPr>
            <p:spPr bwMode="auto">
              <a:xfrm flipH="1">
                <a:off x="240" y="1339"/>
                <a:ext cx="483" cy="503"/>
              </a:xfrm>
              <a:prstGeom prst="line">
                <a:avLst/>
              </a:prstGeom>
              <a:noFill/>
              <a:ln w="19050">
                <a:solidFill>
                  <a:srgbClr val="333333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3080" name="Object 17"/>
              <p:cNvGraphicFramePr>
                <a:graphicFrameLocks noChangeAspect="1"/>
              </p:cNvGraphicFramePr>
              <p:nvPr/>
            </p:nvGraphicFramePr>
            <p:xfrm>
              <a:off x="1920" y="1392"/>
              <a:ext cx="223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800" r:id="rId13" imgW="178109" imgH="190831" progId="Equation.3">
                      <p:embed/>
                    </p:oleObj>
                  </mc:Choice>
                  <mc:Fallback>
                    <p:oleObj r:id="rId13" imgW="178109" imgH="190831" progId="Equation.3">
                      <p:embed/>
                      <p:pic>
                        <p:nvPicPr>
                          <p:cNvPr id="0" name="Picture 20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0" y="1392"/>
                            <a:ext cx="223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1" name="Object 18"/>
              <p:cNvGraphicFramePr>
                <a:graphicFrameLocks noChangeAspect="1"/>
              </p:cNvGraphicFramePr>
              <p:nvPr/>
            </p:nvGraphicFramePr>
            <p:xfrm>
              <a:off x="0" y="1632"/>
              <a:ext cx="206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801" r:id="rId15" imgW="165459" imgH="165459" progId="Equation.3">
                      <p:embed/>
                    </p:oleObj>
                  </mc:Choice>
                  <mc:Fallback>
                    <p:oleObj r:id="rId15" imgW="165459" imgH="165459" progId="Equation.3">
                      <p:embed/>
                      <p:pic>
                        <p:nvPicPr>
                          <p:cNvPr id="0" name="Picture 20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632"/>
                            <a:ext cx="206" cy="2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2" name="Object 19"/>
              <p:cNvGraphicFramePr>
                <a:graphicFrameLocks noChangeAspect="1"/>
              </p:cNvGraphicFramePr>
              <p:nvPr/>
            </p:nvGraphicFramePr>
            <p:xfrm>
              <a:off x="480" y="0"/>
              <a:ext cx="239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802" r:id="rId17" imgW="190914" imgH="241825" progId="Equation.3">
                      <p:embed/>
                    </p:oleObj>
                  </mc:Choice>
                  <mc:Fallback>
                    <p:oleObj r:id="rId17" imgW="190914" imgH="241825" progId="Equation.3">
                      <p:embed/>
                      <p:pic>
                        <p:nvPicPr>
                          <p:cNvPr id="0" name="Picture 2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0"/>
                            <a:ext cx="239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9" name="Object 20"/>
            <p:cNvGraphicFramePr>
              <a:graphicFrameLocks noChangeAspect="1"/>
            </p:cNvGraphicFramePr>
            <p:nvPr/>
          </p:nvGraphicFramePr>
          <p:xfrm>
            <a:off x="499" y="1134"/>
            <a:ext cx="26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03" r:id="rId19" imgW="127276" imgH="140004" progId="Equation.DSMT4">
                    <p:embed/>
                  </p:oleObj>
                </mc:Choice>
                <mc:Fallback>
                  <p:oleObj r:id="rId19" imgW="127276" imgH="140004" progId="Equation.DSMT4">
                    <p:embed/>
                    <p:pic>
                      <p:nvPicPr>
                        <p:cNvPr id="0" name="Picture 2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1134"/>
                          <a:ext cx="26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6673691" y="2004536"/>
            <a:ext cx="1085850" cy="914400"/>
            <a:chOff x="0" y="0"/>
            <a:chExt cx="912" cy="768"/>
          </a:xfrm>
        </p:grpSpPr>
        <p:sp>
          <p:nvSpPr>
            <p:cNvPr id="3105" name="Line 22"/>
            <p:cNvSpPr>
              <a:spLocks noChangeShapeType="1"/>
            </p:cNvSpPr>
            <p:nvPr/>
          </p:nvSpPr>
          <p:spPr bwMode="auto">
            <a:xfrm flipV="1">
              <a:off x="0" y="0"/>
              <a:ext cx="912" cy="76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3078" name="Object 23"/>
            <p:cNvGraphicFramePr>
              <a:graphicFrameLocks noChangeAspect="1"/>
            </p:cNvGraphicFramePr>
            <p:nvPr/>
          </p:nvGraphicFramePr>
          <p:xfrm>
            <a:off x="240" y="4"/>
            <a:ext cx="43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04" r:id="rId21" imgW="432175" imgH="305065" progId="Equation.DSMT4">
                    <p:embed/>
                  </p:oleObj>
                </mc:Choice>
                <mc:Fallback>
                  <p:oleObj r:id="rId21" imgW="432175" imgH="305065" progId="Equation.DSMT4">
                    <p:embed/>
                    <p:pic>
                      <p:nvPicPr>
                        <p:cNvPr id="0" name="Picture 2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4"/>
                          <a:ext cx="43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908120" y="1546147"/>
            <a:ext cx="2400300" cy="1716881"/>
            <a:chOff x="0" y="0"/>
            <a:chExt cx="2016" cy="1442"/>
          </a:xfrm>
        </p:grpSpPr>
        <p:graphicFrame>
          <p:nvGraphicFramePr>
            <p:cNvPr id="3075" name="Object 25"/>
            <p:cNvGraphicFramePr>
              <a:graphicFrameLocks noChangeAspect="1"/>
            </p:cNvGraphicFramePr>
            <p:nvPr/>
          </p:nvGraphicFramePr>
          <p:xfrm>
            <a:off x="1584" y="864"/>
            <a:ext cx="43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05" r:id="rId23" imgW="432175" imgH="305065" progId="Equation.3">
                    <p:embed/>
                  </p:oleObj>
                </mc:Choice>
                <mc:Fallback>
                  <p:oleObj r:id="rId23" imgW="432175" imgH="305065" progId="Equation.3">
                    <p:embed/>
                    <p:pic>
                      <p:nvPicPr>
                        <p:cNvPr id="0" name="Picture 2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864"/>
                          <a:ext cx="432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26"/>
            <p:cNvGraphicFramePr>
              <a:graphicFrameLocks noChangeAspect="1"/>
            </p:cNvGraphicFramePr>
            <p:nvPr/>
          </p:nvGraphicFramePr>
          <p:xfrm>
            <a:off x="192" y="0"/>
            <a:ext cx="384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06" r:id="rId25" imgW="444886" imgH="305065" progId="Equation.3">
                    <p:embed/>
                  </p:oleObj>
                </mc:Choice>
                <mc:Fallback>
                  <p:oleObj r:id="rId25" imgW="444886" imgH="305065" progId="Equation.3">
                    <p:embed/>
                    <p:pic>
                      <p:nvPicPr>
                        <p:cNvPr id="0" name="Picture 2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0"/>
                          <a:ext cx="384" cy="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27"/>
            <p:cNvGraphicFramePr>
              <a:graphicFrameLocks noChangeAspect="1"/>
            </p:cNvGraphicFramePr>
            <p:nvPr/>
          </p:nvGraphicFramePr>
          <p:xfrm>
            <a:off x="0" y="1152"/>
            <a:ext cx="41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07" r:id="rId27" imgW="419464" imgH="305065" progId="Equation.3">
                    <p:embed/>
                  </p:oleObj>
                </mc:Choice>
                <mc:Fallback>
                  <p:oleObj r:id="rId27" imgW="419464" imgH="305065" progId="Equation.3">
                    <p:embed/>
                    <p:pic>
                      <p:nvPicPr>
                        <p:cNvPr id="0" name="Picture 2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152"/>
                          <a:ext cx="411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0" name="Freeform 28"/>
            <p:cNvSpPr>
              <a:spLocks/>
            </p:cNvSpPr>
            <p:nvPr/>
          </p:nvSpPr>
          <p:spPr bwMode="auto">
            <a:xfrm>
              <a:off x="1530" y="384"/>
              <a:ext cx="6" cy="998"/>
            </a:xfrm>
            <a:custGeom>
              <a:avLst/>
              <a:gdLst>
                <a:gd name="T0" fmla="*/ 6 w 6"/>
                <a:gd name="T1" fmla="*/ 0 h 998"/>
                <a:gd name="T2" fmla="*/ 0 w 6"/>
                <a:gd name="T3" fmla="*/ 998 h 998"/>
                <a:gd name="T4" fmla="*/ 0 60000 65536"/>
                <a:gd name="T5" fmla="*/ 0 60000 65536"/>
                <a:gd name="T6" fmla="*/ 0 w 6"/>
                <a:gd name="T7" fmla="*/ 0 h 998"/>
                <a:gd name="T8" fmla="*/ 6 w 6"/>
                <a:gd name="T9" fmla="*/ 998 h 9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998">
                  <a:moveTo>
                    <a:pt x="6" y="0"/>
                  </a:moveTo>
                  <a:lnTo>
                    <a:pt x="0" y="998"/>
                  </a:lnTo>
                </a:path>
              </a:pathLst>
            </a:custGeom>
            <a:noFill/>
            <a:ln w="19050" cmpd="sng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 flipH="1">
              <a:off x="1536" y="1152"/>
              <a:ext cx="240" cy="24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3102" name="Line 30"/>
            <p:cNvSpPr>
              <a:spLocks noChangeShapeType="1"/>
            </p:cNvSpPr>
            <p:nvPr/>
          </p:nvSpPr>
          <p:spPr bwMode="auto">
            <a:xfrm flipH="1">
              <a:off x="384" y="1392"/>
              <a:ext cx="1152" cy="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3103" name="Line 31"/>
            <p:cNvSpPr>
              <a:spLocks noChangeShapeType="1"/>
            </p:cNvSpPr>
            <p:nvPr/>
          </p:nvSpPr>
          <p:spPr bwMode="auto">
            <a:xfrm flipH="1" flipV="1">
              <a:off x="624" y="144"/>
              <a:ext cx="912" cy="24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H="1" flipV="1">
              <a:off x="624" y="1152"/>
              <a:ext cx="912" cy="240"/>
            </a:xfrm>
            <a:prstGeom prst="line">
              <a:avLst/>
            </a:prstGeom>
            <a:noFill/>
            <a:ln w="12700">
              <a:solidFill>
                <a:srgbClr val="1C1C1C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</p:grpSp>
      <p:sp>
        <p:nvSpPr>
          <p:cNvPr id="3094" name="Text Box 34"/>
          <p:cNvSpPr txBox="1">
            <a:spLocks noChangeArrowheads="1"/>
          </p:cNvSpPr>
          <p:nvPr/>
        </p:nvSpPr>
        <p:spPr bwMode="auto">
          <a:xfrm>
            <a:off x="335280" y="332185"/>
            <a:ext cx="18728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kumimoji="0" lang="en-US" altLang="zh-CN" sz="2400" b="1">
                <a:solidFill>
                  <a:srgbClr val="CC0000"/>
                </a:solidFill>
              </a:rPr>
              <a:t>2.  </a:t>
            </a:r>
            <a:r>
              <a:rPr kumimoji="0" lang="zh-CN" altLang="en-US" sz="2400" b="1">
                <a:solidFill>
                  <a:srgbClr val="1C1C1C"/>
                </a:solidFill>
              </a:rPr>
              <a:t>运动方程</a:t>
            </a:r>
          </a:p>
        </p:txBody>
      </p: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6102191" y="1589009"/>
            <a:ext cx="2286000" cy="483394"/>
            <a:chOff x="0" y="0"/>
            <a:chExt cx="1920" cy="406"/>
          </a:xfrm>
        </p:grpSpPr>
        <p:grpSp>
          <p:nvGrpSpPr>
            <p:cNvPr id="3096" name="Group 36"/>
            <p:cNvGrpSpPr>
              <a:grpSpLocks/>
            </p:cNvGrpSpPr>
            <p:nvPr/>
          </p:nvGrpSpPr>
          <p:grpSpPr bwMode="auto">
            <a:xfrm>
              <a:off x="0" y="0"/>
              <a:ext cx="1920" cy="406"/>
              <a:chOff x="0" y="0"/>
              <a:chExt cx="1920" cy="406"/>
            </a:xfrm>
          </p:grpSpPr>
          <p:sp>
            <p:nvSpPr>
              <p:cNvPr id="3098" name="Freeform 37"/>
              <p:cNvSpPr>
                <a:spLocks/>
              </p:cNvSpPr>
              <p:nvPr/>
            </p:nvSpPr>
            <p:spPr bwMode="auto">
              <a:xfrm>
                <a:off x="0" y="109"/>
                <a:ext cx="1920" cy="297"/>
              </a:xfrm>
              <a:custGeom>
                <a:avLst/>
                <a:gdLst>
                  <a:gd name="T0" fmla="*/ 0 w 1920"/>
                  <a:gd name="T1" fmla="*/ 297 h 297"/>
                  <a:gd name="T2" fmla="*/ 354 w 1920"/>
                  <a:gd name="T3" fmla="*/ 160 h 297"/>
                  <a:gd name="T4" fmla="*/ 727 w 1920"/>
                  <a:gd name="T5" fmla="*/ 16 h 297"/>
                  <a:gd name="T6" fmla="*/ 1073 w 1920"/>
                  <a:gd name="T7" fmla="*/ 256 h 297"/>
                  <a:gd name="T8" fmla="*/ 1570 w 1920"/>
                  <a:gd name="T9" fmla="*/ 219 h 297"/>
                  <a:gd name="T10" fmla="*/ 1920 w 1920"/>
                  <a:gd name="T11" fmla="*/ 117 h 2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0"/>
                  <a:gd name="T19" fmla="*/ 0 h 297"/>
                  <a:gd name="T20" fmla="*/ 1920 w 1920"/>
                  <a:gd name="T21" fmla="*/ 297 h 2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0" h="297">
                    <a:moveTo>
                      <a:pt x="0" y="297"/>
                    </a:moveTo>
                    <a:cubicBezTo>
                      <a:pt x="59" y="273"/>
                      <a:pt x="232" y="207"/>
                      <a:pt x="354" y="160"/>
                    </a:cubicBezTo>
                    <a:cubicBezTo>
                      <a:pt x="475" y="113"/>
                      <a:pt x="608" y="0"/>
                      <a:pt x="727" y="16"/>
                    </a:cubicBezTo>
                    <a:cubicBezTo>
                      <a:pt x="847" y="32"/>
                      <a:pt x="932" y="222"/>
                      <a:pt x="1073" y="256"/>
                    </a:cubicBezTo>
                    <a:cubicBezTo>
                      <a:pt x="1214" y="290"/>
                      <a:pt x="1429" y="242"/>
                      <a:pt x="1570" y="219"/>
                    </a:cubicBezTo>
                    <a:cubicBezTo>
                      <a:pt x="1711" y="196"/>
                      <a:pt x="1847" y="138"/>
                      <a:pt x="1920" y="117"/>
                    </a:cubicBez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3099" name="Text Box 38"/>
              <p:cNvSpPr txBox="1">
                <a:spLocks noChangeArrowheads="1"/>
              </p:cNvSpPr>
              <p:nvPr/>
            </p:nvSpPr>
            <p:spPr bwMode="auto">
              <a:xfrm>
                <a:off x="1321" y="0"/>
                <a:ext cx="272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 typeface="Arial" charset="0"/>
                  <a:buNone/>
                </a:pPr>
                <a:r>
                  <a:rPr kumimoji="0" lang="en-US" altLang="zh-CN" sz="2400" b="1" i="1">
                    <a:solidFill>
                      <a:srgbClr val="FF3300"/>
                    </a:solidFill>
                  </a:rPr>
                  <a:t>P</a:t>
                </a:r>
              </a:p>
            </p:txBody>
          </p:sp>
        </p:grpSp>
        <p:sp>
          <p:nvSpPr>
            <p:cNvPr id="3097" name="Oval 39"/>
            <p:cNvSpPr>
              <a:spLocks noChangeArrowheads="1"/>
            </p:cNvSpPr>
            <p:nvPr/>
          </p:nvSpPr>
          <p:spPr bwMode="auto">
            <a:xfrm>
              <a:off x="1361" y="327"/>
              <a:ext cx="45" cy="4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42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25490" y="4920139"/>
            <a:ext cx="1428750" cy="342900"/>
          </a:xfrm>
          <a:noFill/>
        </p:spPr>
        <p:txBody>
          <a:bodyPr/>
          <a:lstStyle/>
          <a:p>
            <a:fld id="{ED51FBEE-7299-4BAD-A668-C0470672786E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grpSp>
        <p:nvGrpSpPr>
          <p:cNvPr id="9" name="组合 8"/>
          <p:cNvGrpSpPr/>
          <p:nvPr/>
        </p:nvGrpSpPr>
        <p:grpSpPr>
          <a:xfrm>
            <a:off x="1142763" y="3890963"/>
            <a:ext cx="1520428" cy="892969"/>
            <a:chOff x="1249363" y="5187950"/>
            <a:chExt cx="2027237" cy="1190625"/>
          </a:xfrm>
        </p:grpSpPr>
        <p:graphicFrame>
          <p:nvGraphicFramePr>
            <p:cNvPr id="4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4853523"/>
                </p:ext>
              </p:extLst>
            </p:nvPr>
          </p:nvGraphicFramePr>
          <p:xfrm>
            <a:off x="1295400" y="5187950"/>
            <a:ext cx="1919288" cy="617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08" name="Equation" r:id="rId29" imgW="609480" imgH="203040" progId="Equation.DSMT4">
                    <p:embed/>
                  </p:oleObj>
                </mc:Choice>
                <mc:Fallback>
                  <p:oleObj name="Equation" r:id="rId29" imgW="609480" imgH="203040" progId="Equation.DSMT4">
                    <p:embed/>
                    <p:pic>
                      <p:nvPicPr>
                        <p:cNvPr id="0" name="Picture 2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5187950"/>
                          <a:ext cx="1919288" cy="617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1052416"/>
                </p:ext>
              </p:extLst>
            </p:nvPr>
          </p:nvGraphicFramePr>
          <p:xfrm>
            <a:off x="1249363" y="5762625"/>
            <a:ext cx="2027237" cy="615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09" name="Equation" r:id="rId31" imgW="647640" imgH="203040" progId="Equation.DSMT4">
                    <p:embed/>
                  </p:oleObj>
                </mc:Choice>
                <mc:Fallback>
                  <p:oleObj name="Equation" r:id="rId31" imgW="647640" imgH="203040" progId="Equation.DSMT4">
                    <p:embed/>
                    <p:pic>
                      <p:nvPicPr>
                        <p:cNvPr id="0" name="Picture 2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9363" y="5762625"/>
                          <a:ext cx="2027237" cy="615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714164"/>
              </p:ext>
            </p:extLst>
          </p:nvPr>
        </p:nvGraphicFramePr>
        <p:xfrm>
          <a:off x="3712116" y="4093370"/>
          <a:ext cx="1650206" cy="52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10" name="Equation" r:id="rId33" imgW="698400" imgH="228600" progId="Equation.DSMT4">
                  <p:embed/>
                </p:oleObj>
              </mc:Choice>
              <mc:Fallback>
                <p:oleObj name="Equation" r:id="rId33" imgW="698400" imgH="228600" progId="Equation.DSMT4">
                  <p:embed/>
                  <p:pic>
                    <p:nvPicPr>
                      <p:cNvPr id="0" name="Picture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116" y="4093370"/>
                        <a:ext cx="1650206" cy="5214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 bwMode="auto">
          <a:xfrm>
            <a:off x="2847722" y="4277917"/>
            <a:ext cx="731520" cy="1524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21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50B0DA-42B5-4B96-A12D-D56A7783E516}" type="slidenum">
              <a:rPr lang="en-US" altLang="zh-CN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341091"/>
              </p:ext>
            </p:extLst>
          </p:nvPr>
        </p:nvGraphicFramePr>
        <p:xfrm>
          <a:off x="1488758" y="2396649"/>
          <a:ext cx="1858566" cy="501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59" r:id="rId3" imgW="749300" imgH="215900" progId="Equation.3">
                  <p:embed/>
                </p:oleObj>
              </mc:Choice>
              <mc:Fallback>
                <p:oleObj r:id="rId3" imgW="749300" imgH="215900" progId="Equation.3">
                  <p:embed/>
                  <p:pic>
                    <p:nvPicPr>
                      <p:cNvPr id="0" name="Picture 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758" y="2396649"/>
                        <a:ext cx="1858566" cy="5012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5" name="Group 3"/>
          <p:cNvGrpSpPr>
            <a:grpSpLocks/>
          </p:cNvGrpSpPr>
          <p:nvPr/>
        </p:nvGrpSpPr>
        <p:grpSpPr bwMode="auto">
          <a:xfrm>
            <a:off x="884755" y="217397"/>
            <a:ext cx="2057400" cy="461963"/>
            <a:chOff x="0" y="0"/>
            <a:chExt cx="1728" cy="388"/>
          </a:xfrm>
        </p:grpSpPr>
        <p:sp>
          <p:nvSpPr>
            <p:cNvPr id="4140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1728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2400" b="1">
                  <a:solidFill>
                    <a:srgbClr val="CC0000"/>
                  </a:solidFill>
                </a:rPr>
                <a:t>3. </a:t>
              </a:r>
              <a:r>
                <a:rPr kumimoji="0" lang="zh-CN" altLang="en-US" sz="2400" b="1">
                  <a:solidFill>
                    <a:srgbClr val="1C1C1C"/>
                  </a:solidFill>
                </a:rPr>
                <a:t>位移</a:t>
              </a:r>
              <a:endParaRPr kumimoji="0" lang="zh-CN" altLang="en-US" sz="2400">
                <a:solidFill>
                  <a:srgbClr val="1C1C1C"/>
                </a:solidFill>
              </a:endParaRPr>
            </a:p>
          </p:txBody>
        </p:sp>
        <p:graphicFrame>
          <p:nvGraphicFramePr>
            <p:cNvPr id="411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869810"/>
                </p:ext>
              </p:extLst>
            </p:nvPr>
          </p:nvGraphicFramePr>
          <p:xfrm>
            <a:off x="857" y="64"/>
            <a:ext cx="384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60" r:id="rId5" imgW="330774" imgH="228998" progId="Equation.3">
                    <p:embed/>
                  </p:oleObj>
                </mc:Choice>
                <mc:Fallback>
                  <p:oleObj r:id="rId5" imgW="330774" imgH="228998" progId="Equation.3">
                    <p:embed/>
                    <p:pic>
                      <p:nvPicPr>
                        <p:cNvPr id="0" name="Picture 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" y="64"/>
                          <a:ext cx="384" cy="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363074"/>
              </p:ext>
            </p:extLst>
          </p:nvPr>
        </p:nvGraphicFramePr>
        <p:xfrm>
          <a:off x="1835230" y="2971997"/>
          <a:ext cx="3161109" cy="496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61" r:id="rId7" imgW="1573434" imgH="215713" progId="Equation.3">
                  <p:embed/>
                </p:oleObj>
              </mc:Choice>
              <mc:Fallback>
                <p:oleObj r:id="rId7" imgW="1573434" imgH="215713" progId="Equation.3">
                  <p:embed/>
                  <p:pic>
                    <p:nvPicPr>
                      <p:cNvPr id="0" name="Picture 2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230" y="2971997"/>
                        <a:ext cx="3161109" cy="4964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Rectangle 7"/>
          <p:cNvSpPr>
            <a:spLocks noChangeArrowheads="1"/>
          </p:cNvSpPr>
          <p:nvPr/>
        </p:nvSpPr>
        <p:spPr bwMode="auto">
          <a:xfrm>
            <a:off x="1997155" y="763469"/>
            <a:ext cx="19442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 dirty="0">
                <a:solidFill>
                  <a:srgbClr val="FF0000"/>
                </a:solidFill>
              </a:rPr>
              <a:t>平面</a:t>
            </a:r>
            <a:r>
              <a:rPr kumimoji="0" lang="zh-CN" altLang="en-US" sz="2400" b="1" dirty="0">
                <a:solidFill>
                  <a:srgbClr val="000000"/>
                </a:solidFill>
              </a:rPr>
              <a:t>运动</a:t>
            </a:r>
            <a:r>
              <a:rPr kumimoji="0" lang="en-US" altLang="zh-CN" sz="2400" b="1" dirty="0">
                <a:solidFill>
                  <a:srgbClr val="000000"/>
                </a:solidFill>
              </a:rPr>
              <a:t>:</a:t>
            </a:r>
            <a:endParaRPr kumimoji="0" lang="en-US" altLang="zh-CN" sz="2100" b="1" dirty="0">
              <a:solidFill>
                <a:srgbClr val="000000"/>
              </a:solidFill>
            </a:endParaRPr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1829753" y="4262438"/>
            <a:ext cx="192286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Font typeface="Arial" charset="0"/>
              <a:buNone/>
            </a:pPr>
            <a:r>
              <a:rPr kumimoji="0" lang="zh-CN" altLang="en-US" sz="2400" b="1" dirty="0">
                <a:solidFill>
                  <a:srgbClr val="FF0000"/>
                </a:solidFill>
              </a:rPr>
              <a:t>三维</a:t>
            </a:r>
            <a:r>
              <a:rPr kumimoji="0" lang="zh-CN" altLang="en-US" sz="2400" b="1" dirty="0">
                <a:solidFill>
                  <a:srgbClr val="000066"/>
                </a:solidFill>
              </a:rPr>
              <a:t>运动</a:t>
            </a:r>
            <a:r>
              <a:rPr kumimoji="0" lang="en-US" altLang="zh-CN" sz="2400" b="1" dirty="0">
                <a:solidFill>
                  <a:srgbClr val="1C1C1C"/>
                </a:solidFill>
              </a:rPr>
              <a:t>:</a:t>
            </a:r>
          </a:p>
        </p:txBody>
      </p:sp>
      <p:graphicFrame>
        <p:nvGraphicFramePr>
          <p:cNvPr id="665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794199"/>
              </p:ext>
            </p:extLst>
          </p:nvPr>
        </p:nvGraphicFramePr>
        <p:xfrm>
          <a:off x="3394354" y="4247198"/>
          <a:ext cx="3167063" cy="520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62" name="Equation" r:id="rId9" imgW="1460160" imgH="228600" progId="Equation.DSMT4">
                  <p:embed/>
                </p:oleObj>
              </mc:Choice>
              <mc:Fallback>
                <p:oleObj name="Equation" r:id="rId9" imgW="1460160" imgH="228600" progId="Equation.DSMT4">
                  <p:embed/>
                  <p:pic>
                    <p:nvPicPr>
                      <p:cNvPr id="0" name="Picture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354" y="4247198"/>
                        <a:ext cx="3167063" cy="5203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782392"/>
              </p:ext>
            </p:extLst>
          </p:nvPr>
        </p:nvGraphicFramePr>
        <p:xfrm>
          <a:off x="2050733" y="1272144"/>
          <a:ext cx="2537222" cy="488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63" name="Microsoft 公式 3.0" r:id="rId11" imgW="1117115" imgH="215806" progId="Equation.3">
                  <p:embed/>
                </p:oleObj>
              </mc:Choice>
              <mc:Fallback>
                <p:oleObj name="Microsoft 公式 3.0" r:id="rId11" imgW="1117115" imgH="215806" progId="Equation.3">
                  <p:embed/>
                  <p:pic>
                    <p:nvPicPr>
                      <p:cNvPr id="0" name="Picture 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733" y="1272144"/>
                        <a:ext cx="2537222" cy="4881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800219"/>
              </p:ext>
            </p:extLst>
          </p:nvPr>
        </p:nvGraphicFramePr>
        <p:xfrm>
          <a:off x="2050733" y="1834396"/>
          <a:ext cx="2537222" cy="488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64" r:id="rId13" imgW="1117115" imgH="215806" progId="Equation.3">
                  <p:embed/>
                </p:oleObj>
              </mc:Choice>
              <mc:Fallback>
                <p:oleObj r:id="rId13" imgW="1117115" imgH="215806" progId="Equation.3">
                  <p:embed/>
                  <p:pic>
                    <p:nvPicPr>
                      <p:cNvPr id="0" name="Picture 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733" y="1834396"/>
                        <a:ext cx="2537222" cy="4881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8" name="Group 12"/>
          <p:cNvGrpSpPr>
            <a:grpSpLocks/>
          </p:cNvGrpSpPr>
          <p:nvPr/>
        </p:nvGrpSpPr>
        <p:grpSpPr bwMode="auto">
          <a:xfrm>
            <a:off x="6371988" y="1117759"/>
            <a:ext cx="2226469" cy="2422922"/>
            <a:chOff x="132" y="56"/>
            <a:chExt cx="1870" cy="2035"/>
          </a:xfrm>
        </p:grpSpPr>
        <p:grpSp>
          <p:nvGrpSpPr>
            <p:cNvPr id="4119" name="Group 13"/>
            <p:cNvGrpSpPr>
              <a:grpSpLocks/>
            </p:cNvGrpSpPr>
            <p:nvPr/>
          </p:nvGrpSpPr>
          <p:grpSpPr bwMode="auto">
            <a:xfrm>
              <a:off x="132" y="56"/>
              <a:ext cx="1870" cy="2035"/>
              <a:chOff x="132" y="56"/>
              <a:chExt cx="1870" cy="2035"/>
            </a:xfrm>
          </p:grpSpPr>
          <p:sp>
            <p:nvSpPr>
              <p:cNvPr id="4121" name="Line 15"/>
              <p:cNvSpPr>
                <a:spLocks noChangeShapeType="1"/>
              </p:cNvSpPr>
              <p:nvPr/>
            </p:nvSpPr>
            <p:spPr bwMode="auto">
              <a:xfrm flipH="1" flipV="1">
                <a:off x="385" y="124"/>
                <a:ext cx="0" cy="1616"/>
              </a:xfrm>
              <a:prstGeom prst="line">
                <a:avLst/>
              </a:prstGeom>
              <a:noFill/>
              <a:ln w="12700">
                <a:solidFill>
                  <a:srgbClr val="1C1C1C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4122" name="Line 16"/>
              <p:cNvSpPr>
                <a:spLocks noChangeShapeType="1"/>
              </p:cNvSpPr>
              <p:nvPr/>
            </p:nvSpPr>
            <p:spPr bwMode="auto">
              <a:xfrm>
                <a:off x="385" y="1740"/>
                <a:ext cx="1617" cy="1"/>
              </a:xfrm>
              <a:prstGeom prst="line">
                <a:avLst/>
              </a:prstGeom>
              <a:noFill/>
              <a:ln w="12700">
                <a:solidFill>
                  <a:srgbClr val="1C1C1C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4105" name="Object 17"/>
              <p:cNvGraphicFramePr>
                <a:graphicFrameLocks noChangeAspect="1"/>
              </p:cNvGraphicFramePr>
              <p:nvPr/>
            </p:nvGraphicFramePr>
            <p:xfrm>
              <a:off x="1728" y="1550"/>
              <a:ext cx="178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865" r:id="rId15" imgW="178109" imgH="190831" progId="Equation.3">
                      <p:embed/>
                    </p:oleObj>
                  </mc:Choice>
                  <mc:Fallback>
                    <p:oleObj r:id="rId15" imgW="178109" imgH="190831" progId="Equation.3">
                      <p:embed/>
                      <p:pic>
                        <p:nvPicPr>
                          <p:cNvPr id="0" name="Picture 2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1550"/>
                            <a:ext cx="178" cy="19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6" name="Object 18"/>
              <p:cNvGraphicFramePr>
                <a:graphicFrameLocks noChangeAspect="1"/>
              </p:cNvGraphicFramePr>
              <p:nvPr/>
            </p:nvGraphicFramePr>
            <p:xfrm>
              <a:off x="145" y="124"/>
              <a:ext cx="239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866" r:id="rId17" imgW="190914" imgH="241825" progId="Equation.3">
                      <p:embed/>
                    </p:oleObj>
                  </mc:Choice>
                  <mc:Fallback>
                    <p:oleObj r:id="rId17" imgW="190914" imgH="241825" progId="Equation.3">
                      <p:embed/>
                      <p:pic>
                        <p:nvPicPr>
                          <p:cNvPr id="0" name="Picture 2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" y="124"/>
                            <a:ext cx="239" cy="2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23" name="Freeform 19"/>
              <p:cNvSpPr>
                <a:spLocks/>
              </p:cNvSpPr>
              <p:nvPr/>
            </p:nvSpPr>
            <p:spPr bwMode="auto">
              <a:xfrm>
                <a:off x="145" y="316"/>
                <a:ext cx="1769" cy="569"/>
              </a:xfrm>
              <a:custGeom>
                <a:avLst/>
                <a:gdLst>
                  <a:gd name="T0" fmla="*/ 0 w 1769"/>
                  <a:gd name="T1" fmla="*/ 554 h 574"/>
                  <a:gd name="T2" fmla="*/ 130 w 1769"/>
                  <a:gd name="T3" fmla="*/ 476 h 574"/>
                  <a:gd name="T4" fmla="*/ 295 w 1769"/>
                  <a:gd name="T5" fmla="*/ 421 h 574"/>
                  <a:gd name="T6" fmla="*/ 480 w 1769"/>
                  <a:gd name="T7" fmla="*/ 448 h 574"/>
                  <a:gd name="T8" fmla="*/ 679 w 1769"/>
                  <a:gd name="T9" fmla="*/ 448 h 574"/>
                  <a:gd name="T10" fmla="*/ 802 w 1769"/>
                  <a:gd name="T11" fmla="*/ 203 h 574"/>
                  <a:gd name="T12" fmla="*/ 1015 w 1769"/>
                  <a:gd name="T13" fmla="*/ 25 h 574"/>
                  <a:gd name="T14" fmla="*/ 1275 w 1769"/>
                  <a:gd name="T15" fmla="*/ 57 h 574"/>
                  <a:gd name="T16" fmla="*/ 1392 w 1769"/>
                  <a:gd name="T17" fmla="*/ 182 h 574"/>
                  <a:gd name="T18" fmla="*/ 1502 w 1769"/>
                  <a:gd name="T19" fmla="*/ 315 h 574"/>
                  <a:gd name="T20" fmla="*/ 1769 w 1769"/>
                  <a:gd name="T21" fmla="*/ 435 h 5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69"/>
                  <a:gd name="T34" fmla="*/ 0 h 574"/>
                  <a:gd name="T35" fmla="*/ 1769 w 1769"/>
                  <a:gd name="T36" fmla="*/ 574 h 57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69" h="574">
                    <a:moveTo>
                      <a:pt x="0" y="574"/>
                    </a:moveTo>
                    <a:cubicBezTo>
                      <a:pt x="22" y="560"/>
                      <a:pt x="81" y="515"/>
                      <a:pt x="130" y="492"/>
                    </a:cubicBezTo>
                    <a:cubicBezTo>
                      <a:pt x="179" y="469"/>
                      <a:pt x="237" y="442"/>
                      <a:pt x="295" y="437"/>
                    </a:cubicBezTo>
                    <a:cubicBezTo>
                      <a:pt x="353" y="432"/>
                      <a:pt x="416" y="460"/>
                      <a:pt x="480" y="464"/>
                    </a:cubicBezTo>
                    <a:cubicBezTo>
                      <a:pt x="544" y="468"/>
                      <a:pt x="625" y="506"/>
                      <a:pt x="679" y="464"/>
                    </a:cubicBezTo>
                    <a:cubicBezTo>
                      <a:pt x="733" y="422"/>
                      <a:pt x="746" y="284"/>
                      <a:pt x="802" y="211"/>
                    </a:cubicBezTo>
                    <a:cubicBezTo>
                      <a:pt x="858" y="138"/>
                      <a:pt x="936" y="50"/>
                      <a:pt x="1015" y="25"/>
                    </a:cubicBezTo>
                    <a:cubicBezTo>
                      <a:pt x="1094" y="0"/>
                      <a:pt x="1212" y="33"/>
                      <a:pt x="1275" y="60"/>
                    </a:cubicBezTo>
                    <a:cubicBezTo>
                      <a:pt x="1338" y="87"/>
                      <a:pt x="1354" y="146"/>
                      <a:pt x="1392" y="190"/>
                    </a:cubicBezTo>
                    <a:cubicBezTo>
                      <a:pt x="1430" y="234"/>
                      <a:pt x="1439" y="284"/>
                      <a:pt x="1502" y="327"/>
                    </a:cubicBezTo>
                    <a:cubicBezTo>
                      <a:pt x="1565" y="370"/>
                      <a:pt x="1714" y="425"/>
                      <a:pt x="1769" y="451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4124" name="Text Box 20"/>
              <p:cNvSpPr txBox="1">
                <a:spLocks noChangeArrowheads="1"/>
              </p:cNvSpPr>
              <p:nvPr/>
            </p:nvSpPr>
            <p:spPr bwMode="auto">
              <a:xfrm>
                <a:off x="1538" y="283"/>
                <a:ext cx="384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 typeface="Arial" charset="0"/>
                  <a:buNone/>
                </a:pPr>
                <a:r>
                  <a:rPr kumimoji="0" lang="en-US" altLang="zh-CN" sz="2100" b="1" i="1">
                    <a:solidFill>
                      <a:srgbClr val="CC0066"/>
                    </a:solidFill>
                  </a:rPr>
                  <a:t>B</a:t>
                </a:r>
                <a:endParaRPr kumimoji="0" lang="en-US" altLang="zh-CN" sz="1800" i="1"/>
              </a:p>
            </p:txBody>
          </p:sp>
          <p:grpSp>
            <p:nvGrpSpPr>
              <p:cNvPr id="4125" name="Group 21"/>
              <p:cNvGrpSpPr>
                <a:grpSpLocks/>
              </p:cNvGrpSpPr>
              <p:nvPr/>
            </p:nvGrpSpPr>
            <p:grpSpPr bwMode="auto">
              <a:xfrm>
                <a:off x="385" y="552"/>
                <a:ext cx="1200" cy="1188"/>
                <a:chOff x="0" y="0"/>
                <a:chExt cx="1200" cy="1200"/>
              </a:xfrm>
            </p:grpSpPr>
            <p:sp>
              <p:nvSpPr>
                <p:cNvPr id="4139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1200" cy="1200"/>
                </a:xfrm>
                <a:prstGeom prst="line">
                  <a:avLst/>
                </a:prstGeom>
                <a:noFill/>
                <a:ln w="28575">
                  <a:solidFill>
                    <a:srgbClr val="CC0099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graphicFrame>
              <p:nvGraphicFramePr>
                <p:cNvPr id="4112" name="Object 23"/>
                <p:cNvGraphicFramePr>
                  <a:graphicFrameLocks noChangeAspect="1"/>
                </p:cNvGraphicFramePr>
                <p:nvPr/>
              </p:nvGraphicFramePr>
              <p:xfrm>
                <a:off x="720" y="336"/>
                <a:ext cx="244" cy="4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867" r:id="rId19" imgW="152665" imgH="216275" progId="Equation.DSMT4">
                        <p:embed/>
                      </p:oleObj>
                    </mc:Choice>
                    <mc:Fallback>
                      <p:oleObj r:id="rId19" imgW="152665" imgH="216275" progId="Equation.DSMT4">
                        <p:embed/>
                        <p:pic>
                          <p:nvPicPr>
                            <p:cNvPr id="0" name="Picture 25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20" y="336"/>
                              <a:ext cx="244" cy="44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126" name="Group 24"/>
              <p:cNvGrpSpPr>
                <a:grpSpLocks/>
              </p:cNvGrpSpPr>
              <p:nvPr/>
            </p:nvGrpSpPr>
            <p:grpSpPr bwMode="auto">
              <a:xfrm>
                <a:off x="385" y="457"/>
                <a:ext cx="576" cy="1283"/>
                <a:chOff x="0" y="0"/>
                <a:chExt cx="576" cy="1296"/>
              </a:xfrm>
            </p:grpSpPr>
            <p:grpSp>
              <p:nvGrpSpPr>
                <p:cNvPr id="4136" name="Group 25"/>
                <p:cNvGrpSpPr>
                  <a:grpSpLocks/>
                </p:cNvGrpSpPr>
                <p:nvPr/>
              </p:nvGrpSpPr>
              <p:grpSpPr bwMode="auto">
                <a:xfrm>
                  <a:off x="0" y="288"/>
                  <a:ext cx="432" cy="1008"/>
                  <a:chOff x="0" y="0"/>
                  <a:chExt cx="432" cy="1008"/>
                </a:xfrm>
              </p:grpSpPr>
              <p:sp>
                <p:nvSpPr>
                  <p:cNvPr id="4138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0" y="48"/>
                    <a:ext cx="432" cy="960"/>
                  </a:xfrm>
                  <a:prstGeom prst="line">
                    <a:avLst/>
                  </a:prstGeom>
                  <a:noFill/>
                  <a:ln w="28575">
                    <a:solidFill>
                      <a:srgbClr val="008080"/>
                    </a:solidFill>
                    <a:round/>
                    <a:headEnd/>
                    <a:tailEnd type="triangle" w="sm" len="lg"/>
                  </a:ln>
                </p:spPr>
                <p:txBody>
                  <a:bodyPr wrap="none" anchor="ctr"/>
                  <a:lstStyle/>
                  <a:p>
                    <a:endParaRPr lang="zh-CN" altLang="en-US" sz="2100"/>
                  </a:p>
                </p:txBody>
              </p:sp>
              <p:graphicFrame>
                <p:nvGraphicFramePr>
                  <p:cNvPr id="4111" name="Object 27"/>
                  <p:cNvGraphicFramePr>
                    <a:graphicFrameLocks noChangeAspect="1"/>
                  </p:cNvGraphicFramePr>
                  <p:nvPr/>
                </p:nvGraphicFramePr>
                <p:xfrm>
                  <a:off x="30" y="0"/>
                  <a:ext cx="271" cy="43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5868" r:id="rId21" imgW="152665" imgH="216275" progId="Equation.DSMT4">
                          <p:embed/>
                        </p:oleObj>
                      </mc:Choice>
                      <mc:Fallback>
                        <p:oleObj r:id="rId21" imgW="152665" imgH="216275" progId="Equation.DSMT4">
                          <p:embed/>
                          <p:pic>
                            <p:nvPicPr>
                              <p:cNvPr id="0" name="Picture 25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0" y="0"/>
                                <a:ext cx="271" cy="43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4137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40" y="0"/>
                  <a:ext cx="336" cy="3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buFont typeface="Arial" charset="0"/>
                    <a:buNone/>
                  </a:pPr>
                  <a:r>
                    <a:rPr kumimoji="0" lang="en-US" altLang="zh-CN" sz="2100" b="1" i="1">
                      <a:solidFill>
                        <a:srgbClr val="006666"/>
                      </a:solidFill>
                    </a:rPr>
                    <a:t>A</a:t>
                  </a:r>
                  <a:endParaRPr kumimoji="0" lang="en-US" altLang="zh-CN" sz="1800" i="1">
                    <a:solidFill>
                      <a:srgbClr val="006666"/>
                    </a:solidFill>
                  </a:endParaRPr>
                </a:p>
              </p:txBody>
            </p:sp>
          </p:grpSp>
          <p:grpSp>
            <p:nvGrpSpPr>
              <p:cNvPr id="4127" name="Group 29"/>
              <p:cNvGrpSpPr>
                <a:grpSpLocks/>
              </p:cNvGrpSpPr>
              <p:nvPr/>
            </p:nvGrpSpPr>
            <p:grpSpPr bwMode="auto">
              <a:xfrm>
                <a:off x="817" y="368"/>
                <a:ext cx="768" cy="422"/>
                <a:chOff x="0" y="0"/>
                <a:chExt cx="768" cy="426"/>
              </a:xfrm>
            </p:grpSpPr>
            <p:sp>
              <p:nvSpPr>
                <p:cNvPr id="4135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0" y="186"/>
                  <a:ext cx="768" cy="24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graphicFrame>
              <p:nvGraphicFramePr>
                <p:cNvPr id="4110" name="Object 31"/>
                <p:cNvGraphicFramePr>
                  <a:graphicFrameLocks noChangeAspect="1"/>
                </p:cNvGraphicFramePr>
                <p:nvPr/>
              </p:nvGraphicFramePr>
              <p:xfrm>
                <a:off x="144" y="0"/>
                <a:ext cx="432" cy="3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869" r:id="rId23" imgW="216275" imgH="165387" progId="Equation.3">
                        <p:embed/>
                      </p:oleObj>
                    </mc:Choice>
                    <mc:Fallback>
                      <p:oleObj r:id="rId23" imgW="216275" imgH="165387" progId="Equation.3">
                        <p:embed/>
                        <p:pic>
                          <p:nvPicPr>
                            <p:cNvPr id="0" name="Picture 2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4" y="0"/>
                              <a:ext cx="432" cy="33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107" name="Object 32"/>
              <p:cNvGraphicFramePr>
                <a:graphicFrameLocks noChangeAspect="1"/>
              </p:cNvGraphicFramePr>
              <p:nvPr/>
            </p:nvGraphicFramePr>
            <p:xfrm>
              <a:off x="132" y="1656"/>
              <a:ext cx="262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870" r:id="rId25" imgW="127276" imgH="140004" progId="Equation.DSMT4">
                      <p:embed/>
                    </p:oleObj>
                  </mc:Choice>
                  <mc:Fallback>
                    <p:oleObj r:id="rId25" imgW="127276" imgH="140004" progId="Equation.DSMT4">
                      <p:embed/>
                      <p:pic>
                        <p:nvPicPr>
                          <p:cNvPr id="0" name="Picture 2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2" y="1656"/>
                            <a:ext cx="262" cy="2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28" name="Line 33"/>
              <p:cNvSpPr>
                <a:spLocks noChangeShapeType="1"/>
              </p:cNvSpPr>
              <p:nvPr/>
            </p:nvSpPr>
            <p:spPr bwMode="auto">
              <a:xfrm>
                <a:off x="812" y="795"/>
                <a:ext cx="0" cy="1296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prstDash val="dash"/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4129" name="Line 34"/>
              <p:cNvSpPr>
                <a:spLocks noChangeShapeType="1"/>
              </p:cNvSpPr>
              <p:nvPr/>
            </p:nvSpPr>
            <p:spPr bwMode="auto">
              <a:xfrm>
                <a:off x="1580" y="555"/>
                <a:ext cx="0" cy="1536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prstDash val="dash"/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4130" name="Line 35"/>
              <p:cNvSpPr>
                <a:spLocks noChangeShapeType="1"/>
              </p:cNvSpPr>
              <p:nvPr/>
            </p:nvSpPr>
            <p:spPr bwMode="auto">
              <a:xfrm>
                <a:off x="812" y="1851"/>
                <a:ext cx="768" cy="0"/>
              </a:xfrm>
              <a:prstGeom prst="line">
                <a:avLst/>
              </a:prstGeom>
              <a:noFill/>
              <a:ln w="9525">
                <a:solidFill>
                  <a:srgbClr val="FF0066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graphicFrame>
            <p:nvGraphicFramePr>
              <p:cNvPr id="4108" name="Object 36"/>
              <p:cNvGraphicFramePr>
                <a:graphicFrameLocks noChangeAspect="1"/>
              </p:cNvGraphicFramePr>
              <p:nvPr/>
            </p:nvGraphicFramePr>
            <p:xfrm>
              <a:off x="934" y="1799"/>
              <a:ext cx="522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871" r:id="rId27" imgW="787400" imgH="317500" progId="Equation.3">
                      <p:embed/>
                    </p:oleObj>
                  </mc:Choice>
                  <mc:Fallback>
                    <p:oleObj r:id="rId27" imgW="787400" imgH="317500" progId="Equation.3">
                      <p:embed/>
                      <p:pic>
                        <p:nvPicPr>
                          <p:cNvPr id="0" name="Picture 2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4" y="1799"/>
                            <a:ext cx="522" cy="2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31" name="Line 37"/>
              <p:cNvSpPr>
                <a:spLocks noChangeShapeType="1"/>
              </p:cNvSpPr>
              <p:nvPr/>
            </p:nvSpPr>
            <p:spPr bwMode="auto">
              <a:xfrm>
                <a:off x="812" y="808"/>
                <a:ext cx="1147" cy="0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prstDash val="dash"/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4132" name="Line 38"/>
              <p:cNvSpPr>
                <a:spLocks noChangeShapeType="1"/>
              </p:cNvSpPr>
              <p:nvPr/>
            </p:nvSpPr>
            <p:spPr bwMode="auto">
              <a:xfrm>
                <a:off x="1538" y="568"/>
                <a:ext cx="448" cy="0"/>
              </a:xfrm>
              <a:prstGeom prst="line">
                <a:avLst/>
              </a:prstGeom>
              <a:noFill/>
              <a:ln w="19050">
                <a:solidFill>
                  <a:srgbClr val="1C1C1C"/>
                </a:solidFill>
                <a:prstDash val="dash"/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graphicFrame>
            <p:nvGraphicFramePr>
              <p:cNvPr id="4109" name="Object 39"/>
              <p:cNvGraphicFramePr>
                <a:graphicFrameLocks noChangeAspect="1"/>
              </p:cNvGraphicFramePr>
              <p:nvPr/>
            </p:nvGraphicFramePr>
            <p:xfrm>
              <a:off x="1493" y="56"/>
              <a:ext cx="48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872" r:id="rId29" imgW="812800" imgH="317500" progId="Equation.3">
                      <p:embed/>
                    </p:oleObj>
                  </mc:Choice>
                  <mc:Fallback>
                    <p:oleObj r:id="rId29" imgW="812800" imgH="317500" progId="Equation.3">
                      <p:embed/>
                      <p:pic>
                        <p:nvPicPr>
                          <p:cNvPr id="0" name="Picture 2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3" y="56"/>
                            <a:ext cx="480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33" name="Line 40"/>
              <p:cNvSpPr>
                <a:spLocks noChangeShapeType="1"/>
              </p:cNvSpPr>
              <p:nvPr/>
            </p:nvSpPr>
            <p:spPr bwMode="auto">
              <a:xfrm>
                <a:off x="1863" y="328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4134" name="Line 41"/>
              <p:cNvSpPr>
                <a:spLocks noChangeShapeType="1"/>
              </p:cNvSpPr>
              <p:nvPr/>
            </p:nvSpPr>
            <p:spPr bwMode="auto">
              <a:xfrm>
                <a:off x="1863" y="808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 type="triangle" w="sm" len="lg"/>
                <a:tailEnd/>
              </a:ln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aphicFrame>
          <p:nvGraphicFramePr>
            <p:cNvPr id="4103" name="Object 42"/>
            <p:cNvGraphicFramePr>
              <a:graphicFrameLocks noChangeAspect="1"/>
            </p:cNvGraphicFramePr>
            <p:nvPr/>
          </p:nvGraphicFramePr>
          <p:xfrm>
            <a:off x="529" y="1661"/>
            <a:ext cx="320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73" r:id="rId31" imgW="190831" imgH="216275" progId="Equation.3">
                    <p:embed/>
                  </p:oleObj>
                </mc:Choice>
                <mc:Fallback>
                  <p:oleObj r:id="rId31" imgW="190831" imgH="216275" progId="Equation.3">
                    <p:embed/>
                    <p:pic>
                      <p:nvPicPr>
                        <p:cNvPr id="0" name="Picture 2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" y="1661"/>
                          <a:ext cx="320" cy="3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4" name="Object 43"/>
            <p:cNvGraphicFramePr>
              <a:graphicFrameLocks noChangeAspect="1"/>
            </p:cNvGraphicFramePr>
            <p:nvPr/>
          </p:nvGraphicFramePr>
          <p:xfrm>
            <a:off x="1584" y="1679"/>
            <a:ext cx="32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74" r:id="rId33" imgW="190831" imgH="216275" progId="Equation.3">
                    <p:embed/>
                  </p:oleObj>
                </mc:Choice>
                <mc:Fallback>
                  <p:oleObj r:id="rId33" imgW="190831" imgH="216275" progId="Equation.3">
                    <p:embed/>
                    <p:pic>
                      <p:nvPicPr>
                        <p:cNvPr id="0" name="Picture 2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679"/>
                          <a:ext cx="320" cy="3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709991"/>
              </p:ext>
            </p:extLst>
          </p:nvPr>
        </p:nvGraphicFramePr>
        <p:xfrm>
          <a:off x="1829753" y="3557827"/>
          <a:ext cx="1658541" cy="526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75" name="Equation" r:id="rId35" imgW="825480" imgH="228600" progId="Equation.DSMT4">
                  <p:embed/>
                </p:oleObj>
              </mc:Choice>
              <mc:Fallback>
                <p:oleObj name="Equation" r:id="rId35" imgW="825480" imgH="228600" progId="Equation.DSMT4">
                  <p:embed/>
                  <p:pic>
                    <p:nvPicPr>
                      <p:cNvPr id="0" name="Picture 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753" y="3557827"/>
                        <a:ext cx="1658541" cy="526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77040" y="252276"/>
            <a:ext cx="3584377" cy="323749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Text Box 2"/>
          <p:cNvSpPr txBox="1">
            <a:spLocks noChangeArrowheads="1"/>
          </p:cNvSpPr>
          <p:nvPr/>
        </p:nvSpPr>
        <p:spPr bwMode="auto">
          <a:xfrm>
            <a:off x="669132" y="421183"/>
            <a:ext cx="2644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en-US" altLang="zh-CN" sz="2400" b="1">
                <a:solidFill>
                  <a:srgbClr val="CC0000"/>
                </a:solidFill>
              </a:rPr>
              <a:t>4.  </a:t>
            </a:r>
            <a:r>
              <a:rPr kumimoji="0" lang="en-US" altLang="zh-CN" sz="2400" b="1">
                <a:solidFill>
                  <a:srgbClr val="1C1C1C"/>
                </a:solidFill>
              </a:rPr>
              <a:t> </a:t>
            </a:r>
            <a:r>
              <a:rPr kumimoji="0" lang="zh-CN" altLang="en-US" sz="2400" b="1">
                <a:solidFill>
                  <a:srgbClr val="1C1C1C"/>
                </a:solidFill>
              </a:rPr>
              <a:t>路程</a:t>
            </a:r>
            <a:r>
              <a:rPr kumimoji="0" lang="en-US" altLang="zh-CN" sz="2400" b="1">
                <a:solidFill>
                  <a:srgbClr val="1C1C1C"/>
                </a:solidFill>
                <a:latin typeface="宋体" pitchFamily="2" charset="-122"/>
              </a:rPr>
              <a:t>(</a:t>
            </a:r>
            <a:r>
              <a:rPr kumimoji="0" lang="en-US" altLang="zh-CN" sz="2400" b="1">
                <a:solidFill>
                  <a:srgbClr val="1C1C1C"/>
                </a:solidFill>
              </a:rPr>
              <a:t>     </a:t>
            </a:r>
            <a:r>
              <a:rPr kumimoji="0" lang="en-US" altLang="zh-CN" sz="2400" b="1">
                <a:solidFill>
                  <a:srgbClr val="1C1C1C"/>
                </a:solidFill>
                <a:latin typeface="宋体" pitchFamily="2" charset="-122"/>
              </a:rPr>
              <a:t>)</a:t>
            </a:r>
            <a:endParaRPr kumimoji="0" lang="en-US" altLang="zh-CN" sz="2400" b="1">
              <a:solidFill>
                <a:srgbClr val="1C1C1C"/>
              </a:solidFill>
            </a:endParaRP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030644"/>
              </p:ext>
            </p:extLst>
          </p:nvPr>
        </p:nvGraphicFramePr>
        <p:xfrm>
          <a:off x="1981796" y="469630"/>
          <a:ext cx="400050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8" r:id="rId3" imgW="305197" imgH="241615" progId="Equation.3">
                  <p:embed/>
                </p:oleObj>
              </mc:Choice>
              <mc:Fallback>
                <p:oleObj r:id="rId3" imgW="305197" imgH="241615" progId="Equation.3">
                  <p:embed/>
                  <p:pic>
                    <p:nvPicPr>
                      <p:cNvPr id="0" name="Picture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796" y="469630"/>
                        <a:ext cx="400050" cy="3167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" name="Text Box 5"/>
          <p:cNvSpPr txBox="1">
            <a:spLocks noChangeArrowheads="1"/>
          </p:cNvSpPr>
          <p:nvPr/>
        </p:nvSpPr>
        <p:spPr bwMode="auto">
          <a:xfrm>
            <a:off x="8077519" y="88073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endParaRPr kumimoji="0" lang="zh-CN" altLang="en-US" sz="1800"/>
          </a:p>
        </p:txBody>
      </p:sp>
      <p:sp>
        <p:nvSpPr>
          <p:cNvPr id="5142" name="Text Box 6"/>
          <p:cNvSpPr txBox="1">
            <a:spLocks noChangeArrowheads="1"/>
          </p:cNvSpPr>
          <p:nvPr/>
        </p:nvSpPr>
        <p:spPr bwMode="auto">
          <a:xfrm>
            <a:off x="6248719" y="2138030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endParaRPr kumimoji="0" lang="zh-CN" altLang="en-US" sz="1800"/>
          </a:p>
        </p:txBody>
      </p:sp>
      <p:sp>
        <p:nvSpPr>
          <p:cNvPr id="5143" name="Freeform 7"/>
          <p:cNvSpPr>
            <a:spLocks/>
          </p:cNvSpPr>
          <p:nvPr/>
        </p:nvSpPr>
        <p:spPr bwMode="auto">
          <a:xfrm>
            <a:off x="5962969" y="730711"/>
            <a:ext cx="2661047" cy="1151335"/>
          </a:xfrm>
          <a:custGeom>
            <a:avLst/>
            <a:gdLst>
              <a:gd name="T0" fmla="*/ 0 w 2235"/>
              <a:gd name="T1" fmla="*/ 2147483647 h 967"/>
              <a:gd name="T2" fmla="*/ 2147483647 w 2235"/>
              <a:gd name="T3" fmla="*/ 2147483647 h 967"/>
              <a:gd name="T4" fmla="*/ 2147483647 w 2235"/>
              <a:gd name="T5" fmla="*/ 2147483647 h 967"/>
              <a:gd name="T6" fmla="*/ 2147483647 w 2235"/>
              <a:gd name="T7" fmla="*/ 2147483647 h 967"/>
              <a:gd name="T8" fmla="*/ 2147483647 w 2235"/>
              <a:gd name="T9" fmla="*/ 2147483647 h 967"/>
              <a:gd name="T10" fmla="*/ 2147483647 w 2235"/>
              <a:gd name="T11" fmla="*/ 2147483647 h 967"/>
              <a:gd name="T12" fmla="*/ 2147483647 w 2235"/>
              <a:gd name="T13" fmla="*/ 2147483647 h 9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35"/>
              <a:gd name="T22" fmla="*/ 0 h 967"/>
              <a:gd name="T23" fmla="*/ 2235 w 2235"/>
              <a:gd name="T24" fmla="*/ 967 h 9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35" h="967">
                <a:moveTo>
                  <a:pt x="0" y="967"/>
                </a:moveTo>
                <a:cubicBezTo>
                  <a:pt x="46" y="894"/>
                  <a:pt x="129" y="615"/>
                  <a:pt x="274" y="528"/>
                </a:cubicBezTo>
                <a:cubicBezTo>
                  <a:pt x="419" y="441"/>
                  <a:pt x="714" y="521"/>
                  <a:pt x="872" y="447"/>
                </a:cubicBezTo>
                <a:cubicBezTo>
                  <a:pt x="1030" y="373"/>
                  <a:pt x="1099" y="150"/>
                  <a:pt x="1221" y="83"/>
                </a:cubicBezTo>
                <a:cubicBezTo>
                  <a:pt x="1343" y="16"/>
                  <a:pt x="1488" y="0"/>
                  <a:pt x="1605" y="42"/>
                </a:cubicBezTo>
                <a:cubicBezTo>
                  <a:pt x="1722" y="84"/>
                  <a:pt x="1815" y="260"/>
                  <a:pt x="1920" y="336"/>
                </a:cubicBezTo>
                <a:cubicBezTo>
                  <a:pt x="2025" y="412"/>
                  <a:pt x="2170" y="467"/>
                  <a:pt x="2235" y="50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5144" name="Text Box 8"/>
          <p:cNvSpPr txBox="1">
            <a:spLocks noChangeArrowheads="1"/>
          </p:cNvSpPr>
          <p:nvPr/>
        </p:nvSpPr>
        <p:spPr bwMode="auto">
          <a:xfrm>
            <a:off x="6705919" y="937880"/>
            <a:ext cx="5143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endParaRPr kumimoji="0" lang="zh-CN" altLang="en-US" sz="1800" b="1">
              <a:solidFill>
                <a:srgbClr val="CC0000"/>
              </a:solidFill>
            </a:endParaRPr>
          </a:p>
        </p:txBody>
      </p:sp>
      <p:sp>
        <p:nvSpPr>
          <p:cNvPr id="5146" name="Line 13"/>
          <p:cNvSpPr>
            <a:spLocks noChangeShapeType="1"/>
          </p:cNvSpPr>
          <p:nvPr/>
        </p:nvSpPr>
        <p:spPr bwMode="auto">
          <a:xfrm flipV="1">
            <a:off x="6533278" y="1223630"/>
            <a:ext cx="51435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512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523989"/>
              </p:ext>
            </p:extLst>
          </p:nvPr>
        </p:nvGraphicFramePr>
        <p:xfrm>
          <a:off x="6954759" y="1278399"/>
          <a:ext cx="571500" cy="397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9" r:id="rId5" imgW="317776" imgH="216088" progId="Equation.3">
                  <p:embed/>
                </p:oleObj>
              </mc:Choice>
              <mc:Fallback>
                <p:oleObj r:id="rId5" imgW="317776" imgH="216088" progId="Equation.3">
                  <p:embed/>
                  <p:pic>
                    <p:nvPicPr>
                      <p:cNvPr id="0" name="Picture 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759" y="1278399"/>
                        <a:ext cx="571500" cy="3976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620219"/>
              </p:ext>
            </p:extLst>
          </p:nvPr>
        </p:nvGraphicFramePr>
        <p:xfrm>
          <a:off x="6816647" y="846202"/>
          <a:ext cx="277416" cy="384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10" r:id="rId7" imgW="7296840" imgH="10163160" progId="Equation.3">
                  <p:embed/>
                </p:oleObj>
              </mc:Choice>
              <mc:Fallback>
                <p:oleObj r:id="rId7" imgW="7296840" imgH="10163160" progId="Equation.3">
                  <p:embed/>
                  <p:pic>
                    <p:nvPicPr>
                      <p:cNvPr id="0" name="Picture 2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647" y="846202"/>
                        <a:ext cx="277416" cy="3845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7" name="Line 16"/>
          <p:cNvSpPr>
            <a:spLocks noChangeShapeType="1"/>
          </p:cNvSpPr>
          <p:nvPr/>
        </p:nvSpPr>
        <p:spPr bwMode="auto">
          <a:xfrm flipV="1">
            <a:off x="6534469" y="1041465"/>
            <a:ext cx="1657350" cy="131445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51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021138"/>
              </p:ext>
            </p:extLst>
          </p:nvPr>
        </p:nvGraphicFramePr>
        <p:xfrm>
          <a:off x="7688184" y="1398652"/>
          <a:ext cx="539354" cy="365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11" r:id="rId9" imgW="343198" imgH="216088" progId="Equation.3">
                  <p:embed/>
                </p:oleObj>
              </mc:Choice>
              <mc:Fallback>
                <p:oleObj r:id="rId9" imgW="343198" imgH="216088" progId="Equation.3">
                  <p:embed/>
                  <p:pic>
                    <p:nvPicPr>
                      <p:cNvPr id="0" name="Picture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8184" y="1398652"/>
                        <a:ext cx="539354" cy="3655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964724"/>
              </p:ext>
            </p:extLst>
          </p:nvPr>
        </p:nvGraphicFramePr>
        <p:xfrm>
          <a:off x="8198963" y="739046"/>
          <a:ext cx="302419" cy="377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12" r:id="rId11" imgW="8109000" imgH="10163160" progId="Equation.3">
                  <p:embed/>
                </p:oleObj>
              </mc:Choice>
              <mc:Fallback>
                <p:oleObj r:id="rId11" imgW="8109000" imgH="10163160" progId="Equation.3">
                  <p:embed/>
                  <p:pic>
                    <p:nvPicPr>
                      <p:cNvPr id="0" name="Picture 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8963" y="739046"/>
                        <a:ext cx="302419" cy="3774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48" name="Group 19"/>
          <p:cNvGrpSpPr>
            <a:grpSpLocks/>
          </p:cNvGrpSpPr>
          <p:nvPr/>
        </p:nvGrpSpPr>
        <p:grpSpPr bwMode="auto">
          <a:xfrm>
            <a:off x="5971304" y="363999"/>
            <a:ext cx="2661047" cy="2326481"/>
            <a:chOff x="55" y="0"/>
            <a:chExt cx="2235" cy="1954"/>
          </a:xfrm>
        </p:grpSpPr>
        <p:sp>
          <p:nvSpPr>
            <p:cNvPr id="5168" name="Line 20"/>
            <p:cNvSpPr>
              <a:spLocks noChangeShapeType="1"/>
            </p:cNvSpPr>
            <p:nvPr/>
          </p:nvSpPr>
          <p:spPr bwMode="auto">
            <a:xfrm flipV="1">
              <a:off x="528" y="0"/>
              <a:ext cx="0" cy="1666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5169" name="Line 21"/>
            <p:cNvSpPr>
              <a:spLocks noChangeShapeType="1"/>
            </p:cNvSpPr>
            <p:nvPr/>
          </p:nvSpPr>
          <p:spPr bwMode="auto">
            <a:xfrm flipV="1">
              <a:off x="528" y="1666"/>
              <a:ext cx="1728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5170" name="Line 22"/>
            <p:cNvSpPr>
              <a:spLocks noChangeShapeType="1"/>
            </p:cNvSpPr>
            <p:nvPr/>
          </p:nvSpPr>
          <p:spPr bwMode="auto">
            <a:xfrm flipH="1">
              <a:off x="239" y="1666"/>
              <a:ext cx="289" cy="22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5132" name="Object 23"/>
            <p:cNvGraphicFramePr>
              <a:graphicFrameLocks noChangeAspect="1"/>
            </p:cNvGraphicFramePr>
            <p:nvPr/>
          </p:nvGraphicFramePr>
          <p:xfrm>
            <a:off x="2067" y="1714"/>
            <a:ext cx="2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13" r:id="rId13" imgW="178109" imgH="190831" progId="Equation.3">
                    <p:embed/>
                  </p:oleObj>
                </mc:Choice>
                <mc:Fallback>
                  <p:oleObj r:id="rId13" imgW="178109" imgH="190831" progId="Equation.3">
                    <p:embed/>
                    <p:pic>
                      <p:nvPicPr>
                        <p:cNvPr id="0" name="Picture 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1714"/>
                          <a:ext cx="22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3" name="Object 24"/>
            <p:cNvGraphicFramePr>
              <a:graphicFrameLocks noChangeAspect="1"/>
            </p:cNvGraphicFramePr>
            <p:nvPr/>
          </p:nvGraphicFramePr>
          <p:xfrm>
            <a:off x="263" y="34"/>
            <a:ext cx="22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14" r:id="rId15" imgW="190914" imgH="241825" progId="Equation.3">
                    <p:embed/>
                  </p:oleObj>
                </mc:Choice>
                <mc:Fallback>
                  <p:oleObj r:id="rId15" imgW="190914" imgH="241825" progId="Equation.3">
                    <p:embed/>
                    <p:pic>
                      <p:nvPicPr>
                        <p:cNvPr id="0" name="Picture 2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" y="34"/>
                          <a:ext cx="22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4" name="Object 25"/>
            <p:cNvGraphicFramePr>
              <a:graphicFrameLocks noChangeAspect="1"/>
            </p:cNvGraphicFramePr>
            <p:nvPr/>
          </p:nvGraphicFramePr>
          <p:xfrm>
            <a:off x="303" y="1474"/>
            <a:ext cx="21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15" r:id="rId17" imgW="152665" imgH="178109" progId="Equation.DSMT4">
                    <p:embed/>
                  </p:oleObj>
                </mc:Choice>
                <mc:Fallback>
                  <p:oleObj r:id="rId17" imgW="152665" imgH="178109" progId="Equation.DSMT4">
                    <p:embed/>
                    <p:pic>
                      <p:nvPicPr>
                        <p:cNvPr id="0" name="Picture 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" y="1474"/>
                          <a:ext cx="216" cy="2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5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6275884"/>
                </p:ext>
              </p:extLst>
            </p:nvPr>
          </p:nvGraphicFramePr>
          <p:xfrm>
            <a:off x="55" y="1682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16" r:id="rId19" imgW="165459" imgH="165459" progId="Equation.3">
                    <p:embed/>
                  </p:oleObj>
                </mc:Choice>
                <mc:Fallback>
                  <p:oleObj r:id="rId19" imgW="165459" imgH="165459" progId="Equation.3">
                    <p:embed/>
                    <p:pic>
                      <p:nvPicPr>
                        <p:cNvPr id="0" name="Picture 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" y="1682"/>
                          <a:ext cx="200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49" name="Text Box 27"/>
          <p:cNvSpPr txBox="1">
            <a:spLocks noChangeArrowheads="1"/>
          </p:cNvSpPr>
          <p:nvPr/>
        </p:nvSpPr>
        <p:spPr bwMode="auto">
          <a:xfrm>
            <a:off x="1111990" y="1150859"/>
            <a:ext cx="1783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400" b="1"/>
              <a:t>从</a:t>
            </a:r>
            <a:r>
              <a:rPr kumimoji="0" lang="zh-CN" altLang="en-US" sz="2400" i="1"/>
              <a:t>P</a:t>
            </a:r>
            <a:r>
              <a:rPr kumimoji="0" lang="zh-CN" altLang="en-US" sz="2400" baseline="-25000"/>
              <a:t>1</a:t>
            </a:r>
            <a:r>
              <a:rPr kumimoji="0" lang="zh-CN" altLang="en-US" sz="2400" b="1"/>
              <a:t>到</a:t>
            </a:r>
            <a:r>
              <a:rPr kumimoji="0" lang="zh-CN" altLang="en-US" sz="2400" i="1"/>
              <a:t>P</a:t>
            </a:r>
            <a:r>
              <a:rPr kumimoji="0" lang="zh-CN" altLang="en-US" sz="2400" baseline="-25000"/>
              <a:t>2</a:t>
            </a:r>
            <a:r>
              <a:rPr kumimoji="0" lang="zh-CN" altLang="en-US" sz="2400" b="1"/>
              <a:t>，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554329" y="1150859"/>
            <a:ext cx="2083144" cy="509588"/>
            <a:chOff x="77" y="0"/>
            <a:chExt cx="1684" cy="428"/>
          </a:xfrm>
        </p:grpSpPr>
        <p:sp>
          <p:nvSpPr>
            <p:cNvPr id="5165" name="Rectangle 29"/>
            <p:cNvSpPr>
              <a:spLocks noChangeArrowheads="1"/>
            </p:cNvSpPr>
            <p:nvPr/>
          </p:nvSpPr>
          <p:spPr bwMode="auto">
            <a:xfrm>
              <a:off x="77" y="15"/>
              <a:ext cx="92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 b="1"/>
                <a:t>路程</a:t>
              </a:r>
            </a:p>
          </p:txBody>
        </p:sp>
        <p:grpSp>
          <p:nvGrpSpPr>
            <p:cNvPr id="5166" name="Group 30"/>
            <p:cNvGrpSpPr>
              <a:grpSpLocks/>
            </p:cNvGrpSpPr>
            <p:nvPr/>
          </p:nvGrpSpPr>
          <p:grpSpPr bwMode="auto">
            <a:xfrm>
              <a:off x="651" y="0"/>
              <a:ext cx="1110" cy="428"/>
              <a:chOff x="14" y="0"/>
              <a:chExt cx="974" cy="341"/>
            </a:xfrm>
          </p:grpSpPr>
          <p:sp>
            <p:nvSpPr>
              <p:cNvPr id="5167" name="Freeform 31"/>
              <p:cNvSpPr>
                <a:spLocks/>
              </p:cNvSpPr>
              <p:nvPr/>
            </p:nvSpPr>
            <p:spPr bwMode="auto">
              <a:xfrm>
                <a:off x="679" y="0"/>
                <a:ext cx="192" cy="48"/>
              </a:xfrm>
              <a:custGeom>
                <a:avLst/>
                <a:gdLst>
                  <a:gd name="T0" fmla="*/ 0 w 192"/>
                  <a:gd name="T1" fmla="*/ 48 h 48"/>
                  <a:gd name="T2" fmla="*/ 96 w 192"/>
                  <a:gd name="T3" fmla="*/ 0 h 48"/>
                  <a:gd name="T4" fmla="*/ 192 w 192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48"/>
                  <a:gd name="T11" fmla="*/ 192 w 192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48">
                    <a:moveTo>
                      <a:pt x="0" y="48"/>
                    </a:moveTo>
                    <a:cubicBezTo>
                      <a:pt x="32" y="24"/>
                      <a:pt x="64" y="0"/>
                      <a:pt x="96" y="0"/>
                    </a:cubicBezTo>
                    <a:cubicBezTo>
                      <a:pt x="128" y="0"/>
                      <a:pt x="160" y="24"/>
                      <a:pt x="192" y="48"/>
                    </a:cubicBez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5131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8116657"/>
                  </p:ext>
                </p:extLst>
              </p:nvPr>
            </p:nvGraphicFramePr>
            <p:xfrm>
              <a:off x="14" y="9"/>
              <a:ext cx="974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817" r:id="rId21" imgW="596900" imgH="215900" progId="Equation.3">
                      <p:embed/>
                    </p:oleObj>
                  </mc:Choice>
                  <mc:Fallback>
                    <p:oleObj r:id="rId21" imgW="596900" imgH="215900" progId="Equation.3">
                      <p:embed/>
                      <p:pic>
                        <p:nvPicPr>
                          <p:cNvPr id="0" name="Picture 2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" y="9"/>
                            <a:ext cx="974" cy="3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7039294" y="403290"/>
            <a:ext cx="1110853" cy="853678"/>
            <a:chOff x="0" y="0"/>
            <a:chExt cx="933" cy="717"/>
          </a:xfrm>
        </p:grpSpPr>
        <p:graphicFrame>
          <p:nvGraphicFramePr>
            <p:cNvPr id="5130" name="Object 34"/>
            <p:cNvGraphicFramePr>
              <a:graphicFrameLocks noChangeAspect="1"/>
            </p:cNvGraphicFramePr>
            <p:nvPr/>
          </p:nvGraphicFramePr>
          <p:xfrm>
            <a:off x="357" y="0"/>
            <a:ext cx="34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18" r:id="rId23" imgW="6484680" imgH="5685840" progId="Equation.3">
                    <p:embed/>
                  </p:oleObj>
                </mc:Choice>
                <mc:Fallback>
                  <p:oleObj r:id="rId23" imgW="6484680" imgH="5685840" progId="Equation.3">
                    <p:embed/>
                    <p:pic>
                      <p:nvPicPr>
                        <p:cNvPr id="0" name="Picture 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" y="0"/>
                          <a:ext cx="341" cy="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4" name="Freeform 35"/>
            <p:cNvSpPr>
              <a:spLocks/>
            </p:cNvSpPr>
            <p:nvPr/>
          </p:nvSpPr>
          <p:spPr bwMode="auto">
            <a:xfrm>
              <a:off x="0" y="288"/>
              <a:ext cx="933" cy="429"/>
            </a:xfrm>
            <a:custGeom>
              <a:avLst/>
              <a:gdLst>
                <a:gd name="T0" fmla="*/ 0 w 933"/>
                <a:gd name="T1" fmla="*/ 429 h 429"/>
                <a:gd name="T2" fmla="*/ 113 w 933"/>
                <a:gd name="T3" fmla="*/ 303 h 429"/>
                <a:gd name="T4" fmla="*/ 269 w 933"/>
                <a:gd name="T5" fmla="*/ 102 h 429"/>
                <a:gd name="T6" fmla="*/ 494 w 933"/>
                <a:gd name="T7" fmla="*/ 9 h 429"/>
                <a:gd name="T8" fmla="*/ 741 w 933"/>
                <a:gd name="T9" fmla="*/ 45 h 429"/>
                <a:gd name="T10" fmla="*/ 933 w 933"/>
                <a:gd name="T11" fmla="*/ 255 h 4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3"/>
                <a:gd name="T19" fmla="*/ 0 h 429"/>
                <a:gd name="T20" fmla="*/ 933 w 933"/>
                <a:gd name="T21" fmla="*/ 429 h 4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3" h="429">
                  <a:moveTo>
                    <a:pt x="0" y="429"/>
                  </a:moveTo>
                  <a:cubicBezTo>
                    <a:pt x="19" y="408"/>
                    <a:pt x="68" y="357"/>
                    <a:pt x="113" y="303"/>
                  </a:cubicBezTo>
                  <a:cubicBezTo>
                    <a:pt x="158" y="249"/>
                    <a:pt x="206" y="151"/>
                    <a:pt x="269" y="102"/>
                  </a:cubicBezTo>
                  <a:cubicBezTo>
                    <a:pt x="332" y="53"/>
                    <a:pt x="415" y="18"/>
                    <a:pt x="494" y="9"/>
                  </a:cubicBezTo>
                  <a:cubicBezTo>
                    <a:pt x="573" y="0"/>
                    <a:pt x="668" y="4"/>
                    <a:pt x="741" y="45"/>
                  </a:cubicBezTo>
                  <a:cubicBezTo>
                    <a:pt x="814" y="86"/>
                    <a:pt x="893" y="211"/>
                    <a:pt x="933" y="255"/>
                  </a:cubicBezTo>
                </a:path>
              </a:pathLst>
            </a:custGeom>
            <a:noFill/>
            <a:ln w="38100" cap="flat" cmpd="sng">
              <a:solidFill>
                <a:srgbClr val="CC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7039294" y="156830"/>
            <a:ext cx="1143000" cy="1120379"/>
            <a:chOff x="0" y="0"/>
            <a:chExt cx="960" cy="941"/>
          </a:xfrm>
        </p:grpSpPr>
        <p:graphicFrame>
          <p:nvGraphicFramePr>
            <p:cNvPr id="5129" name="Object 37"/>
            <p:cNvGraphicFramePr>
              <a:graphicFrameLocks noChangeAspect="1"/>
            </p:cNvGraphicFramePr>
            <p:nvPr/>
          </p:nvGraphicFramePr>
          <p:xfrm>
            <a:off x="31" y="0"/>
            <a:ext cx="36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19" r:id="rId25" imgW="7296840" imgH="5685840" progId="Equation.3">
                    <p:embed/>
                  </p:oleObj>
                </mc:Choice>
                <mc:Fallback>
                  <p:oleObj r:id="rId25" imgW="7296840" imgH="5685840" progId="Equation.3">
                    <p:embed/>
                    <p:pic>
                      <p:nvPicPr>
                        <p:cNvPr id="0" name="Picture 2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" y="0"/>
                          <a:ext cx="367" cy="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3" name="Freeform 38"/>
            <p:cNvSpPr>
              <a:spLocks/>
            </p:cNvSpPr>
            <p:nvPr/>
          </p:nvSpPr>
          <p:spPr bwMode="auto">
            <a:xfrm>
              <a:off x="0" y="165"/>
              <a:ext cx="960" cy="776"/>
            </a:xfrm>
            <a:custGeom>
              <a:avLst/>
              <a:gdLst>
                <a:gd name="T0" fmla="*/ 0 w 1024"/>
                <a:gd name="T1" fmla="*/ 776 h 776"/>
                <a:gd name="T2" fmla="*/ 222 w 1024"/>
                <a:gd name="T3" fmla="*/ 200 h 776"/>
                <a:gd name="T4" fmla="*/ 482 w 1024"/>
                <a:gd name="T5" fmla="*/ 8 h 776"/>
                <a:gd name="T6" fmla="*/ 742 w 1024"/>
                <a:gd name="T7" fmla="*/ 152 h 776"/>
                <a:gd name="T8" fmla="*/ 779 w 1024"/>
                <a:gd name="T9" fmla="*/ 584 h 7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4"/>
                <a:gd name="T16" fmla="*/ 0 h 776"/>
                <a:gd name="T17" fmla="*/ 1024 w 1024"/>
                <a:gd name="T18" fmla="*/ 776 h 7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4" h="776">
                  <a:moveTo>
                    <a:pt x="0" y="776"/>
                  </a:moveTo>
                  <a:cubicBezTo>
                    <a:pt x="92" y="552"/>
                    <a:pt x="184" y="328"/>
                    <a:pt x="288" y="200"/>
                  </a:cubicBezTo>
                  <a:cubicBezTo>
                    <a:pt x="392" y="72"/>
                    <a:pt x="512" y="16"/>
                    <a:pt x="624" y="8"/>
                  </a:cubicBezTo>
                  <a:cubicBezTo>
                    <a:pt x="736" y="0"/>
                    <a:pt x="896" y="56"/>
                    <a:pt x="960" y="152"/>
                  </a:cubicBezTo>
                  <a:cubicBezTo>
                    <a:pt x="1024" y="248"/>
                    <a:pt x="1000" y="512"/>
                    <a:pt x="1008" y="584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</p:grpSp>
      <p:sp>
        <p:nvSpPr>
          <p:cNvPr id="67623" name="Text Box 39"/>
          <p:cNvSpPr txBox="1">
            <a:spLocks noChangeArrowheads="1"/>
          </p:cNvSpPr>
          <p:nvPr/>
        </p:nvSpPr>
        <p:spPr bwMode="auto">
          <a:xfrm>
            <a:off x="1023067" y="2683775"/>
            <a:ext cx="488275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</a:pPr>
            <a:r>
              <a:rPr kumimoji="0" lang="en-US" altLang="zh-CN" sz="2400" b="1" smtClean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0" lang="en-US" altLang="zh-CN" sz="2400" b="1" smtClean="0">
                <a:solidFill>
                  <a:srgbClr val="CC0000"/>
                </a:solidFill>
              </a:rPr>
              <a:t>1</a:t>
            </a:r>
            <a:r>
              <a:rPr kumimoji="0" lang="en-US" altLang="zh-CN" sz="2400" b="1" smtClean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0" lang="en-US" altLang="zh-CN" sz="2400" b="1" smtClean="0">
                <a:solidFill>
                  <a:srgbClr val="CC0000"/>
                </a:solidFill>
              </a:rPr>
              <a:t> </a:t>
            </a:r>
            <a:r>
              <a:rPr kumimoji="0" lang="zh-CN" altLang="en-US" sz="2400" b="1" smtClean="0">
                <a:latin typeface="宋体" pitchFamily="2" charset="-122"/>
              </a:rPr>
              <a:t>位</a:t>
            </a:r>
            <a:r>
              <a:rPr kumimoji="0" lang="zh-CN" altLang="en-US" sz="2400" b="1">
                <a:latin typeface="宋体" pitchFamily="2" charset="-122"/>
              </a:rPr>
              <a:t>移是</a:t>
            </a:r>
            <a:r>
              <a:rPr kumimoji="0" lang="zh-CN" altLang="en-US" sz="2400" b="1">
                <a:solidFill>
                  <a:srgbClr val="000066"/>
                </a:solidFill>
                <a:latin typeface="宋体" pitchFamily="2" charset="-122"/>
              </a:rPr>
              <a:t>矢量，</a:t>
            </a:r>
            <a:r>
              <a:rPr kumimoji="0" lang="zh-CN" altLang="en-US" sz="2400" b="1">
                <a:latin typeface="宋体" pitchFamily="2" charset="-122"/>
              </a:rPr>
              <a:t>路程是</a:t>
            </a:r>
            <a:r>
              <a:rPr kumimoji="0" lang="zh-CN" altLang="en-US" sz="2400" b="1">
                <a:solidFill>
                  <a:srgbClr val="000066"/>
                </a:solidFill>
                <a:latin typeface="宋体" pitchFamily="2" charset="-122"/>
              </a:rPr>
              <a:t>标量．</a:t>
            </a:r>
          </a:p>
        </p:txBody>
      </p:sp>
      <p:sp>
        <p:nvSpPr>
          <p:cNvPr id="67624" name="Text Box 40"/>
          <p:cNvSpPr txBox="1">
            <a:spLocks noChangeArrowheads="1"/>
          </p:cNvSpPr>
          <p:nvPr/>
        </p:nvSpPr>
        <p:spPr bwMode="auto">
          <a:xfrm>
            <a:off x="1096408" y="1800283"/>
            <a:ext cx="29158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>
                <a:solidFill>
                  <a:srgbClr val="0000FF"/>
                </a:solidFill>
              </a:rPr>
              <a:t>位移与路程的区别</a:t>
            </a:r>
            <a:r>
              <a:rPr kumimoji="0" lang="en-US" altLang="zh-CN" sz="2400" b="1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67625" name="Text Box 41"/>
          <p:cNvSpPr txBox="1">
            <a:spLocks noChangeArrowheads="1"/>
          </p:cNvSpPr>
          <p:nvPr/>
        </p:nvSpPr>
        <p:spPr bwMode="auto">
          <a:xfrm>
            <a:off x="1023067" y="3368974"/>
            <a:ext cx="4089953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en-US" altLang="zh-CN" sz="2250" b="1" smtClean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0" lang="en-US" altLang="zh-CN" sz="2250" b="1" smtClean="0">
                <a:solidFill>
                  <a:srgbClr val="CC0000"/>
                </a:solidFill>
              </a:rPr>
              <a:t>2</a:t>
            </a:r>
            <a:r>
              <a:rPr kumimoji="0" lang="en-US" altLang="zh-CN" sz="2250" b="1" smtClean="0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kumimoji="0" lang="zh-CN" altLang="en-US" sz="2250" b="1" smtClean="0"/>
              <a:t>两</a:t>
            </a:r>
            <a:r>
              <a:rPr kumimoji="0" lang="zh-CN" altLang="en-US" sz="2250" b="1" dirty="0"/>
              <a:t>点间位移是唯一的</a:t>
            </a:r>
            <a:r>
              <a:rPr kumimoji="0" lang="zh-CN" altLang="en-US" sz="2250" b="1" dirty="0">
                <a:latin typeface="宋体" pitchFamily="2" charset="-122"/>
              </a:rPr>
              <a:t>．</a:t>
            </a:r>
          </a:p>
        </p:txBody>
      </p:sp>
      <p:grpSp>
        <p:nvGrpSpPr>
          <p:cNvPr id="8" name="Group 42"/>
          <p:cNvGrpSpPr>
            <a:grpSpLocks/>
          </p:cNvGrpSpPr>
          <p:nvPr/>
        </p:nvGrpSpPr>
        <p:grpSpPr bwMode="auto">
          <a:xfrm>
            <a:off x="7039295" y="775955"/>
            <a:ext cx="1134665" cy="460772"/>
            <a:chOff x="0" y="0"/>
            <a:chExt cx="953" cy="387"/>
          </a:xfrm>
        </p:grpSpPr>
        <p:graphicFrame>
          <p:nvGraphicFramePr>
            <p:cNvPr id="5128" name="Object 43"/>
            <p:cNvGraphicFramePr>
              <a:graphicFrameLocks noChangeAspect="1"/>
            </p:cNvGraphicFramePr>
            <p:nvPr/>
          </p:nvGraphicFramePr>
          <p:xfrm>
            <a:off x="272" y="0"/>
            <a:ext cx="40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20" r:id="rId27" imgW="216275" imgH="165387" progId="Equation.3">
                    <p:embed/>
                  </p:oleObj>
                </mc:Choice>
                <mc:Fallback>
                  <p:oleObj r:id="rId27" imgW="216275" imgH="165387" progId="Equation.3">
                    <p:embed/>
                    <p:pic>
                      <p:nvPicPr>
                        <p:cNvPr id="0" name="Picture 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0"/>
                          <a:ext cx="409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2" name="Line 44"/>
            <p:cNvSpPr>
              <a:spLocks noChangeShapeType="1"/>
            </p:cNvSpPr>
            <p:nvPr/>
          </p:nvSpPr>
          <p:spPr bwMode="auto">
            <a:xfrm flipV="1">
              <a:off x="0" y="241"/>
              <a:ext cx="953" cy="14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1023067" y="4026472"/>
            <a:ext cx="3618309" cy="535781"/>
            <a:chOff x="0" y="0"/>
            <a:chExt cx="3039" cy="450"/>
          </a:xfrm>
        </p:grpSpPr>
        <p:sp>
          <p:nvSpPr>
            <p:cNvPr id="5158" name="Text Box 46"/>
            <p:cNvSpPr txBox="1">
              <a:spLocks noChangeArrowheads="1"/>
            </p:cNvSpPr>
            <p:nvPr/>
          </p:nvSpPr>
          <p:spPr bwMode="auto">
            <a:xfrm>
              <a:off x="0" y="0"/>
              <a:ext cx="3039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en-US" altLang="zh-CN" sz="2400" b="1" smtClean="0">
                  <a:solidFill>
                    <a:srgbClr val="CC0000"/>
                  </a:solidFill>
                  <a:latin typeface="宋体" pitchFamily="2" charset="-122"/>
                </a:rPr>
                <a:t>(</a:t>
              </a:r>
              <a:r>
                <a:rPr kumimoji="0" lang="en-US" altLang="zh-CN" sz="2400" b="1" smtClean="0">
                  <a:solidFill>
                    <a:srgbClr val="CC0000"/>
                  </a:solidFill>
                </a:rPr>
                <a:t>3</a:t>
              </a:r>
              <a:r>
                <a:rPr kumimoji="0" lang="en-US" altLang="zh-CN" sz="2400" b="1" smtClean="0">
                  <a:solidFill>
                    <a:srgbClr val="CC0000"/>
                  </a:solidFill>
                  <a:latin typeface="宋体" pitchFamily="2" charset="-122"/>
                </a:rPr>
                <a:t>) </a:t>
              </a:r>
              <a:r>
                <a:rPr kumimoji="0" lang="zh-CN" altLang="en-US" sz="2400" b="1">
                  <a:latin typeface="宋体" pitchFamily="2" charset="-122"/>
                </a:rPr>
                <a:t>一般情况        ．</a:t>
              </a:r>
            </a:p>
          </p:txBody>
        </p:sp>
        <p:grpSp>
          <p:nvGrpSpPr>
            <p:cNvPr id="5159" name="Group 47"/>
            <p:cNvGrpSpPr>
              <a:grpSpLocks/>
            </p:cNvGrpSpPr>
            <p:nvPr/>
          </p:nvGrpSpPr>
          <p:grpSpPr bwMode="auto">
            <a:xfrm>
              <a:off x="1641" y="55"/>
              <a:ext cx="1016" cy="339"/>
              <a:chOff x="18" y="-24"/>
              <a:chExt cx="1016" cy="339"/>
            </a:xfrm>
          </p:grpSpPr>
          <p:graphicFrame>
            <p:nvGraphicFramePr>
              <p:cNvPr id="5127" name="Object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09625603"/>
                  </p:ext>
                </p:extLst>
              </p:nvPr>
            </p:nvGraphicFramePr>
            <p:xfrm>
              <a:off x="18" y="-24"/>
              <a:ext cx="1016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821" r:id="rId29" imgW="533169" imgH="177723" progId="Equation.3">
                      <p:embed/>
                    </p:oleObj>
                  </mc:Choice>
                  <mc:Fallback>
                    <p:oleObj r:id="rId29" imgW="533169" imgH="177723" progId="Equation.3">
                      <p:embed/>
                      <p:pic>
                        <p:nvPicPr>
                          <p:cNvPr id="0" name="Picture 2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" y="-24"/>
                            <a:ext cx="1016" cy="3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60" name="Line 49"/>
              <p:cNvSpPr>
                <a:spLocks noChangeShapeType="1"/>
              </p:cNvSpPr>
              <p:nvPr/>
            </p:nvSpPr>
            <p:spPr bwMode="auto">
              <a:xfrm>
                <a:off x="19" y="55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5161" name="Line 50"/>
              <p:cNvSpPr>
                <a:spLocks noChangeShapeType="1"/>
              </p:cNvSpPr>
              <p:nvPr/>
            </p:nvSpPr>
            <p:spPr bwMode="auto">
              <a:xfrm>
                <a:off x="391" y="55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</p:grpSp>
      </p:grpSp>
      <p:pic>
        <p:nvPicPr>
          <p:cNvPr id="53" name="图片 52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731" y="3030046"/>
            <a:ext cx="2515744" cy="2042486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23" grpId="0" autoUpdateAnimBg="0"/>
      <p:bldP spid="67624" grpId="0" autoUpdateAnimBg="0"/>
      <p:bldP spid="6762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004B8C-57F6-4389-8BDF-1CA30618B2D1}" type="slidenum">
              <a:rPr lang="en-US" altLang="zh-CN" smtClean="0"/>
              <a:pPr/>
              <a:t>11</a:t>
            </a:fld>
            <a:endParaRPr lang="en-US" altLang="zh-CN" smtClean="0"/>
          </a:p>
        </p:txBody>
      </p:sp>
      <p:sp>
        <p:nvSpPr>
          <p:cNvPr id="6164" name="Text Box 3"/>
          <p:cNvSpPr txBox="1">
            <a:spLocks noChangeArrowheads="1"/>
          </p:cNvSpPr>
          <p:nvPr/>
        </p:nvSpPr>
        <p:spPr bwMode="auto">
          <a:xfrm>
            <a:off x="7966710" y="1364456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endParaRPr kumimoji="0" lang="zh-CN" altLang="en-US" sz="1800"/>
          </a:p>
        </p:txBody>
      </p:sp>
      <p:sp>
        <p:nvSpPr>
          <p:cNvPr id="6165" name="Text Box 4"/>
          <p:cNvSpPr txBox="1">
            <a:spLocks noChangeArrowheads="1"/>
          </p:cNvSpPr>
          <p:nvPr/>
        </p:nvSpPr>
        <p:spPr bwMode="auto">
          <a:xfrm>
            <a:off x="6156960" y="2625329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endParaRPr kumimoji="0" lang="zh-CN" altLang="en-US" sz="1800"/>
          </a:p>
        </p:txBody>
      </p:sp>
      <p:sp>
        <p:nvSpPr>
          <p:cNvPr id="6166" name="Freeform 5"/>
          <p:cNvSpPr>
            <a:spLocks/>
          </p:cNvSpPr>
          <p:nvPr/>
        </p:nvSpPr>
        <p:spPr bwMode="auto">
          <a:xfrm>
            <a:off x="5862876" y="1225154"/>
            <a:ext cx="2661047" cy="1151334"/>
          </a:xfrm>
          <a:custGeom>
            <a:avLst/>
            <a:gdLst>
              <a:gd name="T0" fmla="*/ 0 w 2235"/>
              <a:gd name="T1" fmla="*/ 2147483647 h 967"/>
              <a:gd name="T2" fmla="*/ 2147483647 w 2235"/>
              <a:gd name="T3" fmla="*/ 2147483647 h 967"/>
              <a:gd name="T4" fmla="*/ 2147483647 w 2235"/>
              <a:gd name="T5" fmla="*/ 2147483647 h 967"/>
              <a:gd name="T6" fmla="*/ 2147483647 w 2235"/>
              <a:gd name="T7" fmla="*/ 2147483647 h 967"/>
              <a:gd name="T8" fmla="*/ 2147483647 w 2235"/>
              <a:gd name="T9" fmla="*/ 2147483647 h 967"/>
              <a:gd name="T10" fmla="*/ 2147483647 w 2235"/>
              <a:gd name="T11" fmla="*/ 2147483647 h 967"/>
              <a:gd name="T12" fmla="*/ 2147483647 w 2235"/>
              <a:gd name="T13" fmla="*/ 2147483647 h 9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35"/>
              <a:gd name="T22" fmla="*/ 0 h 967"/>
              <a:gd name="T23" fmla="*/ 2235 w 2235"/>
              <a:gd name="T24" fmla="*/ 967 h 9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35" h="967">
                <a:moveTo>
                  <a:pt x="0" y="967"/>
                </a:moveTo>
                <a:cubicBezTo>
                  <a:pt x="46" y="894"/>
                  <a:pt x="129" y="615"/>
                  <a:pt x="274" y="528"/>
                </a:cubicBezTo>
                <a:cubicBezTo>
                  <a:pt x="419" y="441"/>
                  <a:pt x="714" y="521"/>
                  <a:pt x="872" y="447"/>
                </a:cubicBezTo>
                <a:cubicBezTo>
                  <a:pt x="1030" y="373"/>
                  <a:pt x="1099" y="150"/>
                  <a:pt x="1221" y="83"/>
                </a:cubicBezTo>
                <a:cubicBezTo>
                  <a:pt x="1343" y="16"/>
                  <a:pt x="1488" y="0"/>
                  <a:pt x="1605" y="42"/>
                </a:cubicBezTo>
                <a:cubicBezTo>
                  <a:pt x="1722" y="84"/>
                  <a:pt x="1815" y="260"/>
                  <a:pt x="1920" y="336"/>
                </a:cubicBezTo>
                <a:cubicBezTo>
                  <a:pt x="2025" y="412"/>
                  <a:pt x="2170" y="467"/>
                  <a:pt x="2235" y="50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6167" name="Text Box 6"/>
          <p:cNvSpPr txBox="1">
            <a:spLocks noChangeArrowheads="1"/>
          </p:cNvSpPr>
          <p:nvPr/>
        </p:nvSpPr>
        <p:spPr bwMode="auto">
          <a:xfrm>
            <a:off x="6595110" y="1421606"/>
            <a:ext cx="5143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endParaRPr kumimoji="0" lang="zh-CN" altLang="en-US" sz="1800" b="1">
              <a:solidFill>
                <a:srgbClr val="CC0000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370084" y="1340644"/>
            <a:ext cx="694133" cy="1490663"/>
            <a:chOff x="30" y="0"/>
            <a:chExt cx="583" cy="1252"/>
          </a:xfrm>
        </p:grpSpPr>
        <p:sp>
          <p:nvSpPr>
            <p:cNvPr id="6193" name="Freeform 8"/>
            <p:cNvSpPr>
              <a:spLocks/>
            </p:cNvSpPr>
            <p:nvPr/>
          </p:nvSpPr>
          <p:spPr bwMode="auto">
            <a:xfrm>
              <a:off x="78" y="347"/>
              <a:ext cx="421" cy="905"/>
            </a:xfrm>
            <a:custGeom>
              <a:avLst/>
              <a:gdLst>
                <a:gd name="T0" fmla="*/ 0 w 421"/>
                <a:gd name="T1" fmla="*/ 905 h 905"/>
                <a:gd name="T2" fmla="*/ 421 w 421"/>
                <a:gd name="T3" fmla="*/ 0 h 905"/>
                <a:gd name="T4" fmla="*/ 0 60000 65536"/>
                <a:gd name="T5" fmla="*/ 0 60000 65536"/>
                <a:gd name="T6" fmla="*/ 0 w 421"/>
                <a:gd name="T7" fmla="*/ 0 h 905"/>
                <a:gd name="T8" fmla="*/ 421 w 421"/>
                <a:gd name="T9" fmla="*/ 905 h 9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21" h="905">
                  <a:moveTo>
                    <a:pt x="0" y="905"/>
                  </a:moveTo>
                  <a:lnTo>
                    <a:pt x="42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6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3385526"/>
                </p:ext>
              </p:extLst>
            </p:nvPr>
          </p:nvGraphicFramePr>
          <p:xfrm>
            <a:off x="30" y="477"/>
            <a:ext cx="3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2" r:id="rId3" imgW="127110" imgH="216088" progId="Equation.3">
                    <p:embed/>
                  </p:oleObj>
                </mc:Choice>
                <mc:Fallback>
                  <p:oleObj r:id="rId3" imgW="127110" imgH="216088" progId="Equation.3">
                    <p:embed/>
                    <p:pic>
                      <p:nvPicPr>
                        <p:cNvPr id="0" name="Picture 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" y="477"/>
                          <a:ext cx="331" cy="4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1" name="Object 10"/>
            <p:cNvGraphicFramePr>
              <a:graphicFrameLocks noChangeAspect="1"/>
            </p:cNvGraphicFramePr>
            <p:nvPr/>
          </p:nvGraphicFramePr>
          <p:xfrm>
            <a:off x="404" y="0"/>
            <a:ext cx="209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3" r:id="rId5" imgW="291960" imgH="407160" progId="Equation.3">
                    <p:embed/>
                  </p:oleObj>
                </mc:Choice>
                <mc:Fallback>
                  <p:oleObj r:id="rId5" imgW="291960" imgH="407160" progId="Equation.3">
                    <p:embed/>
                    <p:pic>
                      <p:nvPicPr>
                        <p:cNvPr id="0" name="Picture 2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" y="0"/>
                          <a:ext cx="209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410564" y="1233488"/>
            <a:ext cx="1939528" cy="1600200"/>
            <a:chOff x="0" y="0"/>
            <a:chExt cx="1629" cy="1344"/>
          </a:xfrm>
        </p:grpSpPr>
        <p:sp>
          <p:nvSpPr>
            <p:cNvPr id="6192" name="Line 12"/>
            <p:cNvSpPr>
              <a:spLocks noChangeShapeType="1"/>
            </p:cNvSpPr>
            <p:nvPr/>
          </p:nvSpPr>
          <p:spPr bwMode="auto">
            <a:xfrm flipV="1">
              <a:off x="0" y="240"/>
              <a:ext cx="1392" cy="1104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8" name="Object 13"/>
            <p:cNvGraphicFramePr>
              <a:graphicFrameLocks noChangeAspect="1"/>
            </p:cNvGraphicFramePr>
            <p:nvPr/>
          </p:nvGraphicFramePr>
          <p:xfrm>
            <a:off x="635" y="726"/>
            <a:ext cx="243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4" r:id="rId7" imgW="139943" imgH="216275" progId="Equation.3">
                    <p:embed/>
                  </p:oleObj>
                </mc:Choice>
                <mc:Fallback>
                  <p:oleObj r:id="rId7" imgW="139943" imgH="216275" progId="Equation.3">
                    <p:embed/>
                    <p:pic>
                      <p:nvPicPr>
                        <p:cNvPr id="0" name="Picture 2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726"/>
                          <a:ext cx="243" cy="4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9" name="Object 14"/>
            <p:cNvGraphicFramePr>
              <a:graphicFrameLocks noChangeAspect="1"/>
            </p:cNvGraphicFramePr>
            <p:nvPr/>
          </p:nvGraphicFramePr>
          <p:xfrm>
            <a:off x="1398" y="0"/>
            <a:ext cx="23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5" r:id="rId9" imgW="330120" imgH="407160" progId="Equation.3">
                    <p:embed/>
                  </p:oleObj>
                </mc:Choice>
                <mc:Fallback>
                  <p:oleObj r:id="rId9" imgW="330120" imgH="407160" progId="Equation.3">
                    <p:embed/>
                    <p:pic>
                      <p:nvPicPr>
                        <p:cNvPr id="0" name="Picture 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0"/>
                          <a:ext cx="231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23" name="Freeform 15"/>
          <p:cNvSpPr>
            <a:spLocks/>
          </p:cNvSpPr>
          <p:nvPr/>
        </p:nvSpPr>
        <p:spPr bwMode="auto">
          <a:xfrm>
            <a:off x="6745129" y="1714500"/>
            <a:ext cx="685800" cy="471488"/>
          </a:xfrm>
          <a:custGeom>
            <a:avLst/>
            <a:gdLst>
              <a:gd name="T0" fmla="*/ 0 w 576"/>
              <a:gd name="T1" fmla="*/ 0 h 396"/>
              <a:gd name="T2" fmla="*/ 2147483647 w 576"/>
              <a:gd name="T3" fmla="*/ 2147483647 h 396"/>
              <a:gd name="T4" fmla="*/ 2147483647 w 576"/>
              <a:gd name="T5" fmla="*/ 2147483647 h 396"/>
              <a:gd name="T6" fmla="*/ 2147483647 w 576"/>
              <a:gd name="T7" fmla="*/ 2147483647 h 396"/>
              <a:gd name="T8" fmla="*/ 2147483647 w 576"/>
              <a:gd name="T9" fmla="*/ 2147483647 h 396"/>
              <a:gd name="T10" fmla="*/ 2147483647 w 576"/>
              <a:gd name="T11" fmla="*/ 2147483647 h 396"/>
              <a:gd name="T12" fmla="*/ 2147483647 w 576"/>
              <a:gd name="T13" fmla="*/ 2147483647 h 3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76"/>
              <a:gd name="T22" fmla="*/ 0 h 396"/>
              <a:gd name="T23" fmla="*/ 576 w 576"/>
              <a:gd name="T24" fmla="*/ 396 h 3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76" h="396">
                <a:moveTo>
                  <a:pt x="0" y="0"/>
                </a:moveTo>
                <a:lnTo>
                  <a:pt x="66" y="6"/>
                </a:lnTo>
                <a:lnTo>
                  <a:pt x="150" y="24"/>
                </a:lnTo>
                <a:lnTo>
                  <a:pt x="276" y="78"/>
                </a:lnTo>
                <a:lnTo>
                  <a:pt x="390" y="150"/>
                </a:lnTo>
                <a:lnTo>
                  <a:pt x="492" y="264"/>
                </a:lnTo>
                <a:lnTo>
                  <a:pt x="576" y="396"/>
                </a:lnTo>
              </a:path>
            </a:pathLst>
          </a:custGeom>
          <a:noFill/>
          <a:ln w="19050" cap="flat" cmpd="sng">
            <a:solidFill>
              <a:srgbClr val="006666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908245" y="1243013"/>
            <a:ext cx="1143000" cy="514350"/>
            <a:chOff x="0" y="0"/>
            <a:chExt cx="960" cy="432"/>
          </a:xfrm>
        </p:grpSpPr>
        <p:sp>
          <p:nvSpPr>
            <p:cNvPr id="6191" name="Line 17"/>
            <p:cNvSpPr>
              <a:spLocks noChangeShapeType="1"/>
            </p:cNvSpPr>
            <p:nvPr/>
          </p:nvSpPr>
          <p:spPr bwMode="auto">
            <a:xfrm flipV="1">
              <a:off x="0" y="240"/>
              <a:ext cx="960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7" name="Object 18"/>
            <p:cNvGraphicFramePr>
              <a:graphicFrameLocks noChangeAspect="1"/>
            </p:cNvGraphicFramePr>
            <p:nvPr/>
          </p:nvGraphicFramePr>
          <p:xfrm>
            <a:off x="288" y="0"/>
            <a:ext cx="432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6" r:id="rId11" imgW="216275" imgH="165387" progId="Equation.3">
                    <p:embed/>
                  </p:oleObj>
                </mc:Choice>
                <mc:Fallback>
                  <p:oleObj r:id="rId11" imgW="216275" imgH="165387" progId="Equation.3">
                    <p:embed/>
                    <p:pic>
                      <p:nvPicPr>
                        <p:cNvPr id="0" name="Picture 2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0"/>
                          <a:ext cx="432" cy="3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72" name="Group 19"/>
          <p:cNvGrpSpPr>
            <a:grpSpLocks/>
          </p:cNvGrpSpPr>
          <p:nvPr/>
        </p:nvGrpSpPr>
        <p:grpSpPr bwMode="auto">
          <a:xfrm>
            <a:off x="5795011" y="850107"/>
            <a:ext cx="2726531" cy="2383631"/>
            <a:chOff x="0" y="0"/>
            <a:chExt cx="2290" cy="2002"/>
          </a:xfrm>
        </p:grpSpPr>
        <p:sp>
          <p:nvSpPr>
            <p:cNvPr id="6188" name="Line 20"/>
            <p:cNvSpPr>
              <a:spLocks noChangeShapeType="1"/>
            </p:cNvSpPr>
            <p:nvPr/>
          </p:nvSpPr>
          <p:spPr bwMode="auto">
            <a:xfrm flipV="1">
              <a:off x="528" y="0"/>
              <a:ext cx="0" cy="1666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89" name="Line 21"/>
            <p:cNvSpPr>
              <a:spLocks noChangeShapeType="1"/>
            </p:cNvSpPr>
            <p:nvPr/>
          </p:nvSpPr>
          <p:spPr bwMode="auto">
            <a:xfrm flipV="1">
              <a:off x="528" y="1666"/>
              <a:ext cx="1728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90" name="Line 22"/>
            <p:cNvSpPr>
              <a:spLocks noChangeShapeType="1"/>
            </p:cNvSpPr>
            <p:nvPr/>
          </p:nvSpPr>
          <p:spPr bwMode="auto">
            <a:xfrm flipH="1">
              <a:off x="96" y="1666"/>
              <a:ext cx="432" cy="336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3" name="Object 23"/>
            <p:cNvGraphicFramePr>
              <a:graphicFrameLocks noChangeAspect="1"/>
            </p:cNvGraphicFramePr>
            <p:nvPr/>
          </p:nvGraphicFramePr>
          <p:xfrm>
            <a:off x="2067" y="1714"/>
            <a:ext cx="2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7" r:id="rId13" imgW="178109" imgH="190831" progId="Equation.3">
                    <p:embed/>
                  </p:oleObj>
                </mc:Choice>
                <mc:Fallback>
                  <p:oleObj r:id="rId13" imgW="178109" imgH="190831" progId="Equation.3">
                    <p:embed/>
                    <p:pic>
                      <p:nvPicPr>
                        <p:cNvPr id="0" name="Picture 2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1714"/>
                          <a:ext cx="22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" name="Object 24"/>
            <p:cNvGraphicFramePr>
              <a:graphicFrameLocks noChangeAspect="1"/>
            </p:cNvGraphicFramePr>
            <p:nvPr/>
          </p:nvGraphicFramePr>
          <p:xfrm>
            <a:off x="263" y="34"/>
            <a:ext cx="22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8" r:id="rId15" imgW="190914" imgH="241825" progId="Equation.3">
                    <p:embed/>
                  </p:oleObj>
                </mc:Choice>
                <mc:Fallback>
                  <p:oleObj r:id="rId15" imgW="190914" imgH="241825" progId="Equation.3">
                    <p:embed/>
                    <p:pic>
                      <p:nvPicPr>
                        <p:cNvPr id="0" name="Picture 2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" y="34"/>
                          <a:ext cx="22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25"/>
            <p:cNvGraphicFramePr>
              <a:graphicFrameLocks noChangeAspect="1"/>
            </p:cNvGraphicFramePr>
            <p:nvPr/>
          </p:nvGraphicFramePr>
          <p:xfrm>
            <a:off x="303" y="1474"/>
            <a:ext cx="21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09" r:id="rId17" imgW="152665" imgH="178109" progId="Equation.DSMT4">
                    <p:embed/>
                  </p:oleObj>
                </mc:Choice>
                <mc:Fallback>
                  <p:oleObj r:id="rId17" imgW="152665" imgH="178109" progId="Equation.DSMT4">
                    <p:embed/>
                    <p:pic>
                      <p:nvPicPr>
                        <p:cNvPr id="0" name="Picture 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" y="1474"/>
                          <a:ext cx="216" cy="2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6" name="Object 26"/>
            <p:cNvGraphicFramePr>
              <a:graphicFrameLocks noChangeAspect="1"/>
            </p:cNvGraphicFramePr>
            <p:nvPr/>
          </p:nvGraphicFramePr>
          <p:xfrm>
            <a:off x="0" y="1762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10" r:id="rId19" imgW="165459" imgH="165459" progId="Equation.3">
                    <p:embed/>
                  </p:oleObj>
                </mc:Choice>
                <mc:Fallback>
                  <p:oleObj r:id="rId19" imgW="165459" imgH="165459" progId="Equation.3">
                    <p:embed/>
                    <p:pic>
                      <p:nvPicPr>
                        <p:cNvPr id="0" name="Picture 2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762"/>
                          <a:ext cx="200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7385685" y="1514475"/>
            <a:ext cx="959644" cy="895350"/>
            <a:chOff x="0" y="0"/>
            <a:chExt cx="768" cy="720"/>
          </a:xfrm>
        </p:grpSpPr>
        <p:sp>
          <p:nvSpPr>
            <p:cNvPr id="6185" name="Line 28"/>
            <p:cNvSpPr>
              <a:spLocks noChangeShapeType="1"/>
            </p:cNvSpPr>
            <p:nvPr/>
          </p:nvSpPr>
          <p:spPr bwMode="auto">
            <a:xfrm>
              <a:off x="512" y="0"/>
              <a:ext cx="256" cy="257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86" name="Line 29"/>
            <p:cNvSpPr>
              <a:spLocks noChangeShapeType="1"/>
            </p:cNvSpPr>
            <p:nvPr/>
          </p:nvSpPr>
          <p:spPr bwMode="auto">
            <a:xfrm>
              <a:off x="0" y="463"/>
              <a:ext cx="256" cy="257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87" name="Line 30"/>
            <p:cNvSpPr>
              <a:spLocks noChangeShapeType="1"/>
            </p:cNvSpPr>
            <p:nvPr/>
          </p:nvSpPr>
          <p:spPr bwMode="auto">
            <a:xfrm flipH="1">
              <a:off x="120" y="145"/>
              <a:ext cx="564" cy="463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2" name="Object 31"/>
            <p:cNvGraphicFramePr>
              <a:graphicFrameLocks noChangeAspect="1"/>
            </p:cNvGraphicFramePr>
            <p:nvPr/>
          </p:nvGraphicFramePr>
          <p:xfrm>
            <a:off x="307" y="363"/>
            <a:ext cx="37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11" r:id="rId21" imgW="305197" imgH="228898" progId="Equation.3">
                    <p:embed/>
                  </p:oleObj>
                </mc:Choice>
                <mc:Fallback>
                  <p:oleObj r:id="rId21" imgW="305197" imgH="228898" progId="Equation.3">
                    <p:embed/>
                    <p:pic>
                      <p:nvPicPr>
                        <p:cNvPr id="0" name="Picture 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" y="363"/>
                          <a:ext cx="373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40" name="AutoShape 32"/>
          <p:cNvSpPr>
            <a:spLocks noChangeArrowheads="1"/>
          </p:cNvSpPr>
          <p:nvPr/>
        </p:nvSpPr>
        <p:spPr bwMode="auto">
          <a:xfrm>
            <a:off x="603052" y="272654"/>
            <a:ext cx="1782365" cy="972740"/>
          </a:xfrm>
          <a:prstGeom prst="irregularSeal1">
            <a:avLst/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9525">
            <a:solidFill>
              <a:srgbClr val="0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Arial" charset="0"/>
              <a:buNone/>
              <a:defRPr/>
            </a:pPr>
            <a:r>
              <a:rPr kumimoji="0" lang="zh-CN" altLang="en-US" sz="2400" b="1">
                <a:solidFill>
                  <a:srgbClr val="CC0000"/>
                </a:solidFill>
                <a:latin typeface="Arial" charset="0"/>
              </a:rPr>
              <a:t>注意</a:t>
            </a:r>
          </a:p>
        </p:txBody>
      </p:sp>
      <p:graphicFrame>
        <p:nvGraphicFramePr>
          <p:cNvPr id="6864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489249"/>
              </p:ext>
            </p:extLst>
          </p:nvPr>
        </p:nvGraphicFramePr>
        <p:xfrm>
          <a:off x="761525" y="2322673"/>
          <a:ext cx="444658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12" name="Equation" r:id="rId23" imgW="1866600" imgH="241200" progId="Equation.DSMT4">
                  <p:embed/>
                </p:oleObj>
              </mc:Choice>
              <mc:Fallback>
                <p:oleObj name="Equation" r:id="rId23" imgW="1866600" imgH="241200" progId="Equation.DSMT4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25" y="2322673"/>
                        <a:ext cx="4446588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4"/>
          <p:cNvGrpSpPr>
            <a:grpSpLocks noChangeAspect="1"/>
          </p:cNvGrpSpPr>
          <p:nvPr/>
        </p:nvGrpSpPr>
        <p:grpSpPr bwMode="auto">
          <a:xfrm>
            <a:off x="2859525" y="3865827"/>
            <a:ext cx="4204692" cy="733796"/>
            <a:chOff x="0" y="0"/>
            <a:chExt cx="3253" cy="639"/>
          </a:xfrm>
        </p:grpSpPr>
        <p:graphicFrame>
          <p:nvGraphicFramePr>
            <p:cNvPr id="6150" name="Object 35"/>
            <p:cNvGraphicFramePr>
              <a:graphicFrameLocks noChangeAspect="1"/>
            </p:cNvGraphicFramePr>
            <p:nvPr/>
          </p:nvGraphicFramePr>
          <p:xfrm>
            <a:off x="1609" y="7"/>
            <a:ext cx="1644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13" r:id="rId25" imgW="1092674" imgH="279521" progId="Equation.3">
                    <p:embed/>
                  </p:oleObj>
                </mc:Choice>
                <mc:Fallback>
                  <p:oleObj r:id="rId25" imgW="1092674" imgH="279521" progId="Equation.3">
                    <p:embed/>
                    <p:pic>
                      <p:nvPicPr>
                        <p:cNvPr id="0" name="Picture 2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7"/>
                          <a:ext cx="1644" cy="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1" name="Object 36"/>
            <p:cNvGraphicFramePr>
              <a:graphicFrameLocks noChangeAspect="1"/>
            </p:cNvGraphicFramePr>
            <p:nvPr/>
          </p:nvGraphicFramePr>
          <p:xfrm>
            <a:off x="0" y="0"/>
            <a:ext cx="1665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14" r:id="rId27" imgW="1130791" imgH="330343" progId="Equation.3">
                    <p:embed/>
                  </p:oleObj>
                </mc:Choice>
                <mc:Fallback>
                  <p:oleObj r:id="rId27" imgW="1130791" imgH="330343" progId="Equation.3">
                    <p:embed/>
                    <p:pic>
                      <p:nvPicPr>
                        <p:cNvPr id="0" name="Picture 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665" cy="6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64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902757"/>
              </p:ext>
            </p:extLst>
          </p:nvPr>
        </p:nvGraphicFramePr>
        <p:xfrm>
          <a:off x="761525" y="3909775"/>
          <a:ext cx="206097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15" r:id="rId29" imgW="787400" imgH="254000" progId="Equation.3">
                  <p:embed/>
                </p:oleObj>
              </mc:Choice>
              <mc:Fallback>
                <p:oleObj r:id="rId29" imgW="787400" imgH="254000" progId="Equation.3">
                  <p:embed/>
                  <p:pic>
                    <p:nvPicPr>
                      <p:cNvPr id="0" name="Picture 2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25" y="3909775"/>
                        <a:ext cx="2060972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761525" y="3128725"/>
            <a:ext cx="3288506" cy="627459"/>
            <a:chOff x="0" y="0"/>
            <a:chExt cx="2762" cy="527"/>
          </a:xfrm>
        </p:grpSpPr>
        <p:graphicFrame>
          <p:nvGraphicFramePr>
            <p:cNvPr id="6149" name="Object 39"/>
            <p:cNvGraphicFramePr>
              <a:graphicFrameLocks noChangeAspect="1"/>
            </p:cNvGraphicFramePr>
            <p:nvPr/>
          </p:nvGraphicFramePr>
          <p:xfrm>
            <a:off x="0" y="0"/>
            <a:ext cx="2762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816" r:id="rId31" imgW="1460500" imgH="279400" progId="Equation.3">
                    <p:embed/>
                  </p:oleObj>
                </mc:Choice>
                <mc:Fallback>
                  <p:oleObj r:id="rId31" imgW="1460500" imgH="279400" progId="Equation.3">
                    <p:embed/>
                    <p:pic>
                      <p:nvPicPr>
                        <p:cNvPr id="0" name="Picture 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762" cy="5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3" name="Line 40"/>
            <p:cNvSpPr>
              <a:spLocks noChangeShapeType="1"/>
            </p:cNvSpPr>
            <p:nvPr/>
          </p:nvSpPr>
          <p:spPr bwMode="auto">
            <a:xfrm>
              <a:off x="24" y="181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84" name="Line 41"/>
            <p:cNvSpPr>
              <a:spLocks noChangeShapeType="1"/>
            </p:cNvSpPr>
            <p:nvPr/>
          </p:nvSpPr>
          <p:spPr bwMode="auto">
            <a:xfrm>
              <a:off x="387" y="181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6177" name="Group 42"/>
          <p:cNvGrpSpPr>
            <a:grpSpLocks/>
          </p:cNvGrpSpPr>
          <p:nvPr/>
        </p:nvGrpSpPr>
        <p:grpSpPr bwMode="auto">
          <a:xfrm>
            <a:off x="761525" y="1485902"/>
            <a:ext cx="4154090" cy="473869"/>
            <a:chOff x="408" y="-10"/>
            <a:chExt cx="3489" cy="398"/>
          </a:xfrm>
        </p:grpSpPr>
        <p:sp>
          <p:nvSpPr>
            <p:cNvPr id="6178" name="Text Box 43"/>
            <p:cNvSpPr txBox="1">
              <a:spLocks noChangeArrowheads="1"/>
            </p:cNvSpPr>
            <p:nvPr/>
          </p:nvSpPr>
          <p:spPr bwMode="auto">
            <a:xfrm>
              <a:off x="1947" y="-10"/>
              <a:ext cx="195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 b="1"/>
                <a:t>的意义不同．</a:t>
              </a:r>
            </a:p>
          </p:txBody>
        </p:sp>
        <p:grpSp>
          <p:nvGrpSpPr>
            <p:cNvPr id="6179" name="Group 44"/>
            <p:cNvGrpSpPr>
              <a:grpSpLocks/>
            </p:cNvGrpSpPr>
            <p:nvPr/>
          </p:nvGrpSpPr>
          <p:grpSpPr bwMode="auto">
            <a:xfrm>
              <a:off x="408" y="21"/>
              <a:ext cx="1608" cy="336"/>
              <a:chOff x="0" y="0"/>
              <a:chExt cx="1608" cy="336"/>
            </a:xfrm>
          </p:grpSpPr>
          <p:graphicFrame>
            <p:nvGraphicFramePr>
              <p:cNvPr id="6148" name="Object 45"/>
              <p:cNvGraphicFramePr>
                <a:graphicFrameLocks noChangeAspect="1"/>
              </p:cNvGraphicFramePr>
              <p:nvPr/>
            </p:nvGraphicFramePr>
            <p:xfrm>
              <a:off x="0" y="0"/>
              <a:ext cx="160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817" r:id="rId33" imgW="837473" imgH="177646" progId="Equation.3">
                      <p:embed/>
                    </p:oleObj>
                  </mc:Choice>
                  <mc:Fallback>
                    <p:oleObj r:id="rId33" imgW="837473" imgH="177646" progId="Equation.3">
                      <p:embed/>
                      <p:pic>
                        <p:nvPicPr>
                          <p:cNvPr id="0" name="Picture 2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160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81" name="Line 46"/>
              <p:cNvSpPr>
                <a:spLocks noChangeShapeType="1"/>
              </p:cNvSpPr>
              <p:nvPr/>
            </p:nvSpPr>
            <p:spPr bwMode="auto">
              <a:xfrm>
                <a:off x="626" y="52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6182" name="Line 47"/>
              <p:cNvSpPr>
                <a:spLocks noChangeShapeType="1"/>
              </p:cNvSpPr>
              <p:nvPr/>
            </p:nvSpPr>
            <p:spPr bwMode="auto">
              <a:xfrm>
                <a:off x="989" y="52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</p:grpSp>
        <p:sp>
          <p:nvSpPr>
            <p:cNvPr id="6180" name="Text Box 48"/>
            <p:cNvSpPr txBox="1">
              <a:spLocks noChangeArrowheads="1"/>
            </p:cNvSpPr>
            <p:nvPr/>
          </p:nvSpPr>
          <p:spPr bwMode="auto">
            <a:xfrm>
              <a:off x="716" y="0"/>
              <a:ext cx="149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>
                  <a:latin typeface="Arial" charset="0"/>
                </a:rPr>
                <a:t>，      ，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31BB9D-5AD1-4E5E-B61B-90B7489864BA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7183" name="Text Box 2"/>
          <p:cNvSpPr txBox="1">
            <a:spLocks noChangeArrowheads="1"/>
          </p:cNvSpPr>
          <p:nvPr/>
        </p:nvSpPr>
        <p:spPr bwMode="auto">
          <a:xfrm>
            <a:off x="603052" y="342277"/>
            <a:ext cx="210621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700" b="1">
                <a:solidFill>
                  <a:srgbClr val="CC0000"/>
                </a:solidFill>
                <a:latin typeface="宋体" pitchFamily="2" charset="-122"/>
              </a:rPr>
              <a:t>三、速度</a:t>
            </a:r>
            <a:endParaRPr kumimoji="0"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926902" y="937024"/>
            <a:ext cx="18359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en-US" altLang="zh-CN" sz="2400" b="1">
                <a:solidFill>
                  <a:srgbClr val="CC0000"/>
                </a:solidFill>
              </a:rPr>
              <a:t>1.  </a:t>
            </a:r>
            <a:r>
              <a:rPr kumimoji="0" lang="zh-CN" altLang="en-US" sz="2400" b="1">
                <a:solidFill>
                  <a:srgbClr val="000000"/>
                </a:solidFill>
              </a:rPr>
              <a:t>平均速度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46002" y="1697594"/>
            <a:ext cx="4293907" cy="535781"/>
            <a:chOff x="0" y="0"/>
            <a:chExt cx="2914" cy="450"/>
          </a:xfrm>
        </p:grpSpPr>
        <p:sp>
          <p:nvSpPr>
            <p:cNvPr id="7199" name="Text Box 6"/>
            <p:cNvSpPr txBox="1">
              <a:spLocks noChangeArrowheads="1"/>
            </p:cNvSpPr>
            <p:nvPr/>
          </p:nvSpPr>
          <p:spPr bwMode="auto">
            <a:xfrm>
              <a:off x="0" y="0"/>
              <a:ext cx="2914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 smtClean="0"/>
                <a:t>在      时</a:t>
              </a:r>
              <a:r>
                <a:rPr kumimoji="0" lang="zh-CN" altLang="en-US" sz="2400" b="1"/>
                <a:t>间内，质点的位移为</a:t>
              </a:r>
            </a:p>
          </p:txBody>
        </p:sp>
        <p:graphicFrame>
          <p:nvGraphicFramePr>
            <p:cNvPr id="718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1373576"/>
                </p:ext>
              </p:extLst>
            </p:nvPr>
          </p:nvGraphicFramePr>
          <p:xfrm>
            <a:off x="260" y="56"/>
            <a:ext cx="29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3" r:id="rId3" imgW="190831" imgH="178109" progId="Equation.DSMT4">
                    <p:embed/>
                  </p:oleObj>
                </mc:Choice>
                <mc:Fallback>
                  <p:oleObj r:id="rId3" imgW="190831" imgH="178109" progId="Equation.DSMT4">
                    <p:embed/>
                    <p:pic>
                      <p:nvPicPr>
                        <p:cNvPr id="0" name="Picture 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" y="56"/>
                          <a:ext cx="290" cy="3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86" name="Group 8"/>
          <p:cNvGrpSpPr>
            <a:grpSpLocks/>
          </p:cNvGrpSpPr>
          <p:nvPr/>
        </p:nvGrpSpPr>
        <p:grpSpPr bwMode="auto">
          <a:xfrm>
            <a:off x="6172200" y="866776"/>
            <a:ext cx="2503884" cy="2334816"/>
            <a:chOff x="28" y="96"/>
            <a:chExt cx="2103" cy="1961"/>
          </a:xfrm>
        </p:grpSpPr>
        <p:sp>
          <p:nvSpPr>
            <p:cNvPr id="7190" name="Freeform 10"/>
            <p:cNvSpPr>
              <a:spLocks/>
            </p:cNvSpPr>
            <p:nvPr/>
          </p:nvSpPr>
          <p:spPr bwMode="auto">
            <a:xfrm>
              <a:off x="398" y="357"/>
              <a:ext cx="1301" cy="1467"/>
            </a:xfrm>
            <a:custGeom>
              <a:avLst/>
              <a:gdLst>
                <a:gd name="T0" fmla="*/ 0 w 1301"/>
                <a:gd name="T1" fmla="*/ 164 h 1467"/>
                <a:gd name="T2" fmla="*/ 397 w 1301"/>
                <a:gd name="T3" fmla="*/ 48 h 1467"/>
                <a:gd name="T4" fmla="*/ 871 w 1301"/>
                <a:gd name="T5" fmla="*/ 49 h 1467"/>
                <a:gd name="T6" fmla="*/ 1261 w 1301"/>
                <a:gd name="T7" fmla="*/ 342 h 1467"/>
                <a:gd name="T8" fmla="*/ 1111 w 1301"/>
                <a:gd name="T9" fmla="*/ 973 h 1467"/>
                <a:gd name="T10" fmla="*/ 898 w 1301"/>
                <a:gd name="T11" fmla="*/ 1467 h 14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01"/>
                <a:gd name="T19" fmla="*/ 0 h 1467"/>
                <a:gd name="T20" fmla="*/ 1301 w 1301"/>
                <a:gd name="T21" fmla="*/ 1467 h 146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01" h="1467">
                  <a:moveTo>
                    <a:pt x="0" y="164"/>
                  </a:moveTo>
                  <a:cubicBezTo>
                    <a:pt x="66" y="145"/>
                    <a:pt x="252" y="67"/>
                    <a:pt x="397" y="48"/>
                  </a:cubicBezTo>
                  <a:cubicBezTo>
                    <a:pt x="542" y="29"/>
                    <a:pt x="727" y="0"/>
                    <a:pt x="871" y="49"/>
                  </a:cubicBezTo>
                  <a:cubicBezTo>
                    <a:pt x="1015" y="98"/>
                    <a:pt x="1221" y="188"/>
                    <a:pt x="1261" y="342"/>
                  </a:cubicBezTo>
                  <a:cubicBezTo>
                    <a:pt x="1301" y="496"/>
                    <a:pt x="1171" y="786"/>
                    <a:pt x="1111" y="973"/>
                  </a:cubicBezTo>
                  <a:cubicBezTo>
                    <a:pt x="1051" y="1160"/>
                    <a:pt x="943" y="1364"/>
                    <a:pt x="898" y="1467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191" name="Line 11"/>
            <p:cNvSpPr>
              <a:spLocks noChangeShapeType="1"/>
            </p:cNvSpPr>
            <p:nvPr/>
          </p:nvSpPr>
          <p:spPr bwMode="auto">
            <a:xfrm>
              <a:off x="1248" y="384"/>
              <a:ext cx="288" cy="81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175" name="Object 12"/>
            <p:cNvGraphicFramePr>
              <a:graphicFrameLocks noChangeAspect="1"/>
            </p:cNvGraphicFramePr>
            <p:nvPr/>
          </p:nvGraphicFramePr>
          <p:xfrm>
            <a:off x="1344" y="589"/>
            <a:ext cx="36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4" r:id="rId5" imgW="165387" imgH="127221" progId="Equation.3">
                    <p:embed/>
                  </p:oleObj>
                </mc:Choice>
                <mc:Fallback>
                  <p:oleObj r:id="rId5" imgW="165387" imgH="127221" progId="Equation.3">
                    <p:embed/>
                    <p:pic>
                      <p:nvPicPr>
                        <p:cNvPr id="0" name="Picture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589"/>
                          <a:ext cx="363" cy="2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2" name="Line 13"/>
            <p:cNvSpPr>
              <a:spLocks noChangeShapeType="1"/>
            </p:cNvSpPr>
            <p:nvPr/>
          </p:nvSpPr>
          <p:spPr bwMode="auto">
            <a:xfrm flipV="1">
              <a:off x="288" y="1200"/>
              <a:ext cx="1248" cy="72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176" name="Object 14"/>
            <p:cNvGraphicFramePr>
              <a:graphicFrameLocks noChangeAspect="1"/>
            </p:cNvGraphicFramePr>
            <p:nvPr/>
          </p:nvGraphicFramePr>
          <p:xfrm>
            <a:off x="700" y="545"/>
            <a:ext cx="235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5" r:id="rId7" imgW="139943" imgH="216275" progId="Equation.3">
                    <p:embed/>
                  </p:oleObj>
                </mc:Choice>
                <mc:Fallback>
                  <p:oleObj r:id="rId7" imgW="139943" imgH="216275" progId="Equation.3">
                    <p:embed/>
                    <p:pic>
                      <p:nvPicPr>
                        <p:cNvPr id="0" name="Picture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545"/>
                          <a:ext cx="235" cy="4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3" name="Text Box 15"/>
            <p:cNvSpPr txBox="1">
              <a:spLocks noChangeArrowheads="1"/>
            </p:cNvSpPr>
            <p:nvPr/>
          </p:nvSpPr>
          <p:spPr bwMode="auto">
            <a:xfrm>
              <a:off x="1248" y="96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2100" b="1" i="1">
                  <a:solidFill>
                    <a:srgbClr val="333333"/>
                  </a:solidFill>
                </a:rPr>
                <a:t>B</a:t>
              </a:r>
            </a:p>
          </p:txBody>
        </p:sp>
        <p:sp>
          <p:nvSpPr>
            <p:cNvPr id="7194" name="Line 16"/>
            <p:cNvSpPr>
              <a:spLocks noChangeShapeType="1"/>
            </p:cNvSpPr>
            <p:nvPr/>
          </p:nvSpPr>
          <p:spPr bwMode="auto">
            <a:xfrm flipV="1">
              <a:off x="288" y="384"/>
              <a:ext cx="960" cy="153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177" name="Object 17"/>
            <p:cNvGraphicFramePr>
              <a:graphicFrameLocks noChangeAspect="1"/>
            </p:cNvGraphicFramePr>
            <p:nvPr/>
          </p:nvGraphicFramePr>
          <p:xfrm>
            <a:off x="981" y="1044"/>
            <a:ext cx="202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6" r:id="rId9" imgW="127110" imgH="216088" progId="Equation.3">
                    <p:embed/>
                  </p:oleObj>
                </mc:Choice>
                <mc:Fallback>
                  <p:oleObj r:id="rId9" imgW="127110" imgH="216088" progId="Equation.3">
                    <p:embed/>
                    <p:pic>
                      <p:nvPicPr>
                        <p:cNvPr id="0" name="Picture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1044"/>
                          <a:ext cx="202" cy="4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5" name="Text Box 18"/>
            <p:cNvSpPr txBox="1">
              <a:spLocks noChangeArrowheads="1"/>
            </p:cNvSpPr>
            <p:nvPr/>
          </p:nvSpPr>
          <p:spPr bwMode="auto">
            <a:xfrm>
              <a:off x="1584" y="1056"/>
              <a:ext cx="24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2100" b="1" i="1">
                  <a:solidFill>
                    <a:srgbClr val="333333"/>
                  </a:solidFill>
                </a:rPr>
                <a:t>A</a:t>
              </a:r>
            </a:p>
          </p:txBody>
        </p:sp>
        <p:sp>
          <p:nvSpPr>
            <p:cNvPr id="7196" name="Line 19"/>
            <p:cNvSpPr>
              <a:spLocks noChangeShapeType="1"/>
            </p:cNvSpPr>
            <p:nvPr/>
          </p:nvSpPr>
          <p:spPr bwMode="auto">
            <a:xfrm flipH="1" flipV="1">
              <a:off x="288" y="288"/>
              <a:ext cx="0" cy="1632"/>
            </a:xfrm>
            <a:prstGeom prst="line">
              <a:avLst/>
            </a:prstGeom>
            <a:noFill/>
            <a:ln w="1270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197" name="Line 20"/>
            <p:cNvSpPr>
              <a:spLocks noChangeShapeType="1"/>
            </p:cNvSpPr>
            <p:nvPr/>
          </p:nvSpPr>
          <p:spPr bwMode="auto">
            <a:xfrm>
              <a:off x="288" y="1920"/>
              <a:ext cx="1617" cy="1"/>
            </a:xfrm>
            <a:prstGeom prst="line">
              <a:avLst/>
            </a:prstGeom>
            <a:noFill/>
            <a:ln w="1270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178" name="Object 21"/>
            <p:cNvGraphicFramePr>
              <a:graphicFrameLocks noChangeAspect="1"/>
            </p:cNvGraphicFramePr>
            <p:nvPr/>
          </p:nvGraphicFramePr>
          <p:xfrm>
            <a:off x="1953" y="1806"/>
            <a:ext cx="17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7" r:id="rId11" imgW="178109" imgH="190831" progId="Equation.3">
                    <p:embed/>
                  </p:oleObj>
                </mc:Choice>
                <mc:Fallback>
                  <p:oleObj r:id="rId11" imgW="178109" imgH="190831" progId="Equation.3">
                    <p:embed/>
                    <p:pic>
                      <p:nvPicPr>
                        <p:cNvPr id="0" name="Picture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1806"/>
                          <a:ext cx="178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9" name="Object 22"/>
            <p:cNvGraphicFramePr>
              <a:graphicFrameLocks noChangeAspect="1"/>
            </p:cNvGraphicFramePr>
            <p:nvPr/>
          </p:nvGraphicFramePr>
          <p:xfrm>
            <a:off x="48" y="288"/>
            <a:ext cx="23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8" r:id="rId13" imgW="190914" imgH="241825" progId="Equation.3">
                    <p:embed/>
                  </p:oleObj>
                </mc:Choice>
                <mc:Fallback>
                  <p:oleObj r:id="rId13" imgW="190914" imgH="241825" progId="Equation.3">
                    <p:embed/>
                    <p:pic>
                      <p:nvPicPr>
                        <p:cNvPr id="0" name="Picture 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288"/>
                          <a:ext cx="239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8" name="AutoShape 23"/>
            <p:cNvSpPr>
              <a:spLocks noChangeAspect="1" noChangeArrowheads="1" noTextEdit="1"/>
            </p:cNvSpPr>
            <p:nvPr/>
          </p:nvSpPr>
          <p:spPr bwMode="auto">
            <a:xfrm>
              <a:off x="1584" y="460"/>
              <a:ext cx="336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graphicFrame>
          <p:nvGraphicFramePr>
            <p:cNvPr id="7180" name="Object 24"/>
            <p:cNvGraphicFramePr>
              <a:graphicFrameLocks noChangeAspect="1"/>
            </p:cNvGraphicFramePr>
            <p:nvPr/>
          </p:nvGraphicFramePr>
          <p:xfrm>
            <a:off x="28" y="1769"/>
            <a:ext cx="26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9" r:id="rId15" imgW="127276" imgH="140004" progId="Equation.DSMT4">
                    <p:embed/>
                  </p:oleObj>
                </mc:Choice>
                <mc:Fallback>
                  <p:oleObj r:id="rId15" imgW="127276" imgH="140004" progId="Equation.DSMT4">
                    <p:embed/>
                    <p:pic>
                      <p:nvPicPr>
                        <p:cNvPr id="0" name="Picture 1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" y="1769"/>
                          <a:ext cx="26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6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698032"/>
              </p:ext>
            </p:extLst>
          </p:nvPr>
        </p:nvGraphicFramePr>
        <p:xfrm>
          <a:off x="702102" y="2328536"/>
          <a:ext cx="290869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0" name="Equation" r:id="rId17" imgW="1282700" imgH="228600" progId="Equation.DSMT4">
                  <p:embed/>
                </p:oleObj>
              </mc:Choice>
              <mc:Fallback>
                <p:oleObj name="Equation" r:id="rId17" imgW="1282700" imgH="228600" progId="Equation.DSMT4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02" y="2328536"/>
                        <a:ext cx="2908697" cy="5191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35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6"/>
          <p:cNvGrpSpPr>
            <a:grpSpLocks noChangeAspect="1"/>
          </p:cNvGrpSpPr>
          <p:nvPr/>
        </p:nvGrpSpPr>
        <p:grpSpPr bwMode="auto">
          <a:xfrm>
            <a:off x="2878573" y="3567809"/>
            <a:ext cx="4428292" cy="819050"/>
            <a:chOff x="937" y="0"/>
            <a:chExt cx="4082" cy="755"/>
          </a:xfrm>
        </p:grpSpPr>
        <p:graphicFrame>
          <p:nvGraphicFramePr>
            <p:cNvPr id="7172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515778"/>
                </p:ext>
              </p:extLst>
            </p:nvPr>
          </p:nvGraphicFramePr>
          <p:xfrm>
            <a:off x="937" y="7"/>
            <a:ext cx="998" cy="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1" r:id="rId19" imgW="483229" imgH="394213" progId="Equation.3">
                    <p:embed/>
                  </p:oleObj>
                </mc:Choice>
                <mc:Fallback>
                  <p:oleObj r:id="rId19" imgW="483229" imgH="394213" progId="Equation.3">
                    <p:embed/>
                    <p:pic>
                      <p:nvPicPr>
                        <p:cNvPr id="0" name="Picture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7"/>
                          <a:ext cx="998" cy="7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3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6918478"/>
                </p:ext>
              </p:extLst>
            </p:nvPr>
          </p:nvGraphicFramePr>
          <p:xfrm>
            <a:off x="1844" y="0"/>
            <a:ext cx="1678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2" r:id="rId21" imgW="876681" imgH="393871" progId="Equation.3">
                    <p:embed/>
                  </p:oleObj>
                </mc:Choice>
                <mc:Fallback>
                  <p:oleObj r:id="rId21" imgW="876681" imgH="393871" progId="Equation.3">
                    <p:embed/>
                    <p:pic>
                      <p:nvPicPr>
                        <p:cNvPr id="0" name="Picture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4" y="0"/>
                          <a:ext cx="1678" cy="75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35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44913"/>
                </p:ext>
              </p:extLst>
            </p:nvPr>
          </p:nvGraphicFramePr>
          <p:xfrm>
            <a:off x="3477" y="182"/>
            <a:ext cx="1542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3" r:id="rId23" imgW="736920" imgH="241405" progId="Equation.3">
                    <p:embed/>
                  </p:oleObj>
                </mc:Choice>
                <mc:Fallback>
                  <p:oleObj r:id="rId23" imgW="736920" imgH="241405" progId="Equation.3">
                    <p:embed/>
                    <p:pic>
                      <p:nvPicPr>
                        <p:cNvPr id="0" name="Picture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7" y="182"/>
                          <a:ext cx="1542" cy="4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662" name="Rectangle 30"/>
          <p:cNvSpPr>
            <a:spLocks noChangeArrowheads="1"/>
          </p:cNvSpPr>
          <p:nvPr/>
        </p:nvSpPr>
        <p:spPr bwMode="auto">
          <a:xfrm>
            <a:off x="1196221" y="3683764"/>
            <a:ext cx="22133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400" b="1">
                <a:solidFill>
                  <a:srgbClr val="000000"/>
                </a:solidFill>
              </a:rPr>
              <a:t>平均速度为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  <p:bldP spid="6966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5D0327-98BD-47DB-A22E-0BE2A0E9CBE7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sp>
        <p:nvSpPr>
          <p:cNvPr id="8205" name="Rectangle 2"/>
          <p:cNvSpPr>
            <a:spLocks noChangeArrowheads="1"/>
          </p:cNvSpPr>
          <p:nvPr/>
        </p:nvSpPr>
        <p:spPr bwMode="auto">
          <a:xfrm>
            <a:off x="633606" y="349858"/>
            <a:ext cx="36730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en-US" altLang="zh-CN" sz="2400" b="1">
                <a:solidFill>
                  <a:srgbClr val="CC0000"/>
                </a:solidFill>
              </a:rPr>
              <a:t>2.  </a:t>
            </a:r>
            <a:r>
              <a:rPr kumimoji="0" lang="zh-CN" altLang="en-US" sz="2400" b="1"/>
              <a:t>瞬时速度（简称</a:t>
            </a:r>
            <a:r>
              <a:rPr kumimoji="0" lang="zh-CN" altLang="en-US" sz="2400" b="1">
                <a:solidFill>
                  <a:srgbClr val="CC0000"/>
                </a:solidFill>
              </a:rPr>
              <a:t>速度</a:t>
            </a:r>
            <a:r>
              <a:rPr kumimoji="0" lang="zh-CN" altLang="en-US" sz="2400" b="1"/>
              <a:t>）</a:t>
            </a: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573990"/>
              </p:ext>
            </p:extLst>
          </p:nvPr>
        </p:nvGraphicFramePr>
        <p:xfrm>
          <a:off x="1223207" y="939852"/>
          <a:ext cx="1513605" cy="821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6" name="Equation" r:id="rId3" imgW="723586" imgH="393529" progId="Equation.DSMT4">
                  <p:embed/>
                </p:oleObj>
              </mc:Choice>
              <mc:Fallback>
                <p:oleObj name="Equation" r:id="rId3" imgW="723586" imgH="393529" progId="Equation.DSMT4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207" y="939852"/>
                        <a:ext cx="1513605" cy="82182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395557"/>
              </p:ext>
            </p:extLst>
          </p:nvPr>
        </p:nvGraphicFramePr>
        <p:xfrm>
          <a:off x="1215507" y="2446948"/>
          <a:ext cx="2011737" cy="770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7" r:id="rId5" imgW="1054558" imgH="393871" progId="Equation.3">
                  <p:embed/>
                </p:oleObj>
              </mc:Choice>
              <mc:Fallback>
                <p:oleObj r:id="rId5" imgW="1054558" imgH="393871" progId="Equation.3">
                  <p:embed/>
                  <p:pic>
                    <p:nvPicPr>
                      <p:cNvPr id="0" name="Picture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5507" y="2446948"/>
                        <a:ext cx="2011737" cy="77045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184372"/>
              </p:ext>
            </p:extLst>
          </p:nvPr>
        </p:nvGraphicFramePr>
        <p:xfrm>
          <a:off x="3197662" y="2580303"/>
          <a:ext cx="1878806" cy="57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8" name="Equation" r:id="rId7" imgW="736560" imgH="253800" progId="Equation.DSMT4">
                  <p:embed/>
                </p:oleObj>
              </mc:Choice>
              <mc:Fallback>
                <p:oleObj name="Equation" r:id="rId7" imgW="736560" imgH="253800" progId="Equation.DSMT4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662" y="2580303"/>
                        <a:ext cx="1878806" cy="57983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35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1114943" y="3449064"/>
            <a:ext cx="4864894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zh-CN" altLang="en-US" sz="2400" b="1">
                <a:solidFill>
                  <a:srgbClr val="1C1C1C"/>
                </a:solidFill>
              </a:rPr>
              <a:t>若质点在</a:t>
            </a:r>
            <a:r>
              <a:rPr kumimoji="0" lang="zh-CN" altLang="en-US" sz="2400" b="1">
                <a:solidFill>
                  <a:srgbClr val="CC0000"/>
                </a:solidFill>
              </a:rPr>
              <a:t>三维</a:t>
            </a:r>
            <a:r>
              <a:rPr kumimoji="0" lang="zh-CN" altLang="en-US" sz="2400" b="1">
                <a:solidFill>
                  <a:srgbClr val="1C1C1C"/>
                </a:solidFill>
              </a:rPr>
              <a:t>空间中运动，其速度</a:t>
            </a:r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082016"/>
              </p:ext>
            </p:extLst>
          </p:nvPr>
        </p:nvGraphicFramePr>
        <p:xfrm>
          <a:off x="1231300" y="4109899"/>
          <a:ext cx="3075384" cy="57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9" r:id="rId9" imgW="1206500" imgH="254000" progId="Equation.3">
                  <p:embed/>
                </p:oleObj>
              </mc:Choice>
              <mc:Fallback>
                <p:oleObj r:id="rId9" imgW="1206500" imgH="254000" progId="Equation.3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300" y="4109899"/>
                        <a:ext cx="3075384" cy="578644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35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494860" y="1924646"/>
            <a:ext cx="2183606" cy="1615678"/>
            <a:chOff x="0" y="155"/>
            <a:chExt cx="1834" cy="1357"/>
          </a:xfrm>
        </p:grpSpPr>
        <p:sp>
          <p:nvSpPr>
            <p:cNvPr id="8210" name="Freeform 10"/>
            <p:cNvSpPr>
              <a:spLocks/>
            </p:cNvSpPr>
            <p:nvPr/>
          </p:nvSpPr>
          <p:spPr bwMode="auto">
            <a:xfrm>
              <a:off x="89" y="919"/>
              <a:ext cx="1618" cy="435"/>
            </a:xfrm>
            <a:custGeom>
              <a:avLst/>
              <a:gdLst>
                <a:gd name="T0" fmla="*/ 0 w 1618"/>
                <a:gd name="T1" fmla="*/ 336 h 447"/>
                <a:gd name="T2" fmla="*/ 233 w 1618"/>
                <a:gd name="T3" fmla="*/ 248 h 447"/>
                <a:gd name="T4" fmla="*/ 542 w 1618"/>
                <a:gd name="T5" fmla="*/ 55 h 447"/>
                <a:gd name="T6" fmla="*/ 871 w 1618"/>
                <a:gd name="T7" fmla="*/ 25 h 447"/>
                <a:gd name="T8" fmla="*/ 1193 w 1618"/>
                <a:gd name="T9" fmla="*/ 214 h 447"/>
                <a:gd name="T10" fmla="*/ 1420 w 1618"/>
                <a:gd name="T11" fmla="*/ 385 h 447"/>
                <a:gd name="T12" fmla="*/ 1618 w 1618"/>
                <a:gd name="T13" fmla="*/ 306 h 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18"/>
                <a:gd name="T22" fmla="*/ 0 h 447"/>
                <a:gd name="T23" fmla="*/ 1618 w 1618"/>
                <a:gd name="T24" fmla="*/ 447 h 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18" h="447">
                  <a:moveTo>
                    <a:pt x="0" y="375"/>
                  </a:moveTo>
                  <a:cubicBezTo>
                    <a:pt x="39" y="359"/>
                    <a:pt x="143" y="328"/>
                    <a:pt x="233" y="276"/>
                  </a:cubicBezTo>
                  <a:cubicBezTo>
                    <a:pt x="323" y="224"/>
                    <a:pt x="436" y="104"/>
                    <a:pt x="542" y="63"/>
                  </a:cubicBezTo>
                  <a:cubicBezTo>
                    <a:pt x="648" y="22"/>
                    <a:pt x="763" y="0"/>
                    <a:pt x="871" y="29"/>
                  </a:cubicBezTo>
                  <a:cubicBezTo>
                    <a:pt x="979" y="58"/>
                    <a:pt x="1101" y="171"/>
                    <a:pt x="1193" y="238"/>
                  </a:cubicBezTo>
                  <a:cubicBezTo>
                    <a:pt x="1285" y="305"/>
                    <a:pt x="1349" y="413"/>
                    <a:pt x="1420" y="430"/>
                  </a:cubicBezTo>
                  <a:cubicBezTo>
                    <a:pt x="1491" y="447"/>
                    <a:pt x="1577" y="360"/>
                    <a:pt x="1618" y="34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211" name="Line 11"/>
            <p:cNvSpPr>
              <a:spLocks noChangeShapeType="1"/>
            </p:cNvSpPr>
            <p:nvPr/>
          </p:nvSpPr>
          <p:spPr bwMode="auto">
            <a:xfrm flipH="1">
              <a:off x="528" y="560"/>
              <a:ext cx="768" cy="46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212" name="Line 12"/>
            <p:cNvSpPr>
              <a:spLocks noChangeShapeType="1"/>
            </p:cNvSpPr>
            <p:nvPr/>
          </p:nvSpPr>
          <p:spPr bwMode="auto">
            <a:xfrm flipH="1" flipV="1">
              <a:off x="251" y="155"/>
              <a:ext cx="0" cy="1254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213" name="Line 13"/>
            <p:cNvSpPr>
              <a:spLocks noChangeShapeType="1"/>
            </p:cNvSpPr>
            <p:nvPr/>
          </p:nvSpPr>
          <p:spPr bwMode="auto">
            <a:xfrm flipV="1">
              <a:off x="251" y="1404"/>
              <a:ext cx="1412" cy="2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8198" name="Object 14"/>
            <p:cNvGraphicFramePr>
              <a:graphicFrameLocks noChangeAspect="1"/>
            </p:cNvGraphicFramePr>
            <p:nvPr/>
          </p:nvGraphicFramePr>
          <p:xfrm>
            <a:off x="1637" y="1318"/>
            <a:ext cx="197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0" r:id="rId11" imgW="178109" imgH="190831" progId="Equation.3">
                    <p:embed/>
                  </p:oleObj>
                </mc:Choice>
                <mc:Fallback>
                  <p:oleObj r:id="rId11" imgW="178109" imgH="190831" progId="Equation.3">
                    <p:embed/>
                    <p:pic>
                      <p:nvPicPr>
                        <p:cNvPr id="0" name="Picture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7" y="1318"/>
                          <a:ext cx="197" cy="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9" name="Object 15"/>
            <p:cNvGraphicFramePr>
              <a:graphicFrameLocks noChangeAspect="1"/>
            </p:cNvGraphicFramePr>
            <p:nvPr/>
          </p:nvGraphicFramePr>
          <p:xfrm>
            <a:off x="0" y="190"/>
            <a:ext cx="25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1" r:id="rId13" imgW="190914" imgH="241825" progId="Equation.3">
                    <p:embed/>
                  </p:oleObj>
                </mc:Choice>
                <mc:Fallback>
                  <p:oleObj r:id="rId13" imgW="190914" imgH="241825" progId="Equation.3">
                    <p:embed/>
                    <p:pic>
                      <p:nvPicPr>
                        <p:cNvPr id="0" name="Picture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90"/>
                          <a:ext cx="250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0" name="Object 16"/>
            <p:cNvGraphicFramePr>
              <a:graphicFrameLocks noChangeAspect="1"/>
            </p:cNvGraphicFramePr>
            <p:nvPr/>
          </p:nvGraphicFramePr>
          <p:xfrm>
            <a:off x="55" y="1278"/>
            <a:ext cx="21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2" r:id="rId15" imgW="127276" imgH="140004" progId="Equation.DSMT4">
                    <p:embed/>
                  </p:oleObj>
                </mc:Choice>
                <mc:Fallback>
                  <p:oleObj r:id="rId15" imgW="127276" imgH="140004" progId="Equation.DSMT4">
                    <p:embed/>
                    <p:pic>
                      <p:nvPicPr>
                        <p:cNvPr id="0" name="Picture 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" y="1278"/>
                          <a:ext cx="218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1" name="Object 17"/>
            <p:cNvGraphicFramePr>
              <a:graphicFrameLocks noChangeAspect="1"/>
            </p:cNvGraphicFramePr>
            <p:nvPr/>
          </p:nvGraphicFramePr>
          <p:xfrm>
            <a:off x="1300" y="300"/>
            <a:ext cx="19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3" r:id="rId17" imgW="178032" imgH="228898" progId="Equation.3">
                    <p:embed/>
                  </p:oleObj>
                </mc:Choice>
                <mc:Fallback>
                  <p:oleObj r:id="rId17" imgW="178032" imgH="228898" progId="Equation.3">
                    <p:embed/>
                    <p:pic>
                      <p:nvPicPr>
                        <p:cNvPr id="0" name="Picture 1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" y="300"/>
                          <a:ext cx="194" cy="2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Line 18"/>
            <p:cNvSpPr>
              <a:spLocks noChangeShapeType="1"/>
            </p:cNvSpPr>
            <p:nvPr/>
          </p:nvSpPr>
          <p:spPr bwMode="auto">
            <a:xfrm>
              <a:off x="539" y="1028"/>
              <a:ext cx="768" cy="7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215" name="Line 19"/>
            <p:cNvSpPr>
              <a:spLocks noChangeShapeType="1"/>
            </p:cNvSpPr>
            <p:nvPr/>
          </p:nvSpPr>
          <p:spPr bwMode="auto">
            <a:xfrm flipV="1">
              <a:off x="539" y="541"/>
              <a:ext cx="0" cy="494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820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9963949"/>
                </p:ext>
              </p:extLst>
            </p:nvPr>
          </p:nvGraphicFramePr>
          <p:xfrm>
            <a:off x="443" y="184"/>
            <a:ext cx="273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4" name="Equation" r:id="rId19" imgW="177480" imgH="241200" progId="Equation.DSMT4">
                    <p:embed/>
                  </p:oleObj>
                </mc:Choice>
                <mc:Fallback>
                  <p:oleObj name="Equation" r:id="rId19" imgW="177480" imgH="241200" progId="Equation.DSMT4">
                    <p:embed/>
                    <p:pic>
                      <p:nvPicPr>
                        <p:cNvPr id="0" name="Picture 1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" y="184"/>
                          <a:ext cx="273" cy="4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Line 21"/>
            <p:cNvSpPr>
              <a:spLocks noChangeShapeType="1"/>
            </p:cNvSpPr>
            <p:nvPr/>
          </p:nvSpPr>
          <p:spPr bwMode="auto">
            <a:xfrm>
              <a:off x="1307" y="555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17" name="Line 22"/>
            <p:cNvSpPr>
              <a:spLocks noChangeShapeType="1"/>
            </p:cNvSpPr>
            <p:nvPr/>
          </p:nvSpPr>
          <p:spPr bwMode="auto">
            <a:xfrm flipH="1">
              <a:off x="539" y="555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graphicFrame>
          <p:nvGraphicFramePr>
            <p:cNvPr id="8203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3296370"/>
                </p:ext>
              </p:extLst>
            </p:nvPr>
          </p:nvGraphicFramePr>
          <p:xfrm>
            <a:off x="1307" y="842"/>
            <a:ext cx="273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5" name="Equation" r:id="rId21" imgW="177480" imgH="228600" progId="Equation.DSMT4">
                    <p:embed/>
                  </p:oleObj>
                </mc:Choice>
                <mc:Fallback>
                  <p:oleObj name="Equation" r:id="rId21" imgW="177480" imgH="228600" progId="Equation.DSMT4">
                    <p:embed/>
                    <p:pic>
                      <p:nvPicPr>
                        <p:cNvPr id="0" name="Picture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7" y="842"/>
                          <a:ext cx="273" cy="39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680" name="Text Box 24"/>
          <p:cNvSpPr txBox="1">
            <a:spLocks noChangeArrowheads="1"/>
          </p:cNvSpPr>
          <p:nvPr/>
        </p:nvSpPr>
        <p:spPr bwMode="auto">
          <a:xfrm>
            <a:off x="1143431" y="1902595"/>
            <a:ext cx="31632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400" b="1" dirty="0">
                <a:solidFill>
                  <a:srgbClr val="0000FF"/>
                </a:solidFill>
                <a:latin typeface="Arial" charset="0"/>
              </a:rPr>
              <a:t>在直角坐标系中：</a:t>
            </a: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483217"/>
              </p:ext>
            </p:extLst>
          </p:nvPr>
        </p:nvGraphicFramePr>
        <p:xfrm>
          <a:off x="2761140" y="944895"/>
          <a:ext cx="716913" cy="821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6" name="Equation" r:id="rId23" imgW="342751" imgH="393529" progId="Equation.DSMT4">
                  <p:embed/>
                </p:oleObj>
              </mc:Choice>
              <mc:Fallback>
                <p:oleObj name="Equation" r:id="rId23" imgW="342751" imgH="393529" progId="Equation.DSMT4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140" y="944895"/>
                        <a:ext cx="716913" cy="82182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autoUpdateAnimBg="0"/>
      <p:bldP spid="7068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54634DF-CC83-4508-A69F-BB11F3D9F7F5}" type="slidenum">
              <a:rPr lang="en-US" altLang="zh-CN" smtClean="0"/>
              <a:pPr/>
              <a:t>14</a:t>
            </a:fld>
            <a:endParaRPr lang="en-US" altLang="zh-CN" smtClean="0"/>
          </a:p>
        </p:txBody>
      </p:sp>
      <p:grpSp>
        <p:nvGrpSpPr>
          <p:cNvPr id="9225" name="Group 2"/>
          <p:cNvGrpSpPr>
            <a:grpSpLocks/>
          </p:cNvGrpSpPr>
          <p:nvPr/>
        </p:nvGrpSpPr>
        <p:grpSpPr bwMode="auto">
          <a:xfrm>
            <a:off x="625078" y="618311"/>
            <a:ext cx="2322909" cy="461962"/>
            <a:chOff x="0" y="0"/>
            <a:chExt cx="1951" cy="388"/>
          </a:xfrm>
        </p:grpSpPr>
        <p:sp>
          <p:nvSpPr>
            <p:cNvPr id="9234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195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1C1C1C"/>
                  </a:solidFill>
                  <a:latin typeface="宋体" pitchFamily="2" charset="-122"/>
                </a:rPr>
                <a:t>当       时</a:t>
              </a:r>
              <a:r>
                <a:rPr kumimoji="0" lang="en-US" altLang="zh-CN" sz="2400" b="1">
                  <a:solidFill>
                    <a:srgbClr val="1C1C1C"/>
                  </a:solidFill>
                  <a:latin typeface="宋体" pitchFamily="2" charset="-122"/>
                </a:rPr>
                <a:t>,</a:t>
              </a:r>
            </a:p>
          </p:txBody>
        </p:sp>
        <p:graphicFrame>
          <p:nvGraphicFramePr>
            <p:cNvPr id="9223" name="Object 4"/>
            <p:cNvGraphicFramePr>
              <a:graphicFrameLocks noChangeAspect="1"/>
            </p:cNvGraphicFramePr>
            <p:nvPr/>
          </p:nvGraphicFramePr>
          <p:xfrm>
            <a:off x="327" y="72"/>
            <a:ext cx="86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91" r:id="rId3" imgW="762331" imgH="241405" progId="Equation.3">
                    <p:embed/>
                  </p:oleObj>
                </mc:Choice>
                <mc:Fallback>
                  <p:oleObj r:id="rId3" imgW="762331" imgH="241405" progId="Equation.3">
                    <p:embed/>
                    <p:pic>
                      <p:nvPicPr>
                        <p:cNvPr id="0" name="Picture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" y="72"/>
                          <a:ext cx="864" cy="2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633367"/>
              </p:ext>
            </p:extLst>
          </p:nvPr>
        </p:nvGraphicFramePr>
        <p:xfrm>
          <a:off x="687388" y="1210051"/>
          <a:ext cx="1560972" cy="82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2" name="Equation" r:id="rId5" imgW="672840" imgH="393480" progId="Equation.DSMT4">
                  <p:embed/>
                </p:oleObj>
              </mc:Choice>
              <mc:Fallback>
                <p:oleObj name="Equation" r:id="rId5" imgW="672840" imgH="393480" progId="Equation.DSMT4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1210051"/>
                        <a:ext cx="1560972" cy="82986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742950" y="3097607"/>
            <a:ext cx="356091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Font typeface="Arial" charset="0"/>
              <a:buNone/>
            </a:pPr>
            <a:r>
              <a:rPr kumimoji="0" lang="zh-CN" altLang="en-US" sz="2400" b="1">
                <a:solidFill>
                  <a:srgbClr val="000000"/>
                </a:solidFill>
                <a:latin typeface="宋体" pitchFamily="2" charset="-122"/>
              </a:rPr>
              <a:t>速度</a:t>
            </a:r>
            <a:r>
              <a:rPr kumimoji="0" lang="zh-CN" altLang="en-US" sz="2400" b="1">
                <a:solidFill>
                  <a:srgbClr val="CC0000"/>
                </a:solidFill>
                <a:latin typeface="宋体" pitchFamily="2" charset="-122"/>
              </a:rPr>
              <a:t>方向</a:t>
            </a:r>
            <a:r>
              <a:rPr kumimoji="0" lang="zh-CN" altLang="en-US" sz="2400" b="1" smtClean="0">
                <a:solidFill>
                  <a:srgbClr val="CC0000"/>
                </a:solidFill>
                <a:latin typeface="宋体" pitchFamily="2" charset="-122"/>
              </a:rPr>
              <a:t>：</a:t>
            </a:r>
            <a:r>
              <a:rPr kumimoji="0" lang="zh-CN" altLang="en-US" sz="2400" b="1" smtClean="0">
                <a:latin typeface="宋体" pitchFamily="2" charset="-122"/>
              </a:rPr>
              <a:t>沿</a:t>
            </a:r>
            <a:r>
              <a:rPr kumimoji="0" lang="zh-CN" altLang="en-US" sz="2400" b="1" smtClean="0">
                <a:solidFill>
                  <a:srgbClr val="000000"/>
                </a:solidFill>
                <a:latin typeface="宋体" pitchFamily="2" charset="-122"/>
              </a:rPr>
              <a:t>切</a:t>
            </a:r>
            <a:r>
              <a:rPr kumimoji="0" lang="zh-CN" altLang="en-US" sz="2400" b="1">
                <a:solidFill>
                  <a:srgbClr val="000000"/>
                </a:solidFill>
                <a:latin typeface="宋体" pitchFamily="2" charset="-122"/>
              </a:rPr>
              <a:t>线向前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87388" y="2169694"/>
            <a:ext cx="2755106" cy="895350"/>
            <a:chOff x="0" y="-72"/>
            <a:chExt cx="2314" cy="752"/>
          </a:xfrm>
        </p:grpSpPr>
        <p:graphicFrame>
          <p:nvGraphicFramePr>
            <p:cNvPr id="922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5576418"/>
                </p:ext>
              </p:extLst>
            </p:nvPr>
          </p:nvGraphicFramePr>
          <p:xfrm>
            <a:off x="1313" y="-72"/>
            <a:ext cx="1001" cy="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93" r:id="rId7" imgW="445080" imgH="394213" progId="Equation.DSMT4">
                    <p:embed/>
                  </p:oleObj>
                </mc:Choice>
                <mc:Fallback>
                  <p:oleObj r:id="rId7" imgW="445080" imgH="394213" progId="Equation.DSMT4">
                    <p:embed/>
                    <p:pic>
                      <p:nvPicPr>
                        <p:cNvPr id="0" name="Picture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3" y="-72"/>
                          <a:ext cx="1001" cy="7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3" name="Rectangle 9"/>
            <p:cNvSpPr>
              <a:spLocks noChangeArrowheads="1"/>
            </p:cNvSpPr>
            <p:nvPr/>
          </p:nvSpPr>
          <p:spPr bwMode="auto">
            <a:xfrm>
              <a:off x="0" y="79"/>
              <a:ext cx="1360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000000"/>
                  </a:solidFill>
                  <a:latin typeface="宋体" pitchFamily="2" charset="-122"/>
                </a:rPr>
                <a:t>速度</a:t>
              </a:r>
              <a:r>
                <a:rPr kumimoji="0" lang="zh-CN" altLang="en-US" sz="2400" b="1">
                  <a:solidFill>
                    <a:srgbClr val="CC0000"/>
                  </a:solidFill>
                  <a:latin typeface="宋体" pitchFamily="2" charset="-122"/>
                </a:rPr>
                <a:t>大小：</a:t>
              </a:r>
            </a:p>
          </p:txBody>
        </p:sp>
      </p:grpSp>
      <p:grpSp>
        <p:nvGrpSpPr>
          <p:cNvPr id="9228" name="Group 10"/>
          <p:cNvGrpSpPr>
            <a:grpSpLocks/>
          </p:cNvGrpSpPr>
          <p:nvPr/>
        </p:nvGrpSpPr>
        <p:grpSpPr bwMode="auto">
          <a:xfrm>
            <a:off x="2569368" y="655220"/>
            <a:ext cx="1350169" cy="411956"/>
            <a:chOff x="0" y="0"/>
            <a:chExt cx="1134" cy="346"/>
          </a:xfrm>
        </p:grpSpPr>
        <p:graphicFrame>
          <p:nvGraphicFramePr>
            <p:cNvPr id="9221" name="Object 11"/>
            <p:cNvGraphicFramePr>
              <a:graphicFrameLocks noChangeAspect="1"/>
            </p:cNvGraphicFramePr>
            <p:nvPr/>
          </p:nvGraphicFramePr>
          <p:xfrm>
            <a:off x="0" y="0"/>
            <a:ext cx="1134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94" r:id="rId9" imgW="495085" imgH="177723" progId="Equation.3">
                    <p:embed/>
                  </p:oleObj>
                </mc:Choice>
                <mc:Fallback>
                  <p:oleObj r:id="rId9" imgW="495085" imgH="177723" progId="Equation.3">
                    <p:embed/>
                    <p:pic>
                      <p:nvPicPr>
                        <p:cNvPr id="0" name="Picture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134" cy="3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1" name="Line 12"/>
            <p:cNvSpPr>
              <a:spLocks noChangeShapeType="1"/>
            </p:cNvSpPr>
            <p:nvPr/>
          </p:nvSpPr>
          <p:spPr bwMode="auto">
            <a:xfrm>
              <a:off x="27" y="60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9232" name="Line 13"/>
            <p:cNvSpPr>
              <a:spLocks noChangeShapeType="1"/>
            </p:cNvSpPr>
            <p:nvPr/>
          </p:nvSpPr>
          <p:spPr bwMode="auto">
            <a:xfrm>
              <a:off x="399" y="60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754018" y="3918720"/>
            <a:ext cx="3630700" cy="831058"/>
            <a:chOff x="0" y="0"/>
            <a:chExt cx="2722" cy="698"/>
          </a:xfrm>
        </p:grpSpPr>
        <p:sp>
          <p:nvSpPr>
            <p:cNvPr id="9230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722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1C1C1C"/>
                  </a:solidFill>
                </a:rPr>
                <a:t>速度    的大小称为</a:t>
              </a:r>
              <a:r>
                <a:rPr kumimoji="0" lang="zh-CN" altLang="en-US" sz="2400" b="1">
                  <a:solidFill>
                    <a:srgbClr val="CC0000"/>
                  </a:solidFill>
                </a:rPr>
                <a:t>速率</a:t>
              </a:r>
              <a:r>
                <a:rPr kumimoji="0" lang="en-US" altLang="zh-CN" sz="2400" b="1">
                  <a:solidFill>
                    <a:srgbClr val="CC0000"/>
                  </a:solidFill>
                </a:rPr>
                <a:t>.</a:t>
              </a:r>
            </a:p>
          </p:txBody>
        </p:sp>
        <p:graphicFrame>
          <p:nvGraphicFramePr>
            <p:cNvPr id="922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0948797"/>
                </p:ext>
              </p:extLst>
            </p:nvPr>
          </p:nvGraphicFramePr>
          <p:xfrm>
            <a:off x="552" y="10"/>
            <a:ext cx="267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95" r:id="rId11" imgW="127221" imgH="178109" progId="Equation.3">
                    <p:embed/>
                  </p:oleObj>
                </mc:Choice>
                <mc:Fallback>
                  <p:oleObj r:id="rId11" imgW="127221" imgH="178109" progId="Equation.3">
                    <p:embed/>
                    <p:pic>
                      <p:nvPicPr>
                        <p:cNvPr id="0" name="Picture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" y="10"/>
                          <a:ext cx="267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2" t="5314" r="11693" b="14828"/>
          <a:stretch/>
        </p:blipFill>
        <p:spPr>
          <a:xfrm>
            <a:off x="5839612" y="2701949"/>
            <a:ext cx="2179321" cy="21793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89" y="278344"/>
            <a:ext cx="2695479" cy="2188409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5" name="Group 2"/>
          <p:cNvGrpSpPr>
            <a:grpSpLocks/>
          </p:cNvGrpSpPr>
          <p:nvPr/>
        </p:nvGrpSpPr>
        <p:grpSpPr bwMode="auto">
          <a:xfrm>
            <a:off x="1914526" y="384572"/>
            <a:ext cx="6619874" cy="978694"/>
            <a:chOff x="149" y="-171"/>
            <a:chExt cx="5560" cy="822"/>
          </a:xfrm>
        </p:grpSpPr>
        <p:sp>
          <p:nvSpPr>
            <p:cNvPr id="10275" name="Text Box 3"/>
            <p:cNvSpPr txBox="1">
              <a:spLocks noChangeArrowheads="1"/>
            </p:cNvSpPr>
            <p:nvPr/>
          </p:nvSpPr>
          <p:spPr bwMode="auto">
            <a:xfrm>
              <a:off x="149" y="-171"/>
              <a:ext cx="5560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 smtClean="0">
                  <a:solidFill>
                    <a:srgbClr val="1C1C1C"/>
                  </a:solidFill>
                </a:rPr>
                <a:t>一</a:t>
              </a:r>
              <a:r>
                <a:rPr kumimoji="0" lang="zh-CN" altLang="en-US" sz="2400" b="1">
                  <a:solidFill>
                    <a:srgbClr val="1C1C1C"/>
                  </a:solidFill>
                </a:rPr>
                <a:t>运动质点在某瞬时位于位矢               的端点处，其速度大小为</a:t>
              </a:r>
            </a:p>
          </p:txBody>
        </p:sp>
        <p:graphicFrame>
          <p:nvGraphicFramePr>
            <p:cNvPr id="1025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9860960"/>
                </p:ext>
              </p:extLst>
            </p:nvPr>
          </p:nvGraphicFramePr>
          <p:xfrm>
            <a:off x="3643" y="-146"/>
            <a:ext cx="84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0" r:id="rId3" imgW="711200" imgH="304800" progId="Equation.3">
                    <p:embed/>
                  </p:oleObj>
                </mc:Choice>
                <mc:Fallback>
                  <p:oleObj r:id="rId3" imgW="711200" imgH="304800" progId="Equation.3">
                    <p:embed/>
                    <p:pic>
                      <p:nvPicPr>
                        <p:cNvPr id="0" name="Picture 1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3" y="-146"/>
                          <a:ext cx="841" cy="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733699"/>
              </p:ext>
            </p:extLst>
          </p:nvPr>
        </p:nvGraphicFramePr>
        <p:xfrm>
          <a:off x="1568978" y="1563367"/>
          <a:ext cx="380033" cy="67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1" r:id="rId5" imgW="304932" imgH="609865" progId="Equation.3">
                  <p:embed/>
                </p:oleObj>
              </mc:Choice>
              <mc:Fallback>
                <p:oleObj r:id="rId5" imgW="304932" imgH="609865" progId="Equation.3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978" y="1563367"/>
                        <a:ext cx="380033" cy="67927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Text Box 6"/>
          <p:cNvSpPr txBox="1">
            <a:spLocks noChangeArrowheads="1"/>
          </p:cNvSpPr>
          <p:nvPr/>
        </p:nvSpPr>
        <p:spPr bwMode="auto">
          <a:xfrm>
            <a:off x="674820" y="1695253"/>
            <a:ext cx="105965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100" b="1">
                <a:solidFill>
                  <a:srgbClr val="CC0000"/>
                </a:solidFill>
              </a:rPr>
              <a:t>（</a:t>
            </a:r>
            <a:r>
              <a:rPr kumimoji="0" lang="en-US" altLang="zh-CN" sz="2100" b="1">
                <a:solidFill>
                  <a:srgbClr val="CC0000"/>
                </a:solidFill>
              </a:rPr>
              <a:t>A</a:t>
            </a:r>
            <a:r>
              <a:rPr kumimoji="0" lang="zh-CN" altLang="en-US" sz="2100" b="1">
                <a:solidFill>
                  <a:srgbClr val="CC0000"/>
                </a:solidFill>
              </a:rPr>
              <a:t>）</a:t>
            </a:r>
          </a:p>
        </p:txBody>
      </p:sp>
      <p:sp>
        <p:nvSpPr>
          <p:cNvPr id="10257" name="Rectangle 7"/>
          <p:cNvSpPr>
            <a:spLocks noChangeArrowheads="1"/>
          </p:cNvSpPr>
          <p:nvPr/>
        </p:nvSpPr>
        <p:spPr bwMode="auto">
          <a:xfrm>
            <a:off x="2003318" y="1695253"/>
            <a:ext cx="98821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100" b="1">
                <a:solidFill>
                  <a:srgbClr val="CC0000"/>
                </a:solidFill>
              </a:rPr>
              <a:t>（</a:t>
            </a:r>
            <a:r>
              <a:rPr kumimoji="0" lang="en-US" altLang="zh-CN" sz="2100" b="1">
                <a:solidFill>
                  <a:srgbClr val="CC0000"/>
                </a:solidFill>
              </a:rPr>
              <a:t>B</a:t>
            </a:r>
            <a:r>
              <a:rPr kumimoji="0" lang="zh-CN" altLang="en-US" sz="2100" b="1">
                <a:solidFill>
                  <a:srgbClr val="CC0000"/>
                </a:solidFill>
              </a:rPr>
              <a:t>）</a:t>
            </a:r>
          </a:p>
        </p:txBody>
      </p:sp>
      <p:graphicFrame>
        <p:nvGraphicFramePr>
          <p:cNvPr id="1024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901197"/>
              </p:ext>
            </p:extLst>
          </p:nvPr>
        </p:nvGraphicFramePr>
        <p:xfrm>
          <a:off x="4393998" y="1563866"/>
          <a:ext cx="563565" cy="678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2" r:id="rId7" imgW="393871" imgH="635276" progId="Equation.3">
                  <p:embed/>
                </p:oleObj>
              </mc:Choice>
              <mc:Fallback>
                <p:oleObj r:id="rId7" imgW="393871" imgH="635276" progId="Equation.3">
                  <p:embed/>
                  <p:pic>
                    <p:nvPicPr>
                      <p:cNvPr id="0" name="Picture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3998" y="1563866"/>
                        <a:ext cx="563565" cy="67827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070182"/>
              </p:ext>
            </p:extLst>
          </p:nvPr>
        </p:nvGraphicFramePr>
        <p:xfrm>
          <a:off x="6230656" y="1523550"/>
          <a:ext cx="1946045" cy="713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3" r:id="rId9" imgW="1600200" imgH="660400" progId="Equation.3">
                  <p:embed/>
                </p:oleObj>
              </mc:Choice>
              <mc:Fallback>
                <p:oleObj r:id="rId9" imgW="1600200" imgH="660400" progId="Equation.3">
                  <p:embed/>
                  <p:pic>
                    <p:nvPicPr>
                      <p:cNvPr id="0" name="Picture 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656" y="1523550"/>
                        <a:ext cx="1946045" cy="71318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10"/>
          <p:cNvSpPr>
            <a:spLocks noChangeArrowheads="1"/>
          </p:cNvSpPr>
          <p:nvPr/>
        </p:nvSpPr>
        <p:spPr bwMode="auto">
          <a:xfrm>
            <a:off x="3501029" y="1695253"/>
            <a:ext cx="10798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100" b="1">
                <a:solidFill>
                  <a:srgbClr val="CC0000"/>
                </a:solidFill>
              </a:rPr>
              <a:t>（</a:t>
            </a:r>
            <a:r>
              <a:rPr kumimoji="0" lang="en-US" altLang="zh-CN" sz="2100" b="1">
                <a:solidFill>
                  <a:srgbClr val="CC0000"/>
                </a:solidFill>
              </a:rPr>
              <a:t>C</a:t>
            </a:r>
            <a:r>
              <a:rPr kumimoji="0" lang="zh-CN" altLang="en-US" sz="2100" b="1">
                <a:solidFill>
                  <a:srgbClr val="CC0000"/>
                </a:solidFill>
              </a:rPr>
              <a:t>）</a:t>
            </a:r>
          </a:p>
        </p:txBody>
      </p:sp>
      <p:sp>
        <p:nvSpPr>
          <p:cNvPr id="10259" name="Rectangle 11"/>
          <p:cNvSpPr>
            <a:spLocks noChangeArrowheads="1"/>
          </p:cNvSpPr>
          <p:nvPr/>
        </p:nvSpPr>
        <p:spPr bwMode="auto">
          <a:xfrm>
            <a:off x="5460322" y="1672393"/>
            <a:ext cx="114895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100" b="1">
                <a:solidFill>
                  <a:srgbClr val="CC0000"/>
                </a:solidFill>
              </a:rPr>
              <a:t>（</a:t>
            </a:r>
            <a:r>
              <a:rPr kumimoji="0" lang="en-US" altLang="zh-CN" sz="2100" b="1">
                <a:solidFill>
                  <a:srgbClr val="CC0000"/>
                </a:solidFill>
              </a:rPr>
              <a:t>D</a:t>
            </a:r>
            <a:r>
              <a:rPr kumimoji="0" lang="zh-CN" altLang="en-US" sz="2100" b="1">
                <a:solidFill>
                  <a:srgbClr val="CC0000"/>
                </a:solidFill>
              </a:rPr>
              <a:t>）</a:t>
            </a:r>
          </a:p>
        </p:txBody>
      </p:sp>
      <p:sp>
        <p:nvSpPr>
          <p:cNvPr id="72716" name="AutoShape 12"/>
          <p:cNvSpPr>
            <a:spLocks noChangeArrowheads="1"/>
          </p:cNvSpPr>
          <p:nvPr/>
        </p:nvSpPr>
        <p:spPr bwMode="auto">
          <a:xfrm>
            <a:off x="582218" y="406450"/>
            <a:ext cx="1109661" cy="61347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6350">
            <a:solidFill>
              <a:srgbClr val="00808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kumimoji="0" lang="zh-CN" altLang="en-US" sz="2400" b="1">
                <a:solidFill>
                  <a:srgbClr val="CC0000"/>
                </a:solidFill>
              </a:rPr>
              <a:t>讨论</a:t>
            </a:r>
          </a:p>
        </p:txBody>
      </p:sp>
      <p:sp>
        <p:nvSpPr>
          <p:cNvPr id="72717" name="AutoShape 13"/>
          <p:cNvSpPr>
            <a:spLocks noChangeArrowheads="1"/>
          </p:cNvSpPr>
          <p:nvPr/>
        </p:nvSpPr>
        <p:spPr bwMode="auto">
          <a:xfrm>
            <a:off x="638972" y="3187729"/>
            <a:ext cx="1512094" cy="864394"/>
          </a:xfrm>
          <a:prstGeom prst="irregularSeal1">
            <a:avLst/>
          </a:prstGeom>
          <a:gradFill rotWithShape="1">
            <a:gsLst>
              <a:gs pos="0">
                <a:srgbClr val="CCFF99"/>
              </a:gs>
              <a:gs pos="50000">
                <a:schemeClr val="bg1"/>
              </a:gs>
              <a:gs pos="100000">
                <a:srgbClr val="CCFF99"/>
              </a:gs>
            </a:gsLst>
            <a:lin ang="5400000" scaled="1"/>
          </a:gra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Arial" charset="0"/>
              <a:buNone/>
              <a:defRPr/>
            </a:pPr>
            <a:r>
              <a:rPr kumimoji="0" lang="zh-CN" altLang="en-US" sz="2400" b="1">
                <a:solidFill>
                  <a:srgbClr val="CC0000"/>
                </a:solidFill>
              </a:rPr>
              <a:t>注意</a:t>
            </a:r>
          </a:p>
        </p:txBody>
      </p:sp>
      <p:pic>
        <p:nvPicPr>
          <p:cNvPr id="72718" name="Picture 14" descr="4C70BBA977B88F3DF7393CB7443DAF2A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637725" y="1556292"/>
            <a:ext cx="60364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4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27314"/>
              </p:ext>
            </p:extLst>
          </p:nvPr>
        </p:nvGraphicFramePr>
        <p:xfrm>
          <a:off x="2855807" y="1572843"/>
          <a:ext cx="385020" cy="660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4" r:id="rId12" imgW="317638" imgH="609865" progId="Equation.3">
                  <p:embed/>
                </p:oleObj>
              </mc:Choice>
              <mc:Fallback>
                <p:oleObj r:id="rId12" imgW="317638" imgH="609865" progId="Equation.3">
                  <p:embed/>
                  <p:pic>
                    <p:nvPicPr>
                      <p:cNvPr id="0" name="Picture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807" y="1572843"/>
                        <a:ext cx="385020" cy="6603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2556944" y="3178415"/>
            <a:ext cx="1439107" cy="846337"/>
            <a:chOff x="-4" y="15"/>
            <a:chExt cx="1294" cy="761"/>
          </a:xfrm>
        </p:grpSpPr>
        <p:graphicFrame>
          <p:nvGraphicFramePr>
            <p:cNvPr id="10252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6674595"/>
                </p:ext>
              </p:extLst>
            </p:nvPr>
          </p:nvGraphicFramePr>
          <p:xfrm>
            <a:off x="-4" y="15"/>
            <a:ext cx="1294" cy="7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5" r:id="rId14" imgW="546574" imgH="394042" progId="Equation.3">
                    <p:embed/>
                  </p:oleObj>
                </mc:Choice>
                <mc:Fallback>
                  <p:oleObj r:id="rId14" imgW="546574" imgH="394042" progId="Equation.3">
                    <p:embed/>
                    <p:pic>
                      <p:nvPicPr>
                        <p:cNvPr id="0" name="Picture 1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" y="15"/>
                          <a:ext cx="1294" cy="7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3" name="Line 27"/>
            <p:cNvSpPr>
              <a:spLocks noChangeShapeType="1"/>
            </p:cNvSpPr>
            <p:nvPr/>
          </p:nvSpPr>
          <p:spPr bwMode="auto">
            <a:xfrm>
              <a:off x="21" y="172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0274" name="Line 28"/>
            <p:cNvSpPr>
              <a:spLocks noChangeShapeType="1"/>
            </p:cNvSpPr>
            <p:nvPr/>
          </p:nvSpPr>
          <p:spPr bwMode="auto">
            <a:xfrm>
              <a:off x="493" y="172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34748" y="2650765"/>
            <a:ext cx="2709665" cy="1926431"/>
            <a:chOff x="6078062" y="2957011"/>
            <a:chExt cx="2709665" cy="1926431"/>
          </a:xfrm>
        </p:grpSpPr>
        <p:sp>
          <p:nvSpPr>
            <p:cNvPr id="10264" name="Freeform 17"/>
            <p:cNvSpPr>
              <a:spLocks/>
            </p:cNvSpPr>
            <p:nvPr/>
          </p:nvSpPr>
          <p:spPr bwMode="auto">
            <a:xfrm>
              <a:off x="6605510" y="3192755"/>
              <a:ext cx="1472803" cy="1222772"/>
            </a:xfrm>
            <a:custGeom>
              <a:avLst/>
              <a:gdLst>
                <a:gd name="T0" fmla="*/ 0 w 1237"/>
                <a:gd name="T1" fmla="*/ 2147483647 h 1027"/>
                <a:gd name="T2" fmla="*/ 2147483647 w 1237"/>
                <a:gd name="T3" fmla="*/ 2147483647 h 1027"/>
                <a:gd name="T4" fmla="*/ 2147483647 w 1237"/>
                <a:gd name="T5" fmla="*/ 2147483647 h 1027"/>
                <a:gd name="T6" fmla="*/ 2147483647 w 1237"/>
                <a:gd name="T7" fmla="*/ 2147483647 h 1027"/>
                <a:gd name="T8" fmla="*/ 2147483647 w 1237"/>
                <a:gd name="T9" fmla="*/ 2147483647 h 1027"/>
                <a:gd name="T10" fmla="*/ 2147483647 w 1237"/>
                <a:gd name="T11" fmla="*/ 2147483647 h 1027"/>
                <a:gd name="T12" fmla="*/ 2147483647 w 1237"/>
                <a:gd name="T13" fmla="*/ 2147483647 h 10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7"/>
                <a:gd name="T22" fmla="*/ 0 h 1027"/>
                <a:gd name="T23" fmla="*/ 1237 w 1237"/>
                <a:gd name="T24" fmla="*/ 1027 h 10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7" h="1027">
                  <a:moveTo>
                    <a:pt x="0" y="58"/>
                  </a:moveTo>
                  <a:cubicBezTo>
                    <a:pt x="65" y="49"/>
                    <a:pt x="259" y="0"/>
                    <a:pt x="393" y="3"/>
                  </a:cubicBezTo>
                  <a:cubicBezTo>
                    <a:pt x="527" y="6"/>
                    <a:pt x="689" y="23"/>
                    <a:pt x="805" y="76"/>
                  </a:cubicBezTo>
                  <a:cubicBezTo>
                    <a:pt x="921" y="129"/>
                    <a:pt x="1021" y="244"/>
                    <a:pt x="1088" y="323"/>
                  </a:cubicBezTo>
                  <a:cubicBezTo>
                    <a:pt x="1155" y="402"/>
                    <a:pt x="1184" y="478"/>
                    <a:pt x="1207" y="551"/>
                  </a:cubicBezTo>
                  <a:cubicBezTo>
                    <a:pt x="1230" y="624"/>
                    <a:pt x="1237" y="683"/>
                    <a:pt x="1225" y="762"/>
                  </a:cubicBezTo>
                  <a:cubicBezTo>
                    <a:pt x="1213" y="841"/>
                    <a:pt x="1153" y="972"/>
                    <a:pt x="1134" y="1027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0265" name="Line 18"/>
            <p:cNvSpPr>
              <a:spLocks noChangeShapeType="1"/>
            </p:cNvSpPr>
            <p:nvPr/>
          </p:nvSpPr>
          <p:spPr bwMode="auto">
            <a:xfrm flipV="1">
              <a:off x="6380481" y="3528511"/>
              <a:ext cx="1496616" cy="1075135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0246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0694303"/>
                </p:ext>
              </p:extLst>
            </p:nvPr>
          </p:nvGraphicFramePr>
          <p:xfrm>
            <a:off x="7177009" y="3928561"/>
            <a:ext cx="51435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6" r:id="rId16" imgW="279886" imgH="203553" progId="Equation.3">
                    <p:embed/>
                  </p:oleObj>
                </mc:Choice>
                <mc:Fallback>
                  <p:oleObj r:id="rId16" imgW="279886" imgH="203553" progId="Equation.3">
                    <p:embed/>
                    <p:pic>
                      <p:nvPicPr>
                        <p:cNvPr id="0" name="Picture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7009" y="3928561"/>
                          <a:ext cx="514350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6" name="Line 20"/>
            <p:cNvSpPr>
              <a:spLocks noChangeShapeType="1"/>
            </p:cNvSpPr>
            <p:nvPr/>
          </p:nvSpPr>
          <p:spPr bwMode="auto">
            <a:xfrm flipH="1" flipV="1">
              <a:off x="6366193" y="3003446"/>
              <a:ext cx="0" cy="160020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0267" name="Line 21"/>
            <p:cNvSpPr>
              <a:spLocks noChangeShapeType="1"/>
            </p:cNvSpPr>
            <p:nvPr/>
          </p:nvSpPr>
          <p:spPr bwMode="auto">
            <a:xfrm>
              <a:off x="6366193" y="4603646"/>
              <a:ext cx="2010966" cy="119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024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622090"/>
                </p:ext>
              </p:extLst>
            </p:nvPr>
          </p:nvGraphicFramePr>
          <p:xfrm>
            <a:off x="8054500" y="4608408"/>
            <a:ext cx="255985" cy="2750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7" r:id="rId18" imgW="178109" imgH="190831" progId="Equation.3">
                    <p:embed/>
                  </p:oleObj>
                </mc:Choice>
                <mc:Fallback>
                  <p:oleObj r:id="rId18" imgW="178109" imgH="190831" progId="Equation.3">
                    <p:embed/>
                    <p:pic>
                      <p:nvPicPr>
                        <p:cNvPr id="0" name="Picture 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54500" y="4608408"/>
                          <a:ext cx="255985" cy="2750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8684753"/>
                </p:ext>
              </p:extLst>
            </p:nvPr>
          </p:nvGraphicFramePr>
          <p:xfrm>
            <a:off x="6080444" y="2957011"/>
            <a:ext cx="330994" cy="332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8" r:id="rId20" imgW="190914" imgH="241825" progId="Equation.3">
                    <p:embed/>
                  </p:oleObj>
                </mc:Choice>
                <mc:Fallback>
                  <p:oleObj r:id="rId20" imgW="190914" imgH="241825" progId="Equation.3">
                    <p:embed/>
                    <p:pic>
                      <p:nvPicPr>
                        <p:cNvPr id="0" name="Picture 1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0444" y="2957011"/>
                          <a:ext cx="330994" cy="3321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3497458"/>
                </p:ext>
              </p:extLst>
            </p:nvPr>
          </p:nvGraphicFramePr>
          <p:xfrm>
            <a:off x="6078062" y="4397668"/>
            <a:ext cx="291704" cy="321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9" r:id="rId22" imgW="127276" imgH="140004" progId="Equation.DSMT4">
                    <p:embed/>
                  </p:oleObj>
                </mc:Choice>
                <mc:Fallback>
                  <p:oleObj r:id="rId22" imgW="127276" imgH="140004" progId="Equation.DSMT4">
                    <p:embed/>
                    <p:pic>
                      <p:nvPicPr>
                        <p:cNvPr id="0" name="Picture 1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8062" y="4397668"/>
                          <a:ext cx="291704" cy="321469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9" name="Line 29"/>
            <p:cNvSpPr>
              <a:spLocks noChangeShapeType="1"/>
            </p:cNvSpPr>
            <p:nvPr/>
          </p:nvSpPr>
          <p:spPr bwMode="auto">
            <a:xfrm flipH="1">
              <a:off x="6362622" y="3539227"/>
              <a:ext cx="1500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0270" name="Line 30"/>
            <p:cNvSpPr>
              <a:spLocks noChangeShapeType="1"/>
            </p:cNvSpPr>
            <p:nvPr/>
          </p:nvSpPr>
          <p:spPr bwMode="auto">
            <a:xfrm>
              <a:off x="7862809" y="3517796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0250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2913836"/>
                </p:ext>
              </p:extLst>
            </p:nvPr>
          </p:nvGraphicFramePr>
          <p:xfrm>
            <a:off x="6103066" y="3414211"/>
            <a:ext cx="273844" cy="275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0" r:id="rId24" imgW="190914" imgH="241825" progId="Equation.3">
                    <p:embed/>
                  </p:oleObj>
                </mc:Choice>
                <mc:Fallback>
                  <p:oleObj r:id="rId24" imgW="190914" imgH="241825" progId="Equation.3">
                    <p:embed/>
                    <p:pic>
                      <p:nvPicPr>
                        <p:cNvPr id="0" name="Picture 1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3066" y="3414211"/>
                          <a:ext cx="273844" cy="2750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1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8422926"/>
                </p:ext>
              </p:extLst>
            </p:nvPr>
          </p:nvGraphicFramePr>
          <p:xfrm>
            <a:off x="7646115" y="4385761"/>
            <a:ext cx="213122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1" r:id="rId25" imgW="178109" imgH="190831" progId="Equation.3">
                    <p:embed/>
                  </p:oleObj>
                </mc:Choice>
                <mc:Fallback>
                  <p:oleObj r:id="rId25" imgW="178109" imgH="190831" progId="Equation.3">
                    <p:embed/>
                    <p:pic>
                      <p:nvPicPr>
                        <p:cNvPr id="0" name="Picture 1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6115" y="4385761"/>
                          <a:ext cx="213122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1" name="Oval 33"/>
            <p:cNvSpPr>
              <a:spLocks noChangeArrowheads="1"/>
            </p:cNvSpPr>
            <p:nvPr/>
          </p:nvSpPr>
          <p:spPr bwMode="auto">
            <a:xfrm>
              <a:off x="7800897" y="3454500"/>
              <a:ext cx="144000" cy="144000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100"/>
            </a:p>
          </p:txBody>
        </p:sp>
        <p:sp>
          <p:nvSpPr>
            <p:cNvPr id="10272" name="Text Box 34"/>
            <p:cNvSpPr txBox="1">
              <a:spLocks noChangeArrowheads="1"/>
            </p:cNvSpPr>
            <p:nvPr/>
          </p:nvSpPr>
          <p:spPr bwMode="auto">
            <a:xfrm>
              <a:off x="7903094" y="3183230"/>
              <a:ext cx="884633" cy="415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2100" i="1"/>
                <a:t>P</a:t>
              </a:r>
              <a:r>
                <a:rPr kumimoji="0" lang="en-US" altLang="zh-CN" sz="2100"/>
                <a:t>(</a:t>
              </a:r>
              <a:r>
                <a:rPr kumimoji="0" lang="en-US" altLang="zh-CN" sz="2100" i="1"/>
                <a:t>x</a:t>
              </a:r>
              <a:r>
                <a:rPr kumimoji="0" lang="en-US" altLang="zh-CN" sz="2100"/>
                <a:t>,</a:t>
              </a:r>
              <a:r>
                <a:rPr kumimoji="0" lang="en-US" altLang="zh-CN" sz="2100" i="1"/>
                <a:t>y</a:t>
              </a:r>
              <a:r>
                <a:rPr kumimoji="0" lang="en-US" altLang="zh-CN" sz="2100"/>
                <a:t>)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8403CD-4C4D-4A05-846C-683A145F7B59}" type="slidenum">
              <a:rPr lang="en-US" altLang="zh-CN" smtClean="0">
                <a:latin typeface="+mn-lt"/>
              </a:rPr>
              <a:pPr/>
              <a:t>16</a:t>
            </a:fld>
            <a:endParaRPr lang="en-US" altLang="zh-CN" smtClean="0">
              <a:latin typeface="+mn-lt"/>
            </a:endParaRPr>
          </a:p>
        </p:txBody>
      </p:sp>
      <p:sp>
        <p:nvSpPr>
          <p:cNvPr id="11272" name="Text Box 3"/>
          <p:cNvSpPr txBox="1">
            <a:spLocks noChangeArrowheads="1"/>
          </p:cNvSpPr>
          <p:nvPr/>
        </p:nvSpPr>
        <p:spPr bwMode="auto">
          <a:xfrm>
            <a:off x="791766" y="582430"/>
            <a:ext cx="5238750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/>
            </a:prstShdw>
          </a:effec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zh-CN" altLang="en-US" sz="2400" b="1">
                <a:solidFill>
                  <a:srgbClr val="CC0000"/>
                </a:solidFill>
                <a:latin typeface="+mn-lt"/>
              </a:rPr>
              <a:t>例</a:t>
            </a:r>
            <a:r>
              <a:rPr kumimoji="0" lang="en-US" altLang="zh-CN" sz="2400" b="1">
                <a:solidFill>
                  <a:srgbClr val="CC0000"/>
                </a:solidFill>
                <a:latin typeface="+mn-lt"/>
              </a:rPr>
              <a:t>1</a:t>
            </a:r>
            <a:r>
              <a:rPr kumimoji="0" lang="en-US" altLang="zh-CN" sz="2400" b="1">
                <a:solidFill>
                  <a:srgbClr val="1C1C1C"/>
                </a:solidFill>
                <a:latin typeface="+mn-lt"/>
              </a:rPr>
              <a:t>  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设质点的运动方程为 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080244"/>
              </p:ext>
            </p:extLst>
          </p:nvPr>
        </p:nvGraphicFramePr>
        <p:xfrm>
          <a:off x="4330304" y="559808"/>
          <a:ext cx="2700338" cy="44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8" r:id="rId3" imgW="2552700" imgH="457200" progId="Equation.DSMT4">
                  <p:embed/>
                </p:oleObj>
              </mc:Choice>
              <mc:Fallback>
                <p:oleObj r:id="rId3" imgW="2552700" imgH="457200" progId="Equation.DSMT4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304" y="559808"/>
                        <a:ext cx="2700338" cy="4464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148476" y="3391898"/>
            <a:ext cx="4374356" cy="978729"/>
            <a:chOff x="2222896" y="3578089"/>
            <a:chExt cx="4374356" cy="978729"/>
          </a:xfrm>
        </p:grpSpPr>
        <p:sp>
          <p:nvSpPr>
            <p:cNvPr id="11271" name="Rectangle 2"/>
            <p:cNvSpPr>
              <a:spLocks noChangeArrowheads="1"/>
            </p:cNvSpPr>
            <p:nvPr/>
          </p:nvSpPr>
          <p:spPr bwMode="auto">
            <a:xfrm>
              <a:off x="2222896" y="3578089"/>
              <a:ext cx="4374356" cy="978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CC0000"/>
                  </a:solidFill>
                  <a:latin typeface="+mn-lt"/>
                </a:rPr>
                <a:t>（</a:t>
              </a:r>
              <a:r>
                <a:rPr kumimoji="0" lang="en-US" altLang="zh-CN" sz="2400" b="1">
                  <a:solidFill>
                    <a:srgbClr val="CC0000"/>
                  </a:solidFill>
                  <a:latin typeface="+mn-lt"/>
                </a:rPr>
                <a:t>1</a:t>
              </a:r>
              <a:r>
                <a:rPr kumimoji="0" lang="zh-CN" altLang="en-US" sz="2400" b="1">
                  <a:solidFill>
                    <a:srgbClr val="CC0000"/>
                  </a:solidFill>
                  <a:latin typeface="+mn-lt"/>
                </a:rPr>
                <a:t>）</a:t>
              </a:r>
              <a:r>
                <a:rPr kumimoji="0" lang="zh-CN" altLang="en-US" sz="2400" b="1">
                  <a:solidFill>
                    <a:srgbClr val="1C1C1C"/>
                  </a:solidFill>
                  <a:latin typeface="+mn-lt"/>
                </a:rPr>
                <a:t>求          时的速度．</a:t>
              </a:r>
            </a:p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CC0000"/>
                  </a:solidFill>
                  <a:latin typeface="+mn-lt"/>
                </a:rPr>
                <a:t>（</a:t>
              </a:r>
              <a:r>
                <a:rPr kumimoji="0" lang="en-US" altLang="zh-CN" sz="2400" b="1">
                  <a:solidFill>
                    <a:srgbClr val="CC0000"/>
                  </a:solidFill>
                  <a:latin typeface="+mn-lt"/>
                </a:rPr>
                <a:t>2</a:t>
              </a:r>
              <a:r>
                <a:rPr kumimoji="0" lang="zh-CN" altLang="en-US" sz="2400" b="1">
                  <a:solidFill>
                    <a:srgbClr val="CC0000"/>
                  </a:solidFill>
                  <a:latin typeface="+mn-lt"/>
                </a:rPr>
                <a:t>）</a:t>
              </a:r>
              <a:r>
                <a:rPr kumimoji="0" lang="zh-CN" altLang="en-US" sz="2400" b="1">
                  <a:solidFill>
                    <a:srgbClr val="1C1C1C"/>
                  </a:solidFill>
                  <a:latin typeface="+mn-lt"/>
                </a:rPr>
                <a:t>作出质点的运动轨迹图．</a:t>
              </a:r>
            </a:p>
          </p:txBody>
        </p:sp>
        <p:graphicFrame>
          <p:nvGraphicFramePr>
            <p:cNvPr id="1126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7569519"/>
                </p:ext>
              </p:extLst>
            </p:nvPr>
          </p:nvGraphicFramePr>
          <p:xfrm>
            <a:off x="3411141" y="3648514"/>
            <a:ext cx="7080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9" name="Equation" r:id="rId5" imgW="368280" imgH="177480" progId="Equation.DSMT4">
                    <p:embed/>
                  </p:oleObj>
                </mc:Choice>
                <mc:Fallback>
                  <p:oleObj name="Equation" r:id="rId5" imgW="368280" imgH="177480" progId="Equation.DSMT4">
                    <p:embed/>
                    <p:pic>
                      <p:nvPicPr>
                        <p:cNvPr id="0" name="Picture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1141" y="3648514"/>
                          <a:ext cx="708025" cy="3651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3" name="Rectangle 6"/>
          <p:cNvSpPr>
            <a:spLocks noChangeArrowheads="1"/>
          </p:cNvSpPr>
          <p:nvPr/>
        </p:nvSpPr>
        <p:spPr bwMode="auto">
          <a:xfrm>
            <a:off x="1329928" y="1371160"/>
            <a:ext cx="80342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其中</a:t>
            </a:r>
          </a:p>
        </p:txBody>
      </p:sp>
      <p:graphicFrame>
        <p:nvGraphicFramePr>
          <p:cNvPr id="112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713273"/>
              </p:ext>
            </p:extLst>
          </p:nvPr>
        </p:nvGraphicFramePr>
        <p:xfrm>
          <a:off x="2222896" y="1608095"/>
          <a:ext cx="2730104" cy="522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0" r:id="rId7" imgW="1194837" imgH="228799" progId="Equation.3">
                  <p:embed/>
                </p:oleObj>
              </mc:Choice>
              <mc:Fallback>
                <p:oleObj r:id="rId7" imgW="1194837" imgH="228799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896" y="1608095"/>
                        <a:ext cx="2730104" cy="5226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289798"/>
              </p:ext>
            </p:extLst>
          </p:nvPr>
        </p:nvGraphicFramePr>
        <p:xfrm>
          <a:off x="2250282" y="1122320"/>
          <a:ext cx="2702719" cy="463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1" r:id="rId9" imgW="1181100" imgH="203200" progId="Equation.3">
                  <p:embed/>
                </p:oleObj>
              </mc:Choice>
              <mc:Fallback>
                <p:oleObj r:id="rId9" imgW="1181100" imgH="20320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2" y="1122320"/>
                        <a:ext cx="2702719" cy="463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1212771" y="2509837"/>
            <a:ext cx="3996928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式中</a:t>
            </a:r>
            <a:r>
              <a:rPr kumimoji="0" lang="en-US" altLang="zh-CN" sz="2400" i="1">
                <a:solidFill>
                  <a:srgbClr val="1C1C1C"/>
                </a:solidFill>
                <a:latin typeface="+mn-lt"/>
              </a:rPr>
              <a:t>x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，</a:t>
            </a:r>
            <a:r>
              <a:rPr kumimoji="0" lang="en-US" altLang="zh-CN" sz="2400" i="1">
                <a:solidFill>
                  <a:srgbClr val="1C1C1C"/>
                </a:solidFill>
                <a:latin typeface="+mn-lt"/>
              </a:rPr>
              <a:t>y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的单位为</a:t>
            </a:r>
            <a:r>
              <a:rPr kumimoji="0" lang="en-US" altLang="zh-CN" sz="2400">
                <a:solidFill>
                  <a:srgbClr val="1C1C1C"/>
                </a:solidFill>
                <a:latin typeface="+mn-lt"/>
              </a:rPr>
              <a:t>m</a:t>
            </a:r>
            <a:r>
              <a:rPr kumimoji="0" lang="en-US" altLang="zh-CN" sz="2400" b="1">
                <a:solidFill>
                  <a:srgbClr val="1C1C1C"/>
                </a:solidFill>
                <a:latin typeface="+mn-lt"/>
              </a:rPr>
              <a:t>(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米</a:t>
            </a:r>
            <a:r>
              <a:rPr kumimoji="0" lang="en-US" altLang="zh-CN" sz="2400" b="1">
                <a:solidFill>
                  <a:srgbClr val="1C1C1C"/>
                </a:solidFill>
                <a:latin typeface="+mn-lt"/>
              </a:rPr>
              <a:t>)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，</a:t>
            </a:r>
          </a:p>
        </p:txBody>
      </p:sp>
      <p:sp>
        <p:nvSpPr>
          <p:cNvPr id="11275" name="Rectangle 10"/>
          <p:cNvSpPr>
            <a:spLocks noChangeArrowheads="1"/>
          </p:cNvSpPr>
          <p:nvPr/>
        </p:nvSpPr>
        <p:spPr bwMode="auto">
          <a:xfrm>
            <a:off x="4803697" y="2488406"/>
            <a:ext cx="262056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en-US" altLang="zh-CN" sz="2400" i="1">
                <a:solidFill>
                  <a:srgbClr val="1C1C1C"/>
                </a:solidFill>
                <a:latin typeface="+mn-lt"/>
              </a:rPr>
              <a:t>t 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的单位为</a:t>
            </a:r>
            <a:r>
              <a:rPr kumimoji="0" lang="en-US" altLang="zh-CN" sz="2400">
                <a:solidFill>
                  <a:srgbClr val="1C1C1C"/>
                </a:solidFill>
                <a:latin typeface="+mn-lt"/>
              </a:rPr>
              <a:t>s</a:t>
            </a:r>
            <a:r>
              <a:rPr kumimoji="0" lang="en-US" altLang="zh-CN" sz="2400" b="1">
                <a:solidFill>
                  <a:srgbClr val="1C1C1C"/>
                </a:solidFill>
                <a:latin typeface="+mn-lt"/>
              </a:rPr>
              <a:t>(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秒</a:t>
            </a:r>
            <a:r>
              <a:rPr kumimoji="0" lang="en-US" altLang="zh-CN" sz="2400" b="1">
                <a:solidFill>
                  <a:srgbClr val="1C1C1C"/>
                </a:solidFill>
                <a:latin typeface="+mn-lt"/>
              </a:rPr>
              <a:t>)</a:t>
            </a:r>
            <a:r>
              <a:rPr kumimoji="0" lang="zh-CN" altLang="en-US" sz="2400" b="1">
                <a:solidFill>
                  <a:srgbClr val="1C1C1C"/>
                </a:solidFill>
                <a:latin typeface="+mn-lt"/>
              </a:rPr>
              <a:t>，</a:t>
            </a:r>
          </a:p>
        </p:txBody>
      </p:sp>
      <p:sp>
        <p:nvSpPr>
          <p:cNvPr id="11276" name="AutoShape 11"/>
          <p:cNvSpPr>
            <a:spLocks/>
          </p:cNvSpPr>
          <p:nvPr/>
        </p:nvSpPr>
        <p:spPr bwMode="auto">
          <a:xfrm>
            <a:off x="2089547" y="1337823"/>
            <a:ext cx="108347" cy="594122"/>
          </a:xfrm>
          <a:prstGeom prst="leftBrace">
            <a:avLst>
              <a:gd name="adj1" fmla="val 4569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Arial" charset="0"/>
              <a:buNone/>
            </a:pPr>
            <a:endParaRPr kumimoji="0" lang="zh-CN" altLang="en-US" sz="1350">
              <a:latin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1709738" y="3302794"/>
            <a:ext cx="61829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>
                <a:solidFill>
                  <a:srgbClr val="1C1C1C"/>
                </a:solidFill>
              </a:rPr>
              <a:t>速度   的值                    ，它与   轴之间的夹角</a:t>
            </a:r>
          </a:p>
        </p:txBody>
      </p:sp>
      <p:graphicFrame>
        <p:nvGraphicFramePr>
          <p:cNvPr id="74755" name="Object 3"/>
          <p:cNvGraphicFramePr>
            <a:graphicFrameLocks noGrp="1" noChangeAspect="1"/>
          </p:cNvGraphicFramePr>
          <p:nvPr/>
        </p:nvGraphicFramePr>
        <p:xfrm>
          <a:off x="3221832" y="3274219"/>
          <a:ext cx="1674019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7" r:id="rId3" imgW="800100" imgH="203200" progId="Equation.3">
                  <p:embed/>
                </p:oleObj>
              </mc:Choice>
              <mc:Fallback>
                <p:oleObj r:id="rId3" imgW="800100" imgH="203200" progId="Equation.3">
                  <p:embed/>
                  <p:pic>
                    <p:nvPicPr>
                      <p:cNvPr id="0" name="Picture 1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32" y="3274219"/>
                        <a:ext cx="1674019" cy="4619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1763316" y="1057275"/>
            <a:ext cx="334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>
                <a:solidFill>
                  <a:srgbClr val="CC0000"/>
                </a:solidFill>
              </a:rPr>
              <a:t>解</a:t>
            </a:r>
            <a:r>
              <a:rPr kumimoji="0" lang="zh-CN" altLang="en-US" sz="2400" b="1">
                <a:solidFill>
                  <a:srgbClr val="1C1C1C"/>
                </a:solidFill>
              </a:rPr>
              <a:t>  </a:t>
            </a:r>
            <a:r>
              <a:rPr kumimoji="0" lang="en-US" altLang="zh-CN" sz="2400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0" lang="en-US" altLang="zh-CN" sz="2400" b="1">
                <a:solidFill>
                  <a:srgbClr val="CC0000"/>
                </a:solidFill>
              </a:rPr>
              <a:t>1</a:t>
            </a:r>
            <a:r>
              <a:rPr kumimoji="0" lang="en-US" altLang="zh-CN" sz="2400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0" lang="en-US" altLang="zh-CN" sz="2400" b="1">
                <a:solidFill>
                  <a:srgbClr val="1C1C1C"/>
                </a:solidFill>
                <a:latin typeface="宋体" pitchFamily="2" charset="-122"/>
              </a:rPr>
              <a:t> </a:t>
            </a:r>
            <a:r>
              <a:rPr kumimoji="0" lang="zh-CN" altLang="en-US" sz="2400" b="1"/>
              <a:t>由题意可得</a:t>
            </a: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2600325" y="2639616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>
                <a:solidFill>
                  <a:srgbClr val="1C1C1C"/>
                </a:solidFill>
              </a:rPr>
              <a:t>时速度为</a:t>
            </a:r>
          </a:p>
        </p:txBody>
      </p:sp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2357438" y="3274219"/>
          <a:ext cx="34647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8" r:id="rId5" imgW="127221" imgH="178109" progId="Equation.DSMT4">
                  <p:embed/>
                </p:oleObj>
              </mc:Choice>
              <mc:Fallback>
                <p:oleObj r:id="rId5" imgW="127221" imgH="178109" progId="Equation.DSMT4">
                  <p:embed/>
                  <p:pic>
                    <p:nvPicPr>
                      <p:cNvPr id="0" name="Picture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3274219"/>
                        <a:ext cx="346472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5598319" y="3327797"/>
          <a:ext cx="37981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9" r:id="rId7" imgW="127276" imgH="140004" progId="Equation.DSMT4">
                  <p:embed/>
                </p:oleObj>
              </mc:Choice>
              <mc:Fallback>
                <p:oleObj r:id="rId7" imgW="127276" imgH="140004" progId="Equation.DSMT4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8319" y="3327797"/>
                        <a:ext cx="37981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/>
          <p:cNvGraphicFramePr>
            <a:graphicFrameLocks noChangeAspect="1"/>
          </p:cNvGraphicFramePr>
          <p:nvPr/>
        </p:nvGraphicFramePr>
        <p:xfrm>
          <a:off x="2519363" y="3864769"/>
          <a:ext cx="3089672" cy="901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0" r:id="rId9" imgW="1346785" imgH="393871" progId="Equation.3">
                  <p:embed/>
                </p:oleObj>
              </mc:Choice>
              <mc:Fallback>
                <p:oleObj r:id="rId9" imgW="1346785" imgH="393871" progId="Equation.3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864769"/>
                        <a:ext cx="3089672" cy="9013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2480072" y="1660922"/>
          <a:ext cx="4285059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1" r:id="rId11" imgW="1981200" imgH="393700" progId="Equation.3">
                  <p:embed/>
                </p:oleObj>
              </mc:Choice>
              <mc:Fallback>
                <p:oleObj r:id="rId11" imgW="1981200" imgH="393700" progId="Equation.3">
                  <p:embed/>
                  <p:pic>
                    <p:nvPicPr>
                      <p:cNvPr id="0" name="Picture 14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072" y="1660922"/>
                        <a:ext cx="4285059" cy="8191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08822" y="2643188"/>
          <a:ext cx="21526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2" r:id="rId13" imgW="939392" imgH="215806" progId="Equation.3">
                  <p:embed/>
                </p:oleObj>
              </mc:Choice>
              <mc:Fallback>
                <p:oleObj r:id="rId13" imgW="939392" imgH="215806" progId="Equation.3">
                  <p:embed/>
                  <p:pic>
                    <p:nvPicPr>
                      <p:cNvPr id="0" name="Picture 1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822" y="2643188"/>
                        <a:ext cx="2152650" cy="4762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19288" y="2705101"/>
          <a:ext cx="736997" cy="365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3" r:id="rId15" imgW="394042" imgH="203377" progId="Equation.3">
                  <p:embed/>
                </p:oleObj>
              </mc:Choice>
              <mc:Fallback>
                <p:oleObj r:id="rId15" imgW="394042" imgH="203377" progId="Equation.3">
                  <p:embed/>
                  <p:pic>
                    <p:nvPicPr>
                      <p:cNvPr id="0" name="Picture 1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2705101"/>
                        <a:ext cx="736997" cy="36552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Rectangle 12"/>
          <p:cNvSpPr>
            <a:spLocks noChangeArrowheads="1"/>
          </p:cNvSpPr>
          <p:nvPr/>
        </p:nvSpPr>
        <p:spPr bwMode="auto">
          <a:xfrm>
            <a:off x="1709738" y="377429"/>
            <a:ext cx="1296591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zh-CN" altLang="en-US" sz="2400" b="1">
                <a:solidFill>
                  <a:srgbClr val="CC0000"/>
                </a:solidFill>
                <a:latin typeface="Arial" charset="0"/>
              </a:rPr>
              <a:t>已知：</a:t>
            </a:r>
          </a:p>
        </p:txBody>
      </p:sp>
      <p:graphicFrame>
        <p:nvGraphicFramePr>
          <p:cNvPr id="12297" name="Object 13"/>
          <p:cNvGraphicFramePr>
            <a:graphicFrameLocks noChangeAspect="1"/>
          </p:cNvGraphicFramePr>
          <p:nvPr/>
        </p:nvGraphicFramePr>
        <p:xfrm>
          <a:off x="4974431" y="377429"/>
          <a:ext cx="2730104" cy="522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4" r:id="rId17" imgW="1194837" imgH="228799" progId="Equation.3">
                  <p:embed/>
                </p:oleObj>
              </mc:Choice>
              <mc:Fallback>
                <p:oleObj r:id="rId17" imgW="1194837" imgH="228799" progId="Equation.3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431" y="377429"/>
                        <a:ext cx="2730104" cy="5226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4"/>
          <p:cNvGraphicFramePr>
            <a:graphicFrameLocks noChangeAspect="1"/>
          </p:cNvGraphicFramePr>
          <p:nvPr/>
        </p:nvGraphicFramePr>
        <p:xfrm>
          <a:off x="2571750" y="453629"/>
          <a:ext cx="2702719" cy="463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5" r:id="rId19" imgW="1181100" imgH="203200" progId="Equation.3">
                  <p:embed/>
                </p:oleObj>
              </mc:Choice>
              <mc:Fallback>
                <p:oleObj r:id="rId19" imgW="1181100" imgH="203200" progId="Equation.3">
                  <p:embed/>
                  <p:pic>
                    <p:nvPicPr>
                      <p:cNvPr id="0" name="Picture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53629"/>
                        <a:ext cx="2702719" cy="463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2010" y="4927759"/>
            <a:ext cx="1428750" cy="342900"/>
          </a:xfrm>
          <a:noFill/>
        </p:spPr>
        <p:txBody>
          <a:bodyPr/>
          <a:lstStyle/>
          <a:p>
            <a:fld id="{0750B0DA-42B5-4B96-A12D-D56A7783E516}" type="slidenum">
              <a:rPr lang="en-US" altLang="zh-CN" smtClean="0"/>
              <a:pPr/>
              <a:t>17</a:t>
            </a:fld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5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5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961F0D-54B6-41FD-8A31-89864C4BE7FF}" type="slidenum">
              <a:rPr lang="en-US" altLang="zh-CN" smtClean="0"/>
              <a:pPr/>
              <a:t>18</a:t>
            </a:fld>
            <a:endParaRPr lang="en-US" altLang="zh-CN" smtClean="0"/>
          </a:p>
        </p:txBody>
      </p:sp>
      <p:sp>
        <p:nvSpPr>
          <p:cNvPr id="13326" name="Text Box 2"/>
          <p:cNvSpPr txBox="1">
            <a:spLocks noChangeArrowheads="1"/>
          </p:cNvSpPr>
          <p:nvPr/>
        </p:nvSpPr>
        <p:spPr bwMode="auto">
          <a:xfrm>
            <a:off x="1818085" y="500063"/>
            <a:ext cx="2400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>
                <a:solidFill>
                  <a:srgbClr val="CC0000"/>
                </a:solidFill>
              </a:rPr>
              <a:t>（</a:t>
            </a:r>
            <a:r>
              <a:rPr kumimoji="0" lang="en-US" altLang="zh-CN" sz="2400" b="1">
                <a:solidFill>
                  <a:srgbClr val="CC0000"/>
                </a:solidFill>
              </a:rPr>
              <a:t>2</a:t>
            </a:r>
            <a:r>
              <a:rPr kumimoji="0" lang="zh-CN" altLang="en-US" sz="2400" b="1">
                <a:solidFill>
                  <a:srgbClr val="CC0000"/>
                </a:solidFill>
              </a:rPr>
              <a:t>）</a:t>
            </a:r>
            <a:r>
              <a:rPr kumimoji="0" lang="zh-CN" altLang="en-US" sz="2400" b="1">
                <a:solidFill>
                  <a:srgbClr val="1C1C1C"/>
                </a:solidFill>
              </a:rPr>
              <a:t>运动方程</a:t>
            </a:r>
          </a:p>
        </p:txBody>
      </p:sp>
      <p:sp>
        <p:nvSpPr>
          <p:cNvPr id="13327" name="AutoShape 3"/>
          <p:cNvSpPr>
            <a:spLocks/>
          </p:cNvSpPr>
          <p:nvPr/>
        </p:nvSpPr>
        <p:spPr bwMode="auto">
          <a:xfrm>
            <a:off x="3996929" y="506017"/>
            <a:ext cx="113109" cy="544115"/>
          </a:xfrm>
          <a:prstGeom prst="leftBrace">
            <a:avLst>
              <a:gd name="adj1" fmla="val 4008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57438" y="2571750"/>
            <a:ext cx="4400550" cy="2158603"/>
            <a:chOff x="0" y="0"/>
            <a:chExt cx="3696" cy="1813"/>
          </a:xfrm>
        </p:grpSpPr>
        <p:sp>
          <p:nvSpPr>
            <p:cNvPr id="133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696" cy="17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3333" name="Freeform 6"/>
            <p:cNvSpPr>
              <a:spLocks/>
            </p:cNvSpPr>
            <p:nvPr/>
          </p:nvSpPr>
          <p:spPr bwMode="auto">
            <a:xfrm>
              <a:off x="1271" y="198"/>
              <a:ext cx="1986" cy="1016"/>
            </a:xfrm>
            <a:custGeom>
              <a:avLst/>
              <a:gdLst>
                <a:gd name="T0" fmla="*/ 0 w 2064"/>
                <a:gd name="T1" fmla="*/ 0 h 1352"/>
                <a:gd name="T2" fmla="*/ 823 w 2064"/>
                <a:gd name="T3" fmla="*/ 428 h 1352"/>
                <a:gd name="T4" fmla="*/ 1770 w 2064"/>
                <a:gd name="T5" fmla="*/ 15 h 1352"/>
                <a:gd name="T6" fmla="*/ 0 60000 65536"/>
                <a:gd name="T7" fmla="*/ 0 60000 65536"/>
                <a:gd name="T8" fmla="*/ 0 60000 65536"/>
                <a:gd name="T9" fmla="*/ 0 w 2064"/>
                <a:gd name="T10" fmla="*/ 0 h 1352"/>
                <a:gd name="T11" fmla="*/ 2064 w 2064"/>
                <a:gd name="T12" fmla="*/ 1352 h 1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4" h="1352">
                  <a:moveTo>
                    <a:pt x="0" y="0"/>
                  </a:moveTo>
                  <a:cubicBezTo>
                    <a:pt x="308" y="668"/>
                    <a:pt x="616" y="1336"/>
                    <a:pt x="960" y="1344"/>
                  </a:cubicBezTo>
                  <a:cubicBezTo>
                    <a:pt x="1304" y="1352"/>
                    <a:pt x="1684" y="700"/>
                    <a:pt x="2064" y="48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3334" name="Line 7"/>
            <p:cNvSpPr>
              <a:spLocks noChangeShapeType="1"/>
            </p:cNvSpPr>
            <p:nvPr/>
          </p:nvSpPr>
          <p:spPr bwMode="auto">
            <a:xfrm>
              <a:off x="384" y="1550"/>
              <a:ext cx="3120" cy="1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3335" name="Line 8"/>
            <p:cNvSpPr>
              <a:spLocks noChangeShapeType="1"/>
            </p:cNvSpPr>
            <p:nvPr/>
          </p:nvSpPr>
          <p:spPr bwMode="auto">
            <a:xfrm flipV="1">
              <a:off x="1843" y="91"/>
              <a:ext cx="0" cy="1459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2100"/>
            </a:p>
          </p:txBody>
        </p:sp>
        <p:graphicFrame>
          <p:nvGraphicFramePr>
            <p:cNvPr id="13318" name="Object 9"/>
            <p:cNvGraphicFramePr>
              <a:graphicFrameLocks noChangeAspect="1"/>
            </p:cNvGraphicFramePr>
            <p:nvPr/>
          </p:nvGraphicFramePr>
          <p:xfrm>
            <a:off x="3072" y="1263"/>
            <a:ext cx="52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89" r:id="rId3" imgW="330343" imgH="177877" progId="Equation.DSMT4">
                    <p:embed/>
                  </p:oleObj>
                </mc:Choice>
                <mc:Fallback>
                  <p:oleObj r:id="rId3" imgW="330343" imgH="177877" progId="Equation.DSMT4">
                    <p:embed/>
                    <p:pic>
                      <p:nvPicPr>
                        <p:cNvPr id="0" name="Picture 1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263"/>
                          <a:ext cx="528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9" name="Object 10"/>
            <p:cNvGraphicFramePr>
              <a:graphicFrameLocks noChangeAspect="1"/>
            </p:cNvGraphicFramePr>
            <p:nvPr/>
          </p:nvGraphicFramePr>
          <p:xfrm>
            <a:off x="1872" y="18"/>
            <a:ext cx="51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0" r:id="rId5" imgW="343347" imgH="203465" progId="Equation.DSMT4">
                    <p:embed/>
                  </p:oleObj>
                </mc:Choice>
                <mc:Fallback>
                  <p:oleObj r:id="rId5" imgW="343347" imgH="203465" progId="Equation.DSMT4">
                    <p:embed/>
                    <p:pic>
                      <p:nvPicPr>
                        <p:cNvPr id="0" name="Picture 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8"/>
                          <a:ext cx="517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Text Box 11"/>
            <p:cNvSpPr txBox="1">
              <a:spLocks noChangeArrowheads="1"/>
            </p:cNvSpPr>
            <p:nvPr/>
          </p:nvSpPr>
          <p:spPr bwMode="auto">
            <a:xfrm>
              <a:off x="1728" y="1503"/>
              <a:ext cx="25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0</a:t>
              </a:r>
            </a:p>
          </p:txBody>
        </p:sp>
        <p:sp>
          <p:nvSpPr>
            <p:cNvPr id="13337" name="Text Box 12"/>
            <p:cNvSpPr txBox="1">
              <a:spLocks noChangeArrowheads="1"/>
            </p:cNvSpPr>
            <p:nvPr/>
          </p:nvSpPr>
          <p:spPr bwMode="auto">
            <a:xfrm>
              <a:off x="0" y="3"/>
              <a:ext cx="960" cy="349"/>
            </a:xfrm>
            <a:prstGeom prst="rect">
              <a:avLst/>
            </a:prstGeom>
            <a:gradFill rotWithShape="1">
              <a:gsLst>
                <a:gs pos="0">
                  <a:srgbClr val="EDFAD2"/>
                </a:gs>
                <a:gs pos="50000">
                  <a:srgbClr val="FFFFFF"/>
                </a:gs>
                <a:gs pos="100000">
                  <a:srgbClr val="EDFAD2"/>
                </a:gs>
              </a:gsLst>
              <a:lin ang="5400000" scaled="1"/>
            </a:gradFill>
            <a:ln w="9525">
              <a:solidFill>
                <a:srgbClr val="3399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 typeface="Arial" charset="0"/>
                <a:buNone/>
              </a:pPr>
              <a:r>
                <a:rPr kumimoji="0" lang="zh-CN" altLang="en-US" sz="2100" b="1">
                  <a:solidFill>
                    <a:srgbClr val="1C1C1C"/>
                  </a:solidFill>
                </a:rPr>
                <a:t>轨迹图</a:t>
              </a:r>
            </a:p>
          </p:txBody>
        </p:sp>
        <p:sp>
          <p:nvSpPr>
            <p:cNvPr id="13338" name="Line 13"/>
            <p:cNvSpPr>
              <a:spLocks noChangeShapeType="1"/>
            </p:cNvSpPr>
            <p:nvPr/>
          </p:nvSpPr>
          <p:spPr bwMode="auto">
            <a:xfrm>
              <a:off x="2208" y="1455"/>
              <a:ext cx="0" cy="9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39" name="Line 14"/>
            <p:cNvSpPr>
              <a:spLocks noChangeShapeType="1"/>
            </p:cNvSpPr>
            <p:nvPr/>
          </p:nvSpPr>
          <p:spPr bwMode="auto">
            <a:xfrm>
              <a:off x="2976" y="1455"/>
              <a:ext cx="0" cy="9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40" name="Line 15"/>
            <p:cNvSpPr>
              <a:spLocks noChangeShapeType="1"/>
            </p:cNvSpPr>
            <p:nvPr/>
          </p:nvSpPr>
          <p:spPr bwMode="auto">
            <a:xfrm>
              <a:off x="2592" y="1455"/>
              <a:ext cx="0" cy="9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41" name="Line 16"/>
            <p:cNvSpPr>
              <a:spLocks noChangeShapeType="1"/>
            </p:cNvSpPr>
            <p:nvPr/>
          </p:nvSpPr>
          <p:spPr bwMode="auto">
            <a:xfrm>
              <a:off x="720" y="1455"/>
              <a:ext cx="0" cy="9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42" name="Line 17"/>
            <p:cNvSpPr>
              <a:spLocks noChangeShapeType="1"/>
            </p:cNvSpPr>
            <p:nvPr/>
          </p:nvSpPr>
          <p:spPr bwMode="auto">
            <a:xfrm>
              <a:off x="1104" y="1455"/>
              <a:ext cx="0" cy="9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43" name="Line 18"/>
            <p:cNvSpPr>
              <a:spLocks noChangeShapeType="1"/>
            </p:cNvSpPr>
            <p:nvPr/>
          </p:nvSpPr>
          <p:spPr bwMode="auto">
            <a:xfrm>
              <a:off x="1488" y="1455"/>
              <a:ext cx="0" cy="9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44" name="Text Box 19"/>
            <p:cNvSpPr txBox="1">
              <a:spLocks noChangeArrowheads="1"/>
            </p:cNvSpPr>
            <p:nvPr/>
          </p:nvSpPr>
          <p:spPr bwMode="auto">
            <a:xfrm>
              <a:off x="2112" y="1503"/>
              <a:ext cx="38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2</a:t>
              </a:r>
            </a:p>
          </p:txBody>
        </p:sp>
        <p:sp>
          <p:nvSpPr>
            <p:cNvPr id="13345" name="Text Box 20"/>
            <p:cNvSpPr txBox="1">
              <a:spLocks noChangeArrowheads="1"/>
            </p:cNvSpPr>
            <p:nvPr/>
          </p:nvSpPr>
          <p:spPr bwMode="auto">
            <a:xfrm>
              <a:off x="2496" y="1503"/>
              <a:ext cx="33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4</a:t>
              </a:r>
            </a:p>
          </p:txBody>
        </p:sp>
        <p:sp>
          <p:nvSpPr>
            <p:cNvPr id="13346" name="Text Box 21"/>
            <p:cNvSpPr txBox="1">
              <a:spLocks noChangeArrowheads="1"/>
            </p:cNvSpPr>
            <p:nvPr/>
          </p:nvSpPr>
          <p:spPr bwMode="auto">
            <a:xfrm>
              <a:off x="2880" y="1503"/>
              <a:ext cx="38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6</a:t>
              </a:r>
            </a:p>
          </p:txBody>
        </p:sp>
        <p:sp>
          <p:nvSpPr>
            <p:cNvPr id="13347" name="Rectangle 22"/>
            <p:cNvSpPr>
              <a:spLocks noChangeArrowheads="1"/>
            </p:cNvSpPr>
            <p:nvPr/>
          </p:nvSpPr>
          <p:spPr bwMode="auto">
            <a:xfrm>
              <a:off x="528" y="1503"/>
              <a:ext cx="48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- 6</a:t>
              </a:r>
            </a:p>
          </p:txBody>
        </p:sp>
        <p:sp>
          <p:nvSpPr>
            <p:cNvPr id="13348" name="Rectangle 23"/>
            <p:cNvSpPr>
              <a:spLocks noChangeArrowheads="1"/>
            </p:cNvSpPr>
            <p:nvPr/>
          </p:nvSpPr>
          <p:spPr bwMode="auto">
            <a:xfrm>
              <a:off x="912" y="1503"/>
              <a:ext cx="52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- 4</a:t>
              </a:r>
            </a:p>
          </p:txBody>
        </p:sp>
        <p:sp>
          <p:nvSpPr>
            <p:cNvPr id="13349" name="Rectangle 24"/>
            <p:cNvSpPr>
              <a:spLocks noChangeArrowheads="1"/>
            </p:cNvSpPr>
            <p:nvPr/>
          </p:nvSpPr>
          <p:spPr bwMode="auto">
            <a:xfrm>
              <a:off x="1296" y="1503"/>
              <a:ext cx="43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- 2</a:t>
              </a:r>
            </a:p>
          </p:txBody>
        </p:sp>
        <p:sp>
          <p:nvSpPr>
            <p:cNvPr id="13350" name="Line 25"/>
            <p:cNvSpPr>
              <a:spLocks noChangeShapeType="1"/>
            </p:cNvSpPr>
            <p:nvPr/>
          </p:nvSpPr>
          <p:spPr bwMode="auto">
            <a:xfrm>
              <a:off x="1824" y="1215"/>
              <a:ext cx="96" cy="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51" name="Line 26"/>
            <p:cNvSpPr>
              <a:spLocks noChangeShapeType="1"/>
            </p:cNvSpPr>
            <p:nvPr/>
          </p:nvSpPr>
          <p:spPr bwMode="auto">
            <a:xfrm>
              <a:off x="1824" y="879"/>
              <a:ext cx="96" cy="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52" name="Line 27"/>
            <p:cNvSpPr>
              <a:spLocks noChangeShapeType="1"/>
            </p:cNvSpPr>
            <p:nvPr/>
          </p:nvSpPr>
          <p:spPr bwMode="auto">
            <a:xfrm>
              <a:off x="1824" y="543"/>
              <a:ext cx="96" cy="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3353" name="Rectangle 28"/>
            <p:cNvSpPr>
              <a:spLocks noChangeArrowheads="1"/>
            </p:cNvSpPr>
            <p:nvPr/>
          </p:nvSpPr>
          <p:spPr bwMode="auto">
            <a:xfrm>
              <a:off x="1632" y="1071"/>
              <a:ext cx="44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2</a:t>
              </a:r>
            </a:p>
          </p:txBody>
        </p:sp>
        <p:sp>
          <p:nvSpPr>
            <p:cNvPr id="13354" name="Rectangle 29"/>
            <p:cNvSpPr>
              <a:spLocks noChangeArrowheads="1"/>
            </p:cNvSpPr>
            <p:nvPr/>
          </p:nvSpPr>
          <p:spPr bwMode="auto">
            <a:xfrm>
              <a:off x="1632" y="735"/>
              <a:ext cx="39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4</a:t>
              </a:r>
            </a:p>
          </p:txBody>
        </p:sp>
        <p:sp>
          <p:nvSpPr>
            <p:cNvPr id="13355" name="Rectangle 30"/>
            <p:cNvSpPr>
              <a:spLocks noChangeArrowheads="1"/>
            </p:cNvSpPr>
            <p:nvPr/>
          </p:nvSpPr>
          <p:spPr bwMode="auto">
            <a:xfrm>
              <a:off x="1622" y="399"/>
              <a:ext cx="49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1800">
                  <a:solidFill>
                    <a:srgbClr val="1C1C1C"/>
                  </a:solidFill>
                </a:rPr>
                <a:t>6</a:t>
              </a:r>
            </a:p>
          </p:txBody>
        </p:sp>
        <p:sp>
          <p:nvSpPr>
            <p:cNvPr id="13356" name="Oval 31"/>
            <p:cNvSpPr>
              <a:spLocks noChangeArrowheads="1"/>
            </p:cNvSpPr>
            <p:nvPr/>
          </p:nvSpPr>
          <p:spPr bwMode="auto">
            <a:xfrm>
              <a:off x="2160" y="1179"/>
              <a:ext cx="48" cy="48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3357" name="Oval 32"/>
            <p:cNvSpPr>
              <a:spLocks noChangeArrowheads="1"/>
            </p:cNvSpPr>
            <p:nvPr/>
          </p:nvSpPr>
          <p:spPr bwMode="auto">
            <a:xfrm>
              <a:off x="1824" y="999"/>
              <a:ext cx="48" cy="48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3358" name="Oval 33"/>
            <p:cNvSpPr>
              <a:spLocks noChangeArrowheads="1"/>
            </p:cNvSpPr>
            <p:nvPr/>
          </p:nvSpPr>
          <p:spPr bwMode="auto">
            <a:xfrm>
              <a:off x="2592" y="975"/>
              <a:ext cx="48" cy="48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3359" name="Oval 34"/>
            <p:cNvSpPr>
              <a:spLocks noChangeArrowheads="1"/>
            </p:cNvSpPr>
            <p:nvPr/>
          </p:nvSpPr>
          <p:spPr bwMode="auto">
            <a:xfrm>
              <a:off x="1440" y="495"/>
              <a:ext cx="48" cy="48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3360" name="Oval 35"/>
            <p:cNvSpPr>
              <a:spLocks noChangeArrowheads="1"/>
            </p:cNvSpPr>
            <p:nvPr/>
          </p:nvSpPr>
          <p:spPr bwMode="auto">
            <a:xfrm>
              <a:off x="3024" y="495"/>
              <a:ext cx="48" cy="48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3320" name="Object 36"/>
            <p:cNvGraphicFramePr>
              <a:graphicFrameLocks noChangeAspect="1"/>
            </p:cNvGraphicFramePr>
            <p:nvPr/>
          </p:nvGraphicFramePr>
          <p:xfrm>
            <a:off x="2016" y="948"/>
            <a:ext cx="388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1" r:id="rId7" imgW="584708" imgH="279643" progId="Equation.3">
                    <p:embed/>
                  </p:oleObj>
                </mc:Choice>
                <mc:Fallback>
                  <p:oleObj r:id="rId7" imgW="584708" imgH="279643" progId="Equation.3">
                    <p:embed/>
                    <p:pic>
                      <p:nvPicPr>
                        <p:cNvPr id="0" name="Picture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948"/>
                          <a:ext cx="388" cy="1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1" name="Object 37"/>
            <p:cNvGraphicFramePr>
              <a:graphicFrameLocks noChangeAspect="1"/>
            </p:cNvGraphicFramePr>
            <p:nvPr/>
          </p:nvGraphicFramePr>
          <p:xfrm>
            <a:off x="2676" y="869"/>
            <a:ext cx="544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2" r:id="rId9" imgW="394042" imgH="203377" progId="Equation.3">
                    <p:embed/>
                  </p:oleObj>
                </mc:Choice>
                <mc:Fallback>
                  <p:oleObj r:id="rId9" imgW="394042" imgH="203377" progId="Equation.3">
                    <p:embed/>
                    <p:pic>
                      <p:nvPicPr>
                        <p:cNvPr id="0" name="Picture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" y="869"/>
                          <a:ext cx="544" cy="2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38"/>
            <p:cNvGraphicFramePr>
              <a:graphicFrameLocks noChangeAspect="1"/>
            </p:cNvGraphicFramePr>
            <p:nvPr/>
          </p:nvGraphicFramePr>
          <p:xfrm>
            <a:off x="998" y="851"/>
            <a:ext cx="68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3" r:id="rId11" imgW="483019" imgH="203377" progId="Equation.3">
                    <p:embed/>
                  </p:oleObj>
                </mc:Choice>
                <mc:Fallback>
                  <p:oleObj r:id="rId11" imgW="483019" imgH="203377" progId="Equation.3">
                    <p:embed/>
                    <p:pic>
                      <p:nvPicPr>
                        <p:cNvPr id="0" name="Picture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851"/>
                          <a:ext cx="681" cy="2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Object 39"/>
            <p:cNvGraphicFramePr>
              <a:graphicFrameLocks noChangeAspect="1"/>
            </p:cNvGraphicFramePr>
            <p:nvPr/>
          </p:nvGraphicFramePr>
          <p:xfrm>
            <a:off x="726" y="388"/>
            <a:ext cx="68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4" r:id="rId13" imgW="483019" imgH="203377" progId="Equation.3">
                    <p:embed/>
                  </p:oleObj>
                </mc:Choice>
                <mc:Fallback>
                  <p:oleObj r:id="rId13" imgW="483019" imgH="203377" progId="Equation.3">
                    <p:embed/>
                    <p:pic>
                      <p:nvPicPr>
                        <p:cNvPr id="0" name="Picture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388"/>
                          <a:ext cx="680" cy="2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40"/>
            <p:cNvGraphicFramePr>
              <a:graphicFrameLocks noChangeAspect="1"/>
            </p:cNvGraphicFramePr>
            <p:nvPr/>
          </p:nvGraphicFramePr>
          <p:xfrm>
            <a:off x="2450" y="408"/>
            <a:ext cx="530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5" r:id="rId15" imgW="394042" imgH="203377" progId="Equation.3">
                    <p:embed/>
                  </p:oleObj>
                </mc:Choice>
                <mc:Fallback>
                  <p:oleObj r:id="rId15" imgW="394042" imgH="203377" progId="Equation.3">
                    <p:embed/>
                    <p:pic>
                      <p:nvPicPr>
                        <p:cNvPr id="0" name="Picture 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0" y="408"/>
                          <a:ext cx="530" cy="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1980010" y="1390650"/>
            <a:ext cx="4427934" cy="952500"/>
            <a:chOff x="0" y="0"/>
            <a:chExt cx="3719" cy="800"/>
          </a:xfrm>
        </p:grpSpPr>
        <p:grpSp>
          <p:nvGrpSpPr>
            <p:cNvPr id="13330" name="Group 42"/>
            <p:cNvGrpSpPr>
              <a:grpSpLocks/>
            </p:cNvGrpSpPr>
            <p:nvPr/>
          </p:nvGrpSpPr>
          <p:grpSpPr bwMode="auto">
            <a:xfrm>
              <a:off x="0" y="0"/>
              <a:ext cx="3719" cy="388"/>
              <a:chOff x="0" y="0"/>
              <a:chExt cx="3719" cy="388"/>
            </a:xfrm>
          </p:grpSpPr>
          <p:sp>
            <p:nvSpPr>
              <p:cNvPr id="13331" name="Text Box 4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719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Arial" charset="0"/>
                  <a:buNone/>
                </a:pPr>
                <a:r>
                  <a:rPr kumimoji="0" lang="zh-CN" altLang="en-US" sz="2400" b="1">
                    <a:solidFill>
                      <a:srgbClr val="1C1C1C"/>
                    </a:solidFill>
                  </a:rPr>
                  <a:t>消去参数   可得轨迹方程为</a:t>
                </a:r>
              </a:p>
            </p:txBody>
          </p:sp>
          <p:graphicFrame>
            <p:nvGraphicFramePr>
              <p:cNvPr id="13317" name="Object 44"/>
              <p:cNvGraphicFramePr>
                <a:graphicFrameLocks noChangeAspect="1"/>
              </p:cNvGraphicFramePr>
              <p:nvPr/>
            </p:nvGraphicFramePr>
            <p:xfrm>
              <a:off x="1088" y="27"/>
              <a:ext cx="196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496" r:id="rId17" imgW="88977" imgH="152532" progId="Equation.DSMT4">
                      <p:embed/>
                    </p:oleObj>
                  </mc:Choice>
                  <mc:Fallback>
                    <p:oleObj r:id="rId17" imgW="88977" imgH="152532" progId="Equation.DSMT4">
                      <p:embed/>
                      <p:pic>
                        <p:nvPicPr>
                          <p:cNvPr id="0" name="Picture 1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8" y="27"/>
                            <a:ext cx="196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316" name="Object 45"/>
            <p:cNvGraphicFramePr>
              <a:graphicFrameLocks noChangeAspect="1"/>
            </p:cNvGraphicFramePr>
            <p:nvPr/>
          </p:nvGraphicFramePr>
          <p:xfrm>
            <a:off x="776" y="363"/>
            <a:ext cx="2643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7" r:id="rId19" imgW="1245681" imgH="228799" progId="Equation.3">
                    <p:embed/>
                  </p:oleObj>
                </mc:Choice>
                <mc:Fallback>
                  <p:oleObj r:id="rId19" imgW="1245681" imgH="228799" progId="Equation.3">
                    <p:embed/>
                    <p:pic>
                      <p:nvPicPr>
                        <p:cNvPr id="0" name="Picture 1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363"/>
                          <a:ext cx="2643" cy="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4" name="Object 46"/>
          <p:cNvGraphicFramePr>
            <a:graphicFrameLocks noChangeAspect="1"/>
          </p:cNvGraphicFramePr>
          <p:nvPr/>
        </p:nvGraphicFramePr>
        <p:xfrm>
          <a:off x="4056460" y="722710"/>
          <a:ext cx="2730103" cy="522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8" r:id="rId21" imgW="1194837" imgH="228799" progId="Equation.3">
                  <p:embed/>
                </p:oleObj>
              </mc:Choice>
              <mc:Fallback>
                <p:oleObj r:id="rId21" imgW="1194837" imgH="228799" progId="Equation.3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460" y="722710"/>
                        <a:ext cx="2730103" cy="5226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7"/>
          <p:cNvGraphicFramePr>
            <a:graphicFrameLocks noChangeAspect="1"/>
          </p:cNvGraphicFramePr>
          <p:nvPr/>
        </p:nvGraphicFramePr>
        <p:xfrm>
          <a:off x="4137423" y="344091"/>
          <a:ext cx="2702719" cy="463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9" r:id="rId23" imgW="1181100" imgH="203200" progId="Equation.3">
                  <p:embed/>
                </p:oleObj>
              </mc:Choice>
              <mc:Fallback>
                <p:oleObj r:id="rId23" imgW="1181100" imgH="203200" progId="Equation.3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423" y="344091"/>
                        <a:ext cx="2702719" cy="463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1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DBE962-7F94-4435-9950-333733C8050F}" type="slidenum">
              <a:rPr lang="en-US" altLang="zh-CN" smtClean="0"/>
              <a:pPr/>
              <a:t>19</a:t>
            </a:fld>
            <a:endParaRPr lang="en-US" altLang="zh-CN" smtClean="0"/>
          </a:p>
        </p:txBody>
      </p:sp>
      <p:sp>
        <p:nvSpPr>
          <p:cNvPr id="14352" name="Rectangle 2"/>
          <p:cNvSpPr>
            <a:spLocks noChangeArrowheads="1"/>
          </p:cNvSpPr>
          <p:nvPr/>
        </p:nvSpPr>
        <p:spPr bwMode="auto">
          <a:xfrm>
            <a:off x="5857081" y="1156693"/>
            <a:ext cx="262890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691160" y="1102104"/>
            <a:ext cx="21871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en-US" altLang="zh-CN" sz="2400" b="1">
                <a:solidFill>
                  <a:srgbClr val="CC0000"/>
                </a:solidFill>
              </a:rPr>
              <a:t>1. </a:t>
            </a:r>
            <a:r>
              <a:rPr kumimoji="0" lang="en-US" altLang="zh-CN" sz="2400" b="1">
                <a:solidFill>
                  <a:srgbClr val="1C1C1C"/>
                </a:solidFill>
              </a:rPr>
              <a:t> </a:t>
            </a:r>
            <a:r>
              <a:rPr kumimoji="0" lang="zh-CN" altLang="en-US" sz="2400" b="1">
                <a:solidFill>
                  <a:srgbClr val="1C1C1C"/>
                </a:solidFill>
              </a:rPr>
              <a:t>平均加速度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057231" y="1020962"/>
            <a:ext cx="1257300" cy="1008459"/>
            <a:chOff x="0" y="0"/>
            <a:chExt cx="1056" cy="847"/>
          </a:xfrm>
        </p:grpSpPr>
        <p:grpSp>
          <p:nvGrpSpPr>
            <p:cNvPr id="14375" name="Group 6"/>
            <p:cNvGrpSpPr>
              <a:grpSpLocks/>
            </p:cNvGrpSpPr>
            <p:nvPr/>
          </p:nvGrpSpPr>
          <p:grpSpPr bwMode="auto">
            <a:xfrm>
              <a:off x="48" y="0"/>
              <a:ext cx="1008" cy="498"/>
              <a:chOff x="0" y="0"/>
              <a:chExt cx="1008" cy="498"/>
            </a:xfrm>
          </p:grpSpPr>
          <p:sp>
            <p:nvSpPr>
              <p:cNvPr id="14377" name="Line 7"/>
              <p:cNvSpPr>
                <a:spLocks noChangeShapeType="1"/>
              </p:cNvSpPr>
              <p:nvPr/>
            </p:nvSpPr>
            <p:spPr bwMode="auto">
              <a:xfrm flipV="1">
                <a:off x="0" y="354"/>
                <a:ext cx="1008" cy="144"/>
              </a:xfrm>
              <a:prstGeom prst="line">
                <a:avLst/>
              </a:prstGeom>
              <a:noFill/>
              <a:ln w="31750">
                <a:solidFill>
                  <a:srgbClr val="D60093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14350" name="Object 8"/>
              <p:cNvGraphicFramePr>
                <a:graphicFrameLocks noChangeAspect="1"/>
              </p:cNvGraphicFramePr>
              <p:nvPr/>
            </p:nvGraphicFramePr>
            <p:xfrm>
              <a:off x="480" y="0"/>
              <a:ext cx="373" cy="4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579" r:id="rId3" imgW="190831" imgH="216275" progId="Equation.DSMT4">
                      <p:embed/>
                    </p:oleObj>
                  </mc:Choice>
                  <mc:Fallback>
                    <p:oleObj r:id="rId3" imgW="190831" imgH="216275" progId="Equation.DSMT4">
                      <p:embed/>
                      <p:pic>
                        <p:nvPicPr>
                          <p:cNvPr id="0" name="Picture 1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0"/>
                            <a:ext cx="373" cy="4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76" name="Text Box 9"/>
            <p:cNvSpPr txBox="1">
              <a:spLocks noChangeArrowheads="1"/>
            </p:cNvSpPr>
            <p:nvPr/>
          </p:nvSpPr>
          <p:spPr bwMode="auto">
            <a:xfrm>
              <a:off x="0" y="498"/>
              <a:ext cx="33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2100" i="1">
                  <a:solidFill>
                    <a:srgbClr val="1C1C1C"/>
                  </a:solidFill>
                </a:rPr>
                <a:t>B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7067947" y="3170040"/>
            <a:ext cx="742950" cy="515541"/>
            <a:chOff x="0" y="0"/>
            <a:chExt cx="624" cy="433"/>
          </a:xfrm>
        </p:grpSpPr>
        <p:sp>
          <p:nvSpPr>
            <p:cNvPr id="14374" name="Freeform 11"/>
            <p:cNvSpPr>
              <a:spLocks/>
            </p:cNvSpPr>
            <p:nvPr/>
          </p:nvSpPr>
          <p:spPr bwMode="auto">
            <a:xfrm>
              <a:off x="0" y="213"/>
              <a:ext cx="512" cy="220"/>
            </a:xfrm>
            <a:custGeom>
              <a:avLst/>
              <a:gdLst>
                <a:gd name="T0" fmla="*/ 0 w 512"/>
                <a:gd name="T1" fmla="*/ 0 h 220"/>
                <a:gd name="T2" fmla="*/ 512 w 512"/>
                <a:gd name="T3" fmla="*/ 220 h 220"/>
                <a:gd name="T4" fmla="*/ 0 60000 65536"/>
                <a:gd name="T5" fmla="*/ 0 60000 65536"/>
                <a:gd name="T6" fmla="*/ 0 w 512"/>
                <a:gd name="T7" fmla="*/ 0 h 220"/>
                <a:gd name="T8" fmla="*/ 512 w 512"/>
                <a:gd name="T9" fmla="*/ 220 h 2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2" h="220">
                  <a:moveTo>
                    <a:pt x="0" y="0"/>
                  </a:moveTo>
                  <a:lnTo>
                    <a:pt x="512" y="22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4349" name="Object 12"/>
            <p:cNvGraphicFramePr>
              <a:graphicFrameLocks noChangeAspect="1"/>
            </p:cNvGraphicFramePr>
            <p:nvPr/>
          </p:nvGraphicFramePr>
          <p:xfrm>
            <a:off x="144" y="0"/>
            <a:ext cx="4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0" r:id="rId5" imgW="216181" imgH="178032" progId="Equation.DSMT4">
                    <p:embed/>
                  </p:oleObj>
                </mc:Choice>
                <mc:Fallback>
                  <p:oleObj r:id="rId5" imgW="216181" imgH="178032" progId="Equation.DSMT4">
                    <p:embed/>
                    <p:pic>
                      <p:nvPicPr>
                        <p:cNvPr id="0" name="Picture 1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0"/>
                          <a:ext cx="480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1097163" y="4001454"/>
            <a:ext cx="3219450" cy="515540"/>
            <a:chOff x="0" y="0"/>
            <a:chExt cx="2704" cy="433"/>
          </a:xfrm>
        </p:grpSpPr>
        <p:sp>
          <p:nvSpPr>
            <p:cNvPr id="14373" name="Text Box 14"/>
            <p:cNvSpPr txBox="1">
              <a:spLocks noChangeArrowheads="1"/>
            </p:cNvSpPr>
            <p:nvPr/>
          </p:nvSpPr>
          <p:spPr bwMode="auto">
            <a:xfrm>
              <a:off x="181" y="45"/>
              <a:ext cx="252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1C1C1C"/>
                  </a:solidFill>
                </a:rPr>
                <a:t>与      同方向</a:t>
              </a:r>
            </a:p>
          </p:txBody>
        </p:sp>
        <p:graphicFrame>
          <p:nvGraphicFramePr>
            <p:cNvPr id="14347" name="Object 15"/>
            <p:cNvGraphicFramePr>
              <a:graphicFrameLocks noChangeAspect="1"/>
            </p:cNvGraphicFramePr>
            <p:nvPr/>
          </p:nvGraphicFramePr>
          <p:xfrm>
            <a:off x="462" y="30"/>
            <a:ext cx="432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1" r:id="rId7" imgW="216181" imgH="178032" progId="Equation.DSMT4">
                    <p:embed/>
                  </p:oleObj>
                </mc:Choice>
                <mc:Fallback>
                  <p:oleObj r:id="rId7" imgW="216181" imgH="178032" progId="Equation.DSMT4">
                    <p:embed/>
                    <p:pic>
                      <p:nvPicPr>
                        <p:cNvPr id="0" name="Picture 1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" y="30"/>
                          <a:ext cx="432" cy="3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8" name="Object 16"/>
            <p:cNvGraphicFramePr>
              <a:graphicFrameLocks noChangeAspect="1"/>
            </p:cNvGraphicFramePr>
            <p:nvPr/>
          </p:nvGraphicFramePr>
          <p:xfrm>
            <a:off x="0" y="0"/>
            <a:ext cx="248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2" r:id="rId8" imgW="140065" imgH="203731" progId="Equation.DSMT4">
                    <p:embed/>
                  </p:oleObj>
                </mc:Choice>
                <mc:Fallback>
                  <p:oleObj r:id="rId8" imgW="140065" imgH="203731" progId="Equation.DSMT4">
                    <p:embed/>
                    <p:pic>
                      <p:nvPicPr>
                        <p:cNvPr id="0" name="Picture 2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48" cy="4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58" name="Group 17"/>
          <p:cNvGrpSpPr>
            <a:grpSpLocks/>
          </p:cNvGrpSpPr>
          <p:nvPr/>
        </p:nvGrpSpPr>
        <p:grpSpPr bwMode="auto">
          <a:xfrm>
            <a:off x="5971381" y="1042393"/>
            <a:ext cx="2343150" cy="1885950"/>
            <a:chOff x="0" y="0"/>
            <a:chExt cx="1968" cy="1584"/>
          </a:xfrm>
        </p:grpSpPr>
        <p:sp>
          <p:nvSpPr>
            <p:cNvPr id="14370" name="Line 18"/>
            <p:cNvSpPr>
              <a:spLocks noChangeShapeType="1"/>
            </p:cNvSpPr>
            <p:nvPr/>
          </p:nvSpPr>
          <p:spPr bwMode="auto">
            <a:xfrm flipV="1">
              <a:off x="288" y="48"/>
              <a:ext cx="0" cy="129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4371" name="Line 19"/>
            <p:cNvSpPr>
              <a:spLocks noChangeShapeType="1"/>
            </p:cNvSpPr>
            <p:nvPr/>
          </p:nvSpPr>
          <p:spPr bwMode="auto">
            <a:xfrm>
              <a:off x="288" y="1296"/>
              <a:ext cx="1632" cy="0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4372" name="Freeform 20"/>
            <p:cNvSpPr>
              <a:spLocks/>
            </p:cNvSpPr>
            <p:nvPr/>
          </p:nvSpPr>
          <p:spPr bwMode="auto">
            <a:xfrm>
              <a:off x="48" y="458"/>
              <a:ext cx="1920" cy="808"/>
            </a:xfrm>
            <a:custGeom>
              <a:avLst/>
              <a:gdLst>
                <a:gd name="T0" fmla="*/ 0 w 1920"/>
                <a:gd name="T1" fmla="*/ 808 h 808"/>
                <a:gd name="T2" fmla="*/ 288 w 1920"/>
                <a:gd name="T3" fmla="*/ 337 h 808"/>
                <a:gd name="T4" fmla="*/ 686 w 1920"/>
                <a:gd name="T5" fmla="*/ 84 h 808"/>
                <a:gd name="T6" fmla="*/ 960 w 1920"/>
                <a:gd name="T7" fmla="*/ 22 h 808"/>
                <a:gd name="T8" fmla="*/ 1378 w 1920"/>
                <a:gd name="T9" fmla="*/ 70 h 808"/>
                <a:gd name="T10" fmla="*/ 1920 w 1920"/>
                <a:gd name="T11" fmla="*/ 440 h 8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0"/>
                <a:gd name="T19" fmla="*/ 0 h 808"/>
                <a:gd name="T20" fmla="*/ 1920 w 1920"/>
                <a:gd name="T21" fmla="*/ 808 h 8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0" h="808">
                  <a:moveTo>
                    <a:pt x="0" y="808"/>
                  </a:moveTo>
                  <a:cubicBezTo>
                    <a:pt x="48" y="730"/>
                    <a:pt x="174" y="458"/>
                    <a:pt x="288" y="337"/>
                  </a:cubicBezTo>
                  <a:cubicBezTo>
                    <a:pt x="402" y="216"/>
                    <a:pt x="574" y="136"/>
                    <a:pt x="686" y="84"/>
                  </a:cubicBezTo>
                  <a:cubicBezTo>
                    <a:pt x="798" y="32"/>
                    <a:pt x="845" y="24"/>
                    <a:pt x="960" y="22"/>
                  </a:cubicBezTo>
                  <a:cubicBezTo>
                    <a:pt x="1075" y="20"/>
                    <a:pt x="1218" y="0"/>
                    <a:pt x="1378" y="70"/>
                  </a:cubicBezTo>
                  <a:cubicBezTo>
                    <a:pt x="1538" y="140"/>
                    <a:pt x="1807" y="363"/>
                    <a:pt x="1920" y="440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4344" name="Object 21"/>
            <p:cNvGraphicFramePr>
              <a:graphicFrameLocks noChangeAspect="1"/>
            </p:cNvGraphicFramePr>
            <p:nvPr/>
          </p:nvGraphicFramePr>
          <p:xfrm>
            <a:off x="1728" y="1344"/>
            <a:ext cx="2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3" r:id="rId10" imgW="178109" imgH="190831" progId="Equation.3">
                    <p:embed/>
                  </p:oleObj>
                </mc:Choice>
                <mc:Fallback>
                  <p:oleObj r:id="rId10" imgW="178109" imgH="190831" progId="Equation.3">
                    <p:embed/>
                    <p:pic>
                      <p:nvPicPr>
                        <p:cNvPr id="0" name="Picture 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344"/>
                          <a:ext cx="22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22"/>
            <p:cNvGraphicFramePr>
              <a:graphicFrameLocks noChangeAspect="1"/>
            </p:cNvGraphicFramePr>
            <p:nvPr/>
          </p:nvGraphicFramePr>
          <p:xfrm>
            <a:off x="0" y="0"/>
            <a:ext cx="21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4" r:id="rId12" imgW="190914" imgH="241825" progId="Equation.3">
                    <p:embed/>
                  </p:oleObj>
                </mc:Choice>
                <mc:Fallback>
                  <p:oleObj r:id="rId12" imgW="190914" imgH="241825" progId="Equation.3">
                    <p:embed/>
                    <p:pic>
                      <p:nvPicPr>
                        <p:cNvPr id="0" name="Picture 2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4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6" name="Object 23"/>
            <p:cNvGraphicFramePr>
              <a:graphicFrameLocks noChangeAspect="1"/>
            </p:cNvGraphicFramePr>
            <p:nvPr/>
          </p:nvGraphicFramePr>
          <p:xfrm>
            <a:off x="96" y="1200"/>
            <a:ext cx="202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5" r:id="rId14" imgW="152665" imgH="178109" progId="Equation.DSMT4">
                    <p:embed/>
                  </p:oleObj>
                </mc:Choice>
                <mc:Fallback>
                  <p:oleObj r:id="rId14" imgW="152665" imgH="178109" progId="Equation.DSMT4">
                    <p:embed/>
                    <p:pic>
                      <p:nvPicPr>
                        <p:cNvPr id="0" name="Picture 2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1200"/>
                          <a:ext cx="202" cy="2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89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984815"/>
              </p:ext>
            </p:extLst>
          </p:nvPr>
        </p:nvGraphicFramePr>
        <p:xfrm>
          <a:off x="1097163" y="2936559"/>
          <a:ext cx="1269206" cy="90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86" r:id="rId16" imgW="483229" imgH="394213" progId="Equation.DSMT4">
                  <p:embed/>
                </p:oleObj>
              </mc:Choice>
              <mc:Fallback>
                <p:oleObj r:id="rId16" imgW="483229" imgH="394213" progId="Equation.DSMT4">
                  <p:embed/>
                  <p:pic>
                    <p:nvPicPr>
                      <p:cNvPr id="0" name="Picture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163" y="2936559"/>
                        <a:ext cx="1269206" cy="907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5"/>
          <p:cNvSpPr>
            <a:spLocks noChangeArrowheads="1"/>
          </p:cNvSpPr>
          <p:nvPr/>
        </p:nvSpPr>
        <p:spPr bwMode="auto">
          <a:xfrm>
            <a:off x="436483" y="536303"/>
            <a:ext cx="199906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700" b="1">
                <a:solidFill>
                  <a:srgbClr val="CC0000"/>
                </a:solidFill>
                <a:latin typeface="宋体" pitchFamily="2" charset="-122"/>
              </a:rPr>
              <a:t>四、加速度</a:t>
            </a: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6371431" y="1005483"/>
            <a:ext cx="800100" cy="1195388"/>
            <a:chOff x="0" y="0"/>
            <a:chExt cx="672" cy="1004"/>
          </a:xfrm>
        </p:grpSpPr>
        <p:grpSp>
          <p:nvGrpSpPr>
            <p:cNvPr id="14367" name="Group 27"/>
            <p:cNvGrpSpPr>
              <a:grpSpLocks/>
            </p:cNvGrpSpPr>
            <p:nvPr/>
          </p:nvGrpSpPr>
          <p:grpSpPr bwMode="auto">
            <a:xfrm>
              <a:off x="144" y="0"/>
              <a:ext cx="528" cy="703"/>
              <a:chOff x="0" y="0"/>
              <a:chExt cx="528" cy="703"/>
            </a:xfrm>
          </p:grpSpPr>
          <p:sp>
            <p:nvSpPr>
              <p:cNvPr id="14369" name="Line 28"/>
              <p:cNvSpPr>
                <a:spLocks noChangeShapeType="1"/>
              </p:cNvSpPr>
              <p:nvPr/>
            </p:nvSpPr>
            <p:spPr bwMode="auto">
              <a:xfrm flipV="1">
                <a:off x="0" y="336"/>
                <a:ext cx="528" cy="367"/>
              </a:xfrm>
              <a:prstGeom prst="line">
                <a:avLst/>
              </a:prstGeom>
              <a:noFill/>
              <a:ln w="31750">
                <a:solidFill>
                  <a:schemeClr val="tx2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14343" name="Object 29"/>
              <p:cNvGraphicFramePr>
                <a:graphicFrameLocks noChangeAspect="1"/>
              </p:cNvGraphicFramePr>
              <p:nvPr/>
            </p:nvGraphicFramePr>
            <p:xfrm>
              <a:off x="96" y="0"/>
              <a:ext cx="386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587" r:id="rId18" imgW="190831" imgH="216275" progId="Equation.DSMT4">
                      <p:embed/>
                    </p:oleObj>
                  </mc:Choice>
                  <mc:Fallback>
                    <p:oleObj r:id="rId18" imgW="190831" imgH="216275" progId="Equation.DSMT4">
                      <p:embed/>
                      <p:pic>
                        <p:nvPicPr>
                          <p:cNvPr id="0" name="Picture 2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" y="0"/>
                            <a:ext cx="386" cy="4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68" name="Text Box 30"/>
            <p:cNvSpPr txBox="1">
              <a:spLocks noChangeArrowheads="1"/>
            </p:cNvSpPr>
            <p:nvPr/>
          </p:nvSpPr>
          <p:spPr bwMode="auto">
            <a:xfrm>
              <a:off x="0" y="655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en-US" altLang="zh-CN" sz="2100" i="1">
                  <a:solidFill>
                    <a:srgbClr val="1C1C1C"/>
                  </a:solidFill>
                </a:rPr>
                <a:t>A</a:t>
              </a:r>
            </a:p>
          </p:txBody>
        </p:sp>
      </p:grp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6460728" y="3020021"/>
            <a:ext cx="628650" cy="837010"/>
            <a:chOff x="0" y="0"/>
            <a:chExt cx="528" cy="703"/>
          </a:xfrm>
        </p:grpSpPr>
        <p:sp>
          <p:nvSpPr>
            <p:cNvPr id="14366" name="Line 32"/>
            <p:cNvSpPr>
              <a:spLocks noChangeShapeType="1"/>
            </p:cNvSpPr>
            <p:nvPr/>
          </p:nvSpPr>
          <p:spPr bwMode="auto">
            <a:xfrm flipV="1">
              <a:off x="0" y="336"/>
              <a:ext cx="528" cy="367"/>
            </a:xfrm>
            <a:prstGeom prst="line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4342" name="Object 33"/>
            <p:cNvGraphicFramePr>
              <a:graphicFrameLocks noChangeAspect="1"/>
            </p:cNvGraphicFramePr>
            <p:nvPr/>
          </p:nvGraphicFramePr>
          <p:xfrm>
            <a:off x="96" y="0"/>
            <a:ext cx="386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8" r:id="rId20" imgW="190831" imgH="216275" progId="Equation.DSMT4">
                    <p:embed/>
                  </p:oleObj>
                </mc:Choice>
                <mc:Fallback>
                  <p:oleObj r:id="rId20" imgW="190831" imgH="216275" progId="Equation.DSMT4">
                    <p:embed/>
                    <p:pic>
                      <p:nvPicPr>
                        <p:cNvPr id="0" name="Picture 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0"/>
                          <a:ext cx="386" cy="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6464300" y="3648671"/>
            <a:ext cx="1294210" cy="504825"/>
            <a:chOff x="0" y="0"/>
            <a:chExt cx="1087" cy="424"/>
          </a:xfrm>
        </p:grpSpPr>
        <p:sp>
          <p:nvSpPr>
            <p:cNvPr id="14365" name="Line 35"/>
            <p:cNvSpPr>
              <a:spLocks noChangeShapeType="1"/>
            </p:cNvSpPr>
            <p:nvPr/>
          </p:nvSpPr>
          <p:spPr bwMode="auto">
            <a:xfrm flipV="1">
              <a:off x="0" y="25"/>
              <a:ext cx="1008" cy="144"/>
            </a:xfrm>
            <a:prstGeom prst="line">
              <a:avLst/>
            </a:prstGeom>
            <a:noFill/>
            <a:ln w="31750">
              <a:solidFill>
                <a:srgbClr val="D6009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4341" name="Object 36"/>
            <p:cNvGraphicFramePr>
              <a:graphicFrameLocks noChangeAspect="1"/>
            </p:cNvGraphicFramePr>
            <p:nvPr/>
          </p:nvGraphicFramePr>
          <p:xfrm>
            <a:off x="714" y="0"/>
            <a:ext cx="373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9" r:id="rId21" imgW="190831" imgH="216275" progId="Equation.DSMT4">
                    <p:embed/>
                  </p:oleObj>
                </mc:Choice>
                <mc:Fallback>
                  <p:oleObj r:id="rId21" imgW="190831" imgH="216275" progId="Equation.DSMT4">
                    <p:embed/>
                    <p:pic>
                      <p:nvPicPr>
                        <p:cNvPr id="0" name="Picture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" y="0"/>
                          <a:ext cx="373" cy="4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450057" y="1615917"/>
            <a:ext cx="4986411" cy="535781"/>
            <a:chOff x="-866" y="45"/>
            <a:chExt cx="4108" cy="450"/>
          </a:xfrm>
        </p:grpSpPr>
        <p:sp>
          <p:nvSpPr>
            <p:cNvPr id="14364" name="Text Box 38"/>
            <p:cNvSpPr txBox="1">
              <a:spLocks noChangeArrowheads="1"/>
            </p:cNvSpPr>
            <p:nvPr/>
          </p:nvSpPr>
          <p:spPr bwMode="auto">
            <a:xfrm>
              <a:off x="-866" y="45"/>
              <a:ext cx="4108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/>
                <a:t>        在     时间内，质点速度增量为</a:t>
              </a:r>
            </a:p>
          </p:txBody>
        </p:sp>
        <p:graphicFrame>
          <p:nvGraphicFramePr>
            <p:cNvPr id="14340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6028572"/>
                </p:ext>
              </p:extLst>
            </p:nvPr>
          </p:nvGraphicFramePr>
          <p:xfrm>
            <a:off x="-38" y="93"/>
            <a:ext cx="363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90" r:id="rId22" imgW="190831" imgH="178109" progId="Equation.DSMT4">
                    <p:embed/>
                  </p:oleObj>
                </mc:Choice>
                <mc:Fallback>
                  <p:oleObj r:id="rId22" imgW="190831" imgH="178109" progId="Equation.DSMT4">
                    <p:embed/>
                    <p:pic>
                      <p:nvPicPr>
                        <p:cNvPr id="0" name="Picture 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8" y="93"/>
                          <a:ext cx="363" cy="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7A62D4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91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167752"/>
              </p:ext>
            </p:extLst>
          </p:nvPr>
        </p:nvGraphicFramePr>
        <p:xfrm>
          <a:off x="1097163" y="2293146"/>
          <a:ext cx="17811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1" r:id="rId24" imgW="812447" imgH="215806" progId="Equation.3">
                  <p:embed/>
                </p:oleObj>
              </mc:Choice>
              <mc:Fallback>
                <p:oleObj r:id="rId24" imgW="812447" imgH="215806" progId="Equation.3">
                  <p:embed/>
                  <p:pic>
                    <p:nvPicPr>
                      <p:cNvPr id="0" name="Picture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163" y="2293146"/>
                        <a:ext cx="178117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A9A987"/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A9A987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79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28D522-1D5D-4C4F-AA06-5CCF3C2C390C}" type="slidenum">
              <a:rPr lang="en-US" altLang="zh-CN" smtClean="0"/>
              <a:pPr/>
              <a:t>20</a:t>
            </a:fld>
            <a:endParaRPr lang="en-US" altLang="zh-CN" smtClean="0"/>
          </a:p>
        </p:txBody>
      </p:sp>
      <p:graphicFrame>
        <p:nvGraphicFramePr>
          <p:cNvPr id="808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988563"/>
              </p:ext>
            </p:extLst>
          </p:nvPr>
        </p:nvGraphicFramePr>
        <p:xfrm>
          <a:off x="2037794" y="1050686"/>
          <a:ext cx="1500652" cy="815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9" name="Equation" r:id="rId3" imgW="723586" imgH="393529" progId="Equation.DSMT4">
                  <p:embed/>
                </p:oleObj>
              </mc:Choice>
              <mc:Fallback>
                <p:oleObj name="Equation" r:id="rId3" imgW="723586" imgH="393529" progId="Equation.DSMT4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794" y="1050686"/>
                        <a:ext cx="1500652" cy="81578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534973"/>
              </p:ext>
            </p:extLst>
          </p:nvPr>
        </p:nvGraphicFramePr>
        <p:xfrm>
          <a:off x="2045495" y="2537072"/>
          <a:ext cx="3532345" cy="843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0" r:id="rId5" imgW="1600895" imgH="419282" progId="Equation.3">
                  <p:embed/>
                </p:oleObj>
              </mc:Choice>
              <mc:Fallback>
                <p:oleObj r:id="rId5" imgW="1600895" imgH="419282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495" y="2537072"/>
                        <a:ext cx="3532345" cy="84334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4"/>
          <p:cNvSpPr>
            <a:spLocks noChangeArrowheads="1"/>
          </p:cNvSpPr>
          <p:nvPr/>
        </p:nvSpPr>
        <p:spPr bwMode="auto">
          <a:xfrm>
            <a:off x="682823" y="540743"/>
            <a:ext cx="3131344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en-US" altLang="zh-CN" sz="2400" b="1">
                <a:solidFill>
                  <a:srgbClr val="CC0000"/>
                </a:solidFill>
              </a:rPr>
              <a:t>2.</a:t>
            </a:r>
            <a:r>
              <a:rPr kumimoji="0" lang="en-US" altLang="zh-CN" sz="2400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kumimoji="0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kumimoji="0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瞬时</a:t>
            </a:r>
            <a:r>
              <a:rPr kumimoji="0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kumimoji="0" lang="zh-CN" altLang="en-US" sz="2400" b="1" dirty="0">
                <a:solidFill>
                  <a:srgbClr val="1C1C1C"/>
                </a:solidFill>
                <a:latin typeface="宋体" pitchFamily="2" charset="-122"/>
              </a:rPr>
              <a:t>加速度</a:t>
            </a:r>
          </a:p>
        </p:txBody>
      </p:sp>
      <p:graphicFrame>
        <p:nvGraphicFramePr>
          <p:cNvPr id="80901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4214106"/>
              </p:ext>
            </p:extLst>
          </p:nvPr>
        </p:nvGraphicFramePr>
        <p:xfrm>
          <a:off x="2045495" y="3784217"/>
          <a:ext cx="3099709" cy="639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1" r:id="rId7" imgW="1181100" imgH="254000" progId="Equation.DSMT4">
                  <p:embed/>
                </p:oleObj>
              </mc:Choice>
              <mc:Fallback>
                <p:oleObj r:id="rId7" imgW="1181100" imgH="254000" progId="Equation.DSMT4">
                  <p:embed/>
                  <p:pic>
                    <p:nvPicPr>
                      <p:cNvPr id="0" name="Picture 8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495" y="3784217"/>
                        <a:ext cx="3099709" cy="63941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DFFD2"/>
                          </a:gs>
                          <a:gs pos="50000">
                            <a:schemeClr val="bg1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2884791"/>
              </p:ext>
            </p:extLst>
          </p:nvPr>
        </p:nvGraphicFramePr>
        <p:xfrm>
          <a:off x="4365982" y="1035645"/>
          <a:ext cx="834176" cy="77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2" r:id="rId9" imgW="432363" imgH="419646" progId="Equation.3">
                  <p:embed/>
                </p:oleObj>
              </mc:Choice>
              <mc:Fallback>
                <p:oleObj r:id="rId9" imgW="432363" imgH="419646" progId="Equation.3">
                  <p:embed/>
                  <p:pic>
                    <p:nvPicPr>
                      <p:cNvPr id="0" name="Picture 8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982" y="1035645"/>
                        <a:ext cx="834176" cy="77791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161294"/>
              </p:ext>
            </p:extLst>
          </p:nvPr>
        </p:nvGraphicFramePr>
        <p:xfrm>
          <a:off x="3641734" y="1044221"/>
          <a:ext cx="709753" cy="815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3" name="Equation" r:id="rId11" imgW="342751" imgH="393529" progId="Equation.DSMT4">
                  <p:embed/>
                </p:oleObj>
              </mc:Choice>
              <mc:Fallback>
                <p:oleObj name="Equation" r:id="rId11" imgW="342751" imgH="393529" progId="Equation.DSMT4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734" y="1044221"/>
                        <a:ext cx="709753" cy="81578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867727" y="2089069"/>
            <a:ext cx="31632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400" b="1" dirty="0">
                <a:solidFill>
                  <a:srgbClr val="0000FF"/>
                </a:solidFill>
                <a:latin typeface="Arial" charset="0"/>
              </a:rPr>
              <a:t>在直角坐标系中：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7" name="Rectangle 2"/>
          <p:cNvSpPr>
            <a:spLocks noChangeArrowheads="1"/>
          </p:cNvSpPr>
          <p:nvPr/>
        </p:nvSpPr>
        <p:spPr bwMode="auto">
          <a:xfrm>
            <a:off x="540545" y="486966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>
                <a:solidFill>
                  <a:srgbClr val="1C1C1C"/>
                </a:solidFill>
              </a:rPr>
              <a:t>加速度</a:t>
            </a:r>
            <a:r>
              <a:rPr kumimoji="0" lang="zh-CN" altLang="en-US" sz="2400" b="1">
                <a:solidFill>
                  <a:srgbClr val="CC0000"/>
                </a:solidFill>
              </a:rPr>
              <a:t>大小</a:t>
            </a:r>
          </a:p>
        </p:txBody>
      </p:sp>
      <p:graphicFrame>
        <p:nvGraphicFramePr>
          <p:cNvPr id="1638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923658"/>
              </p:ext>
            </p:extLst>
          </p:nvPr>
        </p:nvGraphicFramePr>
        <p:xfrm>
          <a:off x="2265760" y="346472"/>
          <a:ext cx="3286125" cy="68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6" r:id="rId3" imgW="1397000" imgH="304800" progId="Equation.3">
                  <p:embed/>
                </p:oleObj>
              </mc:Choice>
              <mc:Fallback>
                <p:oleObj r:id="rId3" imgW="1397000" imgH="304800" progId="Equation.3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760" y="346472"/>
                        <a:ext cx="3286125" cy="6846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524115" y="1862048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 b="1">
                <a:solidFill>
                  <a:srgbClr val="1C1C1C"/>
                </a:solidFill>
              </a:rPr>
              <a:t>加速度</a:t>
            </a:r>
            <a:r>
              <a:rPr kumimoji="0" lang="zh-CN" altLang="en-US" sz="2400" b="1">
                <a:solidFill>
                  <a:srgbClr val="CC0000"/>
                </a:solidFill>
              </a:rPr>
              <a:t>方向</a:t>
            </a:r>
          </a:p>
        </p:txBody>
      </p:sp>
      <p:sp>
        <p:nvSpPr>
          <p:cNvPr id="81925" name="AutoShape 5"/>
          <p:cNvSpPr>
            <a:spLocks/>
          </p:cNvSpPr>
          <p:nvPr/>
        </p:nvSpPr>
        <p:spPr bwMode="auto">
          <a:xfrm>
            <a:off x="2352914" y="1810850"/>
            <a:ext cx="108347" cy="647700"/>
          </a:xfrm>
          <a:prstGeom prst="leftBrace">
            <a:avLst>
              <a:gd name="adj1" fmla="val 4981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2450546" y="2081123"/>
            <a:ext cx="3024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kumimoji="0" lang="zh-CN" altLang="en-US" sz="2400" b="1">
                <a:latin typeface="Arial" charset="0"/>
              </a:rPr>
              <a:t>曲线运动</a:t>
            </a:r>
            <a:r>
              <a:rPr kumimoji="0" lang="en-US" altLang="zh-CN" sz="2400" b="1">
                <a:latin typeface="Arial" charset="0"/>
              </a:rPr>
              <a:t>:  </a:t>
            </a:r>
            <a:r>
              <a:rPr kumimoji="0" lang="zh-CN" altLang="en-US" sz="2400" b="1">
                <a:latin typeface="Arial" charset="0"/>
              </a:rPr>
              <a:t>指向凹侧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461261" y="1621542"/>
            <a:ext cx="2294335" cy="463153"/>
            <a:chOff x="0" y="-1"/>
            <a:chExt cx="1927" cy="389"/>
          </a:xfrm>
        </p:grpSpPr>
        <p:sp>
          <p:nvSpPr>
            <p:cNvPr id="16412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127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charset="0"/>
                <a:buNone/>
              </a:pPr>
              <a:r>
                <a:rPr kumimoji="0" lang="zh-CN" altLang="en-US" sz="2400" b="1">
                  <a:latin typeface="Arial" charset="0"/>
                </a:rPr>
                <a:t>直线运动</a:t>
              </a:r>
              <a:r>
                <a:rPr kumimoji="0" lang="en-US" altLang="zh-CN" sz="2400" b="1">
                  <a:latin typeface="Arial" charset="0"/>
                </a:rPr>
                <a:t>:</a:t>
              </a:r>
            </a:p>
          </p:txBody>
        </p:sp>
        <p:graphicFrame>
          <p:nvGraphicFramePr>
            <p:cNvPr id="16395" name="Object 9"/>
            <p:cNvGraphicFramePr>
              <a:graphicFrameLocks noChangeAspect="1"/>
            </p:cNvGraphicFramePr>
            <p:nvPr/>
          </p:nvGraphicFramePr>
          <p:xfrm>
            <a:off x="1259" y="-1"/>
            <a:ext cx="668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7" r:id="rId5" imgW="343049" imgH="177877" progId="Equation.3">
                    <p:embed/>
                  </p:oleObj>
                </mc:Choice>
                <mc:Fallback>
                  <p:oleObj r:id="rId5" imgW="343049" imgH="177877" progId="Equation.3">
                    <p:embed/>
                    <p:pic>
                      <p:nvPicPr>
                        <p:cNvPr id="0" name="Picture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" y="-1"/>
                          <a:ext cx="668" cy="3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570347" y="963097"/>
            <a:ext cx="1857375" cy="1694259"/>
            <a:chOff x="227" y="346"/>
            <a:chExt cx="1560" cy="1423"/>
          </a:xfrm>
        </p:grpSpPr>
        <p:graphicFrame>
          <p:nvGraphicFramePr>
            <p:cNvPr id="16391" name="Object 11"/>
            <p:cNvGraphicFramePr>
              <a:graphicFrameLocks noChangeAspect="1"/>
            </p:cNvGraphicFramePr>
            <p:nvPr/>
          </p:nvGraphicFramePr>
          <p:xfrm>
            <a:off x="1451" y="935"/>
            <a:ext cx="336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8" r:id="rId7" imgW="178032" imgH="216181" progId="Equation.3">
                    <p:embed/>
                  </p:oleObj>
                </mc:Choice>
                <mc:Fallback>
                  <p:oleObj r:id="rId7" imgW="178032" imgH="216181" progId="Equation.3">
                    <p:embed/>
                    <p:pic>
                      <p:nvPicPr>
                        <p:cNvPr id="0" name="Picture 1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935"/>
                          <a:ext cx="336" cy="3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Freeform 12"/>
            <p:cNvSpPr>
              <a:spLocks/>
            </p:cNvSpPr>
            <p:nvPr/>
          </p:nvSpPr>
          <p:spPr bwMode="auto">
            <a:xfrm>
              <a:off x="227" y="346"/>
              <a:ext cx="1551" cy="1423"/>
            </a:xfrm>
            <a:custGeom>
              <a:avLst/>
              <a:gdLst>
                <a:gd name="T0" fmla="*/ 0 w 1551"/>
                <a:gd name="T1" fmla="*/ 1423 h 1423"/>
                <a:gd name="T2" fmla="*/ 162 w 1551"/>
                <a:gd name="T3" fmla="*/ 973 h 1423"/>
                <a:gd name="T4" fmla="*/ 591 w 1551"/>
                <a:gd name="T5" fmla="*/ 699 h 1423"/>
                <a:gd name="T6" fmla="*/ 1158 w 1551"/>
                <a:gd name="T7" fmla="*/ 686 h 1423"/>
                <a:gd name="T8" fmla="*/ 1423 w 1551"/>
                <a:gd name="T9" fmla="*/ 420 h 1423"/>
                <a:gd name="T10" fmla="*/ 1551 w 1551"/>
                <a:gd name="T11" fmla="*/ 0 h 14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51"/>
                <a:gd name="T19" fmla="*/ 0 h 1423"/>
                <a:gd name="T20" fmla="*/ 1551 w 1551"/>
                <a:gd name="T21" fmla="*/ 1423 h 14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51" h="1423">
                  <a:moveTo>
                    <a:pt x="0" y="1423"/>
                  </a:moveTo>
                  <a:cubicBezTo>
                    <a:pt x="27" y="1348"/>
                    <a:pt x="64" y="1094"/>
                    <a:pt x="162" y="973"/>
                  </a:cubicBezTo>
                  <a:cubicBezTo>
                    <a:pt x="260" y="852"/>
                    <a:pt x="425" y="747"/>
                    <a:pt x="591" y="699"/>
                  </a:cubicBezTo>
                  <a:cubicBezTo>
                    <a:pt x="757" y="651"/>
                    <a:pt x="1019" y="732"/>
                    <a:pt x="1158" y="686"/>
                  </a:cubicBezTo>
                  <a:cubicBezTo>
                    <a:pt x="1297" y="640"/>
                    <a:pt x="1357" y="534"/>
                    <a:pt x="1423" y="420"/>
                  </a:cubicBezTo>
                  <a:cubicBezTo>
                    <a:pt x="1489" y="306"/>
                    <a:pt x="1524" y="87"/>
                    <a:pt x="1551" y="0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6408" name="Line 14"/>
            <p:cNvSpPr>
              <a:spLocks noChangeShapeType="1"/>
            </p:cNvSpPr>
            <p:nvPr/>
          </p:nvSpPr>
          <p:spPr bwMode="auto">
            <a:xfrm>
              <a:off x="436" y="1261"/>
              <a:ext cx="499" cy="13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6409" name="Freeform 15"/>
            <p:cNvSpPr>
              <a:spLocks/>
            </p:cNvSpPr>
            <p:nvPr/>
          </p:nvSpPr>
          <p:spPr bwMode="auto">
            <a:xfrm>
              <a:off x="1394" y="624"/>
              <a:ext cx="91" cy="421"/>
            </a:xfrm>
            <a:custGeom>
              <a:avLst/>
              <a:gdLst>
                <a:gd name="T0" fmla="*/ 0 w 91"/>
                <a:gd name="T1" fmla="*/ 421 h 421"/>
                <a:gd name="T2" fmla="*/ 91 w 91"/>
                <a:gd name="T3" fmla="*/ 0 h 421"/>
                <a:gd name="T4" fmla="*/ 0 60000 65536"/>
                <a:gd name="T5" fmla="*/ 0 60000 65536"/>
                <a:gd name="T6" fmla="*/ 0 w 91"/>
                <a:gd name="T7" fmla="*/ 0 h 421"/>
                <a:gd name="T8" fmla="*/ 91 w 91"/>
                <a:gd name="T9" fmla="*/ 421 h 4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1" h="421">
                  <a:moveTo>
                    <a:pt x="0" y="421"/>
                  </a:moveTo>
                  <a:lnTo>
                    <a:pt x="91" y="0"/>
                  </a:lnTo>
                </a:path>
              </a:pathLst>
            </a:custGeom>
            <a:noFill/>
            <a:ln w="38100" cap="flat" cmpd="sng">
              <a:solidFill>
                <a:srgbClr val="00B05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6410" name="Freeform 16"/>
            <p:cNvSpPr>
              <a:spLocks/>
            </p:cNvSpPr>
            <p:nvPr/>
          </p:nvSpPr>
          <p:spPr bwMode="auto">
            <a:xfrm>
              <a:off x="1394" y="889"/>
              <a:ext cx="284" cy="147"/>
            </a:xfrm>
            <a:custGeom>
              <a:avLst/>
              <a:gdLst>
                <a:gd name="T0" fmla="*/ 0 w 284"/>
                <a:gd name="T1" fmla="*/ 147 h 147"/>
                <a:gd name="T2" fmla="*/ 284 w 284"/>
                <a:gd name="T3" fmla="*/ 0 h 147"/>
                <a:gd name="T4" fmla="*/ 0 60000 65536"/>
                <a:gd name="T5" fmla="*/ 0 60000 65536"/>
                <a:gd name="T6" fmla="*/ 0 w 284"/>
                <a:gd name="T7" fmla="*/ 0 h 147"/>
                <a:gd name="T8" fmla="*/ 284 w 284"/>
                <a:gd name="T9" fmla="*/ 147 h 14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4" h="147">
                  <a:moveTo>
                    <a:pt x="0" y="147"/>
                  </a:moveTo>
                  <a:lnTo>
                    <a:pt x="284" y="0"/>
                  </a:lnTo>
                </a:path>
              </a:pathLst>
            </a:custGeom>
            <a:noFill/>
            <a:ln w="38100" cap="flat" cmpd="sng">
              <a:solidFill>
                <a:srgbClr val="FF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6411" name="Freeform 17"/>
            <p:cNvSpPr>
              <a:spLocks/>
            </p:cNvSpPr>
            <p:nvPr/>
          </p:nvSpPr>
          <p:spPr bwMode="auto">
            <a:xfrm>
              <a:off x="436" y="926"/>
              <a:ext cx="364" cy="336"/>
            </a:xfrm>
            <a:custGeom>
              <a:avLst/>
              <a:gdLst>
                <a:gd name="T0" fmla="*/ 0 w 364"/>
                <a:gd name="T1" fmla="*/ 336 h 336"/>
                <a:gd name="T2" fmla="*/ 364 w 364"/>
                <a:gd name="T3" fmla="*/ 0 h 336"/>
                <a:gd name="T4" fmla="*/ 0 60000 65536"/>
                <a:gd name="T5" fmla="*/ 0 60000 65536"/>
                <a:gd name="T6" fmla="*/ 0 w 364"/>
                <a:gd name="T7" fmla="*/ 0 h 336"/>
                <a:gd name="T8" fmla="*/ 364 w 364"/>
                <a:gd name="T9" fmla="*/ 336 h 3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4" h="336">
                  <a:moveTo>
                    <a:pt x="0" y="336"/>
                  </a:moveTo>
                  <a:lnTo>
                    <a:pt x="364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6392" name="Object 18"/>
            <p:cNvGraphicFramePr>
              <a:graphicFrameLocks noChangeAspect="1"/>
            </p:cNvGraphicFramePr>
            <p:nvPr/>
          </p:nvGraphicFramePr>
          <p:xfrm>
            <a:off x="414" y="681"/>
            <a:ext cx="312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9" r:id="rId9" imgW="165387" imgH="216275" progId="Equation.3">
                    <p:embed/>
                  </p:oleObj>
                </mc:Choice>
                <mc:Fallback>
                  <p:oleObj r:id="rId9" imgW="165387" imgH="216275" progId="Equation.3">
                    <p:embed/>
                    <p:pic>
                      <p:nvPicPr>
                        <p:cNvPr id="0" name="Picture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" y="681"/>
                          <a:ext cx="312" cy="3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3" name="Object 19"/>
            <p:cNvGraphicFramePr>
              <a:graphicFrameLocks noChangeAspect="1"/>
            </p:cNvGraphicFramePr>
            <p:nvPr/>
          </p:nvGraphicFramePr>
          <p:xfrm>
            <a:off x="526" y="1336"/>
            <a:ext cx="245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0" r:id="rId11" imgW="152665" imgH="216275" progId="Equation.3">
                    <p:embed/>
                  </p:oleObj>
                </mc:Choice>
                <mc:Fallback>
                  <p:oleObj r:id="rId11" imgW="152665" imgH="216275" progId="Equation.3">
                    <p:embed/>
                    <p:pic>
                      <p:nvPicPr>
                        <p:cNvPr id="0" name="Picture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" y="1336"/>
                          <a:ext cx="245" cy="3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20"/>
            <p:cNvGraphicFramePr>
              <a:graphicFrameLocks noChangeAspect="1"/>
            </p:cNvGraphicFramePr>
            <p:nvPr/>
          </p:nvGraphicFramePr>
          <p:xfrm>
            <a:off x="1113" y="450"/>
            <a:ext cx="302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1" r:id="rId13" imgW="178032" imgH="216181" progId="Equation.3">
                    <p:embed/>
                  </p:oleObj>
                </mc:Choice>
                <mc:Fallback>
                  <p:oleObj r:id="rId13" imgW="178032" imgH="216181" progId="Equation.3">
                    <p:embed/>
                    <p:pic>
                      <p:nvPicPr>
                        <p:cNvPr id="0" name="Picture 1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3" y="450"/>
                          <a:ext cx="302" cy="3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063832" y="3197957"/>
            <a:ext cx="6234112" cy="978694"/>
            <a:chOff x="0" y="0"/>
            <a:chExt cx="5236" cy="822"/>
          </a:xfrm>
        </p:grpSpPr>
        <p:sp>
          <p:nvSpPr>
            <p:cNvPr id="16405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5236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>
                  <a:solidFill>
                    <a:srgbClr val="CC0000"/>
                  </a:solidFill>
                  <a:latin typeface="Arial" charset="0"/>
                </a:rPr>
                <a:t>    </a:t>
              </a:r>
              <a:r>
                <a:rPr kumimoji="0" lang="zh-CN" altLang="en-US" sz="2400" b="1" smtClean="0">
                  <a:latin typeface="Arial" charset="0"/>
                </a:rPr>
                <a:t>物</a:t>
              </a:r>
              <a:r>
                <a:rPr kumimoji="0" lang="zh-CN" altLang="en-US" sz="2400" b="1">
                  <a:latin typeface="Arial" charset="0"/>
                </a:rPr>
                <a:t>理量              </a:t>
              </a:r>
            </a:p>
            <a:p>
              <a:pPr>
                <a:lnSpc>
                  <a:spcPct val="120000"/>
                </a:lnSpc>
                <a:buFont typeface="Arial" charset="0"/>
                <a:buNone/>
              </a:pPr>
              <a:r>
                <a:rPr kumimoji="0" lang="zh-CN" altLang="en-US" sz="2400" b="1">
                  <a:latin typeface="Arial" charset="0"/>
                </a:rPr>
                <a:t>    的共同特征是都具有</a:t>
              </a:r>
              <a:r>
                <a:rPr kumimoji="0" lang="zh-CN" altLang="en-US" sz="2400" b="1">
                  <a:solidFill>
                    <a:srgbClr val="CC0000"/>
                  </a:solidFill>
                  <a:latin typeface="Arial" charset="0"/>
                </a:rPr>
                <a:t>矢量性</a:t>
              </a:r>
              <a:r>
                <a:rPr kumimoji="0" lang="zh-CN" altLang="en-US" sz="2400" b="1">
                  <a:latin typeface="Arial" charset="0"/>
                </a:rPr>
                <a:t>和</a:t>
              </a:r>
              <a:r>
                <a:rPr kumimoji="0" lang="zh-CN" altLang="en-US" sz="2400" b="1">
                  <a:solidFill>
                    <a:srgbClr val="CC0000"/>
                  </a:solidFill>
                  <a:latin typeface="Arial" charset="0"/>
                </a:rPr>
                <a:t>相对性．</a:t>
              </a:r>
            </a:p>
          </p:txBody>
        </p:sp>
        <p:graphicFrame>
          <p:nvGraphicFramePr>
            <p:cNvPr id="1638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920517"/>
                </p:ext>
              </p:extLst>
            </p:nvPr>
          </p:nvGraphicFramePr>
          <p:xfrm>
            <a:off x="2517" y="28"/>
            <a:ext cx="251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2" r:id="rId15" imgW="127221" imgH="165387" progId="Equation.3">
                    <p:embed/>
                  </p:oleObj>
                </mc:Choice>
                <mc:Fallback>
                  <p:oleObj r:id="rId15" imgW="127221" imgH="165387" progId="Equation.3">
                    <p:embed/>
                    <p:pic>
                      <p:nvPicPr>
                        <p:cNvPr id="0" name="Picture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28"/>
                          <a:ext cx="251" cy="3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1759504"/>
                </p:ext>
              </p:extLst>
            </p:nvPr>
          </p:nvGraphicFramePr>
          <p:xfrm>
            <a:off x="2199" y="58"/>
            <a:ext cx="28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3" r:id="rId17" imgW="178109" imgH="190831" progId="Equation.3">
                    <p:embed/>
                  </p:oleObj>
                </mc:Choice>
                <mc:Fallback>
                  <p:oleObj r:id="rId17" imgW="178109" imgH="190831" progId="Equation.3">
                    <p:embed/>
                    <p:pic>
                      <p:nvPicPr>
                        <p:cNvPr id="0" name="Picture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9" y="58"/>
                          <a:ext cx="287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2736947"/>
                </p:ext>
              </p:extLst>
            </p:nvPr>
          </p:nvGraphicFramePr>
          <p:xfrm>
            <a:off x="1651" y="49"/>
            <a:ext cx="472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4" r:id="rId19" imgW="267048" imgH="190748" progId="Equation.3">
                    <p:embed/>
                  </p:oleObj>
                </mc:Choice>
                <mc:Fallback>
                  <p:oleObj r:id="rId19" imgW="267048" imgH="190748" progId="Equation.3">
                    <p:embed/>
                    <p:pic>
                      <p:nvPicPr>
                        <p:cNvPr id="0" name="Picture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1" y="49"/>
                          <a:ext cx="472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0826559"/>
                </p:ext>
              </p:extLst>
            </p:nvPr>
          </p:nvGraphicFramePr>
          <p:xfrm>
            <a:off x="1288" y="28"/>
            <a:ext cx="314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5" r:id="rId21" imgW="165459" imgH="190914" progId="Equation.3">
                    <p:embed/>
                  </p:oleObj>
                </mc:Choice>
                <mc:Fallback>
                  <p:oleObj r:id="rId21" imgW="165459" imgH="190914" progId="Equation.3">
                    <p:embed/>
                    <p:pic>
                      <p:nvPicPr>
                        <p:cNvPr id="0" name="Picture 1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8" y="28"/>
                          <a:ext cx="314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47" name="AutoShape 27"/>
          <p:cNvSpPr>
            <a:spLocks noChangeArrowheads="1"/>
          </p:cNvSpPr>
          <p:nvPr/>
        </p:nvSpPr>
        <p:spPr bwMode="auto">
          <a:xfrm>
            <a:off x="514828" y="3251416"/>
            <a:ext cx="1512094" cy="864394"/>
          </a:xfrm>
          <a:prstGeom prst="irregularSeal1">
            <a:avLst/>
          </a:prstGeom>
          <a:gradFill rotWithShape="1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Arial" charset="0"/>
              <a:buNone/>
              <a:defRPr/>
            </a:pPr>
            <a:r>
              <a:rPr kumimoji="0" lang="zh-CN" altLang="en-US" sz="2400" b="1">
                <a:solidFill>
                  <a:srgbClr val="CC0000"/>
                </a:solidFill>
              </a:rPr>
              <a:t>注意</a:t>
            </a:r>
          </a:p>
        </p:txBody>
      </p:sp>
      <p:sp>
        <p:nvSpPr>
          <p:cNvPr id="2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15250" y="4889659"/>
            <a:ext cx="1428750" cy="342900"/>
          </a:xfrm>
          <a:noFill/>
        </p:spPr>
        <p:txBody>
          <a:bodyPr/>
          <a:lstStyle/>
          <a:p>
            <a:fld id="{0750B0DA-42B5-4B96-A12D-D56A7783E516}" type="slidenum">
              <a:rPr lang="en-US" altLang="zh-CN" smtClean="0"/>
              <a:pPr/>
              <a:t>21</a:t>
            </a:fld>
            <a:endParaRPr lang="en-US" altLang="zh-CN" dirty="0" smtClean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autoUpdateAnimBg="0"/>
      <p:bldP spid="81925" grpId="0" animBg="1"/>
      <p:bldP spid="81926" grpId="0" autoUpdateAnimBg="0"/>
      <p:bldP spid="81947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B81B6F-15B8-41C2-AAAC-CAAB4F8610B6}" type="slidenum">
              <a:rPr lang="en-US" altLang="zh-CN" smtClean="0"/>
              <a:pPr/>
              <a:t>22</a:t>
            </a:fld>
            <a:endParaRPr lang="en-US" altLang="zh-CN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23963" y="3573781"/>
            <a:ext cx="5486400" cy="708422"/>
            <a:chOff x="0" y="0"/>
            <a:chExt cx="4608" cy="595"/>
          </a:xfrm>
        </p:grpSpPr>
        <p:sp>
          <p:nvSpPr>
            <p:cNvPr id="91139" name="AutoShape 3"/>
            <p:cNvSpPr>
              <a:spLocks noChangeArrowheads="1"/>
            </p:cNvSpPr>
            <p:nvPr/>
          </p:nvSpPr>
          <p:spPr bwMode="auto">
            <a:xfrm>
              <a:off x="3792" y="0"/>
              <a:ext cx="816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E6F3B7"/>
                </a:gs>
                <a:gs pos="50000">
                  <a:schemeClr val="bg1"/>
                </a:gs>
                <a:gs pos="100000">
                  <a:srgbClr val="E6F3B7"/>
                </a:gs>
              </a:gsLst>
              <a:lin ang="5400000" scaled="1"/>
            </a:gradFill>
            <a:ln w="9525">
              <a:solidFill>
                <a:srgbClr val="0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100"/>
            </a:p>
          </p:txBody>
        </p:sp>
        <p:sp>
          <p:nvSpPr>
            <p:cNvPr id="91140" name="AutoShape 4"/>
            <p:cNvSpPr>
              <a:spLocks noChangeArrowheads="1"/>
            </p:cNvSpPr>
            <p:nvPr/>
          </p:nvSpPr>
          <p:spPr bwMode="auto">
            <a:xfrm>
              <a:off x="0" y="19"/>
              <a:ext cx="816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E6F3B7"/>
                </a:gs>
                <a:gs pos="50000">
                  <a:schemeClr val="bg1"/>
                </a:gs>
                <a:gs pos="100000">
                  <a:srgbClr val="E6F3B7"/>
                </a:gs>
              </a:gsLst>
              <a:lin ang="5400000" scaled="1"/>
            </a:gradFill>
            <a:ln w="9525">
              <a:solidFill>
                <a:srgbClr val="0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100"/>
            </a:p>
          </p:txBody>
        </p:sp>
        <p:graphicFrame>
          <p:nvGraphicFramePr>
            <p:cNvPr id="18434" name="Object 5"/>
            <p:cNvGraphicFramePr>
              <a:graphicFrameLocks noChangeAspect="1"/>
            </p:cNvGraphicFramePr>
            <p:nvPr/>
          </p:nvGraphicFramePr>
          <p:xfrm>
            <a:off x="3936" y="96"/>
            <a:ext cx="57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16" r:id="rId3" imgW="444886" imgH="305065" progId="Equation.3">
                    <p:embed/>
                  </p:oleObj>
                </mc:Choice>
                <mc:Fallback>
                  <p:oleObj r:id="rId3" imgW="444886" imgH="305065" progId="Equation.3">
                    <p:embed/>
                    <p:pic>
                      <p:nvPicPr>
                        <p:cNvPr id="0" name="Picture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96"/>
                          <a:ext cx="576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5" name="Object 6"/>
            <p:cNvGraphicFramePr>
              <a:graphicFrameLocks noChangeAspect="1"/>
            </p:cNvGraphicFramePr>
            <p:nvPr/>
          </p:nvGraphicFramePr>
          <p:xfrm>
            <a:off x="144" y="115"/>
            <a:ext cx="57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17" r:id="rId5" imgW="432175" imgH="305065" progId="Equation.3">
                    <p:embed/>
                  </p:oleObj>
                </mc:Choice>
                <mc:Fallback>
                  <p:oleObj r:id="rId5" imgW="432175" imgH="305065" progId="Equation.3">
                    <p:embed/>
                    <p:pic>
                      <p:nvPicPr>
                        <p:cNvPr id="0" name="Picture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15"/>
                          <a:ext cx="576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43" name="AutoShape 7"/>
            <p:cNvSpPr>
              <a:spLocks noChangeArrowheads="1"/>
            </p:cNvSpPr>
            <p:nvPr/>
          </p:nvSpPr>
          <p:spPr bwMode="auto">
            <a:xfrm>
              <a:off x="1824" y="0"/>
              <a:ext cx="816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E6F3B7"/>
                </a:gs>
                <a:gs pos="50000">
                  <a:schemeClr val="bg1"/>
                </a:gs>
                <a:gs pos="100000">
                  <a:srgbClr val="E6F3B7"/>
                </a:gs>
              </a:gsLst>
              <a:lin ang="5400000" scaled="1"/>
            </a:gradFill>
            <a:ln w="9525">
              <a:solidFill>
                <a:srgbClr val="0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100"/>
            </a:p>
          </p:txBody>
        </p:sp>
        <p:graphicFrame>
          <p:nvGraphicFramePr>
            <p:cNvPr id="18436" name="Object 8"/>
            <p:cNvGraphicFramePr>
              <a:graphicFrameLocks noChangeAspect="1"/>
            </p:cNvGraphicFramePr>
            <p:nvPr/>
          </p:nvGraphicFramePr>
          <p:xfrm>
            <a:off x="1968" y="96"/>
            <a:ext cx="576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18" r:id="rId7" imgW="279886" imgH="203553" progId="Equation.DSMT4">
                    <p:embed/>
                  </p:oleObj>
                </mc:Choice>
                <mc:Fallback>
                  <p:oleObj r:id="rId7" imgW="279886" imgH="203553" progId="Equation.DSMT4">
                    <p:embed/>
                    <p:pic>
                      <p:nvPicPr>
                        <p:cNvPr id="0" name="Picture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96"/>
                          <a:ext cx="576" cy="3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520554" y="3420190"/>
            <a:ext cx="3103959" cy="463153"/>
            <a:chOff x="0" y="0"/>
            <a:chExt cx="2607" cy="389"/>
          </a:xfrm>
        </p:grpSpPr>
        <p:sp>
          <p:nvSpPr>
            <p:cNvPr id="18449" name="Rectangle 10"/>
            <p:cNvSpPr>
              <a:spLocks noChangeArrowheads="1"/>
            </p:cNvSpPr>
            <p:nvPr/>
          </p:nvSpPr>
          <p:spPr bwMode="auto">
            <a:xfrm>
              <a:off x="1867" y="0"/>
              <a:ext cx="74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100" b="1">
                  <a:solidFill>
                    <a:srgbClr val="CC0000"/>
                  </a:solidFill>
                </a:rPr>
                <a:t>求导</a:t>
              </a:r>
            </a:p>
          </p:txBody>
        </p:sp>
        <p:sp>
          <p:nvSpPr>
            <p:cNvPr id="18450" name="AutoShape 11"/>
            <p:cNvSpPr>
              <a:spLocks noChangeArrowheads="1"/>
            </p:cNvSpPr>
            <p:nvPr/>
          </p:nvSpPr>
          <p:spPr bwMode="auto">
            <a:xfrm>
              <a:off x="1873" y="317"/>
              <a:ext cx="576" cy="72"/>
            </a:xfrm>
            <a:prstGeom prst="rightArrow">
              <a:avLst>
                <a:gd name="adj1" fmla="val 50000"/>
                <a:gd name="adj2" fmla="val 200000"/>
              </a:avLst>
            </a:prstGeom>
            <a:solidFill>
              <a:srgbClr val="FF99CC"/>
            </a:solidFill>
            <a:ln w="1905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8451" name="Text Box 12"/>
            <p:cNvSpPr txBox="1">
              <a:spLocks noChangeArrowheads="1"/>
            </p:cNvSpPr>
            <p:nvPr/>
          </p:nvSpPr>
          <p:spPr bwMode="auto">
            <a:xfrm>
              <a:off x="5" y="0"/>
              <a:ext cx="73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100" b="1" dirty="0">
                  <a:solidFill>
                    <a:srgbClr val="CC0000"/>
                  </a:solidFill>
                </a:rPr>
                <a:t>求导</a:t>
              </a:r>
            </a:p>
          </p:txBody>
        </p:sp>
        <p:sp>
          <p:nvSpPr>
            <p:cNvPr id="18452" name="AutoShape 13"/>
            <p:cNvSpPr>
              <a:spLocks noChangeArrowheads="1"/>
            </p:cNvSpPr>
            <p:nvPr/>
          </p:nvSpPr>
          <p:spPr bwMode="auto">
            <a:xfrm>
              <a:off x="0" y="317"/>
              <a:ext cx="576" cy="72"/>
            </a:xfrm>
            <a:prstGeom prst="rightArrow">
              <a:avLst>
                <a:gd name="adj1" fmla="val 50000"/>
                <a:gd name="adj2" fmla="val 200000"/>
              </a:avLst>
            </a:prstGeom>
            <a:solidFill>
              <a:srgbClr val="FF99CC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456260" y="3937609"/>
            <a:ext cx="3088481" cy="466725"/>
            <a:chOff x="0" y="0"/>
            <a:chExt cx="2568" cy="392"/>
          </a:xfrm>
        </p:grpSpPr>
        <p:sp>
          <p:nvSpPr>
            <p:cNvPr id="18445" name="Text Box 15"/>
            <p:cNvSpPr txBox="1">
              <a:spLocks noChangeArrowheads="1"/>
            </p:cNvSpPr>
            <p:nvPr/>
          </p:nvSpPr>
          <p:spPr bwMode="auto">
            <a:xfrm>
              <a:off x="1896" y="43"/>
              <a:ext cx="67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100" b="1">
                  <a:solidFill>
                    <a:srgbClr val="1C1C1C"/>
                  </a:solidFill>
                </a:rPr>
                <a:t>积分</a:t>
              </a:r>
            </a:p>
          </p:txBody>
        </p:sp>
        <p:sp>
          <p:nvSpPr>
            <p:cNvPr id="18446" name="AutoShape 16"/>
            <p:cNvSpPr>
              <a:spLocks noChangeArrowheads="1"/>
            </p:cNvSpPr>
            <p:nvPr/>
          </p:nvSpPr>
          <p:spPr bwMode="auto">
            <a:xfrm>
              <a:off x="1882" y="0"/>
              <a:ext cx="576" cy="72"/>
            </a:xfrm>
            <a:prstGeom prst="leftArrow">
              <a:avLst>
                <a:gd name="adj1" fmla="val 50000"/>
                <a:gd name="adj2" fmla="val 200000"/>
              </a:avLst>
            </a:prstGeom>
            <a:solidFill>
              <a:srgbClr val="E6F3B7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8447" name="Text Box 17"/>
            <p:cNvSpPr txBox="1">
              <a:spLocks noChangeArrowheads="1"/>
            </p:cNvSpPr>
            <p:nvPr/>
          </p:nvSpPr>
          <p:spPr bwMode="auto">
            <a:xfrm>
              <a:off x="0" y="43"/>
              <a:ext cx="76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100" b="1" dirty="0">
                  <a:solidFill>
                    <a:srgbClr val="1C1C1C"/>
                  </a:solidFill>
                </a:rPr>
                <a:t>积分</a:t>
              </a:r>
            </a:p>
          </p:txBody>
        </p:sp>
        <p:sp>
          <p:nvSpPr>
            <p:cNvPr id="18448" name="AutoShape 18"/>
            <p:cNvSpPr>
              <a:spLocks noChangeArrowheads="1"/>
            </p:cNvSpPr>
            <p:nvPr/>
          </p:nvSpPr>
          <p:spPr bwMode="auto">
            <a:xfrm>
              <a:off x="9" y="19"/>
              <a:ext cx="576" cy="72"/>
            </a:xfrm>
            <a:prstGeom prst="leftArrow">
              <a:avLst>
                <a:gd name="adj1" fmla="val 50000"/>
                <a:gd name="adj2" fmla="val 200000"/>
              </a:avLst>
            </a:prstGeom>
            <a:solidFill>
              <a:srgbClr val="E6F3B7"/>
            </a:solidFill>
            <a:ln w="19050">
              <a:solidFill>
                <a:srgbClr val="0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91155" name="Text Box 19"/>
          <p:cNvSpPr txBox="1">
            <a:spLocks noChangeArrowheads="1"/>
          </p:cNvSpPr>
          <p:nvPr/>
        </p:nvSpPr>
        <p:spPr bwMode="auto">
          <a:xfrm>
            <a:off x="718757" y="1016782"/>
            <a:ext cx="6986587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en-US" altLang="zh-CN" sz="2400" b="1" smtClean="0">
                <a:solidFill>
                  <a:srgbClr val="000000"/>
                </a:solidFill>
              </a:rPr>
              <a:t>1.  </a:t>
            </a:r>
            <a:r>
              <a:rPr kumimoji="0" lang="zh-CN" altLang="en-US" sz="2400" b="1" smtClean="0">
                <a:solidFill>
                  <a:srgbClr val="000000"/>
                </a:solidFill>
              </a:rPr>
              <a:t>由</a:t>
            </a:r>
            <a:r>
              <a:rPr kumimoji="0" lang="zh-CN" altLang="en-US" sz="2400" b="1" dirty="0">
                <a:solidFill>
                  <a:srgbClr val="000000"/>
                </a:solidFill>
              </a:rPr>
              <a:t>质点的运动方程可以求得质点在任一时刻的位矢、速度和加速度；</a:t>
            </a:r>
          </a:p>
        </p:txBody>
      </p:sp>
      <p:sp>
        <p:nvSpPr>
          <p:cNvPr id="91156" name="Rectangle 20"/>
          <p:cNvSpPr>
            <a:spLocks noChangeArrowheads="1"/>
          </p:cNvSpPr>
          <p:nvPr/>
        </p:nvSpPr>
        <p:spPr bwMode="auto">
          <a:xfrm>
            <a:off x="718757" y="2090504"/>
            <a:ext cx="6895147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charset="0"/>
              <a:buNone/>
            </a:pPr>
            <a:r>
              <a:rPr kumimoji="0" lang="en-US" altLang="zh-CN" sz="2400" b="1" smtClean="0">
                <a:solidFill>
                  <a:srgbClr val="000000"/>
                </a:solidFill>
              </a:rPr>
              <a:t>2. </a:t>
            </a:r>
            <a:r>
              <a:rPr kumimoji="0" lang="zh-CN" altLang="en-US" sz="2400" b="1" smtClean="0">
                <a:solidFill>
                  <a:srgbClr val="000000"/>
                </a:solidFill>
              </a:rPr>
              <a:t>已</a:t>
            </a:r>
            <a:r>
              <a:rPr kumimoji="0" lang="zh-CN" altLang="en-US" sz="2400" b="1" dirty="0">
                <a:solidFill>
                  <a:srgbClr val="000000"/>
                </a:solidFill>
              </a:rPr>
              <a:t>知质点的加速度以及初始速度和初始位置</a:t>
            </a:r>
            <a:r>
              <a:rPr kumimoji="0" lang="en-US" altLang="zh-CN" sz="2400" b="1" dirty="0">
                <a:solidFill>
                  <a:srgbClr val="000000"/>
                </a:solidFill>
              </a:rPr>
              <a:t>,   </a:t>
            </a:r>
            <a:r>
              <a:rPr kumimoji="0" lang="zh-CN" altLang="en-US" sz="2400" b="1" dirty="0">
                <a:solidFill>
                  <a:srgbClr val="000000"/>
                </a:solidFill>
              </a:rPr>
              <a:t>可求质点速度及其运动方程．</a:t>
            </a: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718757" y="409270"/>
            <a:ext cx="62705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zh-CN" altLang="en-US" sz="2400" b="1">
                <a:solidFill>
                  <a:srgbClr val="CC0000"/>
                </a:solidFill>
                <a:latin typeface="宋体" pitchFamily="2" charset="-122"/>
              </a:rPr>
              <a:t>四、</a:t>
            </a:r>
            <a:r>
              <a:rPr kumimoji="0" lang="zh-CN" altLang="en-US" sz="2400" b="1">
                <a:solidFill>
                  <a:srgbClr val="CC0000"/>
                </a:solidFill>
                <a:latin typeface="Arial" charset="0"/>
              </a:rPr>
              <a:t>质点运动学两类基本问题</a:t>
            </a:r>
            <a:endParaRPr kumimoji="0" lang="zh-CN" altLang="en-US" sz="2400" b="1">
              <a:solidFill>
                <a:srgbClr val="CC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55" grpId="0" autoUpdateAnimBg="0"/>
      <p:bldP spid="9115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73892-6E71-4788-9180-51C407ACC06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36" name="Text Box 3"/>
          <p:cNvSpPr txBox="1">
            <a:spLocks noChangeArrowheads="1"/>
          </p:cNvSpPr>
          <p:nvPr/>
        </p:nvSpPr>
        <p:spPr bwMode="auto">
          <a:xfrm>
            <a:off x="287655" y="466726"/>
            <a:ext cx="8444865" cy="63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Bef>
                <a:spcPct val="50000"/>
              </a:spcBef>
            </a:pPr>
            <a:r>
              <a:rPr lang="zh-CN" altLang="en-US" sz="2100" b="1">
                <a:solidFill>
                  <a:srgbClr val="CC3300"/>
                </a:solidFill>
              </a:rPr>
              <a:t>例</a:t>
            </a:r>
            <a:r>
              <a:rPr lang="en-US" altLang="zh-CN" sz="2100" b="1">
                <a:solidFill>
                  <a:srgbClr val="CC3300"/>
                </a:solidFill>
              </a:rPr>
              <a:t>2 </a:t>
            </a:r>
            <a:r>
              <a:rPr lang="zh-CN" altLang="en-US" sz="2100" b="1"/>
              <a:t>路灯距离地面高度为   ，身高为   的人以速度     </a:t>
            </a:r>
            <a:r>
              <a:rPr lang="zh-CN" altLang="en-US" sz="2100" b="1" smtClean="0"/>
              <a:t>在</a:t>
            </a:r>
            <a:r>
              <a:rPr lang="zh-CN" altLang="en-US" sz="2100" b="1" smtClean="0">
                <a:latin typeface="宋体" pitchFamily="2" charset="-122"/>
              </a:rPr>
              <a:t>路</a:t>
            </a:r>
            <a:r>
              <a:rPr lang="zh-CN" altLang="en-US" sz="2100" b="1">
                <a:latin typeface="宋体" pitchFamily="2" charset="-122"/>
              </a:rPr>
              <a:t>上匀速行走。</a:t>
            </a:r>
            <a:endParaRPr lang="en-US" altLang="zh-CN" sz="2100" b="1">
              <a:latin typeface="宋体" pitchFamily="2" charset="-122"/>
            </a:endParaRPr>
          </a:p>
          <a:p>
            <a:pPr algn="just">
              <a:lnSpc>
                <a:spcPts val="1500"/>
              </a:lnSpc>
              <a:spcBef>
                <a:spcPct val="50000"/>
              </a:spcBef>
            </a:pPr>
            <a:r>
              <a:rPr lang="zh-CN" altLang="en-US" sz="2100" b="1">
                <a:solidFill>
                  <a:srgbClr val="C00000"/>
                </a:solidFill>
                <a:latin typeface="宋体" pitchFamily="2" charset="-122"/>
              </a:rPr>
              <a:t>求：</a:t>
            </a:r>
            <a:r>
              <a:rPr lang="zh-CN" altLang="en-US" sz="2100" b="1">
                <a:latin typeface="宋体" pitchFamily="2" charset="-122"/>
              </a:rPr>
              <a:t>人影头部的移动</a:t>
            </a:r>
            <a:r>
              <a:rPr lang="zh-CN" altLang="en-US" sz="2100" b="1" smtClean="0">
                <a:latin typeface="宋体" pitchFamily="2" charset="-122"/>
              </a:rPr>
              <a:t>速</a:t>
            </a:r>
            <a:r>
              <a:rPr lang="zh-CN" altLang="en-US" sz="2100" b="1">
                <a:latin typeface="宋体" pitchFamily="2" charset="-122"/>
              </a:rPr>
              <a:t>率</a:t>
            </a:r>
            <a:r>
              <a:rPr lang="zh-CN" altLang="en-US" sz="2100" b="1" smtClean="0">
                <a:latin typeface="宋体" pitchFamily="2" charset="-122"/>
              </a:rPr>
              <a:t>和</a:t>
            </a:r>
            <a:r>
              <a:rPr lang="zh-CN" altLang="en-US" sz="2100" b="1">
                <a:latin typeface="宋体" pitchFamily="2" charset="-122"/>
              </a:rPr>
              <a:t>影子增长速率。</a:t>
            </a:r>
            <a:endParaRPr lang="en-US" altLang="zh-CN" sz="2100" b="1">
              <a:latin typeface="宋体" pitchFamily="2" charset="-122"/>
            </a:endParaRPr>
          </a:p>
        </p:txBody>
      </p:sp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232802"/>
              </p:ext>
            </p:extLst>
          </p:nvPr>
        </p:nvGraphicFramePr>
        <p:xfrm>
          <a:off x="3247468" y="437748"/>
          <a:ext cx="236777" cy="29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3" name="Equation" r:id="rId3" imgW="126720" imgH="177480" progId="Equation.DSMT4">
                  <p:embed/>
                </p:oleObj>
              </mc:Choice>
              <mc:Fallback>
                <p:oleObj name="Equation" r:id="rId3" imgW="126720" imgH="177480" progId="Equation.DSMT4">
                  <p:embed/>
                  <p:pic>
                    <p:nvPicPr>
                      <p:cNvPr id="3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7468" y="437748"/>
                        <a:ext cx="236777" cy="29991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37822"/>
              </p:ext>
            </p:extLst>
          </p:nvPr>
        </p:nvGraphicFramePr>
        <p:xfrm>
          <a:off x="4526756" y="421957"/>
          <a:ext cx="1905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4" name="Equation" r:id="rId5" imgW="101520" imgH="177480" progId="Equation.DSMT4">
                  <p:embed/>
                </p:oleObj>
              </mc:Choice>
              <mc:Fallback>
                <p:oleObj name="Equation" r:id="rId5" imgW="101520" imgH="177480" progId="Equation.DSMT4">
                  <p:embed/>
                  <p:pic>
                    <p:nvPicPr>
                      <p:cNvPr id="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6756" y="421957"/>
                        <a:ext cx="190500" cy="3000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245940"/>
              </p:ext>
            </p:extLst>
          </p:nvPr>
        </p:nvGraphicFramePr>
        <p:xfrm>
          <a:off x="6068568" y="379690"/>
          <a:ext cx="308372" cy="384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5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8568" y="379690"/>
                        <a:ext cx="308372" cy="38457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287655" y="1555048"/>
            <a:ext cx="6566535" cy="28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Bef>
                <a:spcPct val="50000"/>
              </a:spcBef>
            </a:pPr>
            <a:r>
              <a:rPr lang="zh-CN" altLang="en-US" sz="2100" b="1">
                <a:solidFill>
                  <a:srgbClr val="C00000"/>
                </a:solidFill>
                <a:latin typeface="宋体" pitchFamily="2" charset="-122"/>
              </a:rPr>
              <a:t>解：</a:t>
            </a:r>
            <a:endParaRPr lang="en-US" altLang="zh-CN" sz="2100" b="1">
              <a:latin typeface="宋体" pitchFamily="2" charset="-122"/>
            </a:endParaRPr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767751"/>
              </p:ext>
            </p:extLst>
          </p:nvPr>
        </p:nvGraphicFramePr>
        <p:xfrm>
          <a:off x="854965" y="1345714"/>
          <a:ext cx="1587104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6" name="Equation" r:id="rId9" imgW="850680" imgH="431640" progId="Equation.DSMT4">
                  <p:embed/>
                </p:oleObj>
              </mc:Choice>
              <mc:Fallback>
                <p:oleObj name="Equation" r:id="rId9" imgW="850680" imgH="431640" progId="Equation.DSMT4">
                  <p:embed/>
                  <p:pic>
                    <p:nvPicPr>
                      <p:cNvPr id="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965" y="1345714"/>
                        <a:ext cx="1587104" cy="7286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598652"/>
              </p:ext>
            </p:extLst>
          </p:nvPr>
        </p:nvGraphicFramePr>
        <p:xfrm>
          <a:off x="2904567" y="1517254"/>
          <a:ext cx="18954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7" name="Equation" r:id="rId11" imgW="1015920" imgH="228600" progId="Equation.DSMT4">
                  <p:embed/>
                </p:oleObj>
              </mc:Choice>
              <mc:Fallback>
                <p:oleObj name="Equation" r:id="rId11" imgW="1015920" imgH="228600" progId="Equation.DSMT4">
                  <p:embed/>
                  <p:pic>
                    <p:nvPicPr>
                      <p:cNvPr id="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4567" y="1517254"/>
                        <a:ext cx="1895475" cy="3857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组合 52"/>
          <p:cNvGrpSpPr/>
          <p:nvPr/>
        </p:nvGrpSpPr>
        <p:grpSpPr>
          <a:xfrm>
            <a:off x="780080" y="2302876"/>
            <a:ext cx="6566535" cy="664369"/>
            <a:chOff x="201867" y="3710622"/>
            <a:chExt cx="8755380" cy="885825"/>
          </a:xfrm>
        </p:grpSpPr>
        <p:sp>
          <p:nvSpPr>
            <p:cNvPr id="44" name="Text Box 3"/>
            <p:cNvSpPr txBox="1">
              <a:spLocks noChangeArrowheads="1"/>
            </p:cNvSpPr>
            <p:nvPr/>
          </p:nvSpPr>
          <p:spPr bwMode="auto">
            <a:xfrm>
              <a:off x="201867" y="4032146"/>
              <a:ext cx="8755380" cy="379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ts val="1500"/>
                </a:lnSpc>
                <a:spcBef>
                  <a:spcPct val="50000"/>
                </a:spcBef>
              </a:pPr>
              <a:r>
                <a:rPr lang="zh-CN" altLang="en-US" sz="2100" b="1">
                  <a:latin typeface="宋体" pitchFamily="2" charset="-122"/>
                </a:rPr>
                <a:t>两边求导：</a:t>
              </a:r>
              <a:endParaRPr lang="en-US" altLang="zh-CN" sz="2100" b="1">
                <a:latin typeface="宋体" pitchFamily="2" charset="-122"/>
              </a:endParaRPr>
            </a:p>
          </p:txBody>
        </p:sp>
        <p:graphicFrame>
          <p:nvGraphicFramePr>
            <p:cNvPr id="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1952460"/>
                </p:ext>
              </p:extLst>
            </p:nvPr>
          </p:nvGraphicFramePr>
          <p:xfrm>
            <a:off x="1936750" y="3710622"/>
            <a:ext cx="2811463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78" name="Equation" r:id="rId13" imgW="1130040" imgH="393480" progId="Equation.DSMT4">
                    <p:embed/>
                  </p:oleObj>
                </mc:Choice>
                <mc:Fallback>
                  <p:oleObj name="Equation" r:id="rId13" imgW="1130040" imgH="393480" progId="Equation.DSMT4">
                    <p:embed/>
                    <p:pic>
                      <p:nvPicPr>
                        <p:cNvPr id="4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6750" y="3710622"/>
                          <a:ext cx="2811463" cy="8858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543309"/>
              </p:ext>
            </p:extLst>
          </p:nvPr>
        </p:nvGraphicFramePr>
        <p:xfrm>
          <a:off x="725734" y="3156231"/>
          <a:ext cx="2416969" cy="66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9" name="Equation" r:id="rId15" imgW="1295280" imgH="393480" progId="Equation.DSMT4">
                  <p:embed/>
                </p:oleObj>
              </mc:Choice>
              <mc:Fallback>
                <p:oleObj name="Equation" r:id="rId15" imgW="1295280" imgH="393480" progId="Equation.DSMT4">
                  <p:embed/>
                  <p:pic>
                    <p:nvPicPr>
                      <p:cNvPr id="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734" y="3156231"/>
                        <a:ext cx="2416969" cy="66436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580439"/>
              </p:ext>
            </p:extLst>
          </p:nvPr>
        </p:nvGraphicFramePr>
        <p:xfrm>
          <a:off x="3421611" y="3156231"/>
          <a:ext cx="1469231" cy="66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80" name="Equation" r:id="rId17" imgW="787320" imgH="393480" progId="Equation.DSMT4">
                  <p:embed/>
                </p:oleObj>
              </mc:Choice>
              <mc:Fallback>
                <p:oleObj name="Equation" r:id="rId17" imgW="787320" imgH="393480" progId="Equation.DSMT4">
                  <p:embed/>
                  <p:pic>
                    <p:nvPicPr>
                      <p:cNvPr id="4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611" y="3156231"/>
                        <a:ext cx="1469231" cy="66436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/>
          <p:cNvGrpSpPr/>
          <p:nvPr/>
        </p:nvGrpSpPr>
        <p:grpSpPr>
          <a:xfrm>
            <a:off x="780080" y="3980958"/>
            <a:ext cx="6566535" cy="664369"/>
            <a:chOff x="201867" y="5732463"/>
            <a:chExt cx="8755380" cy="885825"/>
          </a:xfrm>
        </p:grpSpPr>
        <p:sp>
          <p:nvSpPr>
            <p:cNvPr id="50" name="Text Box 3"/>
            <p:cNvSpPr txBox="1">
              <a:spLocks noChangeArrowheads="1"/>
            </p:cNvSpPr>
            <p:nvPr/>
          </p:nvSpPr>
          <p:spPr bwMode="auto">
            <a:xfrm>
              <a:off x="201867" y="6020866"/>
              <a:ext cx="8755380" cy="379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ts val="1500"/>
                </a:lnSpc>
                <a:spcBef>
                  <a:spcPct val="50000"/>
                </a:spcBef>
              </a:pPr>
              <a:r>
                <a:rPr lang="zh-CN" altLang="en-US" sz="2100" b="1">
                  <a:latin typeface="宋体" pitchFamily="2" charset="-122"/>
                </a:rPr>
                <a:t>影子增长速率为：</a:t>
              </a:r>
              <a:endParaRPr lang="en-US" altLang="zh-CN" sz="2100" b="1">
                <a:latin typeface="宋体" pitchFamily="2" charset="-122"/>
              </a:endParaRPr>
            </a:p>
          </p:txBody>
        </p:sp>
        <p:graphicFrame>
          <p:nvGraphicFramePr>
            <p:cNvPr id="5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8687078"/>
                </p:ext>
              </p:extLst>
            </p:nvPr>
          </p:nvGraphicFramePr>
          <p:xfrm>
            <a:off x="3049796" y="5732463"/>
            <a:ext cx="2336800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1" name="Equation" r:id="rId19" imgW="939600" imgH="393480" progId="Equation.DSMT4">
                    <p:embed/>
                  </p:oleObj>
                </mc:Choice>
                <mc:Fallback>
                  <p:oleObj name="Equation" r:id="rId19" imgW="939600" imgH="393480" progId="Equation.DSMT4">
                    <p:embed/>
                    <p:pic>
                      <p:nvPicPr>
                        <p:cNvPr id="4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9796" y="5732463"/>
                          <a:ext cx="2336800" cy="8858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22728"/>
              </p:ext>
            </p:extLst>
          </p:nvPr>
        </p:nvGraphicFramePr>
        <p:xfrm>
          <a:off x="8358740" y="2671621"/>
          <a:ext cx="203675" cy="22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82" name="Equation" r:id="rId21" imgW="126720" imgH="139680" progId="Equation.DSMT4">
                  <p:embed/>
                </p:oleObj>
              </mc:Choice>
              <mc:Fallback>
                <p:oleObj name="Equation" r:id="rId21" imgW="126720" imgH="139680" progId="Equation.DSMT4">
                  <p:embed/>
                  <p:pic>
                    <p:nvPicPr>
                      <p:cNvPr id="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8740" y="2671621"/>
                        <a:ext cx="203675" cy="2245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组合 54"/>
          <p:cNvGrpSpPr/>
          <p:nvPr/>
        </p:nvGrpSpPr>
        <p:grpSpPr>
          <a:xfrm>
            <a:off x="5816557" y="945572"/>
            <a:ext cx="2561066" cy="1983403"/>
            <a:chOff x="1216152" y="2513023"/>
            <a:chExt cx="3776389" cy="2924603"/>
          </a:xfrm>
        </p:grpSpPr>
        <p:cxnSp>
          <p:nvCxnSpPr>
            <p:cNvPr id="59" name="直接连接符 58"/>
            <p:cNvCxnSpPr/>
            <p:nvPr/>
          </p:nvCxnSpPr>
          <p:spPr bwMode="auto">
            <a:xfrm>
              <a:off x="1216152" y="5054600"/>
              <a:ext cx="377638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1604772" y="2553208"/>
              <a:ext cx="2656804" cy="2501392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61" name="矩形 60"/>
            <p:cNvSpPr/>
            <p:nvPr/>
          </p:nvSpPr>
          <p:spPr bwMode="auto">
            <a:xfrm>
              <a:off x="1581912" y="2604008"/>
              <a:ext cx="45719" cy="2450592"/>
            </a:xfrm>
            <a:prstGeom prst="rect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2100"/>
            </a:p>
          </p:txBody>
        </p:sp>
        <p:graphicFrame>
          <p:nvGraphicFramePr>
            <p:cNvPr id="6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2295672"/>
                </p:ext>
              </p:extLst>
            </p:nvPr>
          </p:nvGraphicFramePr>
          <p:xfrm>
            <a:off x="4076269" y="4975225"/>
            <a:ext cx="370613" cy="462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3" name="Equation" r:id="rId23" imgW="164880" imgH="228600" progId="Equation.DSMT4">
                    <p:embed/>
                  </p:oleObj>
                </mc:Choice>
                <mc:Fallback>
                  <p:oleObj name="Equation" r:id="rId23" imgW="164880" imgH="228600" progId="Equation.DSMT4">
                    <p:embed/>
                    <p:pic>
                      <p:nvPicPr>
                        <p:cNvPr id="1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6269" y="4975225"/>
                          <a:ext cx="370613" cy="46240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9631304"/>
                </p:ext>
              </p:extLst>
            </p:nvPr>
          </p:nvGraphicFramePr>
          <p:xfrm>
            <a:off x="3122110" y="4975224"/>
            <a:ext cx="342904" cy="462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4" name="Equation" r:id="rId25" imgW="152280" imgH="228600" progId="Equation.DSMT4">
                    <p:embed/>
                  </p:oleObj>
                </mc:Choice>
                <mc:Fallback>
                  <p:oleObj name="Equation" r:id="rId25" imgW="152280" imgH="228600" progId="Equation.DSMT4">
                    <p:embed/>
                    <p:pic>
                      <p:nvPicPr>
                        <p:cNvPr id="1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2110" y="4975224"/>
                          <a:ext cx="342904" cy="46240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4" name="直接连接符 63"/>
            <p:cNvCxnSpPr/>
            <p:nvPr/>
          </p:nvCxnSpPr>
          <p:spPr bwMode="auto">
            <a:xfrm>
              <a:off x="1234440" y="2573983"/>
              <a:ext cx="3474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流程图: 汇总连接 64"/>
            <p:cNvSpPr/>
            <p:nvPr/>
          </p:nvSpPr>
          <p:spPr bwMode="auto">
            <a:xfrm>
              <a:off x="1554480" y="2513023"/>
              <a:ext cx="100584" cy="100584"/>
            </a:xfrm>
            <a:prstGeom prst="flowChartSummingJuncti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2100"/>
            </a:p>
          </p:txBody>
        </p:sp>
        <p:sp>
          <p:nvSpPr>
            <p:cNvPr id="66" name="上箭头 65"/>
            <p:cNvSpPr/>
            <p:nvPr/>
          </p:nvSpPr>
          <p:spPr bwMode="auto">
            <a:xfrm>
              <a:off x="3237682" y="4135120"/>
              <a:ext cx="91440" cy="919480"/>
            </a:xfrm>
            <a:prstGeom prst="upArrow">
              <a:avLst>
                <a:gd name="adj1" fmla="val 50000"/>
                <a:gd name="adj2" fmla="val 141667"/>
              </a:avLst>
            </a:prstGeom>
            <a:solidFill>
              <a:srgbClr val="0000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2100"/>
            </a:p>
          </p:txBody>
        </p:sp>
        <p:graphicFrame>
          <p:nvGraphicFramePr>
            <p:cNvPr id="6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0573934"/>
                </p:ext>
              </p:extLst>
            </p:nvPr>
          </p:nvGraphicFramePr>
          <p:xfrm>
            <a:off x="1404938" y="5057775"/>
            <a:ext cx="300037" cy="331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5" name="Equation" r:id="rId27" imgW="126720" imgH="139680" progId="Equation.DSMT4">
                    <p:embed/>
                  </p:oleObj>
                </mc:Choice>
                <mc:Fallback>
                  <p:oleObj name="Equation" r:id="rId27" imgW="126720" imgH="139680" progId="Equation.DSMT4">
                    <p:embed/>
                    <p:pic>
                      <p:nvPicPr>
                        <p:cNvPr id="2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938" y="5057775"/>
                          <a:ext cx="300037" cy="3317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8" name="直接箭头连接符 67"/>
            <p:cNvCxnSpPr/>
            <p:nvPr/>
          </p:nvCxnSpPr>
          <p:spPr bwMode="auto">
            <a:xfrm>
              <a:off x="1404938" y="2573983"/>
              <a:ext cx="0" cy="248061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stealth"/>
              <a:tailEnd type="stealth" w="med" len="med"/>
            </a:ln>
            <a:effectLst/>
          </p:spPr>
        </p:cxnSp>
        <p:graphicFrame>
          <p:nvGraphicFramePr>
            <p:cNvPr id="6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0811702"/>
                </p:ext>
              </p:extLst>
            </p:nvPr>
          </p:nvGraphicFramePr>
          <p:xfrm>
            <a:off x="1239838" y="3819525"/>
            <a:ext cx="285750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6" name="Equation" r:id="rId29" imgW="126720" imgH="177480" progId="Equation.DSMT4">
                    <p:embed/>
                  </p:oleObj>
                </mc:Choice>
                <mc:Fallback>
                  <p:oleObj name="Equation" r:id="rId29" imgW="126720" imgH="177480" progId="Equation.DSMT4">
                    <p:embed/>
                    <p:pic>
                      <p:nvPicPr>
                        <p:cNvPr id="3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838" y="3819525"/>
                          <a:ext cx="285750" cy="3619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0126956"/>
                </p:ext>
              </p:extLst>
            </p:nvPr>
          </p:nvGraphicFramePr>
          <p:xfrm>
            <a:off x="3012034" y="4476226"/>
            <a:ext cx="228601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7" name="Equation" r:id="rId30" imgW="101520" imgH="177480" progId="Equation.DSMT4">
                    <p:embed/>
                  </p:oleObj>
                </mc:Choice>
                <mc:Fallback>
                  <p:oleObj name="Equation" r:id="rId30" imgW="101520" imgH="177480" progId="Equation.DSMT4">
                    <p:embed/>
                    <p:pic>
                      <p:nvPicPr>
                        <p:cNvPr id="3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2034" y="4476226"/>
                          <a:ext cx="228601" cy="3619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6095614" y="980564"/>
            <a:ext cx="2232797" cy="1948796"/>
            <a:chOff x="6398441" y="1670704"/>
            <a:chExt cx="2232797" cy="1948796"/>
          </a:xfrm>
        </p:grpSpPr>
        <p:graphicFrame>
          <p:nvGraphicFramePr>
            <p:cNvPr id="7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1631434"/>
                </p:ext>
              </p:extLst>
            </p:nvPr>
          </p:nvGraphicFramePr>
          <p:xfrm>
            <a:off x="7599363" y="3305175"/>
            <a:ext cx="2714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8" name="Equation" r:id="rId32" imgW="177480" imgH="228600" progId="Equation.DSMT4">
                    <p:embed/>
                  </p:oleObj>
                </mc:Choice>
                <mc:Fallback>
                  <p:oleObj name="Equation" r:id="rId32" imgW="177480" imgH="228600" progId="Equation.DSMT4">
                    <p:embed/>
                    <p:pic>
                      <p:nvPicPr>
                        <p:cNvPr id="7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9363" y="3305175"/>
                          <a:ext cx="271462" cy="3143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4049993"/>
                </p:ext>
              </p:extLst>
            </p:nvPr>
          </p:nvGraphicFramePr>
          <p:xfrm>
            <a:off x="8340725" y="3305175"/>
            <a:ext cx="29051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89" name="Equation" r:id="rId34" imgW="190440" imgH="228600" progId="Equation.DSMT4">
                    <p:embed/>
                  </p:oleObj>
                </mc:Choice>
                <mc:Fallback>
                  <p:oleObj name="Equation" r:id="rId34" imgW="190440" imgH="228600" progId="Equation.DSMT4">
                    <p:embed/>
                    <p:pic>
                      <p:nvPicPr>
                        <p:cNvPr id="7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0725" y="3305175"/>
                          <a:ext cx="290513" cy="3143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5" name="直接连接符 74"/>
            <p:cNvCxnSpPr/>
            <p:nvPr/>
          </p:nvCxnSpPr>
          <p:spPr bwMode="auto">
            <a:xfrm>
              <a:off x="6398441" y="1670704"/>
              <a:ext cx="2038836" cy="16844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6" name="上箭头 75"/>
            <p:cNvSpPr/>
            <p:nvPr/>
          </p:nvSpPr>
          <p:spPr bwMode="auto">
            <a:xfrm>
              <a:off x="7644513" y="2737535"/>
              <a:ext cx="62013" cy="623572"/>
            </a:xfrm>
            <a:prstGeom prst="upArrow">
              <a:avLst>
                <a:gd name="adj1" fmla="val 50000"/>
                <a:gd name="adj2" fmla="val 141667"/>
              </a:avLst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2100"/>
            </a:p>
          </p:txBody>
        </p:sp>
      </p:grpSp>
      <p:graphicFrame>
        <p:nvGraphicFramePr>
          <p:cNvPr id="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817886"/>
              </p:ext>
            </p:extLst>
          </p:nvPr>
        </p:nvGraphicFramePr>
        <p:xfrm>
          <a:off x="5719487" y="3211747"/>
          <a:ext cx="3073952" cy="355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90" name="Equation" r:id="rId36" imgW="1790640" imgH="228600" progId="Equation.DSMT4">
                  <p:embed/>
                </p:oleObj>
              </mc:Choice>
              <mc:Fallback>
                <p:oleObj name="Equation" r:id="rId36" imgW="1790640" imgH="228600" progId="Equation.DSMT4">
                  <p:embed/>
                  <p:pic>
                    <p:nvPicPr>
                      <p:cNvPr id="4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487" y="3211747"/>
                        <a:ext cx="3073952" cy="35519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779059"/>
              </p:ext>
            </p:extLst>
          </p:nvPr>
        </p:nvGraphicFramePr>
        <p:xfrm>
          <a:off x="5719487" y="3712119"/>
          <a:ext cx="2111822" cy="362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91" name="Equation" r:id="rId38" imgW="1206360" imgH="228600" progId="Equation.DSMT4">
                  <p:embed/>
                </p:oleObj>
              </mc:Choice>
              <mc:Fallback>
                <p:oleObj name="Equation" r:id="rId38" imgW="1206360" imgH="228600" progId="Equation.DSMT4">
                  <p:embed/>
                  <p:pic>
                    <p:nvPicPr>
                      <p:cNvPr id="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487" y="3712119"/>
                        <a:ext cx="2111822" cy="36215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835803"/>
              </p:ext>
            </p:extLst>
          </p:nvPr>
        </p:nvGraphicFramePr>
        <p:xfrm>
          <a:off x="5719487" y="4149603"/>
          <a:ext cx="1612771" cy="544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92" name="Equation" r:id="rId40" imgW="1054080" imgH="393480" progId="Equation.DSMT4">
                  <p:embed/>
                </p:oleObj>
              </mc:Choice>
              <mc:Fallback>
                <p:oleObj name="Equation" r:id="rId40" imgW="1054080" imgH="393480" progId="Equation.DSMT4">
                  <p:embed/>
                  <p:pic>
                    <p:nvPicPr>
                      <p:cNvPr id="7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487" y="4149603"/>
                        <a:ext cx="1612771" cy="54406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704686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7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297B75-3D96-4391-B7DE-B32859518F55}" type="slidenum">
              <a:rPr lang="en-US" altLang="zh-CN" smtClean="0"/>
              <a:pPr/>
              <a:t>24</a:t>
            </a:fld>
            <a:endParaRPr lang="en-US" altLang="zh-CN" smtClean="0"/>
          </a:p>
        </p:txBody>
      </p:sp>
      <p:grpSp>
        <p:nvGrpSpPr>
          <p:cNvPr id="19468" name="Group 2"/>
          <p:cNvGrpSpPr>
            <a:grpSpLocks/>
          </p:cNvGrpSpPr>
          <p:nvPr/>
        </p:nvGrpSpPr>
        <p:grpSpPr bwMode="auto">
          <a:xfrm>
            <a:off x="382003" y="104670"/>
            <a:ext cx="8164116" cy="867966"/>
            <a:chOff x="48" y="48"/>
            <a:chExt cx="6857" cy="729"/>
          </a:xfrm>
        </p:grpSpPr>
        <p:sp>
          <p:nvSpPr>
            <p:cNvPr id="19477" name="Text Box 3"/>
            <p:cNvSpPr txBox="1">
              <a:spLocks noChangeArrowheads="1"/>
            </p:cNvSpPr>
            <p:nvPr/>
          </p:nvSpPr>
          <p:spPr bwMode="auto">
            <a:xfrm>
              <a:off x="48" y="48"/>
              <a:ext cx="6857" cy="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>
                  <a:solidFill>
                    <a:srgbClr val="CC3300"/>
                  </a:solidFill>
                </a:rPr>
                <a:t>例</a:t>
              </a:r>
              <a:r>
                <a:rPr lang="en-US" altLang="zh-CN" sz="2100" b="1">
                  <a:solidFill>
                    <a:srgbClr val="CC3300"/>
                  </a:solidFill>
                </a:rPr>
                <a:t>3</a:t>
              </a:r>
              <a:r>
                <a:rPr lang="en-US" altLang="zh-CN" sz="2100" b="1">
                  <a:solidFill>
                    <a:srgbClr val="FF0000"/>
                  </a:solidFill>
                  <a:latin typeface="宋体" pitchFamily="2" charset="-122"/>
                </a:rPr>
                <a:t> </a:t>
              </a:r>
              <a:r>
                <a:rPr lang="zh-CN" altLang="en-US" sz="2100" b="1">
                  <a:solidFill>
                    <a:srgbClr val="040000"/>
                  </a:solidFill>
                  <a:latin typeface="宋体" pitchFamily="2" charset="-122"/>
                </a:rPr>
                <a:t>设质点沿</a:t>
              </a:r>
              <a:r>
                <a:rPr lang="en-US" altLang="zh-CN" sz="2100" i="1">
                  <a:solidFill>
                    <a:srgbClr val="040000"/>
                  </a:solidFill>
                </a:rPr>
                <a:t>x</a:t>
              </a:r>
              <a:r>
                <a:rPr lang="zh-CN" altLang="en-US" sz="2100" b="1">
                  <a:solidFill>
                    <a:srgbClr val="040000"/>
                  </a:solidFill>
                  <a:latin typeface="宋体" pitchFamily="2" charset="-122"/>
                </a:rPr>
                <a:t>轴作</a:t>
              </a:r>
              <a:r>
                <a:rPr lang="zh-CN" altLang="en-US" sz="2100" b="1">
                  <a:solidFill>
                    <a:srgbClr val="FF0000"/>
                  </a:solidFill>
                  <a:latin typeface="宋体" pitchFamily="2" charset="-122"/>
                </a:rPr>
                <a:t>匀变速直线运动</a:t>
              </a:r>
              <a:r>
                <a:rPr lang="zh-CN" altLang="en-US" sz="2100" b="1">
                  <a:solidFill>
                    <a:srgbClr val="040000"/>
                  </a:solidFill>
                  <a:latin typeface="宋体" pitchFamily="2" charset="-122"/>
                </a:rPr>
                <a:t>，加速度 不随时间变化，初位置为</a:t>
              </a:r>
              <a:r>
                <a:rPr lang="en-US" altLang="zh-CN" sz="2100" i="1">
                  <a:solidFill>
                    <a:srgbClr val="040000"/>
                  </a:solidFill>
                </a:rPr>
                <a:t>x</a:t>
              </a:r>
              <a:r>
                <a:rPr lang="en-US" altLang="zh-CN" sz="1500" baseline="-25000">
                  <a:solidFill>
                    <a:srgbClr val="040000"/>
                  </a:solidFill>
                </a:rPr>
                <a:t>0</a:t>
              </a:r>
              <a:r>
                <a:rPr lang="zh-CN" altLang="en-US" sz="2100" b="1">
                  <a:solidFill>
                    <a:srgbClr val="040000"/>
                  </a:solidFill>
                  <a:latin typeface="宋体" pitchFamily="2" charset="-122"/>
                </a:rPr>
                <a:t>，初速度为  </a:t>
              </a:r>
              <a:r>
                <a:rPr lang="en-US" altLang="zh-CN" sz="2100" b="1">
                  <a:solidFill>
                    <a:srgbClr val="040000"/>
                  </a:solidFill>
                  <a:latin typeface="宋体" pitchFamily="2" charset="-122"/>
                </a:rPr>
                <a:t>. </a:t>
              </a:r>
              <a:r>
                <a:rPr lang="zh-CN" altLang="en-US" sz="2100" b="1">
                  <a:solidFill>
                    <a:srgbClr val="040000"/>
                  </a:solidFill>
                  <a:latin typeface="宋体" pitchFamily="2" charset="-122"/>
                </a:rPr>
                <a:t>试用积分法求出质点的</a:t>
              </a:r>
              <a:r>
                <a:rPr lang="zh-CN" altLang="en-US" sz="2100" b="1">
                  <a:solidFill>
                    <a:srgbClr val="3333FF"/>
                  </a:solidFill>
                  <a:latin typeface="宋体" pitchFamily="2" charset="-122"/>
                </a:rPr>
                <a:t>速度公式</a:t>
              </a:r>
              <a:r>
                <a:rPr lang="zh-CN" altLang="en-US" sz="2100" b="1">
                  <a:solidFill>
                    <a:srgbClr val="040000"/>
                  </a:solidFill>
                  <a:latin typeface="宋体" pitchFamily="2" charset="-122"/>
                </a:rPr>
                <a:t>和</a:t>
              </a:r>
              <a:r>
                <a:rPr lang="zh-CN" altLang="en-US" sz="2100" b="1">
                  <a:solidFill>
                    <a:srgbClr val="3333FF"/>
                  </a:solidFill>
                  <a:latin typeface="宋体" pitchFamily="2" charset="-122"/>
                </a:rPr>
                <a:t>运动方程</a:t>
              </a:r>
              <a:r>
                <a:rPr lang="en-US" altLang="zh-CN" sz="2100" b="1">
                  <a:solidFill>
                    <a:srgbClr val="040000"/>
                  </a:solidFill>
                  <a:latin typeface="宋体" pitchFamily="2" charset="-122"/>
                </a:rPr>
                <a:t>.</a:t>
              </a:r>
            </a:p>
          </p:txBody>
        </p:sp>
        <p:graphicFrame>
          <p:nvGraphicFramePr>
            <p:cNvPr id="1946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4812238"/>
                </p:ext>
              </p:extLst>
            </p:nvPr>
          </p:nvGraphicFramePr>
          <p:xfrm>
            <a:off x="1862" y="408"/>
            <a:ext cx="228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3" name="Equation" r:id="rId3" imgW="164880" imgH="228600" progId="Equation.DSMT4">
                    <p:embed/>
                  </p:oleObj>
                </mc:Choice>
                <mc:Fallback>
                  <p:oleObj name="Equation" r:id="rId3" imgW="164880" imgH="228600" progId="Equation.DSMT4">
                    <p:embed/>
                    <p:pic>
                      <p:nvPicPr>
                        <p:cNvPr id="0" name="Picture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2" y="408"/>
                          <a:ext cx="228" cy="31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1685994"/>
                </p:ext>
              </p:extLst>
            </p:nvPr>
          </p:nvGraphicFramePr>
          <p:xfrm>
            <a:off x="4575" y="133"/>
            <a:ext cx="24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4" name="Equation" r:id="rId5" imgW="126720" imgH="139680" progId="Equation.DSMT4">
                    <p:embed/>
                  </p:oleObj>
                </mc:Choice>
                <mc:Fallback>
                  <p:oleObj name="Equation" r:id="rId5" imgW="126720" imgH="139680" progId="Equation.DSMT4">
                    <p:embed/>
                    <p:pic>
                      <p:nvPicPr>
                        <p:cNvPr id="0" name="Picture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5" y="133"/>
                          <a:ext cx="246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377647" y="1103554"/>
            <a:ext cx="4114800" cy="528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100" b="1">
                <a:solidFill>
                  <a:srgbClr val="CC3300"/>
                </a:solidFill>
              </a:rPr>
              <a:t>解：</a:t>
            </a:r>
            <a:r>
              <a:rPr lang="en-US" altLang="zh-CN" sz="2100" b="1">
                <a:solidFill>
                  <a:srgbClr val="040000"/>
                </a:solidFill>
              </a:rPr>
              <a:t> </a:t>
            </a:r>
            <a:r>
              <a:rPr lang="zh-CN" altLang="en-US" sz="2100" b="1">
                <a:solidFill>
                  <a:srgbClr val="040000"/>
                </a:solidFill>
              </a:rPr>
              <a:t>因为</a:t>
            </a:r>
            <a:endParaRPr lang="en-US" altLang="zh-CN" sz="2100" b="1">
              <a:solidFill>
                <a:srgbClr val="040000"/>
              </a:solidFill>
              <a:latin typeface="宋体" pitchFamily="2" charset="-122"/>
            </a:endParaRPr>
          </a:p>
        </p:txBody>
      </p:sp>
      <p:graphicFrame>
        <p:nvGraphicFramePr>
          <p:cNvPr id="19458" name="Object 7"/>
          <p:cNvGraphicFramePr>
            <a:graphicFrameLocks noChangeAspect="1"/>
          </p:cNvGraphicFramePr>
          <p:nvPr/>
        </p:nvGraphicFramePr>
        <p:xfrm>
          <a:off x="2930129" y="2812257"/>
          <a:ext cx="264319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5" name="Equation" r:id="rId7" imgW="114151" imgH="215619" progId="Equation.3">
                  <p:embed/>
                </p:oleObj>
              </mc:Choice>
              <mc:Fallback>
                <p:oleObj name="Equation" r:id="rId7" imgW="114151" imgH="215619" progId="Equation.3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129" y="2812257"/>
                        <a:ext cx="264319" cy="4321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216073"/>
              </p:ext>
            </p:extLst>
          </p:nvPr>
        </p:nvGraphicFramePr>
        <p:xfrm>
          <a:off x="1626208" y="960679"/>
          <a:ext cx="1350169" cy="78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6" name="Equation" r:id="rId9" imgW="583920" imgH="393480" progId="Equation.DSMT4">
                  <p:embed/>
                </p:oleObj>
              </mc:Choice>
              <mc:Fallback>
                <p:oleObj name="Equation" r:id="rId9" imgW="583920" imgH="393480" progId="Equation.DSMT4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208" y="960679"/>
                        <a:ext cx="1350169" cy="7870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520897" y="1103554"/>
            <a:ext cx="2196700" cy="456010"/>
            <a:chOff x="209" y="1623"/>
            <a:chExt cx="1845" cy="383"/>
          </a:xfrm>
        </p:grpSpPr>
        <p:sp>
          <p:nvSpPr>
            <p:cNvPr id="19476" name="Rectangle 10"/>
            <p:cNvSpPr>
              <a:spLocks noChangeArrowheads="1"/>
            </p:cNvSpPr>
            <p:nvPr/>
          </p:nvSpPr>
          <p:spPr bwMode="auto">
            <a:xfrm>
              <a:off x="209" y="1632"/>
              <a:ext cx="61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100" b="1">
                  <a:solidFill>
                    <a:srgbClr val="040000"/>
                  </a:solidFill>
                </a:rPr>
                <a:t>所以</a:t>
              </a:r>
            </a:p>
          </p:txBody>
        </p:sp>
        <p:graphicFrame>
          <p:nvGraphicFramePr>
            <p:cNvPr id="1946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3602744"/>
                </p:ext>
              </p:extLst>
            </p:nvPr>
          </p:nvGraphicFramePr>
          <p:xfrm>
            <a:off x="750" y="1623"/>
            <a:ext cx="1304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7" name="Equation" r:id="rId11" imgW="672840" imgH="228600" progId="Equation.DSMT4">
                    <p:embed/>
                  </p:oleObj>
                </mc:Choice>
                <mc:Fallback>
                  <p:oleObj name="Equation" r:id="rId11" imgW="672840" imgH="228600" progId="Equation.DSMT4">
                    <p:embed/>
                    <p:pic>
                      <p:nvPicPr>
                        <p:cNvPr id="0" name="Picture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" y="1623"/>
                          <a:ext cx="1304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992613" y="2383810"/>
            <a:ext cx="296106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040000"/>
                </a:solidFill>
              </a:rPr>
              <a:t>对上式两边做积分运算</a:t>
            </a:r>
            <a:r>
              <a:rPr lang="en-US" altLang="zh-CN" sz="2100" b="1">
                <a:solidFill>
                  <a:srgbClr val="040000"/>
                </a:solidFill>
              </a:rPr>
              <a:t>,</a:t>
            </a:r>
          </a:p>
        </p:txBody>
      </p:sp>
      <p:graphicFrame>
        <p:nvGraphicFramePr>
          <p:cNvPr id="55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074060"/>
              </p:ext>
            </p:extLst>
          </p:nvPr>
        </p:nvGraphicFramePr>
        <p:xfrm>
          <a:off x="3929809" y="2301584"/>
          <a:ext cx="1699022" cy="556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8" name="公式" r:id="rId13" imgW="736600" imgH="279400" progId="Equation.3">
                  <p:embed/>
                </p:oleObj>
              </mc:Choice>
              <mc:Fallback>
                <p:oleObj name="公式" r:id="rId13" imgW="736600" imgH="279400" progId="Equation.3">
                  <p:embed/>
                  <p:pic>
                    <p:nvPicPr>
                      <p:cNvPr id="0" name="Picture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809" y="2301584"/>
                        <a:ext cx="1699022" cy="5560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992613" y="3089004"/>
            <a:ext cx="2077641" cy="436959"/>
            <a:chOff x="220" y="2875"/>
            <a:chExt cx="1745" cy="367"/>
          </a:xfrm>
        </p:grpSpPr>
        <p:sp>
          <p:nvSpPr>
            <p:cNvPr id="19475" name="Rectangle 15"/>
            <p:cNvSpPr>
              <a:spLocks noChangeArrowheads="1"/>
            </p:cNvSpPr>
            <p:nvPr/>
          </p:nvSpPr>
          <p:spPr bwMode="auto">
            <a:xfrm>
              <a:off x="220" y="2875"/>
              <a:ext cx="38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100" b="1">
                  <a:solidFill>
                    <a:srgbClr val="040000"/>
                  </a:solidFill>
                </a:rPr>
                <a:t>得</a:t>
              </a:r>
            </a:p>
          </p:txBody>
        </p:sp>
        <p:graphicFrame>
          <p:nvGraphicFramePr>
            <p:cNvPr id="19463" name="Object 16"/>
            <p:cNvGraphicFramePr>
              <a:graphicFrameLocks noChangeAspect="1"/>
            </p:cNvGraphicFramePr>
            <p:nvPr/>
          </p:nvGraphicFramePr>
          <p:xfrm>
            <a:off x="636" y="2880"/>
            <a:ext cx="1329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9" name="Equation" r:id="rId15" imgW="685502" imgH="215806" progId="Equation.3">
                    <p:embed/>
                  </p:oleObj>
                </mc:Choice>
                <mc:Fallback>
                  <p:oleObj name="Equation" r:id="rId15" imgW="685502" imgH="215806" progId="Equation.3">
                    <p:embed/>
                    <p:pic>
                      <p:nvPicPr>
                        <p:cNvPr id="0" name="Picture 1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" y="2880"/>
                          <a:ext cx="1329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13" name="Rectangle 17"/>
          <p:cNvSpPr>
            <a:spLocks noChangeArrowheads="1"/>
          </p:cNvSpPr>
          <p:nvPr/>
        </p:nvSpPr>
        <p:spPr bwMode="auto">
          <a:xfrm>
            <a:off x="952183" y="3702322"/>
            <a:ext cx="445025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040000"/>
                </a:solidFill>
              </a:rPr>
              <a:t>将初始条件带入上式</a:t>
            </a:r>
            <a:r>
              <a:rPr lang="en-US" altLang="zh-CN" sz="2100" b="1">
                <a:solidFill>
                  <a:srgbClr val="040000"/>
                </a:solidFill>
              </a:rPr>
              <a:t>,  </a:t>
            </a:r>
            <a:r>
              <a:rPr lang="zh-CN" altLang="en-US" sz="2100" b="1">
                <a:solidFill>
                  <a:srgbClr val="040000"/>
                </a:solidFill>
              </a:rPr>
              <a:t>确定积分常数</a:t>
            </a:r>
          </a:p>
        </p:txBody>
      </p:sp>
      <p:graphicFrame>
        <p:nvGraphicFramePr>
          <p:cNvPr id="553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183318"/>
              </p:ext>
            </p:extLst>
          </p:nvPr>
        </p:nvGraphicFramePr>
        <p:xfrm>
          <a:off x="5269389" y="3702322"/>
          <a:ext cx="108346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0" name="公式" r:id="rId17" imgW="469900" imgH="228600" progId="Equation.3">
                  <p:embed/>
                </p:oleObj>
              </mc:Choice>
              <mc:Fallback>
                <p:oleObj name="公式" r:id="rId17" imgW="469900" imgH="228600" progId="Equation.3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9389" y="3702322"/>
                        <a:ext cx="1083469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5" name="Rectangle 19"/>
          <p:cNvSpPr>
            <a:spLocks noChangeArrowheads="1"/>
          </p:cNvSpPr>
          <p:nvPr/>
        </p:nvSpPr>
        <p:spPr bwMode="auto">
          <a:xfrm>
            <a:off x="992613" y="4277510"/>
            <a:ext cx="208101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040000"/>
                </a:solidFill>
              </a:rPr>
              <a:t>所以速度公式为</a:t>
            </a:r>
          </a:p>
        </p:txBody>
      </p:sp>
      <p:graphicFrame>
        <p:nvGraphicFramePr>
          <p:cNvPr id="553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042508"/>
              </p:ext>
            </p:extLst>
          </p:nvPr>
        </p:nvGraphicFramePr>
        <p:xfrm>
          <a:off x="3080017" y="4271319"/>
          <a:ext cx="1581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1" name="Equation" r:id="rId19" imgW="685800" imgH="228600" progId="Equation.DSMT4">
                  <p:embed/>
                </p:oleObj>
              </mc:Choice>
              <mc:Fallback>
                <p:oleObj name="Equation" r:id="rId19" imgW="685800" imgH="228600" progId="Equation.DSMT4">
                  <p:embed/>
                  <p:pic>
                    <p:nvPicPr>
                      <p:cNvPr id="0" name="Picture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0017" y="4271319"/>
                        <a:ext cx="15811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095841" y="1808806"/>
            <a:ext cx="5388837" cy="41549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直线运动只有一个方向，下角标可以省略。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 autoUpdateAnimBg="0"/>
      <p:bldP spid="55308" grpId="0" autoUpdateAnimBg="0"/>
      <p:bldP spid="55313" grpId="0"/>
      <p:bldP spid="55315" grpId="0" autoUpdateAnimBg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540167-13E9-471D-8594-9824FABE7BDE}" type="slidenum">
              <a:rPr lang="en-US" altLang="zh-CN" smtClean="0"/>
              <a:pPr/>
              <a:t>25</a:t>
            </a:fld>
            <a:endParaRPr lang="en-US" altLang="zh-CN" smtClean="0"/>
          </a:p>
        </p:txBody>
      </p:sp>
      <p:sp>
        <p:nvSpPr>
          <p:cNvPr id="20489" name="Rectangle 2"/>
          <p:cNvSpPr>
            <a:spLocks noChangeArrowheads="1"/>
          </p:cNvSpPr>
          <p:nvPr/>
        </p:nvSpPr>
        <p:spPr bwMode="auto">
          <a:xfrm>
            <a:off x="616744" y="480417"/>
            <a:ext cx="153920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 dirty="0">
                <a:solidFill>
                  <a:srgbClr val="040000"/>
                </a:solidFill>
              </a:rPr>
              <a:t>由速度定义</a:t>
            </a:r>
          </a:p>
        </p:txBody>
      </p:sp>
      <p:graphicFrame>
        <p:nvGraphicFramePr>
          <p:cNvPr id="2048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417615"/>
              </p:ext>
            </p:extLst>
          </p:nvPr>
        </p:nvGraphicFramePr>
        <p:xfrm>
          <a:off x="2096691" y="286107"/>
          <a:ext cx="1053703" cy="78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0" name="公式" r:id="rId3" imgW="457002" imgH="393529" progId="Equation.3">
                  <p:embed/>
                </p:oleObj>
              </mc:Choice>
              <mc:Fallback>
                <p:oleObj name="公式" r:id="rId3" imgW="457002" imgH="393529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691" y="286107"/>
                        <a:ext cx="1053703" cy="7870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616744" y="1218368"/>
            <a:ext cx="78819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 b="1" dirty="0">
                <a:solidFill>
                  <a:srgbClr val="040000"/>
                </a:solidFill>
              </a:rPr>
              <a:t>得</a:t>
            </a:r>
          </a:p>
        </p:txBody>
      </p:sp>
      <p:graphicFrame>
        <p:nvGraphicFramePr>
          <p:cNvPr id="563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565514"/>
              </p:ext>
            </p:extLst>
          </p:nvPr>
        </p:nvGraphicFramePr>
        <p:xfrm>
          <a:off x="1075849" y="1210748"/>
          <a:ext cx="310276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1" name="公式" r:id="rId5" imgW="1346200" imgH="228600" progId="Equation.3">
                  <p:embed/>
                </p:oleObj>
              </mc:Choice>
              <mc:Fallback>
                <p:oleObj name="公式" r:id="rId5" imgW="1346200" imgH="2286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849" y="1210748"/>
                        <a:ext cx="3102769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616744" y="1937207"/>
            <a:ext cx="271260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040000"/>
                </a:solidFill>
              </a:rPr>
              <a:t>对上式两边积分运算</a:t>
            </a:r>
            <a:r>
              <a:rPr lang="en-US" altLang="zh-CN" sz="2100" b="1">
                <a:solidFill>
                  <a:srgbClr val="040000"/>
                </a:solidFill>
              </a:rPr>
              <a:t>:</a:t>
            </a:r>
          </a:p>
        </p:txBody>
      </p:sp>
      <p:graphicFrame>
        <p:nvGraphicFramePr>
          <p:cNvPr id="56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029374"/>
              </p:ext>
            </p:extLst>
          </p:nvPr>
        </p:nvGraphicFramePr>
        <p:xfrm>
          <a:off x="3277196" y="1861007"/>
          <a:ext cx="2692004" cy="55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2" name="公式" r:id="rId7" imgW="1168400" imgH="279400" progId="Equation.3">
                  <p:embed/>
                </p:oleObj>
              </mc:Choice>
              <mc:Fallback>
                <p:oleObj name="公式" r:id="rId7" imgW="1168400" imgH="279400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196" y="1861007"/>
                        <a:ext cx="2692004" cy="5584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616744" y="2677744"/>
            <a:ext cx="45557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040000"/>
                </a:solidFill>
              </a:rPr>
              <a:t>得</a:t>
            </a:r>
          </a:p>
        </p:txBody>
      </p:sp>
      <p:graphicFrame>
        <p:nvGraphicFramePr>
          <p:cNvPr id="563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909775"/>
              </p:ext>
            </p:extLst>
          </p:nvPr>
        </p:nvGraphicFramePr>
        <p:xfrm>
          <a:off x="1188244" y="2478911"/>
          <a:ext cx="2751535" cy="78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3" name="公式" r:id="rId9" imgW="1193800" imgH="393700" progId="Equation.3">
                  <p:embed/>
                </p:oleObj>
              </mc:Choice>
              <mc:Fallback>
                <p:oleObj name="公式" r:id="rId9" imgW="1193800" imgH="393700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8244" y="2478911"/>
                        <a:ext cx="2751535" cy="7870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616744" y="3386747"/>
            <a:ext cx="445025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040000"/>
                </a:solidFill>
              </a:rPr>
              <a:t>将初始条件带入上式</a:t>
            </a:r>
            <a:r>
              <a:rPr lang="en-US" altLang="zh-CN" sz="2100" b="1">
                <a:solidFill>
                  <a:srgbClr val="040000"/>
                </a:solidFill>
              </a:rPr>
              <a:t>,  </a:t>
            </a:r>
            <a:r>
              <a:rPr lang="zh-CN" altLang="en-US" sz="2100" b="1">
                <a:solidFill>
                  <a:srgbClr val="040000"/>
                </a:solidFill>
              </a:rPr>
              <a:t>确定积分常数</a:t>
            </a:r>
          </a:p>
        </p:txBody>
      </p:sp>
      <p:graphicFrame>
        <p:nvGraphicFramePr>
          <p:cNvPr id="563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879897"/>
              </p:ext>
            </p:extLst>
          </p:nvPr>
        </p:nvGraphicFramePr>
        <p:xfrm>
          <a:off x="4932760" y="3342693"/>
          <a:ext cx="1113234" cy="482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4" name="公式" r:id="rId11" imgW="482391" imgH="241195" progId="Equation.3">
                  <p:embed/>
                </p:oleObj>
              </mc:Choice>
              <mc:Fallback>
                <p:oleObj name="公式" r:id="rId11" imgW="482391" imgH="241195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760" y="3342693"/>
                        <a:ext cx="1113234" cy="4822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916071"/>
              </p:ext>
            </p:extLst>
          </p:nvPr>
        </p:nvGraphicFramePr>
        <p:xfrm>
          <a:off x="2155948" y="3923078"/>
          <a:ext cx="2438912" cy="779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5" name="Equation" r:id="rId13" imgW="1205977" imgH="393529" progId="Equation.DSMT4">
                  <p:embed/>
                </p:oleObj>
              </mc:Choice>
              <mc:Fallback>
                <p:oleObj name="Equation" r:id="rId13" imgW="1205977" imgH="393529" progId="Equation.DSMT4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948" y="3923078"/>
                        <a:ext cx="2438912" cy="77915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616744" y="4127285"/>
            <a:ext cx="153920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040000"/>
                </a:solidFill>
                <a:latin typeface="宋体" pitchFamily="2" charset="-122"/>
              </a:rPr>
              <a:t>运动方程为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utoUpdateAnimBg="0"/>
      <p:bldP spid="56326" grpId="0" autoUpdateAnimBg="0"/>
      <p:bldP spid="56328" grpId="0" autoUpdateAnimBg="0"/>
      <p:bldP spid="56330" grpId="0" autoUpdateAnimBg="0"/>
      <p:bldP spid="5633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799863" y="1647812"/>
            <a:ext cx="6012656" cy="788128"/>
            <a:chOff x="390328" y="1753333"/>
            <a:chExt cx="8016875" cy="1050838"/>
          </a:xfrm>
        </p:grpSpPr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390328" y="1977984"/>
              <a:ext cx="8016875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FF0000"/>
                  </a:solidFill>
                </a:rPr>
                <a:t>解：</a:t>
              </a:r>
              <a:r>
                <a:rPr lang="zh-CN" altLang="en-US" sz="2100" b="1" dirty="0"/>
                <a:t>由加速度定义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5621575"/>
                </p:ext>
              </p:extLst>
            </p:nvPr>
          </p:nvGraphicFramePr>
          <p:xfrm>
            <a:off x="3377249" y="1753333"/>
            <a:ext cx="1255709" cy="10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822" name="Equation" r:id="rId3" imgW="469800" imgH="393480" progId="Equation.DSMT4">
                    <p:embed/>
                  </p:oleObj>
                </mc:Choice>
                <mc:Fallback>
                  <p:oleObj name="Equation" r:id="rId3" imgW="469800" imgH="393480" progId="Equation.DSMT4">
                    <p:embed/>
                    <p:pic>
                      <p:nvPicPr>
                        <p:cNvPr id="0" name="Picture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7249" y="1753333"/>
                          <a:ext cx="1255709" cy="105083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73892-6E71-4788-9180-51C407ACC06C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99863" y="371971"/>
            <a:ext cx="6244828" cy="1038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>
              <a:lnSpc>
                <a:spcPct val="150000"/>
              </a:lnSpc>
              <a:defRPr/>
            </a:pPr>
            <a:r>
              <a:rPr lang="zh-CN" altLang="en-US" sz="2100" b="1" kern="0" dirty="0">
                <a:solidFill>
                  <a:srgbClr val="CC3300"/>
                </a:solidFill>
                <a:latin typeface="+mj-lt"/>
                <a:ea typeface="+mj-ea"/>
                <a:cs typeface="+mj-cs"/>
              </a:rPr>
              <a:t>练习 </a:t>
            </a:r>
            <a:r>
              <a:rPr lang="zh-CN" altLang="en-US" sz="2100" b="1" kern="0" dirty="0">
                <a:latin typeface="+mj-lt"/>
                <a:ea typeface="+mj-ea"/>
                <a:cs typeface="+mj-cs"/>
              </a:rPr>
              <a:t>一质点从</a:t>
            </a:r>
            <a:r>
              <a:rPr lang="zh-CN" altLang="en-US" sz="2100" b="1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原点</a:t>
            </a:r>
            <a:r>
              <a:rPr lang="zh-CN" altLang="en-US" sz="2100" b="1" kern="0" dirty="0">
                <a:latin typeface="+mj-lt"/>
                <a:ea typeface="+mj-ea"/>
                <a:cs typeface="+mj-cs"/>
              </a:rPr>
              <a:t>出发，加速度                       ，</a:t>
            </a:r>
            <a:endParaRPr lang="en-US" altLang="zh-CN" sz="2100" b="1" kern="0" dirty="0">
              <a:latin typeface="+mj-lt"/>
              <a:ea typeface="+mj-ea"/>
              <a:cs typeface="+mj-cs"/>
            </a:endParaRPr>
          </a:p>
          <a:p>
            <a:pPr defTabSz="685800">
              <a:lnSpc>
                <a:spcPct val="150000"/>
              </a:lnSpc>
              <a:defRPr/>
            </a:pPr>
            <a:r>
              <a:rPr lang="zh-CN" altLang="en-US" sz="2100" b="1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求：</a:t>
            </a:r>
            <a:r>
              <a:rPr lang="en-US" altLang="zh-CN" sz="2100" b="1" i="1" kern="0" dirty="0">
                <a:latin typeface="+mj-lt"/>
                <a:ea typeface="+mj-ea"/>
                <a:cs typeface="+mj-cs"/>
              </a:rPr>
              <a:t>           </a:t>
            </a:r>
            <a:r>
              <a:rPr lang="zh-CN" altLang="en-US" sz="2100" b="1" kern="0" dirty="0">
                <a:latin typeface="+mj-lt"/>
                <a:ea typeface="+mj-ea"/>
                <a:cs typeface="+mj-cs"/>
              </a:rPr>
              <a:t>时质点的</a:t>
            </a:r>
            <a:r>
              <a:rPr lang="zh-CN" altLang="en-US" sz="2100" b="1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速度</a:t>
            </a:r>
            <a:r>
              <a:rPr lang="zh-CN" altLang="en-US" sz="2100" b="1" kern="0" dirty="0">
                <a:latin typeface="+mj-lt"/>
                <a:ea typeface="+mj-ea"/>
                <a:cs typeface="+mj-cs"/>
              </a:rPr>
              <a:t>和</a:t>
            </a:r>
            <a:r>
              <a:rPr lang="zh-CN" altLang="en-US" sz="2100" b="1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位移</a:t>
            </a:r>
            <a:r>
              <a:rPr lang="zh-CN" altLang="en-US" sz="2100" b="1" kern="0" dirty="0">
                <a:latin typeface="+mj-lt"/>
                <a:ea typeface="+mj-ea"/>
                <a:cs typeface="+mj-cs"/>
              </a:rPr>
              <a:t>。（已知初速度为</a:t>
            </a:r>
            <a:r>
              <a:rPr lang="en-US" altLang="zh-CN" sz="2100" b="1" kern="0" dirty="0">
                <a:latin typeface="+mj-lt"/>
                <a:ea typeface="+mj-ea"/>
                <a:cs typeface="+mj-cs"/>
              </a:rPr>
              <a:t>0</a:t>
            </a:r>
            <a:r>
              <a:rPr lang="zh-CN" altLang="en-US" sz="2100" b="1" kern="0" dirty="0">
                <a:latin typeface="+mj-lt"/>
                <a:ea typeface="+mj-ea"/>
                <a:cs typeface="+mj-cs"/>
              </a:rPr>
              <a:t>）</a:t>
            </a:r>
          </a:p>
        </p:txBody>
      </p:sp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397335"/>
              </p:ext>
            </p:extLst>
          </p:nvPr>
        </p:nvGraphicFramePr>
        <p:xfrm>
          <a:off x="4749166" y="419023"/>
          <a:ext cx="140374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3" name="Equation" r:id="rId5" imgW="825500" imgH="228600" progId="Equation.DSMT4">
                  <p:embed/>
                </p:oleObj>
              </mc:Choice>
              <mc:Fallback>
                <p:oleObj name="Equation" r:id="rId5" imgW="825500" imgH="228600" progId="Equation.DSMT4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166" y="419023"/>
                        <a:ext cx="140374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723807"/>
              </p:ext>
            </p:extLst>
          </p:nvPr>
        </p:nvGraphicFramePr>
        <p:xfrm>
          <a:off x="1392380" y="986329"/>
          <a:ext cx="727472" cy="32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4" name="Equation" r:id="rId7" imgW="380835" imgH="165028" progId="Equation.DSMT4">
                  <p:embed/>
                </p:oleObj>
              </mc:Choice>
              <mc:Fallback>
                <p:oleObj name="Equation" r:id="rId7" imgW="380835" imgH="165028" progId="Equation.DSMT4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380" y="986329"/>
                        <a:ext cx="727472" cy="322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510758"/>
              </p:ext>
            </p:extLst>
          </p:nvPr>
        </p:nvGraphicFramePr>
        <p:xfrm>
          <a:off x="4477870" y="1856623"/>
          <a:ext cx="1311630" cy="360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5" name="Equation" r:id="rId9" imgW="571004" imgH="177646" progId="Equation.DSMT4">
                  <p:embed/>
                </p:oleObj>
              </mc:Choice>
              <mc:Fallback>
                <p:oleObj name="Equation" r:id="rId9" imgW="571004" imgH="177646" progId="Equation.DSMT4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7870" y="1856623"/>
                        <a:ext cx="1311630" cy="360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078596"/>
              </p:ext>
            </p:extLst>
          </p:nvPr>
        </p:nvGraphicFramePr>
        <p:xfrm>
          <a:off x="5789556" y="1787751"/>
          <a:ext cx="2155358" cy="464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6" name="Equation" r:id="rId11" imgW="939800" imgH="228600" progId="Equation.DSMT4">
                  <p:embed/>
                </p:oleObj>
              </mc:Choice>
              <mc:Fallback>
                <p:oleObj name="Equation" r:id="rId11" imgW="939800" imgH="228600" progId="Equation.DSMT4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556" y="1787751"/>
                        <a:ext cx="2155358" cy="464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309238" y="2878809"/>
            <a:ext cx="40997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/>
              <a:t>对上式两边求</a:t>
            </a:r>
            <a:r>
              <a:rPr lang="zh-CN" altLang="en-US" sz="2100" b="1"/>
              <a:t>积</a:t>
            </a:r>
            <a:r>
              <a:rPr lang="zh-CN" altLang="en-US" sz="2100" b="1" smtClean="0"/>
              <a:t>分</a:t>
            </a:r>
            <a:endParaRPr lang="zh-CN" altLang="en-US" sz="2100" b="1" dirty="0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090019"/>
              </p:ext>
            </p:extLst>
          </p:nvPr>
        </p:nvGraphicFramePr>
        <p:xfrm>
          <a:off x="3498946" y="2759588"/>
          <a:ext cx="3108574" cy="641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7" name="Equation" r:id="rId13" imgW="1307532" imgH="304668" progId="Equation.DSMT4">
                  <p:embed/>
                </p:oleObj>
              </mc:Choice>
              <mc:Fallback>
                <p:oleObj name="Equation" r:id="rId13" imgW="1307532" imgH="304668" progId="Equation.DSMT4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946" y="2759588"/>
                        <a:ext cx="3108574" cy="641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429570"/>
              </p:ext>
            </p:extLst>
          </p:nvPr>
        </p:nvGraphicFramePr>
        <p:xfrm>
          <a:off x="1907126" y="3513680"/>
          <a:ext cx="2980134" cy="88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28" name="Equation" r:id="rId15" imgW="1167893" imgH="393529" progId="Equation.DSMT4">
                  <p:embed/>
                </p:oleObj>
              </mc:Choice>
              <mc:Fallback>
                <p:oleObj name="Equation" r:id="rId15" imgW="1167893" imgH="393529" progId="Equation.DSMT4">
                  <p:embed/>
                  <p:pic>
                    <p:nvPicPr>
                      <p:cNvPr id="0" name="Picture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126" y="3513680"/>
                        <a:ext cx="2980134" cy="888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4027612" y="1839309"/>
            <a:ext cx="45557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smtClean="0"/>
              <a:t>得</a:t>
            </a:r>
            <a:endParaRPr lang="zh-CN" altLang="en-US" sz="2100" b="1" dirty="0"/>
          </a:p>
        </p:txBody>
      </p:sp>
      <p:sp>
        <p:nvSpPr>
          <p:cNvPr id="15" name="矩形 14"/>
          <p:cNvSpPr/>
          <p:nvPr/>
        </p:nvSpPr>
        <p:spPr>
          <a:xfrm>
            <a:off x="1347338" y="3739842"/>
            <a:ext cx="40997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smtClean="0"/>
              <a:t>得</a:t>
            </a:r>
            <a:r>
              <a:rPr lang="zh-CN" altLang="en-US" sz="2100" b="1" dirty="0"/>
              <a:t>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73892-6E71-4788-9180-51C407ACC06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1576874" y="323072"/>
            <a:ext cx="44577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/>
              <a:t>利用初始条件得到速度：</a:t>
            </a:r>
          </a:p>
        </p:txBody>
      </p:sp>
      <p:graphicFrame>
        <p:nvGraphicFramePr>
          <p:cNvPr id="19461" name="Object 2"/>
          <p:cNvGraphicFramePr>
            <a:graphicFrameLocks noChangeAspect="1"/>
          </p:cNvGraphicFramePr>
          <p:nvPr/>
        </p:nvGraphicFramePr>
        <p:xfrm>
          <a:off x="2585722" y="700088"/>
          <a:ext cx="2300288" cy="88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4" name="Equation" r:id="rId3" imgW="901309" imgH="393529" progId="Equation.DSMT4">
                  <p:embed/>
                </p:oleObj>
              </mc:Choice>
              <mc:Fallback>
                <p:oleObj name="Equation" r:id="rId3" imgW="901309" imgH="393529" progId="Equation.DSMT4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5722" y="700088"/>
                        <a:ext cx="2300288" cy="888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843307" y="1607898"/>
            <a:ext cx="5166316" cy="415498"/>
            <a:chOff x="933742" y="2113384"/>
            <a:chExt cx="6888421" cy="553997"/>
          </a:xfrm>
        </p:grpSpPr>
        <p:graphicFrame>
          <p:nvGraphicFramePr>
            <p:cNvPr id="20485" name="Object 3"/>
            <p:cNvGraphicFramePr>
              <a:graphicFrameLocks noChangeAspect="1"/>
            </p:cNvGraphicFramePr>
            <p:nvPr/>
          </p:nvGraphicFramePr>
          <p:xfrm>
            <a:off x="933742" y="2162564"/>
            <a:ext cx="969962" cy="430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5" name="Equation" r:id="rId5" imgW="380835" imgH="165028" progId="Equation.DSMT4">
                    <p:embed/>
                  </p:oleObj>
                </mc:Choice>
                <mc:Fallback>
                  <p:oleObj name="Equation" r:id="rId5" imgW="380835" imgH="165028" progId="Equation.DSMT4">
                    <p:embed/>
                    <p:pic>
                      <p:nvPicPr>
                        <p:cNvPr id="0" name="Picture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3742" y="2162564"/>
                          <a:ext cx="969962" cy="430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>
              <a:off x="1878563" y="2113384"/>
              <a:ext cx="5943600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/>
                <a:t>时速度：</a:t>
              </a:r>
            </a:p>
          </p:txBody>
        </p:sp>
      </p:grp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535157" y="2050451"/>
          <a:ext cx="2527697" cy="88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6" name="Equation" r:id="rId7" imgW="990170" imgH="393529" progId="Equation.DSMT4">
                  <p:embed/>
                </p:oleObj>
              </mc:Choice>
              <mc:Fallback>
                <p:oleObj name="Equation" r:id="rId7" imgW="990170" imgH="393529" progId="Equation.DSMT4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157" y="2050451"/>
                        <a:ext cx="2527697" cy="888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569338"/>
              </p:ext>
            </p:extLst>
          </p:nvPr>
        </p:nvGraphicFramePr>
        <p:xfrm>
          <a:off x="2711064" y="3337351"/>
          <a:ext cx="81081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7" name="Equation" r:id="rId9" imgW="317225" imgH="101512" progId="Equation.DSMT4">
                  <p:embed/>
                </p:oleObj>
              </mc:Choice>
              <mc:Fallback>
                <p:oleObj name="Equation" r:id="rId9" imgW="317225" imgH="101512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064" y="3337351"/>
                        <a:ext cx="81081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73892-6E71-4788-9180-51C407ACC06C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648891" y="1043940"/>
            <a:ext cx="7875031" cy="3710940"/>
            <a:chOff x="214947" y="1687068"/>
            <a:chExt cx="8677085" cy="408889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4947" y="1687068"/>
              <a:ext cx="8677085" cy="281787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1888682" y="4095367"/>
              <a:ext cx="180975" cy="819150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1306893" y="4595430"/>
              <a:ext cx="2384054" cy="1180529"/>
              <a:chOff x="1677733" y="4058983"/>
              <a:chExt cx="2962275" cy="1466850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77733" y="4058983"/>
                <a:ext cx="2752725" cy="733425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77733" y="4792408"/>
                <a:ext cx="2962275" cy="733425"/>
              </a:xfrm>
              <a:prstGeom prst="rect">
                <a:avLst/>
              </a:prstGeom>
            </p:spPr>
          </p:pic>
        </p:grpSp>
        <p:graphicFrame>
          <p:nvGraphicFramePr>
            <p:cNvPr id="1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8434257"/>
                </p:ext>
              </p:extLst>
            </p:nvPr>
          </p:nvGraphicFramePr>
          <p:xfrm>
            <a:off x="6428741" y="2961640"/>
            <a:ext cx="241300" cy="2919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53" r:id="rId8" imgW="178032" imgH="216181" progId="Equation.3">
                    <p:embed/>
                  </p:oleObj>
                </mc:Choice>
                <mc:Fallback>
                  <p:oleObj r:id="rId8" imgW="178032" imgH="216181" progId="Equation.3">
                    <p:embed/>
                    <p:pic>
                      <p:nvPicPr>
                        <p:cNvPr id="206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8741" y="2961640"/>
                          <a:ext cx="241300" cy="29199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8587547"/>
                </p:ext>
              </p:extLst>
            </p:nvPr>
          </p:nvGraphicFramePr>
          <p:xfrm>
            <a:off x="7741284" y="2667953"/>
            <a:ext cx="772795" cy="300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54" name="Equation" r:id="rId10" imgW="520560" imgH="203040" progId="Equation.DSMT4">
                    <p:embed/>
                  </p:oleObj>
                </mc:Choice>
                <mc:Fallback>
                  <p:oleObj name="Equation" r:id="rId10" imgW="520560" imgH="203040" progId="Equation.DSMT4">
                    <p:embed/>
                    <p:pic>
                      <p:nvPicPr>
                        <p:cNvPr id="1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1284" y="2667953"/>
                          <a:ext cx="772795" cy="30043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4234170"/>
                </p:ext>
              </p:extLst>
            </p:nvPr>
          </p:nvGraphicFramePr>
          <p:xfrm>
            <a:off x="7710804" y="3306445"/>
            <a:ext cx="1108076" cy="282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55" name="Equation" r:id="rId12" imgW="850680" imgH="203040" progId="Equation.DSMT4">
                    <p:embed/>
                  </p:oleObj>
                </mc:Choice>
                <mc:Fallback>
                  <p:oleObj name="Equation" r:id="rId12" imgW="850680" imgH="203040" progId="Equation.DSMT4">
                    <p:embed/>
                    <p:pic>
                      <p:nvPicPr>
                        <p:cNvPr id="1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0804" y="3306445"/>
                          <a:ext cx="1108076" cy="28247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7035893"/>
                </p:ext>
              </p:extLst>
            </p:nvPr>
          </p:nvGraphicFramePr>
          <p:xfrm>
            <a:off x="6130925" y="4054475"/>
            <a:ext cx="280988" cy="230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56" name="Equation" r:id="rId14" imgW="215640" imgH="164880" progId="Equation.DSMT4">
                    <p:embed/>
                  </p:oleObj>
                </mc:Choice>
                <mc:Fallback>
                  <p:oleObj name="Equation" r:id="rId14" imgW="215640" imgH="164880" progId="Equation.DSMT4">
                    <p:embed/>
                    <p:pic>
                      <p:nvPicPr>
                        <p:cNvPr id="1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0925" y="4054475"/>
                          <a:ext cx="280988" cy="2301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0888542"/>
                </p:ext>
              </p:extLst>
            </p:nvPr>
          </p:nvGraphicFramePr>
          <p:xfrm>
            <a:off x="7519353" y="4046538"/>
            <a:ext cx="265112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57" name="Equation" r:id="rId16" imgW="203040" imgH="177480" progId="Equation.DSMT4">
                    <p:embed/>
                  </p:oleObj>
                </mc:Choice>
                <mc:Fallback>
                  <p:oleObj name="Equation" r:id="rId16" imgW="203040" imgH="177480" progId="Equation.DSMT4">
                    <p:embed/>
                    <p:pic>
                      <p:nvPicPr>
                        <p:cNvPr id="1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9353" y="4046538"/>
                          <a:ext cx="265112" cy="2476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0971807"/>
                </p:ext>
              </p:extLst>
            </p:nvPr>
          </p:nvGraphicFramePr>
          <p:xfrm>
            <a:off x="779463" y="1875790"/>
            <a:ext cx="577850" cy="547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58" name="Equation" r:id="rId18" imgW="444240" imgH="393480" progId="Equation.DSMT4">
                    <p:embed/>
                  </p:oleObj>
                </mc:Choice>
                <mc:Fallback>
                  <p:oleObj name="Equation" r:id="rId18" imgW="444240" imgH="393480" progId="Equation.DSMT4">
                    <p:embed/>
                    <p:pic>
                      <p:nvPicPr>
                        <p:cNvPr id="1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463" y="1875790"/>
                          <a:ext cx="577850" cy="5476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0732547"/>
                </p:ext>
              </p:extLst>
            </p:nvPr>
          </p:nvGraphicFramePr>
          <p:xfrm>
            <a:off x="2091690" y="1876425"/>
            <a:ext cx="593725" cy="547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59" name="Equation" r:id="rId20" imgW="457200" imgH="393480" progId="Equation.DSMT4">
                    <p:embed/>
                  </p:oleObj>
                </mc:Choice>
                <mc:Fallback>
                  <p:oleObj name="Equation" r:id="rId20" imgW="457200" imgH="393480" progId="Equation.DSMT4">
                    <p:embed/>
                    <p:pic>
                      <p:nvPicPr>
                        <p:cNvPr id="1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690" y="1876425"/>
                          <a:ext cx="593725" cy="5476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2204743"/>
                </p:ext>
              </p:extLst>
            </p:nvPr>
          </p:nvGraphicFramePr>
          <p:xfrm>
            <a:off x="1427480" y="2760980"/>
            <a:ext cx="1043940" cy="582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60" name="Equation" r:id="rId22" imgW="850680" imgH="419040" progId="Equation.DSMT4">
                    <p:embed/>
                  </p:oleObj>
                </mc:Choice>
                <mc:Fallback>
                  <p:oleObj name="Equation" r:id="rId22" imgW="850680" imgH="419040" progId="Equation.DSMT4">
                    <p:embed/>
                    <p:pic>
                      <p:nvPicPr>
                        <p:cNvPr id="1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7480" y="2760980"/>
                          <a:ext cx="1043940" cy="5826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2118198" y="280532"/>
            <a:ext cx="445770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b="1">
                <a:solidFill>
                  <a:srgbClr val="0000FF"/>
                </a:solidFill>
              </a:rPr>
              <a:t>总结</a:t>
            </a:r>
            <a:endParaRPr lang="zh-CN" altLang="en-US" sz="25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75854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805</Words>
  <Application>Microsoft Office PowerPoint</Application>
  <PresentationFormat>全屏显示(16:9)</PresentationFormat>
  <Paragraphs>180</Paragraphs>
  <Slides>28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楷体_GB2312</vt:lpstr>
      <vt:lpstr>宋体</vt:lpstr>
      <vt:lpstr>Arial</vt:lpstr>
      <vt:lpstr>Symbol</vt:lpstr>
      <vt:lpstr>Times New Roman</vt:lpstr>
      <vt:lpstr>Wingdings</vt:lpstr>
      <vt:lpstr>默认设计模板</vt:lpstr>
      <vt:lpstr>Microsoft Equation 3.0</vt:lpstr>
      <vt:lpstr>MathType 6.7 Equation</vt:lpstr>
      <vt:lpstr>Equation</vt:lpstr>
      <vt:lpstr>Microsoft 公式 3.0</vt:lpstr>
      <vt:lpstr>公式</vt:lpstr>
      <vt:lpstr>PowerPoint 演示文稿</vt:lpstr>
      <vt:lpstr>PowerPoint 演示文稿</vt:lpstr>
      <vt:lpstr>1.运动的绝对性</vt:lpstr>
      <vt:lpstr>3.参考系</vt:lpstr>
      <vt:lpstr>4.坐标系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山东轻工业学院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运动学1-1</dc:title>
  <dc:subject>物理教学</dc:subject>
  <dc:creator>gxg</dc:creator>
  <cp:lastModifiedBy>Administrator</cp:lastModifiedBy>
  <cp:revision>383</cp:revision>
  <dcterms:created xsi:type="dcterms:W3CDTF">2000-08-01T13:14:58Z</dcterms:created>
  <dcterms:modified xsi:type="dcterms:W3CDTF">2024-02-27T11:20:27Z</dcterms:modified>
</cp:coreProperties>
</file>