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14.xml" ContentType="application/vnd.openxmlformats-officedocument.theme+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5.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1"/>
    <p:sldMasterId id="2147483659" r:id="rId2"/>
    <p:sldMasterId id="2147483660" r:id="rId3"/>
    <p:sldMasterId id="2147483661" r:id="rId4"/>
    <p:sldMasterId id="2147483662" r:id="rId5"/>
    <p:sldMasterId id="2147483663" r:id="rId6"/>
    <p:sldMasterId id="2147483664" r:id="rId7"/>
    <p:sldMasterId id="2147483665" r:id="rId8"/>
    <p:sldMasterId id="2147483666" r:id="rId9"/>
    <p:sldMasterId id="2147483667" r:id="rId10"/>
    <p:sldMasterId id="2147483668" r:id="rId11"/>
    <p:sldMasterId id="2147483669" r:id="rId12"/>
    <p:sldMasterId id="2147483670" r:id="rId13"/>
    <p:sldMasterId id="2147483671" r:id="rId14"/>
    <p:sldMasterId id="2147483672" r:id="rId15"/>
    <p:sldMasterId id="2147483673" r:id="rId16"/>
  </p:sldMasterIdLst>
  <p:notesMasterIdLst>
    <p:notesMasterId r:id="rId47"/>
  </p:notesMasterIdLst>
  <p:sldIdLst>
    <p:sldId id="360" r:id="rId17"/>
    <p:sldId id="365" r:id="rId18"/>
    <p:sldId id="318" r:id="rId19"/>
    <p:sldId id="319" r:id="rId20"/>
    <p:sldId id="364" r:id="rId21"/>
    <p:sldId id="320" r:id="rId22"/>
    <p:sldId id="304" r:id="rId23"/>
    <p:sldId id="309" r:id="rId24"/>
    <p:sldId id="306" r:id="rId25"/>
    <p:sldId id="316" r:id="rId26"/>
    <p:sldId id="308" r:id="rId27"/>
    <p:sldId id="322" r:id="rId28"/>
    <p:sldId id="323" r:id="rId29"/>
    <p:sldId id="324" r:id="rId30"/>
    <p:sldId id="325" r:id="rId31"/>
    <p:sldId id="326" r:id="rId32"/>
    <p:sldId id="361" r:id="rId33"/>
    <p:sldId id="328" r:id="rId34"/>
    <p:sldId id="363" r:id="rId35"/>
    <p:sldId id="330" r:id="rId36"/>
    <p:sldId id="331" r:id="rId37"/>
    <p:sldId id="335" r:id="rId38"/>
    <p:sldId id="336" r:id="rId39"/>
    <p:sldId id="337" r:id="rId40"/>
    <p:sldId id="338" r:id="rId41"/>
    <p:sldId id="340" r:id="rId42"/>
    <p:sldId id="341" r:id="rId43"/>
    <p:sldId id="343" r:id="rId44"/>
    <p:sldId id="344" r:id="rId45"/>
    <p:sldId id="345" r:id="rId46"/>
  </p:sldIdLst>
  <p:sldSz cx="9144000" cy="5143500" type="screen16x9"/>
  <p:notesSz cx="6858000" cy="9144000"/>
  <p:defaultTextStyle>
    <a:defPPr>
      <a:defRPr lang="zh-CN"/>
    </a:defPPr>
    <a:lvl1pPr algn="l" rtl="0" fontAlgn="base">
      <a:spcBef>
        <a:spcPct val="0"/>
      </a:spcBef>
      <a:spcAft>
        <a:spcPct val="0"/>
      </a:spcAft>
      <a:buFont typeface="Arial" charset="0"/>
      <a:defRPr sz="3200" b="1" kern="1200">
        <a:solidFill>
          <a:schemeClr val="tx1"/>
        </a:solidFill>
        <a:latin typeface="Arial" charset="0"/>
        <a:ea typeface="宋体" pitchFamily="2" charset="-122"/>
        <a:cs typeface="+mn-cs"/>
      </a:defRPr>
    </a:lvl1pPr>
    <a:lvl2pPr marL="457200" algn="l" rtl="0" fontAlgn="base">
      <a:spcBef>
        <a:spcPct val="0"/>
      </a:spcBef>
      <a:spcAft>
        <a:spcPct val="0"/>
      </a:spcAft>
      <a:buFont typeface="Arial" charset="0"/>
      <a:defRPr sz="3200" b="1" kern="1200">
        <a:solidFill>
          <a:schemeClr val="tx1"/>
        </a:solidFill>
        <a:latin typeface="Arial" charset="0"/>
        <a:ea typeface="宋体" pitchFamily="2" charset="-122"/>
        <a:cs typeface="+mn-cs"/>
      </a:defRPr>
    </a:lvl2pPr>
    <a:lvl3pPr marL="914400" algn="l" rtl="0" fontAlgn="base">
      <a:spcBef>
        <a:spcPct val="0"/>
      </a:spcBef>
      <a:spcAft>
        <a:spcPct val="0"/>
      </a:spcAft>
      <a:buFont typeface="Arial" charset="0"/>
      <a:defRPr sz="3200" b="1" kern="1200">
        <a:solidFill>
          <a:schemeClr val="tx1"/>
        </a:solidFill>
        <a:latin typeface="Arial" charset="0"/>
        <a:ea typeface="宋体" pitchFamily="2" charset="-122"/>
        <a:cs typeface="+mn-cs"/>
      </a:defRPr>
    </a:lvl3pPr>
    <a:lvl4pPr marL="1371600" algn="l" rtl="0" fontAlgn="base">
      <a:spcBef>
        <a:spcPct val="0"/>
      </a:spcBef>
      <a:spcAft>
        <a:spcPct val="0"/>
      </a:spcAft>
      <a:buFont typeface="Arial" charset="0"/>
      <a:defRPr sz="3200" b="1" kern="1200">
        <a:solidFill>
          <a:schemeClr val="tx1"/>
        </a:solidFill>
        <a:latin typeface="Arial" charset="0"/>
        <a:ea typeface="宋体" pitchFamily="2" charset="-122"/>
        <a:cs typeface="+mn-cs"/>
      </a:defRPr>
    </a:lvl4pPr>
    <a:lvl5pPr marL="1828800" algn="l" rtl="0" fontAlgn="base">
      <a:spcBef>
        <a:spcPct val="0"/>
      </a:spcBef>
      <a:spcAft>
        <a:spcPct val="0"/>
      </a:spcAft>
      <a:buFont typeface="Arial" charset="0"/>
      <a:defRPr sz="3200" b="1" kern="1200">
        <a:solidFill>
          <a:schemeClr val="tx1"/>
        </a:solidFill>
        <a:latin typeface="Arial" charset="0"/>
        <a:ea typeface="宋体" pitchFamily="2" charset="-122"/>
        <a:cs typeface="+mn-cs"/>
      </a:defRPr>
    </a:lvl5pPr>
    <a:lvl6pPr marL="2286000" algn="l" defTabSz="914400" rtl="0" eaLnBrk="1" latinLnBrk="0" hangingPunct="1">
      <a:defRPr sz="3200" b="1" kern="1200">
        <a:solidFill>
          <a:schemeClr val="tx1"/>
        </a:solidFill>
        <a:latin typeface="Arial" charset="0"/>
        <a:ea typeface="宋体" pitchFamily="2" charset="-122"/>
        <a:cs typeface="+mn-cs"/>
      </a:defRPr>
    </a:lvl6pPr>
    <a:lvl7pPr marL="2743200" algn="l" defTabSz="914400" rtl="0" eaLnBrk="1" latinLnBrk="0" hangingPunct="1">
      <a:defRPr sz="3200" b="1" kern="1200">
        <a:solidFill>
          <a:schemeClr val="tx1"/>
        </a:solidFill>
        <a:latin typeface="Arial" charset="0"/>
        <a:ea typeface="宋体" pitchFamily="2" charset="-122"/>
        <a:cs typeface="+mn-cs"/>
      </a:defRPr>
    </a:lvl7pPr>
    <a:lvl8pPr marL="3200400" algn="l" defTabSz="914400" rtl="0" eaLnBrk="1" latinLnBrk="0" hangingPunct="1">
      <a:defRPr sz="3200" b="1" kern="1200">
        <a:solidFill>
          <a:schemeClr val="tx1"/>
        </a:solidFill>
        <a:latin typeface="Arial" charset="0"/>
        <a:ea typeface="宋体" pitchFamily="2" charset="-122"/>
        <a:cs typeface="+mn-cs"/>
      </a:defRPr>
    </a:lvl8pPr>
    <a:lvl9pPr marL="3657600" algn="l" defTabSz="914400" rtl="0" eaLnBrk="1" latinLnBrk="0" hangingPunct="1">
      <a:defRPr sz="3200"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3239" userDrawn="1">
          <p15:clr>
            <a:srgbClr val="A4A3A4"/>
          </p15:clr>
        </p15:guide>
        <p15:guide id="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33"/>
    <a:srgbClr val="996600"/>
    <a:srgbClr val="CC0000"/>
    <a:srgbClr val="CCFFFF"/>
    <a:srgbClr val="FFFFCC"/>
    <a:srgbClr val="CC00CC"/>
    <a:srgbClr val="E1F4FB"/>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87" autoAdjust="0"/>
    <p:restoredTop sz="94660"/>
  </p:normalViewPr>
  <p:slideViewPr>
    <p:cSldViewPr snapToGrid="0">
      <p:cViewPr>
        <p:scale>
          <a:sx n="100" d="100"/>
          <a:sy n="100" d="100"/>
        </p:scale>
        <p:origin x="1398" y="540"/>
      </p:cViewPr>
      <p:guideLst>
        <p:guide orient="horz" pos="3239"/>
        <p:guide/>
      </p:guideLst>
    </p:cSldViewPr>
  </p:slid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4.xml"/><Relationship Id="rId29" Type="http://schemas.openxmlformats.org/officeDocument/2006/relationships/slide" Target="slides/slide13.xml"/><Relationship Id="rId41"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slide" Target="slides/slide2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image" Target="../media/image23.emf"/><Relationship Id="rId3" Type="http://schemas.openxmlformats.org/officeDocument/2006/relationships/image" Target="../media/image13.wmf"/><Relationship Id="rId7" Type="http://schemas.openxmlformats.org/officeDocument/2006/relationships/image" Target="../media/image17.wmf"/><Relationship Id="rId12" Type="http://schemas.openxmlformats.org/officeDocument/2006/relationships/image" Target="../media/image22.emf"/><Relationship Id="rId17" Type="http://schemas.openxmlformats.org/officeDocument/2006/relationships/image" Target="../media/image27.wmf"/><Relationship Id="rId2" Type="http://schemas.openxmlformats.org/officeDocument/2006/relationships/image" Target="../media/image12.wmf"/><Relationship Id="rId16" Type="http://schemas.openxmlformats.org/officeDocument/2006/relationships/image" Target="../media/image26.wmf"/><Relationship Id="rId1" Type="http://schemas.openxmlformats.org/officeDocument/2006/relationships/image" Target="../media/image11.wmf"/><Relationship Id="rId6" Type="http://schemas.openxmlformats.org/officeDocument/2006/relationships/image" Target="../media/image16.wmf"/><Relationship Id="rId11" Type="http://schemas.openxmlformats.org/officeDocument/2006/relationships/image" Target="../media/image21.wmf"/><Relationship Id="rId5" Type="http://schemas.openxmlformats.org/officeDocument/2006/relationships/image" Target="../media/image15.wmf"/><Relationship Id="rId15" Type="http://schemas.openxmlformats.org/officeDocument/2006/relationships/image" Target="../media/image25.wmf"/><Relationship Id="rId10" Type="http://schemas.openxmlformats.org/officeDocument/2006/relationships/image" Target="../media/image20.wmf"/><Relationship Id="rId4" Type="http://schemas.openxmlformats.org/officeDocument/2006/relationships/image" Target="../media/image14.wmf"/><Relationship Id="rId9" Type="http://schemas.openxmlformats.org/officeDocument/2006/relationships/image" Target="../media/image19.wmf"/><Relationship Id="rId14"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image" Target="../media/image24.wmf"/><Relationship Id="rId3" Type="http://schemas.openxmlformats.org/officeDocument/2006/relationships/image" Target="../media/image30.wmf"/><Relationship Id="rId7" Type="http://schemas.openxmlformats.org/officeDocument/2006/relationships/image" Target="../media/image19.wmf"/><Relationship Id="rId12" Type="http://schemas.openxmlformats.org/officeDocument/2006/relationships/image" Target="../media/image23.emf"/><Relationship Id="rId2" Type="http://schemas.openxmlformats.org/officeDocument/2006/relationships/image" Target="../media/image29.wmf"/><Relationship Id="rId16" Type="http://schemas.openxmlformats.org/officeDocument/2006/relationships/image" Target="../media/image27.wmf"/><Relationship Id="rId1" Type="http://schemas.openxmlformats.org/officeDocument/2006/relationships/image" Target="../media/image28.wmf"/><Relationship Id="rId6" Type="http://schemas.openxmlformats.org/officeDocument/2006/relationships/image" Target="../media/image18.wmf"/><Relationship Id="rId11" Type="http://schemas.openxmlformats.org/officeDocument/2006/relationships/image" Target="../media/image22.emf"/><Relationship Id="rId5" Type="http://schemas.openxmlformats.org/officeDocument/2006/relationships/image" Target="../media/image14.wmf"/><Relationship Id="rId15" Type="http://schemas.openxmlformats.org/officeDocument/2006/relationships/image" Target="../media/image26.wmf"/><Relationship Id="rId10" Type="http://schemas.openxmlformats.org/officeDocument/2006/relationships/image" Target="../media/image21.wmf"/><Relationship Id="rId4" Type="http://schemas.openxmlformats.org/officeDocument/2006/relationships/image" Target="../media/image31.wmf"/><Relationship Id="rId9" Type="http://schemas.openxmlformats.org/officeDocument/2006/relationships/image" Target="../media/image13.wmf"/><Relationship Id="rId14"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7.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9.wmf"/><Relationship Id="rId5" Type="http://schemas.openxmlformats.org/officeDocument/2006/relationships/image" Target="../media/image34.wmf"/><Relationship Id="rId4"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5" Type="http://schemas.openxmlformats.org/officeDocument/2006/relationships/image" Target="../media/image54.wmf"/><Relationship Id="rId4" Type="http://schemas.openxmlformats.org/officeDocument/2006/relationships/image" Target="../media/image5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9.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68.wmf"/><Relationship Id="rId5" Type="http://schemas.openxmlformats.org/officeDocument/2006/relationships/image" Target="../media/image67.wmf"/><Relationship Id="rId10" Type="http://schemas.openxmlformats.org/officeDocument/2006/relationships/image" Target="../media/image71.wmf"/><Relationship Id="rId4" Type="http://schemas.openxmlformats.org/officeDocument/2006/relationships/image" Target="../media/image66.wmf"/><Relationship Id="rId9" Type="http://schemas.openxmlformats.org/officeDocument/2006/relationships/image" Target="../media/image55.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wmf"/><Relationship Id="rId7" Type="http://schemas.openxmlformats.org/officeDocument/2006/relationships/image" Target="../media/image78.png"/><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11" Type="http://schemas.openxmlformats.org/officeDocument/2006/relationships/image" Target="../media/image82.wmf"/><Relationship Id="rId5" Type="http://schemas.openxmlformats.org/officeDocument/2006/relationships/image" Target="../media/image76.wmf"/><Relationship Id="rId10" Type="http://schemas.openxmlformats.org/officeDocument/2006/relationships/image" Target="../media/image81.wmf"/><Relationship Id="rId4" Type="http://schemas.openxmlformats.org/officeDocument/2006/relationships/image" Target="../media/image75.wmf"/><Relationship Id="rId9" Type="http://schemas.openxmlformats.org/officeDocument/2006/relationships/image" Target="../media/image8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5" Type="http://schemas.openxmlformats.org/officeDocument/2006/relationships/image" Target="../media/image87.wmf"/><Relationship Id="rId4" Type="http://schemas.openxmlformats.org/officeDocument/2006/relationships/image" Target="../media/image8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4" Type="http://schemas.openxmlformats.org/officeDocument/2006/relationships/image" Target="../media/image8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image" Target="../media/image107.wmf"/><Relationship Id="rId3" Type="http://schemas.openxmlformats.org/officeDocument/2006/relationships/image" Target="../media/image97.wmf"/><Relationship Id="rId7" Type="http://schemas.openxmlformats.org/officeDocument/2006/relationships/image" Target="../media/image101.wmf"/><Relationship Id="rId12" Type="http://schemas.openxmlformats.org/officeDocument/2006/relationships/image" Target="../media/image106.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11" Type="http://schemas.openxmlformats.org/officeDocument/2006/relationships/image" Target="../media/image105.wmf"/><Relationship Id="rId5" Type="http://schemas.openxmlformats.org/officeDocument/2006/relationships/image" Target="../media/image99.wmf"/><Relationship Id="rId10" Type="http://schemas.openxmlformats.org/officeDocument/2006/relationships/image" Target="../media/image104.wmf"/><Relationship Id="rId4" Type="http://schemas.openxmlformats.org/officeDocument/2006/relationships/image" Target="../media/image98.wmf"/><Relationship Id="rId9" Type="http://schemas.openxmlformats.org/officeDocument/2006/relationships/image" Target="../media/image10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image" Target="../media/image113.wmf"/><Relationship Id="rId3" Type="http://schemas.openxmlformats.org/officeDocument/2006/relationships/image" Target="../media/image116.wmf"/><Relationship Id="rId7" Type="http://schemas.openxmlformats.org/officeDocument/2006/relationships/image" Target="../media/image120.wmf"/><Relationship Id="rId12" Type="http://schemas.openxmlformats.org/officeDocument/2006/relationships/image" Target="../media/image112.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11" Type="http://schemas.openxmlformats.org/officeDocument/2006/relationships/image" Target="../media/image111.wmf"/><Relationship Id="rId5" Type="http://schemas.openxmlformats.org/officeDocument/2006/relationships/image" Target="../media/image118.wmf"/><Relationship Id="rId10" Type="http://schemas.openxmlformats.org/officeDocument/2006/relationships/image" Target="../media/image110.wmf"/><Relationship Id="rId4" Type="http://schemas.openxmlformats.org/officeDocument/2006/relationships/image" Target="../media/image117.wmf"/><Relationship Id="rId9" Type="http://schemas.openxmlformats.org/officeDocument/2006/relationships/image" Target="../media/image10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21.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5.wmf"/><Relationship Id="rId7" Type="http://schemas.openxmlformats.org/officeDocument/2006/relationships/image" Target="../media/image79.png"/><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5" Type="http://schemas.openxmlformats.org/officeDocument/2006/relationships/image" Target="../media/image127.wmf"/><Relationship Id="rId10" Type="http://schemas.openxmlformats.org/officeDocument/2006/relationships/image" Target="../media/image130.wmf"/><Relationship Id="rId4" Type="http://schemas.openxmlformats.org/officeDocument/2006/relationships/image" Target="../media/image126.wmf"/><Relationship Id="rId9" Type="http://schemas.openxmlformats.org/officeDocument/2006/relationships/image" Target="../media/image78.png"/></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image" Target="../media/image123.wmf"/><Relationship Id="rId3" Type="http://schemas.openxmlformats.org/officeDocument/2006/relationships/image" Target="../media/image133.wmf"/><Relationship Id="rId7" Type="http://schemas.openxmlformats.org/officeDocument/2006/relationships/image" Target="../media/image79.png"/><Relationship Id="rId12" Type="http://schemas.openxmlformats.org/officeDocument/2006/relationships/image" Target="../media/image126.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28.wmf"/><Relationship Id="rId11" Type="http://schemas.openxmlformats.org/officeDocument/2006/relationships/image" Target="../media/image124.wmf"/><Relationship Id="rId5" Type="http://schemas.openxmlformats.org/officeDocument/2006/relationships/image" Target="../media/image127.wmf"/><Relationship Id="rId10" Type="http://schemas.openxmlformats.org/officeDocument/2006/relationships/image" Target="../media/image125.wmf"/><Relationship Id="rId4" Type="http://schemas.openxmlformats.org/officeDocument/2006/relationships/image" Target="../media/image134.wmf"/><Relationship Id="rId9" Type="http://schemas.openxmlformats.org/officeDocument/2006/relationships/image" Target="../media/image78.png"/><Relationship Id="rId14" Type="http://schemas.openxmlformats.org/officeDocument/2006/relationships/image" Target="../media/image130.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9.wmf"/><Relationship Id="rId13" Type="http://schemas.openxmlformats.org/officeDocument/2006/relationships/image" Target="../media/image123.wmf"/><Relationship Id="rId3" Type="http://schemas.openxmlformats.org/officeDocument/2006/relationships/image" Target="../media/image137.wmf"/><Relationship Id="rId7" Type="http://schemas.openxmlformats.org/officeDocument/2006/relationships/image" Target="../media/image79.png"/><Relationship Id="rId12" Type="http://schemas.openxmlformats.org/officeDocument/2006/relationships/image" Target="../media/image126.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28.wmf"/><Relationship Id="rId11" Type="http://schemas.openxmlformats.org/officeDocument/2006/relationships/image" Target="../media/image124.wmf"/><Relationship Id="rId5" Type="http://schemas.openxmlformats.org/officeDocument/2006/relationships/image" Target="../media/image127.wmf"/><Relationship Id="rId10" Type="http://schemas.openxmlformats.org/officeDocument/2006/relationships/image" Target="../media/image125.wmf"/><Relationship Id="rId4" Type="http://schemas.openxmlformats.org/officeDocument/2006/relationships/image" Target="../media/image138.wmf"/><Relationship Id="rId9" Type="http://schemas.openxmlformats.org/officeDocument/2006/relationships/image" Target="../media/image78.png"/><Relationship Id="rId14" Type="http://schemas.openxmlformats.org/officeDocument/2006/relationships/image" Target="../media/image130.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36.wmf"/><Relationship Id="rId13" Type="http://schemas.openxmlformats.org/officeDocument/2006/relationships/image" Target="../media/image129.wmf"/><Relationship Id="rId18" Type="http://schemas.openxmlformats.org/officeDocument/2006/relationships/image" Target="../media/image123.wmf"/><Relationship Id="rId3" Type="http://schemas.openxmlformats.org/officeDocument/2006/relationships/image" Target="../media/image141.wmf"/><Relationship Id="rId7" Type="http://schemas.openxmlformats.org/officeDocument/2006/relationships/image" Target="../media/image145.wmf"/><Relationship Id="rId12" Type="http://schemas.openxmlformats.org/officeDocument/2006/relationships/image" Target="../media/image79.png"/><Relationship Id="rId17" Type="http://schemas.openxmlformats.org/officeDocument/2006/relationships/image" Target="../media/image126.wmf"/><Relationship Id="rId2" Type="http://schemas.openxmlformats.org/officeDocument/2006/relationships/image" Target="../media/image140.wmf"/><Relationship Id="rId16" Type="http://schemas.openxmlformats.org/officeDocument/2006/relationships/image" Target="../media/image124.wmf"/><Relationship Id="rId1" Type="http://schemas.openxmlformats.org/officeDocument/2006/relationships/image" Target="../media/image139.wmf"/><Relationship Id="rId6" Type="http://schemas.openxmlformats.org/officeDocument/2006/relationships/image" Target="../media/image144.wmf"/><Relationship Id="rId11" Type="http://schemas.openxmlformats.org/officeDocument/2006/relationships/image" Target="../media/image128.wmf"/><Relationship Id="rId5" Type="http://schemas.openxmlformats.org/officeDocument/2006/relationships/image" Target="../media/image143.wmf"/><Relationship Id="rId15" Type="http://schemas.openxmlformats.org/officeDocument/2006/relationships/image" Target="../media/image125.wmf"/><Relationship Id="rId10" Type="http://schemas.openxmlformats.org/officeDocument/2006/relationships/image" Target="../media/image127.wmf"/><Relationship Id="rId19" Type="http://schemas.openxmlformats.org/officeDocument/2006/relationships/image" Target="../media/image130.wmf"/><Relationship Id="rId4" Type="http://schemas.openxmlformats.org/officeDocument/2006/relationships/image" Target="../media/image142.wmf"/><Relationship Id="rId9" Type="http://schemas.openxmlformats.org/officeDocument/2006/relationships/image" Target="../media/image137.wmf"/><Relationship Id="rId14" Type="http://schemas.openxmlformats.org/officeDocument/2006/relationships/image" Target="../media/image78.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endParaRPr lang="zh-CN" altLang="en-US"/>
          </a:p>
        </p:txBody>
      </p:sp>
      <p:sp>
        <p:nvSpPr>
          <p:cNvPr id="174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endParaRPr lang="en-US" altLang="zh-CN"/>
          </a:p>
        </p:txBody>
      </p:sp>
      <p:sp>
        <p:nvSpPr>
          <p:cNvPr id="17412" name="Rectangle 4"/>
          <p:cNvSpPr>
            <a:spLocks noGrp="1" noRot="1" noChangeAspect="1" noChangeArrowheads="1"/>
          </p:cNvSpPr>
          <p:nvPr>
            <p:ph type="sldImg" idx="2"/>
          </p:nvPr>
        </p:nvSpPr>
        <p:spPr bwMode="auto">
          <a:xfrm>
            <a:off x="381000" y="685800"/>
            <a:ext cx="6096000" cy="3429000"/>
          </a:xfrm>
          <a:prstGeom prst="rect">
            <a:avLst/>
          </a:prstGeom>
          <a:noFill/>
          <a:ln w="9525">
            <a:noFill/>
            <a:miter lim="800000"/>
            <a:headEnd/>
            <a:tailEnd/>
          </a:ln>
          <a:effectLst/>
        </p:spPr>
      </p:sp>
      <p:sp>
        <p:nvSpPr>
          <p:cNvPr id="17413"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74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endParaRPr lang="en-US" altLang="zh-CN"/>
          </a:p>
        </p:txBody>
      </p:sp>
      <p:sp>
        <p:nvSpPr>
          <p:cNvPr id="174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fld id="{3A4096CD-E2A1-4AC5-A30B-52489870C432}" type="slidenum">
              <a:rPr lang="zh-CN" altLang="en-US"/>
              <a:pPr/>
              <a:t>‹#›</a:t>
            </a:fld>
            <a:endParaRPr lang="en-US" altLang="zh-CN"/>
          </a:p>
        </p:txBody>
      </p:sp>
    </p:spTree>
    <p:extLst>
      <p:ext uri="{BB962C8B-B14F-4D97-AF65-F5344CB8AC3E}">
        <p14:creationId xmlns:p14="http://schemas.microsoft.com/office/powerpoint/2010/main" val="104928597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A4096CD-E2A1-4AC5-A30B-52489870C432}" type="slidenum">
              <a:rPr lang="zh-CN" altLang="en-US" smtClean="0"/>
              <a:pPr/>
              <a:t>1</a:t>
            </a:fld>
            <a:endParaRPr lang="en-US" altLang="zh-CN"/>
          </a:p>
        </p:txBody>
      </p:sp>
    </p:spTree>
    <p:extLst>
      <p:ext uri="{BB962C8B-B14F-4D97-AF65-F5344CB8AC3E}">
        <p14:creationId xmlns:p14="http://schemas.microsoft.com/office/powerpoint/2010/main" val="2130339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C38AD1-C091-420B-B6F6-2AE36823846B}" type="slidenum">
              <a:rPr lang="zh-CN" altLang="en-US"/>
              <a:pPr/>
              <a:t>6</a:t>
            </a:fld>
            <a:endParaRPr lang="en-US" altLang="zh-CN"/>
          </a:p>
        </p:txBody>
      </p:sp>
      <p:sp>
        <p:nvSpPr>
          <p:cNvPr id="73730" name="Rectangle 2"/>
          <p:cNvSpPr>
            <a:spLocks noGrp="1" noRot="1" noChangeAspect="1" noChangeArrowheads="1" noTextEdit="1"/>
          </p:cNvSpPr>
          <p:nvPr>
            <p:ph type="sldImg"/>
          </p:nvPr>
        </p:nvSpPr>
        <p:spPr>
          <a:xfrm>
            <a:off x="381000" y="685800"/>
            <a:ext cx="6096000" cy="3429000"/>
          </a:xfrm>
        </p:spPr>
      </p:sp>
      <p:sp>
        <p:nvSpPr>
          <p:cNvPr id="73731" name="Rectangle 3"/>
          <p:cNvSpPr>
            <a:spLocks noGrp="1" noRot="1" noChangeArrowheads="1"/>
          </p:cNvSpPr>
          <p:nvPr>
            <p:ph type="body" idx="1"/>
          </p:nvPr>
        </p:nvSpPr>
        <p:spPr/>
        <p:txBody>
          <a:bodyPr/>
          <a:lstStyle/>
          <a:p>
            <a:r>
              <a:rPr lang="zh-CN" altLang="en-US"/>
              <a:t>还有重力</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transition>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transition>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transition>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transition>
    <p:blinds/>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transition>
    <p:blinds/>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blinds/>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blinds/>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2DBDB4FD-E50B-4350-8E89-267F1BD2D35B}" type="slidenum">
              <a:rPr lang="zh-CN" altLang="en-US"/>
              <a:pPr/>
              <a:t>‹#›</a:t>
            </a:fld>
            <a:endParaRPr lang="en-US" altLang="zh-CN"/>
          </a:p>
        </p:txBody>
      </p:sp>
    </p:spTree>
  </p:cSld>
  <p:clrMapOvr>
    <a:masterClrMapping/>
  </p:clrMapOvr>
  <p:transition>
    <p:blinds/>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3A48FD9E-5B0A-4CA2-B39D-F74809DFC98C}" type="slidenum">
              <a:rPr lang="zh-CN" altLang="en-US"/>
              <a:pPr/>
              <a:t>‹#›</a:t>
            </a:fld>
            <a:endParaRPr lang="en-US" altLang="zh-CN"/>
          </a:p>
        </p:txBody>
      </p:sp>
    </p:spTree>
  </p:cSld>
  <p:clrMapOvr>
    <a:masterClrMapping/>
  </p:clrMapOvr>
  <p:transition>
    <p:blinds/>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灯片编号占位符 3"/>
          <p:cNvSpPr>
            <a:spLocks noGrp="1"/>
          </p:cNvSpPr>
          <p:nvPr>
            <p:ph type="sldNum" sz="quarter" idx="10"/>
          </p:nvPr>
        </p:nvSpPr>
        <p:spPr/>
        <p:txBody>
          <a:bodyPr/>
          <a:lstStyle>
            <a:lvl1pPr>
              <a:defRPr/>
            </a:lvl1pPr>
          </a:lstStyle>
          <a:p>
            <a:fld id="{2E26EC8A-8426-4D1B-B6E7-85BB315DCFC8}" type="slidenum">
              <a:rPr lang="zh-CN" altLang="en-US"/>
              <a:pPr/>
              <a:t>‹#›</a:t>
            </a:fld>
            <a:endParaRPr lang="en-US" altLang="zh-CN"/>
          </a:p>
        </p:txBody>
      </p:sp>
    </p:spTree>
  </p:cSld>
  <p:clrMapOvr>
    <a:masterClrMapping/>
  </p:clrMapOvr>
  <p:transition>
    <p:blinds/>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lvl1pPr>
              <a:defRPr/>
            </a:lvl1pPr>
          </a:lstStyle>
          <a:p>
            <a:fld id="{AA28DD06-1DCE-43D0-99B4-EDC7998CDF57}" type="slidenum">
              <a:rPr lang="zh-CN" altLang="en-US"/>
              <a:pPr/>
              <a:t>‹#›</a:t>
            </a:fld>
            <a:endParaRPr lang="en-US" altLang="zh-CN"/>
          </a:p>
        </p:txBody>
      </p:sp>
    </p:spTree>
  </p:cSld>
  <p:clrMapOvr>
    <a:masterClrMapping/>
  </p:clrMapOvr>
  <p:transition>
    <p:blinds/>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lvl1pPr>
              <a:defRPr/>
            </a:lvl1pPr>
          </a:lstStyle>
          <a:p>
            <a:fld id="{2A1FCA17-089D-4145-AD93-AE1D0D386249}" type="slidenum">
              <a:rPr lang="zh-CN" altLang="en-US"/>
              <a:pPr/>
              <a:t>‹#›</a:t>
            </a:fld>
            <a:endParaRPr lang="en-US" altLang="zh-CN"/>
          </a:p>
        </p:txBody>
      </p:sp>
    </p:spTree>
  </p:cSld>
  <p:clrMapOvr>
    <a:masterClrMapping/>
  </p:clrMapOvr>
  <p:transition>
    <p:blinds/>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EEAB79D1-AE88-4F4F-BB5D-756AB307C472}" type="slidenum">
              <a:rPr lang="zh-CN" altLang="en-US"/>
              <a:pPr/>
              <a:t>‹#›</a:t>
            </a:fld>
            <a:endParaRPr lang="en-US" altLang="zh-CN"/>
          </a:p>
        </p:txBody>
      </p:sp>
    </p:spTree>
  </p:cSld>
  <p:clrMapOvr>
    <a:masterClrMapping/>
  </p:clrMapOvr>
  <p:transition>
    <p:blinds/>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070411AB-560B-4F7F-A6EC-1F5212022E92}" type="slidenum">
              <a:rPr lang="zh-CN" altLang="en-US"/>
              <a:pPr/>
              <a:t>‹#›</a:t>
            </a:fld>
            <a:endParaRPr lang="en-US" altLang="zh-CN"/>
          </a:p>
        </p:txBody>
      </p:sp>
    </p:spTree>
  </p:cSld>
  <p:clrMapOvr>
    <a:masterClrMapping/>
  </p:clrMapOvr>
  <p:transition>
    <p:blind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107ED3BF-D8CE-4CA1-9028-FBF941F62DBC}" type="slidenum">
              <a:rPr lang="zh-CN" altLang="en-US"/>
              <a:pPr/>
              <a:t>‹#›</a:t>
            </a:fld>
            <a:endParaRPr lang="en-US" altLang="zh-CN"/>
          </a:p>
        </p:txBody>
      </p:sp>
    </p:spTree>
  </p:cSld>
  <p:clrMapOvr>
    <a:masterClrMapping/>
  </p:clrMapOvr>
  <p:transition>
    <p:blinds/>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7011A76F-9054-4575-88DA-61BF820A2AE1}" type="slidenum">
              <a:rPr lang="zh-CN" altLang="en-US"/>
              <a:pPr/>
              <a:t>‹#›</a:t>
            </a:fld>
            <a:endParaRPr lang="en-US" altLang="zh-CN"/>
          </a:p>
        </p:txBody>
      </p:sp>
    </p:spTree>
  </p:cSld>
  <p:clrMapOvr>
    <a:masterClrMapping/>
  </p:clrMapOvr>
  <p:transition>
    <p:blinds/>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735F2FE0-8FA8-4DD6-B18D-C8DBC7F12BB8}" type="slidenum">
              <a:rPr lang="zh-CN" altLang="en-US"/>
              <a:pPr/>
              <a:t>‹#›</a:t>
            </a:fld>
            <a:endParaRPr lang="en-US" altLang="zh-CN"/>
          </a:p>
        </p:txBody>
      </p:sp>
    </p:spTree>
  </p:cSld>
  <p:clrMapOvr>
    <a:masterClrMapping/>
  </p:clrMapOvr>
  <p:transition>
    <p:blinds/>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C5474907-7E96-4DE7-9EA2-219AEED12B65}" type="slidenum">
              <a:rPr lang="zh-CN" altLang="en-US"/>
              <a:pPr/>
              <a:t>‹#›</a:t>
            </a:fld>
            <a:endParaRPr lang="en-US" altLang="zh-CN"/>
          </a:p>
        </p:txBody>
      </p:sp>
    </p:spTree>
  </p:cSld>
  <p:clrMapOvr>
    <a:masterClrMapping/>
  </p:clrMapOvr>
  <p:transition>
    <p:blinds/>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3EC87DAC-7057-4F6D-9BB4-6C369326E9CB}"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94C9365E-8FBF-4332-9985-924E95847353}"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D9965C89-9609-4E28-BC4E-F0648C648E2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B214EE78-6E7C-4FD1-936F-3F2DFA027D20}"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87454EEA-605E-4D37-9502-677C58970C73}"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D7BBA1F2-5C66-47B9-9188-53BBB50762C5}"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EC658AC2-5A37-4CB5-9666-EA10D2E30F11}"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139AFEC8-3AA4-4BB9-AB31-908E06990EE5}"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525820B-9716-4C5C-A4CE-BE66621D3576}"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D095451F-C7AB-4028-8933-A45B46129263}"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5F77DD6-4DE6-4C00-BF9E-5F02BBE68807}"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80CD8FE9-8F66-4BA5-B51F-2A9DD67CA4F0}"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E9EA940E-D349-47EF-843D-3549D5E76985}"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298232B6-5E16-4303-B7D1-EBC83564AA21}"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F43281FB-0271-46E3-9CDC-C3D510A3F207}"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CD6FC6C5-3B6A-4266-BC13-F08A9AA4E226}"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7489A74E-8751-4000-B196-15DD96A8718A}"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B4AD227-3F85-49A5-A030-EFDE321E89CE}"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15A4A29F-0E39-4551-BDCA-B79E7BE96535}"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6095521C-233E-44A7-9822-9C947D2E0165}"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D30D8DD-B4F4-4303-BC07-6EF0A86501CF}"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2C88B08F-7848-43A3-ADEE-E6190A0B6760}"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46917B69-C8E0-4FCA-BD74-BCDD91C1EAF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6BCAE7E-0BE0-4D50-8B03-A8555E9F2DF3}"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04F86F5E-7256-4A7F-87BD-55259E4C0040}"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7B585DF4-05F0-4949-80E8-B526161BE3E3}"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DA65F279-4DC5-47B5-808D-34A6D88EAAB4}"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725C5B0F-1EDC-48B2-863A-5DD61FF12BA2}"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CE54E32E-FAEC-490A-B052-10C26991943A}"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E47A403F-02DC-400A-8F7D-17758F8D9A4F}"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52E9B745-F0BF-47EF-8701-92DF632FC8A6}"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2C50AA07-15FC-40E7-815F-566BBE762C7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FD39826-C3F6-4A3E-87BB-BDAC4990B71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5FB809CB-C32F-46B6-8804-65B236BF7FA7}"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F51A430-7C4E-45E3-BEC1-D4E27FBB2B24}"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1F89B023-278A-4309-8F47-F75EABD6E511}"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80EED6C5-20A3-4157-86F9-AAFD87E25BF7}"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1DF30F8-F9EA-436B-8B02-FE8ADC04E422}"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5FB0136F-EAD5-46E8-A901-AE3295B7E288}"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1F560F83-2D9E-4C95-A73D-7E5E473FC5DB}"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B31067C7-AF22-4239-9276-26B2EE61A398}"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49583AEF-EB17-4CAA-A54A-FF159F7649CD}"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637A924-CDDA-4FDF-BCC2-3FE20F4625E0}"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C15F158-30B9-4D3B-96D2-707CB714537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AEA82CC2-D895-482F-BC4A-25ED4D37D414}"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FE6F1A57-167E-44FF-A22F-C94D72DA96C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6F4D006-36FB-41B3-85EC-7C65915FB9A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67C488F6-2B79-4424-9A1C-8DFB946C1760}"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DAEE1810-A8B0-4288-84AC-4C1FE81772F5}"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F74001E2-9E3B-4D30-BC00-380B651B7460}"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7911D755-802B-4604-985C-5E8B445BFD29}"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1D5099A9-DA55-40CF-A48F-D0B82FD8CAE1}"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8D965B70-626B-493F-9427-E690CF6210A0}"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029AC01-06A8-4EE8-8DED-4965E751A432}"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882EA3D1-D770-4277-AECF-A01B1F7229BD}"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C19E0F63-777E-4A6F-8241-5E1B922F3D00}"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CFD3F53-3AC7-44C3-970B-80E9EE68D87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97A886F6-62F9-4E73-918E-1260EF02E6D4}"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9F88A9A1-EB5A-4688-BC64-15342DEB699C}"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5365A5AC-7586-4129-B4A6-8FD7EE845D6B}"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A294A770-518F-4CEB-9667-46CED8BD3FB6}"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63F15581-BC07-4BD0-AE38-2162AF73CDC7}"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81095DA-8DD1-48D0-8BE2-50A0B236BDFE}"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C7A27268-FBF2-4267-9CD7-DE525CF8D6A3}"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1EAD053-D181-4DB2-B6C0-11FE98744E78}"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2F9ABD4-771B-48FA-BCBE-21C3DFF9C03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DA182EE4-7B8C-4DA2-ABE9-103D9AB0DA4E}"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B1CD93B-9402-4C1C-A8E8-85D696A8E963}"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B8AB6CC4-06A3-42C9-BAD9-89548CACC49F}"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5E109B70-94AB-4470-9FB6-8BA284B2F3A6}"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26569D89-7103-4092-9E2C-D04ADEF648B2}"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139C4201-B146-40BB-AD59-85A7F7C1DA1B}"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9D22733-1552-4E5C-8C30-76C0C3E60EA4}"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C18D721E-B2AB-4B3A-8C72-113403F38C5B}"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7B59C36-7314-49A4-94CD-F42BEA9D369B}"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13EA5FE-E174-416A-A703-8542E0B9803A}"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B2F28018-9722-467D-B635-70112055170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F794D87B-9C00-45EE-ABC8-7AA7C8D645A5}"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BA88C67-DFBB-4F2C-8F69-6955EE1BDF97}"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F87BDDBF-4335-45A5-BA54-926C0D0ECDBC}"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015AAA7E-2956-461D-AC6D-6A3BB0B19986}"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A70787A9-28CF-408A-AD64-17A4A3C1BEB9}"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A7446125-D7FB-4DA7-A0AF-59051A891228}"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3B437A90-88B8-4975-A2A1-43B9B285DB7E}"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5A55D6F3-F8A7-47E3-BEBD-12155F911B32}"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B3F2BE7-4EEC-424D-9332-8BF798D92315}"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90E0D86C-080D-4D73-94D0-5E168DC86DA1}"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4D2F91C-F681-4A45-96A0-C10354A4413A}"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27C442F2-9684-4F02-A054-720F0B889D9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902E396D-A58B-4AEE-83A2-8E18122BFBA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3646D760-5CEE-40EB-8DCF-5D0B2C832FA7}"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772C9609-B478-4F7B-984A-1D0B2AE11631}"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BCB67EB1-5274-4912-B56C-B69D737484CE}"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7F312D19-154F-4C43-BAAB-7FB098A4BC07}"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91B2896E-AC9A-4F19-AE43-A9AB35A996CF}"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7BE4A593-342E-4BCF-BE41-6C1F1259D103}"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3511A335-0335-4D2E-AC8E-F739D16352BA}"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ED06EF1D-6524-44A2-A556-838A3B8D5259}"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D4BDD87-90A6-4664-BBA4-B1E41FABA7AD}"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632AA189-3C2F-482D-933D-10022175B22E}"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18B00250-FAC8-4585-A3C5-A33BFB436AEA}"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36F2456C-B5DC-4DA8-B2F6-304CA3E8FC12}"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42A1071E-33C3-49E1-94FD-D16B81E34448}"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C19E25B4-A7F1-42AD-A405-059A89E2623F}" type="datetime1">
              <a:rPr lang="zh-CN" altLang="en-US"/>
              <a:pPr/>
              <a:t>2024/3/15</a:t>
            </a:fld>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9AEEE4F1-F4B1-4EE9-AFDA-2B7E30398771}" type="datetime1">
              <a:rPr lang="zh-CN" altLang="en-US"/>
              <a:pPr/>
              <a:t>2024/3/15</a:t>
            </a:fld>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38E5171-7E20-4EBF-97FC-E5011195164A}" type="datetime1">
              <a:rPr lang="zh-CN" altLang="en-US"/>
              <a:pPr/>
              <a:t>2024/3/15</a:t>
            </a:fld>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8CDB95E4-E83D-49E5-BA98-FC7229258DB3}"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B09E013B-1A69-4DC6-8A46-25D8A70A9C10}" type="datetime1">
              <a:rPr lang="zh-CN" altLang="en-US"/>
              <a:pPr/>
              <a:t>2024/3/15</a:t>
            </a:fld>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48BBCE18-E5B2-46FA-929C-BC0D51A37577}"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CD3CFBAC-5102-46AD-8C2C-95495DFC6F9B}" type="datetime1">
              <a:rPr lang="zh-CN" altLang="en-US"/>
              <a:pPr/>
              <a:t>2024/3/15</a:t>
            </a:fld>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09879454-07F0-474D-93C1-F5340517A980}" type="slidenum">
              <a:rPr lang="zh-CN" altLang="en-US"/>
              <a:pPr/>
              <a:t>‹#›</a:t>
            </a:fld>
            <a:endParaRPr 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9C157A0C-FEA8-4820-BDB3-B0EEC1F7AB99}" type="slidenum">
              <a:rPr lang="zh-CN" altLang="en-US"/>
              <a:pPr/>
              <a:t>‹#›</a:t>
            </a:fld>
            <a:endParaRPr 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灯片编号占位符 3"/>
          <p:cNvSpPr>
            <a:spLocks noGrp="1"/>
          </p:cNvSpPr>
          <p:nvPr>
            <p:ph type="sldNum" sz="quarter" idx="10"/>
          </p:nvPr>
        </p:nvSpPr>
        <p:spPr/>
        <p:txBody>
          <a:bodyPr/>
          <a:lstStyle>
            <a:lvl1pPr>
              <a:defRPr/>
            </a:lvl1pPr>
          </a:lstStyle>
          <a:p>
            <a:fld id="{AD399CE7-B4BC-4128-BA68-E98D54740E65}" type="slidenum">
              <a:rPr lang="zh-CN" altLang="en-US"/>
              <a:pPr/>
              <a:t>‹#›</a:t>
            </a:fld>
            <a:endParaRPr 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lvl1pPr>
              <a:defRPr/>
            </a:lvl1pPr>
          </a:lstStyle>
          <a:p>
            <a:fld id="{9A0C7773-72CE-49E7-8915-EE680701150C}" type="slidenum">
              <a:rPr lang="zh-CN" altLang="en-US"/>
              <a:pPr/>
              <a:t>‹#›</a:t>
            </a:fld>
            <a:endParaRPr 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lvl1pPr>
              <a:defRPr/>
            </a:lvl1pPr>
          </a:lstStyle>
          <a:p>
            <a:fld id="{4FEE007A-9ADD-423A-B3E6-51AA43AF50C0}" type="slidenum">
              <a:rPr lang="zh-CN" altLang="en-US"/>
              <a:pPr/>
              <a:t>‹#›</a:t>
            </a:fld>
            <a:endParaRPr 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14799FBD-9E80-46C1-A74D-90A748569B6C}" type="slidenum">
              <a:rPr lang="zh-CN" altLang="en-US"/>
              <a:pPr/>
              <a:t>‹#›</a:t>
            </a:fld>
            <a:endParaRPr 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F7B25B02-6BB7-464B-B7F1-FAF514BCD20F}" type="slidenum">
              <a:rPr lang="zh-CN" altLang="en-US"/>
              <a:pPr/>
              <a:t>‹#›</a:t>
            </a:fld>
            <a:endParaRPr 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499201E4-6F18-47D5-89A1-3973D6E00B75}" type="slidenum">
              <a:rPr lang="zh-CN" altLang="en-US"/>
              <a:pPr/>
              <a:t>‹#›</a:t>
            </a:fld>
            <a:endParaRPr 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05CA576C-BEE9-4BD7-8DC6-C7D75B65F9CD}" type="slidenum">
              <a:rPr lang="zh-CN" altLang="en-US"/>
              <a:pPr/>
              <a:t>‹#›</a:t>
            </a:fld>
            <a:endParaRPr 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55462B3-0C6B-469E-9B99-FB1475FE10CB}" type="slidenum">
              <a:rPr lang="zh-CN" altLang="en-US"/>
              <a:pPr/>
              <a:t>‹#›</a:t>
            </a:fld>
            <a:endParaRPr 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D75F9270-1C5C-4771-B789-C6804D524127}" type="slidenum">
              <a:rPr lang="zh-CN" altLang="en-US"/>
              <a:pPr/>
              <a:t>‹#›</a:t>
            </a:fld>
            <a:endParaRPr 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灯片编号占位符 2"/>
          <p:cNvSpPr>
            <a:spLocks noGrp="1"/>
          </p:cNvSpPr>
          <p:nvPr>
            <p:ph type="sldNum" sz="quarter" idx="10"/>
          </p:nvPr>
        </p:nvSpPr>
        <p:spPr>
          <a:xfrm>
            <a:off x="7010400" y="4869657"/>
            <a:ext cx="2133600" cy="273844"/>
          </a:xfrm>
        </p:spPr>
        <p:txBody>
          <a:bodyPr/>
          <a:lstStyle>
            <a:lvl1pPr>
              <a:defRPr/>
            </a:lvl1pPr>
          </a:lstStyle>
          <a:p>
            <a:fld id="{D52D68C7-72A5-4DB6-9CE5-33A2EC536B3D}" type="slidenum">
              <a:rPr lang="zh-CN" altLang="en-US"/>
              <a:pPr/>
              <a:t>‹#›</a:t>
            </a:fld>
            <a:endParaRPr 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a:xfrm>
            <a:off x="7010400" y="4869657"/>
            <a:ext cx="2133600" cy="273844"/>
          </a:xfrm>
        </p:spPr>
        <p:txBody>
          <a:bodyPr/>
          <a:lstStyle>
            <a:lvl1pPr>
              <a:defRPr/>
            </a:lvl1pPr>
          </a:lstStyle>
          <a:p>
            <a:fld id="{607192A0-E260-4B8D-899B-603DBF14B1CE}" type="slidenum">
              <a:rPr lang="zh-CN" altLang="en-US"/>
              <a:pPr/>
              <a:t>‹#›</a:t>
            </a:fld>
            <a:endParaRPr 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200150"/>
            <a:ext cx="4038600" cy="163949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2953942"/>
            <a:ext cx="4038600" cy="164068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灯片编号占位符 5"/>
          <p:cNvSpPr>
            <a:spLocks noGrp="1"/>
          </p:cNvSpPr>
          <p:nvPr>
            <p:ph type="sldNum" sz="quarter" idx="10"/>
          </p:nvPr>
        </p:nvSpPr>
        <p:spPr>
          <a:xfrm>
            <a:off x="7010400" y="4869657"/>
            <a:ext cx="2133600" cy="273844"/>
          </a:xfrm>
        </p:spPr>
        <p:txBody>
          <a:bodyPr/>
          <a:lstStyle>
            <a:lvl1pPr>
              <a:defRPr/>
            </a:lvl1pPr>
          </a:lstStyle>
          <a:p>
            <a:fld id="{5F138685-4750-41FD-84AB-6B75E4977ADA}" type="slidenum">
              <a:rPr lang="zh-CN" altLang="en-US"/>
              <a:pPr/>
              <a:t>‹#›</a:t>
            </a:fld>
            <a:endParaRPr 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DA3C46BA-9242-4BD9-A3B2-B4F25F71340F}" type="slidenum">
              <a:rPr lang="zh-CN" altLang="en-US"/>
              <a:pPr/>
              <a:t>‹#›</a:t>
            </a:fld>
            <a:endParaRPr 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CAC6854C-DC38-4F9E-A505-6B80DE12CA7E}" type="slidenum">
              <a:rPr lang="zh-CN" altLang="en-US"/>
              <a:pPr/>
              <a:t>‹#›</a:t>
            </a:fld>
            <a:endParaRPr 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灯片编号占位符 3"/>
          <p:cNvSpPr>
            <a:spLocks noGrp="1"/>
          </p:cNvSpPr>
          <p:nvPr>
            <p:ph type="sldNum" sz="quarter" idx="10"/>
          </p:nvPr>
        </p:nvSpPr>
        <p:spPr/>
        <p:txBody>
          <a:bodyPr/>
          <a:lstStyle>
            <a:lvl1pPr>
              <a:defRPr/>
            </a:lvl1pPr>
          </a:lstStyle>
          <a:p>
            <a:fld id="{0F48869E-1E23-44E7-8DF1-2F97AEE6166F}" type="slidenum">
              <a:rPr lang="zh-CN" altLang="en-US"/>
              <a:pPr/>
              <a:t>‹#›</a:t>
            </a:fld>
            <a:endParaRPr 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lvl1pPr>
              <a:defRPr/>
            </a:lvl1pPr>
          </a:lstStyle>
          <a:p>
            <a:fld id="{54D7DBCD-146F-45B6-A1A6-4F8A29F9A289}" type="slidenum">
              <a:rPr lang="zh-CN" altLang="en-US"/>
              <a:pPr/>
              <a:t>‹#›</a:t>
            </a:fld>
            <a:endParaRPr 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lvl1pPr>
              <a:defRPr/>
            </a:lvl1pPr>
          </a:lstStyle>
          <a:p>
            <a:fld id="{ED4B7DBC-BCF1-4277-84D5-F29859E426CA}" type="slidenum">
              <a:rPr lang="zh-CN" altLang="en-US"/>
              <a:pPr/>
              <a:t>‹#›</a:t>
            </a:fld>
            <a:endParaRPr 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C6D178AA-7DF8-48F8-AA97-E89018B3C442}" type="slidenum">
              <a:rPr lang="zh-CN" altLang="en-US"/>
              <a:pPr/>
              <a:t>‹#›</a:t>
            </a:fld>
            <a:endParaRPr 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326217A3-AEA6-4F69-B00C-0C638C70792D}" type="slidenum">
              <a:rPr lang="zh-CN" altLang="en-US"/>
              <a:pPr/>
              <a:t>‹#›</a:t>
            </a:fld>
            <a:endParaRPr 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4BEF0F59-C958-4C11-9E17-83871C0ACC16}" type="slidenum">
              <a:rPr lang="zh-CN" altLang="en-US"/>
              <a:pPr/>
              <a:t>‹#›</a:t>
            </a:fld>
            <a:endParaRPr 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120975FB-D925-4CD3-A11D-B12366D4D74F}" type="slidenum">
              <a:rPr lang="zh-CN" altLang="en-US"/>
              <a:pPr/>
              <a:t>‹#›</a:t>
            </a:fld>
            <a:endParaRPr 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2BC048FD-7BEB-4F43-AA87-FDA86A5DB3B1}" type="slidenum">
              <a:rPr lang="zh-CN" altLang="en-US"/>
              <a:pPr/>
              <a:t>‹#›</a:t>
            </a:fld>
            <a:endParaRPr 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684CDC55-822F-4239-BF35-C1B28590B2F1}" type="slidenum">
              <a:rPr lang="zh-CN" altLang="en-US"/>
              <a:pPr/>
              <a:t>‹#›</a:t>
            </a:fld>
            <a:endParaRPr 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FA66A1EE-7FE6-4EAF-8D99-3FF02BAA96BC}" type="slidenum">
              <a:rPr lang="zh-CN" altLang="en-US"/>
              <a:pPr/>
              <a:t>‹#›</a:t>
            </a:fld>
            <a:endParaRPr 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38ADD350-CBE8-48CA-B1D0-368A5CF6B69B}" type="slidenum">
              <a:rPr lang="zh-CN" altLang="en-US"/>
              <a:pPr/>
              <a:t>‹#›</a:t>
            </a:fld>
            <a:endParaRPr 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灯片编号占位符 3"/>
          <p:cNvSpPr>
            <a:spLocks noGrp="1"/>
          </p:cNvSpPr>
          <p:nvPr>
            <p:ph type="sldNum" sz="quarter" idx="10"/>
          </p:nvPr>
        </p:nvSpPr>
        <p:spPr/>
        <p:txBody>
          <a:bodyPr/>
          <a:lstStyle>
            <a:lvl1pPr>
              <a:defRPr/>
            </a:lvl1pPr>
          </a:lstStyle>
          <a:p>
            <a:fld id="{F2750F2D-6818-4B23-8F18-80BF817F1B3D}" type="slidenum">
              <a:rPr lang="zh-CN" altLang="en-US"/>
              <a:pPr/>
              <a:t>‹#›</a:t>
            </a:fld>
            <a:endParaRPr 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lvl1pPr>
              <a:defRPr/>
            </a:lvl1pPr>
          </a:lstStyle>
          <a:p>
            <a:fld id="{88E943B5-DCA8-45DD-B099-1AEEA17C3083}" type="slidenum">
              <a:rPr lang="zh-CN" altLang="en-US"/>
              <a:pPr/>
              <a:t>‹#›</a:t>
            </a:fld>
            <a:endParaRPr 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lvl1pPr>
              <a:defRPr/>
            </a:lvl1pPr>
          </a:lstStyle>
          <a:p>
            <a:fld id="{FCD66CFD-A61C-4054-836F-6F6F5BEDDA6D}" type="slidenum">
              <a:rPr lang="zh-CN" altLang="en-US"/>
              <a:pPr/>
              <a:t>‹#›</a:t>
            </a:fld>
            <a:endParaRPr 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18E3D0E5-7B9F-4E8D-81BC-18A53EBB2C45}" type="slidenum">
              <a:rPr lang="zh-CN" altLang="en-US"/>
              <a:pPr/>
              <a:t>‹#›</a:t>
            </a:fld>
            <a:endParaRPr 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DD2BE38B-FAC4-48BB-97D2-C32DBBF76DAF}" type="slidenum">
              <a:rPr lang="zh-CN" altLang="en-US"/>
              <a:pPr/>
              <a:t>‹#›</a:t>
            </a:fld>
            <a:endParaRPr 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BDAFD465-D452-4C72-A053-111EE0BA1FFE}" type="slidenum">
              <a:rPr lang="zh-CN" altLang="en-US"/>
              <a:pPr/>
              <a:t>‹#›</a:t>
            </a:fld>
            <a:endParaRPr 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lvl1pPr>
              <a:defRPr/>
            </a:lvl1pPr>
          </a:lstStyle>
          <a:p>
            <a:fld id="{529B5D28-0215-43CF-A357-4D77248D6A08}" type="slidenum">
              <a:rPr lang="zh-CN" altLang="en-US"/>
              <a:pPr/>
              <a:t>‹#›</a:t>
            </a:fld>
            <a:endParaRPr 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B80DF027-3630-4FFD-81E0-44C74797E79F}" type="slidenum">
              <a:rPr lang="zh-CN" altLang="en-US"/>
              <a:pPr/>
              <a:t>‹#›</a:t>
            </a:fld>
            <a:endParaRPr 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fld id="{0DC68115-54A2-4DD6-8AAE-27E27BD61442}" type="slidenum">
              <a:rPr lang="zh-CN" alt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hyperlink" Target="../&#24635;&#30446;&#24405;.ppt#-1,1,2. &#24187;&#28783;&#29255; 2" TargetMode="Externa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pn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png"/><Relationship Id="rId2" Type="http://schemas.openxmlformats.org/officeDocument/2006/relationships/slideLayout" Target="../slideLayouts/slideLayout35.xml"/><Relationship Id="rId16" Type="http://schemas.openxmlformats.org/officeDocument/2006/relationships/image" Target="../media/image4.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17" Type="http://schemas.openxmlformats.org/officeDocument/2006/relationships/image" Target="../media/image5.png"/><Relationship Id="rId2" Type="http://schemas.openxmlformats.org/officeDocument/2006/relationships/slideLayout" Target="../slideLayouts/slideLayout46.xml"/><Relationship Id="rId16" Type="http://schemas.openxmlformats.org/officeDocument/2006/relationships/image" Target="../media/image4.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17" Type="http://schemas.openxmlformats.org/officeDocument/2006/relationships/image" Target="../media/image5.png"/><Relationship Id="rId2" Type="http://schemas.openxmlformats.org/officeDocument/2006/relationships/slideLayout" Target="../slideLayouts/slideLayout57.xml"/><Relationship Id="rId16" Type="http://schemas.openxmlformats.org/officeDocument/2006/relationships/image" Target="../media/image4.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17" Type="http://schemas.openxmlformats.org/officeDocument/2006/relationships/image" Target="../media/image5.png"/><Relationship Id="rId2" Type="http://schemas.openxmlformats.org/officeDocument/2006/relationships/slideLayout" Target="../slideLayouts/slideLayout68.xml"/><Relationship Id="rId16" Type="http://schemas.openxmlformats.org/officeDocument/2006/relationships/image" Target="../media/image4.pn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3.pn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17" Type="http://schemas.openxmlformats.org/officeDocument/2006/relationships/image" Target="../media/image5.png"/><Relationship Id="rId2" Type="http://schemas.openxmlformats.org/officeDocument/2006/relationships/slideLayout" Target="../slideLayouts/slideLayout79.xml"/><Relationship Id="rId16" Type="http://schemas.openxmlformats.org/officeDocument/2006/relationships/image" Target="../media/image4.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17" Type="http://schemas.openxmlformats.org/officeDocument/2006/relationships/image" Target="../media/image5.png"/><Relationship Id="rId2" Type="http://schemas.openxmlformats.org/officeDocument/2006/relationships/slideLayout" Target="../slideLayouts/slideLayout90.xml"/><Relationship Id="rId16" Type="http://schemas.openxmlformats.org/officeDocument/2006/relationships/image" Target="../media/image4.png"/><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3.pn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17" Type="http://schemas.openxmlformats.org/officeDocument/2006/relationships/image" Target="../media/image5.png"/><Relationship Id="rId2" Type="http://schemas.openxmlformats.org/officeDocument/2006/relationships/slideLayout" Target="../slideLayouts/slideLayout101.xml"/><Relationship Id="rId16" Type="http://schemas.openxmlformats.org/officeDocument/2006/relationships/image" Target="../media/image4.pn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image" Target="../media/image3.png"/><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2.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pn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17" Type="http://schemas.openxmlformats.org/officeDocument/2006/relationships/image" Target="../media/image5.png"/><Relationship Id="rId2" Type="http://schemas.openxmlformats.org/officeDocument/2006/relationships/slideLayout" Target="../slideLayouts/slideLayout112.xml"/><Relationship Id="rId16" Type="http://schemas.openxmlformats.org/officeDocument/2006/relationships/image" Target="../media/image4.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3.pn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2.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image" Target="../media/image1.png"/><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17" Type="http://schemas.openxmlformats.org/officeDocument/2006/relationships/image" Target="../media/image5.png"/><Relationship Id="rId2" Type="http://schemas.openxmlformats.org/officeDocument/2006/relationships/slideLayout" Target="../slideLayouts/slideLayout123.xml"/><Relationship Id="rId16" Type="http://schemas.openxmlformats.org/officeDocument/2006/relationships/image" Target="../media/image4.png"/><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image" Target="../media/image3.png"/><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image" Target="../media/image1.png"/><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17" Type="http://schemas.openxmlformats.org/officeDocument/2006/relationships/image" Target="../media/image5.png"/><Relationship Id="rId2" Type="http://schemas.openxmlformats.org/officeDocument/2006/relationships/slideLayout" Target="../slideLayouts/slideLayout134.xml"/><Relationship Id="rId16" Type="http://schemas.openxmlformats.org/officeDocument/2006/relationships/image" Target="../media/image4.png"/><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5" Type="http://schemas.openxmlformats.org/officeDocument/2006/relationships/image" Target="../media/image3.png"/><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image" Target="../media/image2.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slideLayout" Target="../slideLayouts/slideLayout156.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slideLayout" Target="../slideLayouts/slideLayout155.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5" Type="http://schemas.openxmlformats.org/officeDocument/2006/relationships/theme" Target="../theme/theme14.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slideLayout" Target="../slideLayouts/slideLayout157.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5.xml"/><Relationship Id="rId13" Type="http://schemas.openxmlformats.org/officeDocument/2006/relationships/image" Target="../media/image1.png"/><Relationship Id="rId3" Type="http://schemas.openxmlformats.org/officeDocument/2006/relationships/slideLayout" Target="../slideLayouts/slideLayout160.xml"/><Relationship Id="rId7" Type="http://schemas.openxmlformats.org/officeDocument/2006/relationships/slideLayout" Target="../slideLayouts/slideLayout164.xml"/><Relationship Id="rId12" Type="http://schemas.openxmlformats.org/officeDocument/2006/relationships/theme" Target="../theme/theme15.xml"/><Relationship Id="rId2" Type="http://schemas.openxmlformats.org/officeDocument/2006/relationships/slideLayout" Target="../slideLayouts/slideLayout159.xml"/><Relationship Id="rId16" Type="http://schemas.openxmlformats.org/officeDocument/2006/relationships/image" Target="../media/image2.png"/><Relationship Id="rId1" Type="http://schemas.openxmlformats.org/officeDocument/2006/relationships/slideLayout" Target="../slideLayouts/slideLayout158.xml"/><Relationship Id="rId6" Type="http://schemas.openxmlformats.org/officeDocument/2006/relationships/slideLayout" Target="../slideLayouts/slideLayout163.xml"/><Relationship Id="rId11" Type="http://schemas.openxmlformats.org/officeDocument/2006/relationships/slideLayout" Target="../slideLayouts/slideLayout168.xml"/><Relationship Id="rId5" Type="http://schemas.openxmlformats.org/officeDocument/2006/relationships/slideLayout" Target="../slideLayouts/slideLayout162.xml"/><Relationship Id="rId15" Type="http://schemas.openxmlformats.org/officeDocument/2006/relationships/image" Target="../media/image4.png"/><Relationship Id="rId10" Type="http://schemas.openxmlformats.org/officeDocument/2006/relationships/slideLayout" Target="../slideLayouts/slideLayout167.xml"/><Relationship Id="rId4" Type="http://schemas.openxmlformats.org/officeDocument/2006/relationships/slideLayout" Target="../slideLayouts/slideLayout161.xml"/><Relationship Id="rId9" Type="http://schemas.openxmlformats.org/officeDocument/2006/relationships/slideLayout" Target="../slideLayouts/slideLayout166.xml"/><Relationship Id="rId14" Type="http://schemas.openxmlformats.org/officeDocument/2006/relationships/image" Target="../media/image3.png"/></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image" Target="../media/image1.png"/><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theme" Target="../theme/theme16.xml"/><Relationship Id="rId2" Type="http://schemas.openxmlformats.org/officeDocument/2006/relationships/slideLayout" Target="../slideLayouts/slideLayout170.xml"/><Relationship Id="rId16" Type="http://schemas.openxmlformats.org/officeDocument/2006/relationships/image" Target="../media/image6.png"/><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5" Type="http://schemas.openxmlformats.org/officeDocument/2006/relationships/image" Target="../media/image4.png"/><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027"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1028"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1029"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1030"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pic>
        <p:nvPicPr>
          <p:cNvPr id="1031"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1032" name="Rectangle 8"/>
          <p:cNvSpPr>
            <a:spLocks noChangeArrowheads="1"/>
          </p:cNvSpPr>
          <p:nvPr/>
        </p:nvSpPr>
        <p:spPr bwMode="auto">
          <a:xfrm>
            <a:off x="2411414" y="4767263"/>
            <a:ext cx="4321175" cy="342900"/>
          </a:xfrm>
          <a:prstGeom prst="rect">
            <a:avLst/>
          </a:prstGeom>
          <a:noFill/>
          <a:ln w="9525">
            <a:noFill/>
            <a:miter lim="800000"/>
            <a:headEnd/>
            <a:tailEnd/>
          </a:ln>
          <a:effectLst/>
        </p:spPr>
        <p:txBody>
          <a:bodyPr/>
          <a:lstStyle/>
          <a:p>
            <a:pPr algn="ctr"/>
            <a:r>
              <a:rPr lang="zh-CN" altLang="en-US" sz="1350">
                <a:solidFill>
                  <a:srgbClr val="000066"/>
                </a:solidFill>
                <a:ea typeface="楷体_GB2312" pitchFamily="49" charset="-122"/>
              </a:rPr>
              <a:t>第三章　动量守恒定律和能量守恒定律</a:t>
            </a:r>
          </a:p>
        </p:txBody>
      </p:sp>
      <p:sp>
        <p:nvSpPr>
          <p:cNvPr id="1033" name="Rectangle 9"/>
          <p:cNvSpPr>
            <a:spLocks noChangeArrowheads="1"/>
          </p:cNvSpPr>
          <p:nvPr userDrawn="1"/>
        </p:nvSpPr>
        <p:spPr bwMode="auto">
          <a:xfrm>
            <a:off x="4930776" y="85725"/>
            <a:ext cx="4105275" cy="369332"/>
          </a:xfrm>
          <a:prstGeom prst="rect">
            <a:avLst/>
          </a:prstGeom>
          <a:noFill/>
          <a:ln w="9525">
            <a:noFill/>
            <a:miter lim="800000"/>
            <a:headEnd/>
            <a:tailEnd/>
          </a:ln>
          <a:effectLst/>
        </p:spPr>
        <p:txBody>
          <a:bodyPr>
            <a:spAutoFit/>
          </a:bodyPr>
          <a:lstStyle/>
          <a:p>
            <a:pPr eaLnBrk="0" hangingPunct="0">
              <a:spcBef>
                <a:spcPct val="50000"/>
              </a:spcBef>
            </a:pPr>
            <a:r>
              <a:rPr lang="en-US" altLang="zh-CN" sz="1800">
                <a:solidFill>
                  <a:srgbClr val="000066"/>
                </a:solidFill>
                <a:latin typeface="楷体_GB2312" pitchFamily="49" charset="-122"/>
                <a:ea typeface="楷体_GB2312" pitchFamily="49" charset="-122"/>
              </a:rPr>
              <a:t>3-5 </a:t>
            </a:r>
            <a:r>
              <a:rPr lang="zh-CN" altLang="en-US" sz="1800">
                <a:solidFill>
                  <a:srgbClr val="000066"/>
                </a:solidFill>
                <a:latin typeface="楷体_GB2312" pitchFamily="49" charset="-122"/>
                <a:ea typeface="楷体_GB2312" pitchFamily="49" charset="-122"/>
              </a:rPr>
              <a:t>保守力与非保守力 势能 </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blinds/>
  </p:transition>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sldNum" sz="quarter" idx="4"/>
          </p:nvPr>
        </p:nvSpPr>
        <p:spPr bwMode="auto">
          <a:xfrm>
            <a:off x="6732588" y="4833937"/>
            <a:ext cx="2133600"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350" b="0">
                <a:latin typeface="Times New Roman" pitchFamily="18" charset="0"/>
              </a:defRPr>
            </a:lvl1pPr>
          </a:lstStyle>
          <a:p>
            <a:fld id="{1D5E1966-416A-4546-8FC5-C253E949A37F}" type="slidenum">
              <a:rPr lang="zh-CN" altLang="en-US"/>
              <a:pPr/>
              <a:t>‹#›</a:t>
            </a:fld>
            <a:endParaRPr lang="en-US" altLang="zh-CN"/>
          </a:p>
        </p:txBody>
      </p:sp>
      <p:sp>
        <p:nvSpPr>
          <p:cNvPr id="2052" name="Text Box 4">
            <a:hlinkClick r:id="rId13" action="ppaction://hlinkpres?slideindex=1&amp;slidetitle=2. 幻灯片 2"/>
          </p:cNvPr>
          <p:cNvSpPr txBox="1">
            <a:spLocks noChangeArrowheads="1"/>
          </p:cNvSpPr>
          <p:nvPr/>
        </p:nvSpPr>
        <p:spPr bwMode="auto">
          <a:xfrm>
            <a:off x="-34925" y="65485"/>
            <a:ext cx="898525" cy="480131"/>
          </a:xfrm>
          <a:prstGeom prst="rect">
            <a:avLst/>
          </a:prstGeom>
          <a:noFill/>
          <a:ln w="9525">
            <a:noFill/>
            <a:miter lim="800000"/>
            <a:headEnd/>
            <a:tailEnd/>
          </a:ln>
          <a:effectLst/>
        </p:spPr>
        <p:txBody>
          <a:bodyPr>
            <a:spAutoFit/>
          </a:bodyPr>
          <a:lstStyle/>
          <a:p>
            <a:pPr algn="ctr">
              <a:lnSpc>
                <a:spcPct val="120000"/>
              </a:lnSpc>
            </a:pPr>
            <a:r>
              <a:rPr lang="zh-CN" altLang="en-US" sz="1200">
                <a:solidFill>
                  <a:schemeClr val="bg1"/>
                </a:solidFill>
                <a:ea typeface="楷体_GB2312" pitchFamily="49" charset="-122"/>
              </a:rPr>
              <a:t>物理学</a:t>
            </a:r>
          </a:p>
          <a:p>
            <a:pPr algn="ctr">
              <a:lnSpc>
                <a:spcPct val="120000"/>
              </a:lnSpc>
            </a:pPr>
            <a:r>
              <a:rPr lang="zh-CN" altLang="en-US" sz="900">
                <a:solidFill>
                  <a:schemeClr val="bg1"/>
                </a:solidFill>
                <a:ea typeface="楷体_GB2312" pitchFamily="49" charset="-122"/>
              </a:rPr>
              <a:t>第五版</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blinds/>
  </p:transition>
  <p:hf hdr="0" ftr="0" dt="0"/>
  <p:txStyles>
    <p:titleStyle>
      <a:lvl1pPr algn="ctr" rtl="0" fontAlgn="base">
        <a:spcBef>
          <a:spcPct val="0"/>
        </a:spcBef>
        <a:spcAft>
          <a:spcPct val="0"/>
        </a:spcAft>
        <a:defRPr sz="3300">
          <a:solidFill>
            <a:schemeClr val="tx2"/>
          </a:solidFill>
          <a:latin typeface="+mj-lt"/>
          <a:ea typeface="+mj-ea"/>
          <a:cs typeface="+mj-cs"/>
        </a:defRPr>
      </a:lvl1pPr>
      <a:lvl2pPr algn="ctr" rtl="0" fontAlgn="base">
        <a:spcBef>
          <a:spcPct val="0"/>
        </a:spcBef>
        <a:spcAft>
          <a:spcPct val="0"/>
        </a:spcAft>
        <a:defRPr sz="3300">
          <a:solidFill>
            <a:schemeClr val="tx2"/>
          </a:solidFill>
          <a:latin typeface="Arial" charset="0"/>
          <a:ea typeface="宋体" pitchFamily="2" charset="-122"/>
        </a:defRPr>
      </a:lvl2pPr>
      <a:lvl3pPr algn="ctr" rtl="0" fontAlgn="base">
        <a:spcBef>
          <a:spcPct val="0"/>
        </a:spcBef>
        <a:spcAft>
          <a:spcPct val="0"/>
        </a:spcAft>
        <a:defRPr sz="3300">
          <a:solidFill>
            <a:schemeClr val="tx2"/>
          </a:solidFill>
          <a:latin typeface="Arial" charset="0"/>
          <a:ea typeface="宋体" pitchFamily="2" charset="-122"/>
        </a:defRPr>
      </a:lvl3pPr>
      <a:lvl4pPr algn="ctr" rtl="0" fontAlgn="base">
        <a:spcBef>
          <a:spcPct val="0"/>
        </a:spcBef>
        <a:spcAft>
          <a:spcPct val="0"/>
        </a:spcAft>
        <a:defRPr sz="3300">
          <a:solidFill>
            <a:schemeClr val="tx2"/>
          </a:solidFill>
          <a:latin typeface="Arial" charset="0"/>
          <a:ea typeface="宋体" pitchFamily="2" charset="-122"/>
        </a:defRPr>
      </a:lvl4pPr>
      <a:lvl5pPr algn="ctr" rtl="0" fontAlgn="base">
        <a:spcBef>
          <a:spcPct val="0"/>
        </a:spcBef>
        <a:spcAft>
          <a:spcPct val="0"/>
        </a:spcAft>
        <a:defRPr sz="3300">
          <a:solidFill>
            <a:schemeClr val="tx2"/>
          </a:solidFill>
          <a:latin typeface="Arial" charset="0"/>
          <a:ea typeface="宋体" pitchFamily="2" charset="-122"/>
        </a:defRPr>
      </a:lvl5pPr>
      <a:lvl6pPr marL="342900" algn="ctr" rtl="0" fontAlgn="base">
        <a:spcBef>
          <a:spcPct val="0"/>
        </a:spcBef>
        <a:spcAft>
          <a:spcPct val="0"/>
        </a:spcAft>
        <a:defRPr sz="3300">
          <a:solidFill>
            <a:schemeClr val="tx2"/>
          </a:solidFill>
          <a:latin typeface="Arial" charset="0"/>
          <a:ea typeface="宋体" pitchFamily="2" charset="-122"/>
        </a:defRPr>
      </a:lvl6pPr>
      <a:lvl7pPr marL="685800" algn="ctr" rtl="0" fontAlgn="base">
        <a:spcBef>
          <a:spcPct val="0"/>
        </a:spcBef>
        <a:spcAft>
          <a:spcPct val="0"/>
        </a:spcAft>
        <a:defRPr sz="3300">
          <a:solidFill>
            <a:schemeClr val="tx2"/>
          </a:solidFill>
          <a:latin typeface="Arial" charset="0"/>
          <a:ea typeface="宋体" pitchFamily="2" charset="-122"/>
        </a:defRPr>
      </a:lvl7pPr>
      <a:lvl8pPr marL="1028700" algn="ctr" rtl="0" fontAlgn="base">
        <a:spcBef>
          <a:spcPct val="0"/>
        </a:spcBef>
        <a:spcAft>
          <a:spcPct val="0"/>
        </a:spcAft>
        <a:defRPr sz="3300">
          <a:solidFill>
            <a:schemeClr val="tx2"/>
          </a:solidFill>
          <a:latin typeface="Arial" charset="0"/>
          <a:ea typeface="宋体" pitchFamily="2" charset="-122"/>
        </a:defRPr>
      </a:lvl8pPr>
      <a:lvl9pPr marL="1371600" algn="ctr" rtl="0" fontAlgn="base">
        <a:spcBef>
          <a:spcPct val="0"/>
        </a:spcBef>
        <a:spcAft>
          <a:spcPct val="0"/>
        </a:spcAft>
        <a:defRPr sz="3300">
          <a:solidFill>
            <a:schemeClr val="tx2"/>
          </a:solidFill>
          <a:latin typeface="Arial" charset="0"/>
          <a:ea typeface="宋体" pitchFamily="2" charset="-122"/>
        </a:defRPr>
      </a:lvl9pPr>
    </p:titleStyle>
    <p:bodyStyle>
      <a:lvl1pPr marL="257175" indent="-257175" algn="l" rtl="0" fontAlgn="base">
        <a:spcBef>
          <a:spcPct val="20000"/>
        </a:spcBef>
        <a:spcAft>
          <a:spcPct val="0"/>
        </a:spcAft>
        <a:buChar char="•"/>
        <a:defRPr sz="2400">
          <a:solidFill>
            <a:schemeClr val="tx1"/>
          </a:solidFill>
          <a:latin typeface="+mn-lt"/>
          <a:ea typeface="+mn-ea"/>
          <a:cs typeface="+mn-cs"/>
        </a:defRPr>
      </a:lvl1pPr>
      <a:lvl2pPr marL="557213" indent="-214313" algn="l" rtl="0" fontAlgn="base">
        <a:spcBef>
          <a:spcPct val="20000"/>
        </a:spcBef>
        <a:spcAft>
          <a:spcPct val="0"/>
        </a:spcAft>
        <a:buChar char="–"/>
        <a:defRPr sz="2100">
          <a:solidFill>
            <a:schemeClr val="tx1"/>
          </a:solidFill>
          <a:latin typeface="+mn-lt"/>
          <a:ea typeface="+mn-ea"/>
        </a:defRPr>
      </a:lvl2pPr>
      <a:lvl3pPr marL="857250" indent="-171450" algn="l" rtl="0" fontAlgn="base">
        <a:spcBef>
          <a:spcPct val="20000"/>
        </a:spcBef>
        <a:spcAft>
          <a:spcPct val="0"/>
        </a:spcAft>
        <a:buChar char="•"/>
        <a:defRPr sz="1800">
          <a:solidFill>
            <a:schemeClr val="tx1"/>
          </a:solidFill>
          <a:latin typeface="+mn-lt"/>
          <a:ea typeface="+mn-ea"/>
        </a:defRPr>
      </a:lvl3pPr>
      <a:lvl4pPr marL="1200150" indent="-171450" algn="l" rtl="0" fontAlgn="base">
        <a:spcBef>
          <a:spcPct val="20000"/>
        </a:spcBef>
        <a:spcAft>
          <a:spcPct val="0"/>
        </a:spcAft>
        <a:buChar char="–"/>
        <a:defRPr sz="1500">
          <a:solidFill>
            <a:schemeClr val="tx1"/>
          </a:solidFill>
          <a:latin typeface="+mn-lt"/>
          <a:ea typeface="+mn-ea"/>
        </a:defRPr>
      </a:lvl4pPr>
      <a:lvl5pPr marL="1543050" indent="-171450" algn="l" rtl="0" fontAlgn="base">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3075"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3076"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3077"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3078"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3079"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3080"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3081"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4098"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4099"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4100"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4101"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4102"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4103"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4104"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4105"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4106" name="日期占位符 3"/>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DBE2D135-B50F-44F9-AC65-99378A9FFFAF}" type="datetime1">
              <a:rPr lang="zh-CN" altLang="en-US"/>
              <a:pPr/>
              <a:t>2024/3/15</a:t>
            </a:fld>
            <a:endParaRPr lang="en-US" altLang="zh-CN"/>
          </a:p>
        </p:txBody>
      </p:sp>
      <p:sp>
        <p:nvSpPr>
          <p:cNvPr id="4107" name="页脚占位符 4"/>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5122"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5123"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5124"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5125"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5126"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5127"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5128"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5129"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5130" name="日期占位符 3"/>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E54C3D3A-1749-466A-827A-A226623CF5EB}" type="datetime1">
              <a:rPr lang="zh-CN" altLang="en-US"/>
              <a:pPr/>
              <a:t>2024/3/15</a:t>
            </a:fld>
            <a:endParaRPr lang="en-US" altLang="zh-CN"/>
          </a:p>
        </p:txBody>
      </p:sp>
      <p:sp>
        <p:nvSpPr>
          <p:cNvPr id="5131" name="页脚占位符 4"/>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6146"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6147"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6148"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6149"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6150"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6151"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6152"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6153"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6154" name="日期占位符 4"/>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626E09F2-01CE-4282-B899-AB59444BAD94}" type="datetime1">
              <a:rPr lang="zh-CN" altLang="en-US"/>
              <a:pPr/>
              <a:t>2024/3/15</a:t>
            </a:fld>
            <a:endParaRPr lang="en-US" altLang="zh-CN"/>
          </a:p>
        </p:txBody>
      </p:sp>
      <p:sp>
        <p:nvSpPr>
          <p:cNvPr id="6155" name="页脚占位符 5"/>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7170"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7171"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7172"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7173"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7174"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7175"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7176"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7177"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7178" name="日期占位符 6"/>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FDC43251-7889-4D56-B101-EBCA45DFBC70}" type="datetime1">
              <a:rPr lang="zh-CN" altLang="en-US"/>
              <a:pPr/>
              <a:t>2024/3/15</a:t>
            </a:fld>
            <a:endParaRPr lang="en-US" altLang="zh-CN"/>
          </a:p>
        </p:txBody>
      </p:sp>
      <p:sp>
        <p:nvSpPr>
          <p:cNvPr id="7179" name="页脚占位符 7"/>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8194"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8195"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8196"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8197"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8198"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8199"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8200"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8201"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8202" name="日期占位符 2"/>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404AD4E4-14C2-490A-A45B-0D38DD8BE52B}" type="datetime1">
              <a:rPr lang="zh-CN" altLang="en-US"/>
              <a:pPr/>
              <a:t>2024/3/15</a:t>
            </a:fld>
            <a:endParaRPr lang="en-US" altLang="zh-CN"/>
          </a:p>
        </p:txBody>
      </p:sp>
      <p:sp>
        <p:nvSpPr>
          <p:cNvPr id="8203" name="页脚占位符 3"/>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9218"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9219"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9220"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9221"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9222"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9223"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9224"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9225"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9226" name="日期占位符 1"/>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A63448EE-0035-45D3-8D95-CF5D8954D5D3}" type="datetime1">
              <a:rPr lang="zh-CN" altLang="en-US"/>
              <a:pPr/>
              <a:t>2024/3/15</a:t>
            </a:fld>
            <a:endParaRPr lang="en-US" altLang="zh-CN"/>
          </a:p>
        </p:txBody>
      </p:sp>
      <p:sp>
        <p:nvSpPr>
          <p:cNvPr id="9227" name="页脚占位符 2"/>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42"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0243"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10244"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10245"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10246"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10247"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10248"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10249"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10250" name="日期占位符 4"/>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4412381E-3B52-4CFE-A9DB-DEE5B91F8F55}" type="datetime1">
              <a:rPr lang="zh-CN" altLang="en-US"/>
              <a:pPr/>
              <a:t>2024/3/15</a:t>
            </a:fld>
            <a:endParaRPr lang="en-US" altLang="zh-CN"/>
          </a:p>
        </p:txBody>
      </p:sp>
      <p:sp>
        <p:nvSpPr>
          <p:cNvPr id="10251" name="页脚占位符 5"/>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1266"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1267"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11268"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11269"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11270"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11271"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11272"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11273"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11274" name="日期占位符 4"/>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B459842A-BDA9-4F79-8A96-68931689BFF5}" type="datetime1">
              <a:rPr lang="zh-CN" altLang="en-US"/>
              <a:pPr/>
              <a:t>2024/3/15</a:t>
            </a:fld>
            <a:endParaRPr lang="en-US" altLang="zh-CN"/>
          </a:p>
        </p:txBody>
      </p:sp>
      <p:sp>
        <p:nvSpPr>
          <p:cNvPr id="11275" name="页脚占位符 5"/>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2290"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2291"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12292"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12293"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12294"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12295"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12296"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12297"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12298" name="日期占位符 3"/>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A99DCB50-6E57-4B31-BC28-8885134CCE79}" type="datetime1">
              <a:rPr lang="zh-CN" altLang="en-US"/>
              <a:pPr/>
              <a:t>2024/3/15</a:t>
            </a:fld>
            <a:endParaRPr lang="en-US" altLang="zh-CN"/>
          </a:p>
        </p:txBody>
      </p:sp>
      <p:sp>
        <p:nvSpPr>
          <p:cNvPr id="12299" name="页脚占位符 4"/>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3314"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3315"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eaLnBrk="0" hangingPunct="0">
              <a:lnSpc>
                <a:spcPct val="120000"/>
              </a:lnSpc>
              <a:spcBef>
                <a:spcPct val="50000"/>
              </a:spcBef>
            </a:pPr>
            <a:r>
              <a:rPr lang="en-US" altLang="zh-CN"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sp>
        <p:nvSpPr>
          <p:cNvPr id="13316"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p>
          <a:p>
            <a:r>
              <a:rPr lang="zh-CN" altLang="en-US" sz="900" b="0">
                <a:solidFill>
                  <a:srgbClr val="000099"/>
                </a:solidFill>
                <a:latin typeface="楷体" pitchFamily="49" charset="-122"/>
                <a:ea typeface="楷体" pitchFamily="49" charset="-122"/>
              </a:rPr>
              <a:t>第六版</a:t>
            </a:r>
          </a:p>
        </p:txBody>
      </p:sp>
      <p:pic>
        <p:nvPicPr>
          <p:cNvPr id="13317" name="直接连接符 9"/>
          <p:cNvPicPr>
            <a:picLocks noChangeArrowheads="1"/>
          </p:cNvPicPr>
          <p:nvPr/>
        </p:nvPicPr>
        <p:blipFill>
          <a:blip r:embed="rId14" cstate="print"/>
          <a:srcRect/>
          <a:stretch>
            <a:fillRect/>
          </a:stretch>
        </p:blipFill>
        <p:spPr bwMode="auto">
          <a:xfrm>
            <a:off x="5943600" y="429816"/>
            <a:ext cx="2706688" cy="36909"/>
          </a:xfrm>
          <a:prstGeom prst="rect">
            <a:avLst/>
          </a:prstGeom>
          <a:noFill/>
          <a:ln w="9525">
            <a:noFill/>
            <a:miter lim="800000"/>
            <a:headEnd/>
            <a:tailEnd/>
          </a:ln>
        </p:spPr>
      </p:pic>
      <p:pic>
        <p:nvPicPr>
          <p:cNvPr id="13318" name="直接连接符 10"/>
          <p:cNvPicPr>
            <a:picLocks noChangeArrowheads="1"/>
          </p:cNvPicPr>
          <p:nvPr/>
        </p:nvPicPr>
        <p:blipFill>
          <a:blip r:embed="rId15" cstate="print"/>
          <a:srcRect/>
          <a:stretch>
            <a:fillRect/>
          </a:stretch>
        </p:blipFill>
        <p:spPr bwMode="auto">
          <a:xfrm>
            <a:off x="4584701" y="4731544"/>
            <a:ext cx="1127125" cy="36910"/>
          </a:xfrm>
          <a:prstGeom prst="rect">
            <a:avLst/>
          </a:prstGeom>
          <a:noFill/>
          <a:ln w="9525">
            <a:noFill/>
            <a:miter lim="800000"/>
            <a:headEnd/>
            <a:tailEnd/>
          </a:ln>
        </p:spPr>
      </p:pic>
      <p:pic>
        <p:nvPicPr>
          <p:cNvPr id="13319" name="直接连接符 11"/>
          <p:cNvPicPr>
            <a:picLocks noChangeArrowheads="1"/>
          </p:cNvPicPr>
          <p:nvPr/>
        </p:nvPicPr>
        <p:blipFill>
          <a:blip r:embed="rId16" cstate="print"/>
          <a:srcRect/>
          <a:stretch>
            <a:fillRect/>
          </a:stretch>
        </p:blipFill>
        <p:spPr bwMode="auto">
          <a:xfrm>
            <a:off x="3505201" y="4731544"/>
            <a:ext cx="1127125" cy="36910"/>
          </a:xfrm>
          <a:prstGeom prst="rect">
            <a:avLst/>
          </a:prstGeom>
          <a:noFill/>
          <a:ln w="9525">
            <a:noFill/>
            <a:miter lim="800000"/>
            <a:headEnd/>
            <a:tailEnd/>
          </a:ln>
        </p:spPr>
      </p:pic>
      <p:sp>
        <p:nvSpPr>
          <p:cNvPr id="13320"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pic>
        <p:nvPicPr>
          <p:cNvPr id="13321" name="矩形 13"/>
          <p:cNvPicPr>
            <a:picLocks noChangeArrowheads="1"/>
          </p:cNvPicPr>
          <p:nvPr/>
        </p:nvPicPr>
        <p:blipFill>
          <a:blip r:embed="rId17" cstate="print"/>
          <a:srcRect/>
          <a:stretch>
            <a:fillRect/>
          </a:stretch>
        </p:blipFill>
        <p:spPr bwMode="auto">
          <a:xfrm>
            <a:off x="8210550" y="4676775"/>
            <a:ext cx="738188" cy="389335"/>
          </a:xfrm>
          <a:prstGeom prst="rect">
            <a:avLst/>
          </a:prstGeom>
          <a:noFill/>
          <a:ln w="9525">
            <a:noFill/>
            <a:miter lim="800000"/>
            <a:headEnd/>
            <a:tailEnd/>
          </a:ln>
        </p:spPr>
      </p:pic>
      <p:sp>
        <p:nvSpPr>
          <p:cNvPr id="13322" name="日期占位符 3"/>
          <p:cNvSpPr>
            <a:spLocks noGrp="1" noChangeArrowheads="1"/>
          </p:cNvSpPr>
          <p:nvPr>
            <p:ph type="dt" sz="half" idx="2"/>
          </p:nvPr>
        </p:nvSpPr>
        <p:spPr bwMode="auto">
          <a:xfrm>
            <a:off x="457200" y="4767263"/>
            <a:ext cx="2133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fld id="{B30804FD-51EE-42C5-B4C0-BBA7EDAB063B}" type="datetime1">
              <a:rPr lang="zh-CN" altLang="en-US"/>
              <a:pPr/>
              <a:t>2024/3/15</a:t>
            </a:fld>
            <a:endParaRPr lang="en-US" altLang="zh-CN"/>
          </a:p>
        </p:txBody>
      </p:sp>
      <p:sp>
        <p:nvSpPr>
          <p:cNvPr id="13323" name="页脚占位符 4"/>
          <p:cNvSpPr>
            <a:spLocks noGrp="1" noChangeArrowheads="1"/>
          </p:cNvSpPr>
          <p:nvPr>
            <p:ph type="ftr" sz="quarter" idx="3"/>
          </p:nvPr>
        </p:nvSpPr>
        <p:spPr bwMode="auto">
          <a:xfrm>
            <a:off x="3124200" y="4767263"/>
            <a:ext cx="2895600" cy="2738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350" b="0">
                <a:latin typeface="+mn-lt"/>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sldNum="0" hdr="0" ftr="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4343" name="灯片编号占位符 15"/>
          <p:cNvSpPr>
            <a:spLocks noGrp="1" noChangeArrowheads="1"/>
          </p:cNvSpPr>
          <p:nvPr>
            <p:ph type="sldNum" sz="quarter" idx="4"/>
          </p:nvPr>
        </p:nvSpPr>
        <p:spPr bwMode="auto">
          <a:xfrm>
            <a:off x="7010400" y="4869657"/>
            <a:ext cx="2133600" cy="2738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a:defRPr sz="1350" b="0">
                <a:solidFill>
                  <a:srgbClr val="0000CC"/>
                </a:solidFill>
                <a:latin typeface="+mn-lt"/>
              </a:defRPr>
            </a:lvl1pPr>
          </a:lstStyle>
          <a:p>
            <a:fld id="{F1ABDAAC-4B3B-48C8-99F7-AC1485230E20}" type="slidenum">
              <a:rPr lang="zh-CN" altLang="en-US"/>
              <a:pPr/>
              <a:t>‹#›</a:t>
            </a:fld>
            <a:endParaRPr lang="en-US"/>
          </a:p>
        </p:txBody>
      </p:sp>
      <p:sp>
        <p:nvSpPr>
          <p:cNvPr id="14344" name="矩形 16"/>
          <p:cNvSpPr>
            <a:spLocks noChangeArrowheads="1"/>
          </p:cNvSpPr>
          <p:nvPr/>
        </p:nvSpPr>
        <p:spPr bwMode="auto">
          <a:xfrm>
            <a:off x="3176" y="642938"/>
            <a:ext cx="900113" cy="485775"/>
          </a:xfrm>
          <a:prstGeom prst="rect">
            <a:avLst/>
          </a:prstGeom>
          <a:solidFill>
            <a:schemeClr val="bg1"/>
          </a:solidFill>
          <a:ln w="9525">
            <a:noFill/>
            <a:miter lim="800000"/>
            <a:headEnd/>
            <a:tailEnd/>
          </a:ln>
        </p:spPr>
        <p:txBody>
          <a:bodyPr anchor="ctr"/>
          <a:lstStyle/>
          <a:p>
            <a:pPr algn="ctr"/>
            <a:endParaRPr lang="zh-CN" altLang="en-US" sz="1800" b="0">
              <a:solidFill>
                <a:srgbClr val="FFFFFF"/>
              </a:solidFill>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50" r:id="rId12"/>
    <p:sldLayoutId id="2147483851" r:id="rId13"/>
    <p:sldLayoutId id="2147483852" r:id="rId14"/>
  </p:sldLayoutIdLst>
  <p:hf hdr="0" ftr="0" dt="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5362"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5363"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endParaRPr lang="en-US" sz="900" b="0">
              <a:solidFill>
                <a:srgbClr val="000099"/>
              </a:solidFill>
              <a:latin typeface="楷体" pitchFamily="49" charset="-122"/>
              <a:ea typeface="楷体" pitchFamily="49" charset="-122"/>
            </a:endParaRPr>
          </a:p>
          <a:p>
            <a:r>
              <a:rPr lang="zh-CN" altLang="en-US" sz="900" b="0">
                <a:solidFill>
                  <a:srgbClr val="000099"/>
                </a:solidFill>
                <a:latin typeface="楷体" pitchFamily="49" charset="-122"/>
                <a:ea typeface="楷体" pitchFamily="49" charset="-122"/>
              </a:rPr>
              <a:t>第六版</a:t>
            </a:r>
          </a:p>
        </p:txBody>
      </p:sp>
      <p:pic>
        <p:nvPicPr>
          <p:cNvPr id="15364" name="直接连接符 10"/>
          <p:cNvPicPr>
            <a:picLocks noChangeArrowheads="1"/>
          </p:cNvPicPr>
          <p:nvPr/>
        </p:nvPicPr>
        <p:blipFill>
          <a:blip r:embed="rId14" cstate="print"/>
          <a:srcRect/>
          <a:stretch>
            <a:fillRect/>
          </a:stretch>
        </p:blipFill>
        <p:spPr bwMode="auto">
          <a:xfrm>
            <a:off x="4584701" y="4731544"/>
            <a:ext cx="1127125" cy="36910"/>
          </a:xfrm>
          <a:prstGeom prst="rect">
            <a:avLst/>
          </a:prstGeom>
          <a:noFill/>
          <a:ln w="9525">
            <a:noFill/>
            <a:miter lim="800000"/>
            <a:headEnd/>
            <a:tailEnd/>
          </a:ln>
        </p:spPr>
      </p:pic>
      <p:pic>
        <p:nvPicPr>
          <p:cNvPr id="15365" name="直接连接符 11"/>
          <p:cNvPicPr>
            <a:picLocks noChangeArrowheads="1"/>
          </p:cNvPicPr>
          <p:nvPr/>
        </p:nvPicPr>
        <p:blipFill>
          <a:blip r:embed="rId15" cstate="print"/>
          <a:srcRect/>
          <a:stretch>
            <a:fillRect/>
          </a:stretch>
        </p:blipFill>
        <p:spPr bwMode="auto">
          <a:xfrm>
            <a:off x="3505201" y="4731544"/>
            <a:ext cx="1127125" cy="36910"/>
          </a:xfrm>
          <a:prstGeom prst="rect">
            <a:avLst/>
          </a:prstGeom>
          <a:noFill/>
          <a:ln w="9525">
            <a:noFill/>
            <a:miter lim="800000"/>
            <a:headEnd/>
            <a:tailEnd/>
          </a:ln>
        </p:spPr>
      </p:pic>
      <p:sp>
        <p:nvSpPr>
          <p:cNvPr id="15366" name="Rectangle 97"/>
          <p:cNvSpPr>
            <a:spLocks noChangeArrowheads="1"/>
          </p:cNvSpPr>
          <p:nvPr/>
        </p:nvSpPr>
        <p:spPr bwMode="auto">
          <a:xfrm>
            <a:off x="3130550" y="4800600"/>
            <a:ext cx="2895600" cy="201216"/>
          </a:xfrm>
          <a:prstGeom prst="rect">
            <a:avLst/>
          </a:prstGeom>
          <a:noFill/>
          <a:ln w="9525">
            <a:noFill/>
            <a:miter lim="800000"/>
            <a:headEnd/>
            <a:tailEnd/>
          </a:ln>
        </p:spPr>
        <p:txBody>
          <a:bodyPr/>
          <a:lstStyle/>
          <a:p>
            <a:pPr algn="ctr"/>
            <a:r>
              <a:rPr lang="zh-CN" altLang="en-US" sz="1350" b="0">
                <a:solidFill>
                  <a:srgbClr val="000066"/>
                </a:solidFill>
                <a:ea typeface="楷体_GB2312" pitchFamily="49" charset="-122"/>
              </a:rPr>
              <a:t>第十章  波动</a:t>
            </a:r>
          </a:p>
        </p:txBody>
      </p:sp>
      <p:sp>
        <p:nvSpPr>
          <p:cNvPr id="15367" name="矩形 16"/>
          <p:cNvSpPr>
            <a:spLocks noChangeArrowheads="1"/>
          </p:cNvSpPr>
          <p:nvPr/>
        </p:nvSpPr>
        <p:spPr bwMode="auto">
          <a:xfrm>
            <a:off x="3176" y="642938"/>
            <a:ext cx="900113" cy="485775"/>
          </a:xfrm>
          <a:prstGeom prst="rect">
            <a:avLst/>
          </a:prstGeom>
          <a:solidFill>
            <a:schemeClr val="bg1"/>
          </a:solidFill>
          <a:ln w="9525">
            <a:noFill/>
            <a:miter lim="800000"/>
            <a:headEnd/>
            <a:tailEnd/>
          </a:ln>
        </p:spPr>
        <p:txBody>
          <a:bodyPr anchor="ctr"/>
          <a:lstStyle/>
          <a:p>
            <a:pPr algn="ctr"/>
            <a:endParaRPr lang="zh-CN" altLang="en-US" sz="1800" b="0">
              <a:solidFill>
                <a:srgbClr val="FFFFFF"/>
              </a:solidFill>
              <a:latin typeface="Calibri" pitchFamily="34" charset="0"/>
            </a:endParaRPr>
          </a:p>
        </p:txBody>
      </p:sp>
      <p:sp>
        <p:nvSpPr>
          <p:cNvPr id="15368" name="Rectangle 16"/>
          <p:cNvSpPr>
            <a:spLocks noChangeArrowheads="1"/>
          </p:cNvSpPr>
          <p:nvPr/>
        </p:nvSpPr>
        <p:spPr bwMode="auto">
          <a:xfrm>
            <a:off x="5862639" y="67866"/>
            <a:ext cx="3094037" cy="424732"/>
          </a:xfrm>
          <a:prstGeom prst="rect">
            <a:avLst/>
          </a:prstGeom>
          <a:noFill/>
          <a:ln w="9525">
            <a:noFill/>
            <a:miter lim="800000"/>
            <a:headEnd/>
            <a:tailEnd/>
          </a:ln>
        </p:spPr>
        <p:txBody>
          <a:bodyPr>
            <a:spAutoFit/>
          </a:bodyPr>
          <a:lstStyle/>
          <a:p>
            <a:pPr>
              <a:lnSpc>
                <a:spcPct val="120000"/>
              </a:lnSpc>
              <a:spcBef>
                <a:spcPct val="50000"/>
              </a:spcBef>
            </a:pPr>
            <a:r>
              <a:rPr lang="en-US" sz="1800" b="0">
                <a:solidFill>
                  <a:srgbClr val="000066"/>
                </a:solidFill>
                <a:latin typeface="楷体_GB2312" pitchFamily="49" charset="-122"/>
                <a:ea typeface="楷体_GB2312" pitchFamily="49" charset="-122"/>
              </a:rPr>
              <a:t>10-0 </a:t>
            </a:r>
            <a:r>
              <a:rPr lang="zh-CN" altLang="en-US" sz="1800" b="0">
                <a:solidFill>
                  <a:srgbClr val="000066"/>
                </a:solidFill>
                <a:latin typeface="楷体_GB2312" pitchFamily="49" charset="-122"/>
                <a:ea typeface="楷体_GB2312" pitchFamily="49" charset="-122"/>
              </a:rPr>
              <a:t>教学基本要求</a:t>
            </a:r>
          </a:p>
        </p:txBody>
      </p:sp>
      <p:pic>
        <p:nvPicPr>
          <p:cNvPr id="15369" name="直接连接符 13"/>
          <p:cNvPicPr>
            <a:picLocks noChangeArrowheads="1"/>
          </p:cNvPicPr>
          <p:nvPr/>
        </p:nvPicPr>
        <p:blipFill>
          <a:blip r:embed="rId16" cstate="print"/>
          <a:srcRect/>
          <a:stretch>
            <a:fillRect/>
          </a:stretch>
        </p:blipFill>
        <p:spPr bwMode="auto">
          <a:xfrm>
            <a:off x="5943600" y="429816"/>
            <a:ext cx="2706688" cy="36909"/>
          </a:xfrm>
          <a:prstGeom prst="rect">
            <a:avLst/>
          </a:prstGeom>
          <a:noFill/>
          <a:ln w="9525">
            <a:noFill/>
            <a:miter lim="800000"/>
            <a:headEnd/>
            <a:tailEnd/>
          </a:ln>
        </p:spPr>
      </p:pic>
      <p:sp>
        <p:nvSpPr>
          <p:cNvPr id="15370" name="灯片编号占位符 15"/>
          <p:cNvSpPr>
            <a:spLocks noGrp="1" noChangeArrowheads="1"/>
          </p:cNvSpPr>
          <p:nvPr>
            <p:ph type="sldNum" sz="quarter" idx="4"/>
          </p:nvPr>
        </p:nvSpPr>
        <p:spPr bwMode="auto">
          <a:xfrm>
            <a:off x="6588125" y="4786313"/>
            <a:ext cx="2133600" cy="2738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a:defRPr sz="1350" b="0">
                <a:solidFill>
                  <a:srgbClr val="0000CC"/>
                </a:solidFill>
                <a:latin typeface="+mn-lt"/>
              </a:defRPr>
            </a:lvl1pPr>
          </a:lstStyle>
          <a:p>
            <a:fld id="{15533DCC-5B34-44F9-BB9A-1A62413FF862}" type="slidenum">
              <a:rPr lang="zh-CN" altLang="en-US"/>
              <a:pPr/>
              <a:t>‹#›</a:t>
            </a:fld>
            <a:endParaRPr lang="en-US"/>
          </a:p>
        </p:txBody>
      </p:sp>
    </p:spTree>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hf hdr="0" ftr="0" dt="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6386" name="Picture 12" descr="C:\Users\qdx\Desktop\Aticles\20141011\temp_01.gif"/>
          <p:cNvPicPr>
            <a:picLocks noChangeAspect="1" noChangeArrowheads="1"/>
          </p:cNvPicPr>
          <p:nvPr/>
        </p:nvPicPr>
        <p:blipFill>
          <a:blip r:embed="rId13" cstate="print"/>
          <a:srcRect/>
          <a:stretch>
            <a:fillRect/>
          </a:stretch>
        </p:blipFill>
        <p:spPr bwMode="auto">
          <a:xfrm>
            <a:off x="-273050" y="14287"/>
            <a:ext cx="1436688" cy="1233488"/>
          </a:xfrm>
          <a:prstGeom prst="rect">
            <a:avLst/>
          </a:prstGeom>
          <a:noFill/>
          <a:ln w="9525">
            <a:noFill/>
            <a:miter lim="800000"/>
            <a:headEnd/>
            <a:tailEnd/>
          </a:ln>
        </p:spPr>
      </p:pic>
      <p:sp>
        <p:nvSpPr>
          <p:cNvPr id="16387" name="TextBox 80"/>
          <p:cNvSpPr txBox="1">
            <a:spLocks noChangeArrowheads="1"/>
          </p:cNvSpPr>
          <p:nvPr/>
        </p:nvSpPr>
        <p:spPr bwMode="auto">
          <a:xfrm>
            <a:off x="123825" y="155972"/>
            <a:ext cx="661988" cy="369332"/>
          </a:xfrm>
          <a:prstGeom prst="rect">
            <a:avLst/>
          </a:prstGeom>
          <a:noFill/>
          <a:ln w="9525">
            <a:noFill/>
            <a:miter lim="800000"/>
            <a:headEnd/>
            <a:tailEnd/>
          </a:ln>
        </p:spPr>
        <p:txBody>
          <a:bodyPr>
            <a:spAutoFit/>
          </a:bodyPr>
          <a:lstStyle/>
          <a:p>
            <a:r>
              <a:rPr lang="zh-CN" altLang="en-US" sz="900" b="0">
                <a:solidFill>
                  <a:srgbClr val="000099"/>
                </a:solidFill>
                <a:latin typeface="楷体" pitchFamily="49" charset="-122"/>
                <a:ea typeface="楷体" pitchFamily="49" charset="-122"/>
              </a:rPr>
              <a:t>物理学</a:t>
            </a:r>
            <a:endParaRPr lang="en-US" sz="900" b="0">
              <a:solidFill>
                <a:srgbClr val="000099"/>
              </a:solidFill>
              <a:latin typeface="楷体" pitchFamily="49" charset="-122"/>
              <a:ea typeface="楷体" pitchFamily="49" charset="-122"/>
            </a:endParaRPr>
          </a:p>
          <a:p>
            <a:r>
              <a:rPr lang="zh-CN" altLang="en-US" sz="900" b="0">
                <a:solidFill>
                  <a:srgbClr val="000099"/>
                </a:solidFill>
                <a:latin typeface="楷体" pitchFamily="49" charset="-122"/>
                <a:ea typeface="楷体" pitchFamily="49" charset="-122"/>
              </a:rPr>
              <a:t>第六版</a:t>
            </a:r>
          </a:p>
        </p:txBody>
      </p:sp>
      <p:pic>
        <p:nvPicPr>
          <p:cNvPr id="16388" name="直接连接符 10"/>
          <p:cNvPicPr>
            <a:picLocks noChangeArrowheads="1"/>
          </p:cNvPicPr>
          <p:nvPr/>
        </p:nvPicPr>
        <p:blipFill>
          <a:blip r:embed="rId14" cstate="print"/>
          <a:srcRect/>
          <a:stretch>
            <a:fillRect/>
          </a:stretch>
        </p:blipFill>
        <p:spPr bwMode="auto">
          <a:xfrm>
            <a:off x="4584701" y="4731544"/>
            <a:ext cx="1127125" cy="36910"/>
          </a:xfrm>
          <a:prstGeom prst="rect">
            <a:avLst/>
          </a:prstGeom>
          <a:noFill/>
          <a:ln w="9525">
            <a:noFill/>
            <a:miter lim="800000"/>
            <a:headEnd/>
            <a:tailEnd/>
          </a:ln>
        </p:spPr>
      </p:pic>
      <p:pic>
        <p:nvPicPr>
          <p:cNvPr id="16389" name="直接连接符 11"/>
          <p:cNvPicPr>
            <a:picLocks noChangeArrowheads="1"/>
          </p:cNvPicPr>
          <p:nvPr/>
        </p:nvPicPr>
        <p:blipFill>
          <a:blip r:embed="rId15" cstate="print"/>
          <a:srcRect/>
          <a:stretch>
            <a:fillRect/>
          </a:stretch>
        </p:blipFill>
        <p:spPr bwMode="auto">
          <a:xfrm>
            <a:off x="3505201" y="4731544"/>
            <a:ext cx="1127125" cy="36910"/>
          </a:xfrm>
          <a:prstGeom prst="rect">
            <a:avLst/>
          </a:prstGeom>
          <a:noFill/>
          <a:ln w="9525">
            <a:noFill/>
            <a:miter lim="800000"/>
            <a:headEnd/>
            <a:tailEnd/>
          </a:ln>
        </p:spPr>
      </p:pic>
      <p:sp>
        <p:nvSpPr>
          <p:cNvPr id="16390" name="Rectangle 97"/>
          <p:cNvSpPr>
            <a:spLocks noChangeArrowheads="1"/>
          </p:cNvSpPr>
          <p:nvPr/>
        </p:nvSpPr>
        <p:spPr bwMode="auto">
          <a:xfrm>
            <a:off x="2197100" y="4801792"/>
            <a:ext cx="4248150" cy="201215"/>
          </a:xfrm>
          <a:prstGeom prst="rect">
            <a:avLst/>
          </a:prstGeom>
          <a:noFill/>
          <a:ln w="9525">
            <a:noFill/>
            <a:miter lim="800000"/>
            <a:headEnd/>
            <a:tailEnd/>
          </a:ln>
        </p:spPr>
        <p:txBody>
          <a:bodyPr/>
          <a:lstStyle/>
          <a:p>
            <a:pPr algn="ctr"/>
            <a:r>
              <a:rPr lang="zh-CN" altLang="en-US" sz="1350">
                <a:solidFill>
                  <a:srgbClr val="000066"/>
                </a:solidFill>
                <a:ea typeface="楷体_GB2312" pitchFamily="49" charset="-122"/>
              </a:rPr>
              <a:t>第三章  波动量守恒定律和能量守恒定律</a:t>
            </a:r>
          </a:p>
        </p:txBody>
      </p:sp>
      <p:sp>
        <p:nvSpPr>
          <p:cNvPr id="16391" name="矩形 16"/>
          <p:cNvSpPr>
            <a:spLocks noChangeArrowheads="1"/>
          </p:cNvSpPr>
          <p:nvPr/>
        </p:nvSpPr>
        <p:spPr bwMode="auto">
          <a:xfrm>
            <a:off x="3176" y="642938"/>
            <a:ext cx="900113" cy="485775"/>
          </a:xfrm>
          <a:prstGeom prst="rect">
            <a:avLst/>
          </a:prstGeom>
          <a:solidFill>
            <a:schemeClr val="bg1"/>
          </a:solidFill>
          <a:ln w="9525">
            <a:noFill/>
            <a:miter lim="800000"/>
            <a:headEnd/>
            <a:tailEnd/>
          </a:ln>
        </p:spPr>
        <p:txBody>
          <a:bodyPr anchor="ctr"/>
          <a:lstStyle/>
          <a:p>
            <a:pPr algn="ctr"/>
            <a:endParaRPr lang="zh-CN" altLang="en-US" sz="1800" b="0">
              <a:solidFill>
                <a:srgbClr val="FFFFFF"/>
              </a:solidFill>
              <a:latin typeface="Calibri" pitchFamily="34" charset="0"/>
            </a:endParaRPr>
          </a:p>
        </p:txBody>
      </p:sp>
      <p:sp>
        <p:nvSpPr>
          <p:cNvPr id="16392" name="Rectangle 16"/>
          <p:cNvSpPr>
            <a:spLocks noChangeArrowheads="1"/>
          </p:cNvSpPr>
          <p:nvPr/>
        </p:nvSpPr>
        <p:spPr bwMode="auto">
          <a:xfrm>
            <a:off x="7031038" y="67866"/>
            <a:ext cx="1566862" cy="424732"/>
          </a:xfrm>
          <a:prstGeom prst="rect">
            <a:avLst/>
          </a:prstGeom>
          <a:noFill/>
          <a:ln w="9525">
            <a:noFill/>
            <a:miter lim="800000"/>
            <a:headEnd/>
            <a:tailEnd/>
          </a:ln>
        </p:spPr>
        <p:txBody>
          <a:bodyPr>
            <a:spAutoFit/>
          </a:bodyPr>
          <a:lstStyle/>
          <a:p>
            <a:pPr>
              <a:lnSpc>
                <a:spcPct val="120000"/>
              </a:lnSpc>
              <a:spcBef>
                <a:spcPct val="50000"/>
              </a:spcBef>
            </a:pPr>
            <a:r>
              <a:rPr lang="zh-CN" altLang="en-US" sz="1800">
                <a:solidFill>
                  <a:srgbClr val="000066"/>
                </a:solidFill>
                <a:latin typeface="楷体_GB2312" pitchFamily="49" charset="-122"/>
                <a:ea typeface="楷体_GB2312" pitchFamily="49" charset="-122"/>
              </a:rPr>
              <a:t>本章目录</a:t>
            </a:r>
          </a:p>
        </p:txBody>
      </p:sp>
      <p:pic>
        <p:nvPicPr>
          <p:cNvPr id="16393" name="直接连接符 13"/>
          <p:cNvPicPr>
            <a:picLocks noChangeArrowheads="1"/>
          </p:cNvPicPr>
          <p:nvPr/>
        </p:nvPicPr>
        <p:blipFill>
          <a:blip r:embed="rId16" cstate="print"/>
          <a:srcRect/>
          <a:stretch>
            <a:fillRect/>
          </a:stretch>
        </p:blipFill>
        <p:spPr bwMode="auto">
          <a:xfrm>
            <a:off x="6973889" y="429816"/>
            <a:ext cx="1597025" cy="36909"/>
          </a:xfrm>
          <a:prstGeom prst="rect">
            <a:avLst/>
          </a:prstGeom>
          <a:noFill/>
          <a:ln w="9525">
            <a:noFill/>
            <a:miter lim="800000"/>
            <a:headEnd/>
            <a:tailEnd/>
          </a:ln>
        </p:spPr>
      </p:pic>
      <p:sp>
        <p:nvSpPr>
          <p:cNvPr id="16394" name="灯片编号占位符 2"/>
          <p:cNvSpPr>
            <a:spLocks noGrp="1" noChangeArrowheads="1"/>
          </p:cNvSpPr>
          <p:nvPr>
            <p:ph type="sldNum" sz="quarter" idx="4"/>
          </p:nvPr>
        </p:nvSpPr>
        <p:spPr bwMode="auto">
          <a:xfrm>
            <a:off x="6588125" y="4786313"/>
            <a:ext cx="2133600" cy="2738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a:defRPr sz="1350" b="0">
                <a:solidFill>
                  <a:srgbClr val="0000CC"/>
                </a:solidFill>
                <a:latin typeface="+mn-lt"/>
              </a:defRPr>
            </a:lvl1pPr>
          </a:lstStyle>
          <a:p>
            <a:fld id="{0FA1501F-FEDC-4C24-A7CB-F5AC2A1BB242}" type="slidenum">
              <a:rPr lang="zh-CN" altLang="en-US"/>
              <a:pPr/>
              <a:t>‹#›</a:t>
            </a:fld>
            <a:endParaRPr lang="en-US"/>
          </a:p>
        </p:txBody>
      </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hf hdr="0" ftr="0" dt="0"/>
  <p:txStyles>
    <p:titleStyle>
      <a:lvl1pPr algn="ctr" rtl="0" fontAlgn="base">
        <a:spcBef>
          <a:spcPct val="0"/>
        </a:spcBef>
        <a:spcAft>
          <a:spcPct val="0"/>
        </a:spcAft>
        <a:defRPr sz="33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ea typeface="宋体" pitchFamily="2" charset="-122"/>
        </a:defRPr>
      </a:lvl2pPr>
      <a:lvl3pPr algn="ctr" rtl="0" fontAlgn="base">
        <a:spcBef>
          <a:spcPct val="0"/>
        </a:spcBef>
        <a:spcAft>
          <a:spcPct val="0"/>
        </a:spcAft>
        <a:defRPr sz="3300">
          <a:solidFill>
            <a:schemeClr val="tx1"/>
          </a:solidFill>
          <a:latin typeface="Calibri" pitchFamily="34" charset="0"/>
          <a:ea typeface="宋体" pitchFamily="2" charset="-122"/>
        </a:defRPr>
      </a:lvl3pPr>
      <a:lvl4pPr algn="ctr" rtl="0" fontAlgn="base">
        <a:spcBef>
          <a:spcPct val="0"/>
        </a:spcBef>
        <a:spcAft>
          <a:spcPct val="0"/>
        </a:spcAft>
        <a:defRPr sz="3300">
          <a:solidFill>
            <a:schemeClr val="tx1"/>
          </a:solidFill>
          <a:latin typeface="Calibri" pitchFamily="34" charset="0"/>
          <a:ea typeface="宋体" pitchFamily="2" charset="-122"/>
        </a:defRPr>
      </a:lvl4pPr>
      <a:lvl5pPr algn="ctr" rtl="0" fontAlgn="base">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fontAlgn="base">
        <a:spcBef>
          <a:spcPct val="20000"/>
        </a:spcBef>
        <a:spcAft>
          <a:spcPct val="0"/>
        </a:spcAft>
        <a:buFont typeface="Arial" charset="0"/>
        <a:buChar char="•"/>
        <a:defRPr sz="24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a:solidFill>
            <a:schemeClr val="tx1"/>
          </a:solidFill>
          <a:latin typeface="+mn-lt"/>
          <a:ea typeface="+mn-ea"/>
        </a:defRPr>
      </a:lvl2pPr>
      <a:lvl3pPr marL="857250" indent="-171450" algn="l" rtl="0" fontAlgn="base">
        <a:spcBef>
          <a:spcPct val="20000"/>
        </a:spcBef>
        <a:spcAft>
          <a:spcPct val="0"/>
        </a:spcAft>
        <a:buFont typeface="Arial" charset="0"/>
        <a:buChar char="•"/>
        <a:defRPr sz="1800">
          <a:solidFill>
            <a:schemeClr val="tx1"/>
          </a:solidFill>
          <a:latin typeface="+mn-lt"/>
          <a:ea typeface="+mn-ea"/>
        </a:defRPr>
      </a:lvl3pPr>
      <a:lvl4pPr marL="1200150" indent="-171450" algn="l" rtl="0" fontAlgn="base">
        <a:spcBef>
          <a:spcPct val="20000"/>
        </a:spcBef>
        <a:spcAft>
          <a:spcPct val="0"/>
        </a:spcAft>
        <a:buFont typeface="Arial" charset="0"/>
        <a:buChar char="–"/>
        <a:defRPr sz="1500">
          <a:solidFill>
            <a:schemeClr val="tx1"/>
          </a:solidFill>
          <a:latin typeface="+mn-lt"/>
          <a:ea typeface="+mn-ea"/>
        </a:defRPr>
      </a:lvl4pPr>
      <a:lvl5pPr marL="1543050" indent="-171450" algn="l" rtl="0" fontAlgn="base">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5.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5.wmf"/><Relationship Id="rId18" Type="http://schemas.openxmlformats.org/officeDocument/2006/relationships/oleObject" Target="../embeddings/oleObject9.bin"/><Relationship Id="rId26" Type="http://schemas.openxmlformats.org/officeDocument/2006/relationships/image" Target="../media/image21.wmf"/><Relationship Id="rId3" Type="http://schemas.openxmlformats.org/officeDocument/2006/relationships/oleObject" Target="../embeddings/oleObject1.bin"/><Relationship Id="rId21" Type="http://schemas.openxmlformats.org/officeDocument/2006/relationships/image" Target="../media/image19.wmf"/><Relationship Id="rId34" Type="http://schemas.openxmlformats.org/officeDocument/2006/relationships/image" Target="../media/image25.wmf"/><Relationship Id="rId7" Type="http://schemas.openxmlformats.org/officeDocument/2006/relationships/oleObject" Target="../embeddings/oleObject3.bin"/><Relationship Id="rId12" Type="http://schemas.openxmlformats.org/officeDocument/2006/relationships/oleObject" Target="../embeddings/oleObject6.bin"/><Relationship Id="rId17" Type="http://schemas.openxmlformats.org/officeDocument/2006/relationships/image" Target="../media/image17.wmf"/><Relationship Id="rId25" Type="http://schemas.openxmlformats.org/officeDocument/2006/relationships/oleObject" Target="../embeddings/oleObject13.bin"/><Relationship Id="rId33" Type="http://schemas.openxmlformats.org/officeDocument/2006/relationships/oleObject" Target="../embeddings/oleObject17.bin"/><Relationship Id="rId38" Type="http://schemas.openxmlformats.org/officeDocument/2006/relationships/image" Target="../media/image27.wmf"/><Relationship Id="rId2" Type="http://schemas.openxmlformats.org/officeDocument/2006/relationships/slideLayout" Target="../slideLayouts/slideLayout150.xml"/><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oleObject" Target="../embeddings/oleObject15.bin"/><Relationship Id="rId1" Type="http://schemas.openxmlformats.org/officeDocument/2006/relationships/vmlDrawing" Target="../drawings/vmlDrawing1.vml"/><Relationship Id="rId6" Type="http://schemas.openxmlformats.org/officeDocument/2006/relationships/image" Target="../media/image12.wmf"/><Relationship Id="rId11" Type="http://schemas.openxmlformats.org/officeDocument/2006/relationships/image" Target="../media/image14.wmf"/><Relationship Id="rId24" Type="http://schemas.openxmlformats.org/officeDocument/2006/relationships/oleObject" Target="../embeddings/oleObject12.bin"/><Relationship Id="rId32" Type="http://schemas.openxmlformats.org/officeDocument/2006/relationships/image" Target="../media/image24.wmf"/><Relationship Id="rId37" Type="http://schemas.openxmlformats.org/officeDocument/2006/relationships/oleObject" Target="../embeddings/oleObject19.bin"/><Relationship Id="rId5" Type="http://schemas.openxmlformats.org/officeDocument/2006/relationships/oleObject" Target="../embeddings/oleObject2.bin"/><Relationship Id="rId15" Type="http://schemas.openxmlformats.org/officeDocument/2006/relationships/image" Target="../media/image16.wmf"/><Relationship Id="rId23" Type="http://schemas.openxmlformats.org/officeDocument/2006/relationships/image" Target="../media/image20.wmf"/><Relationship Id="rId28" Type="http://schemas.openxmlformats.org/officeDocument/2006/relationships/image" Target="../media/image22.emf"/><Relationship Id="rId36" Type="http://schemas.openxmlformats.org/officeDocument/2006/relationships/image" Target="../media/image26.wmf"/><Relationship Id="rId10" Type="http://schemas.openxmlformats.org/officeDocument/2006/relationships/oleObject" Target="../embeddings/oleObject5.bin"/><Relationship Id="rId19" Type="http://schemas.openxmlformats.org/officeDocument/2006/relationships/image" Target="../media/image18.wmf"/><Relationship Id="rId31" Type="http://schemas.openxmlformats.org/officeDocument/2006/relationships/oleObject" Target="../embeddings/oleObject16.bin"/><Relationship Id="rId4" Type="http://schemas.openxmlformats.org/officeDocument/2006/relationships/image" Target="../media/image11.wmf"/><Relationship Id="rId9" Type="http://schemas.openxmlformats.org/officeDocument/2006/relationships/oleObject" Target="../embeddings/oleObject4.bin"/><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oleObject" Target="../embeddings/oleObject14.bin"/><Relationship Id="rId30" Type="http://schemas.openxmlformats.org/officeDocument/2006/relationships/image" Target="../media/image23.emf"/><Relationship Id="rId35"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slide" Target="slide5.xml"/><Relationship Id="rId18" Type="http://schemas.openxmlformats.org/officeDocument/2006/relationships/image" Target="../media/image19.wmf"/><Relationship Id="rId26" Type="http://schemas.openxmlformats.org/officeDocument/2006/relationships/image" Target="../media/image22.emf"/><Relationship Id="rId3" Type="http://schemas.openxmlformats.org/officeDocument/2006/relationships/oleObject" Target="../embeddings/oleObject20.bin"/><Relationship Id="rId21" Type="http://schemas.openxmlformats.org/officeDocument/2006/relationships/oleObject" Target="../embeddings/oleObject12.bin"/><Relationship Id="rId34" Type="http://schemas.openxmlformats.org/officeDocument/2006/relationships/image" Target="../media/image26.wmf"/><Relationship Id="rId7" Type="http://schemas.openxmlformats.org/officeDocument/2006/relationships/oleObject" Target="../embeddings/oleObject22.bin"/><Relationship Id="rId12" Type="http://schemas.openxmlformats.org/officeDocument/2006/relationships/image" Target="../media/image14.wmf"/><Relationship Id="rId17" Type="http://schemas.openxmlformats.org/officeDocument/2006/relationships/oleObject" Target="../embeddings/oleObject10.bin"/><Relationship Id="rId25" Type="http://schemas.openxmlformats.org/officeDocument/2006/relationships/oleObject" Target="../embeddings/oleObject14.bin"/><Relationship Id="rId33" Type="http://schemas.openxmlformats.org/officeDocument/2006/relationships/oleObject" Target="../embeddings/oleObject18.bin"/><Relationship Id="rId2" Type="http://schemas.openxmlformats.org/officeDocument/2006/relationships/slideLayout" Target="../slideLayouts/slideLayout150.xml"/><Relationship Id="rId16" Type="http://schemas.openxmlformats.org/officeDocument/2006/relationships/image" Target="../media/image18.wmf"/><Relationship Id="rId20" Type="http://schemas.openxmlformats.org/officeDocument/2006/relationships/image" Target="../media/image20.wmf"/><Relationship Id="rId29" Type="http://schemas.openxmlformats.org/officeDocument/2006/relationships/oleObject" Target="../embeddings/oleObject16.bin"/><Relationship Id="rId1" Type="http://schemas.openxmlformats.org/officeDocument/2006/relationships/vmlDrawing" Target="../drawings/vmlDrawing2.vml"/><Relationship Id="rId6" Type="http://schemas.openxmlformats.org/officeDocument/2006/relationships/image" Target="../media/image29.wmf"/><Relationship Id="rId11" Type="http://schemas.openxmlformats.org/officeDocument/2006/relationships/oleObject" Target="../embeddings/oleObject24.bin"/><Relationship Id="rId24" Type="http://schemas.openxmlformats.org/officeDocument/2006/relationships/image" Target="../media/image21.wmf"/><Relationship Id="rId32" Type="http://schemas.openxmlformats.org/officeDocument/2006/relationships/image" Target="../media/image25.wmf"/><Relationship Id="rId5" Type="http://schemas.openxmlformats.org/officeDocument/2006/relationships/oleObject" Target="../embeddings/oleObject21.bin"/><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image" Target="../media/image23.emf"/><Relationship Id="rId36" Type="http://schemas.openxmlformats.org/officeDocument/2006/relationships/image" Target="../media/image27.wmf"/><Relationship Id="rId10" Type="http://schemas.openxmlformats.org/officeDocument/2006/relationships/image" Target="../media/image31.wmf"/><Relationship Id="rId19" Type="http://schemas.openxmlformats.org/officeDocument/2006/relationships/oleObject" Target="../embeddings/oleObject11.bin"/><Relationship Id="rId31" Type="http://schemas.openxmlformats.org/officeDocument/2006/relationships/oleObject" Target="../embeddings/oleObject17.bin"/><Relationship Id="rId4" Type="http://schemas.openxmlformats.org/officeDocument/2006/relationships/image" Target="../media/image28.wmf"/><Relationship Id="rId9" Type="http://schemas.openxmlformats.org/officeDocument/2006/relationships/oleObject" Target="../embeddings/oleObject23.bin"/><Relationship Id="rId14" Type="http://schemas.openxmlformats.org/officeDocument/2006/relationships/image" Target="../media/image32.gif"/><Relationship Id="rId22" Type="http://schemas.openxmlformats.org/officeDocument/2006/relationships/image" Target="../media/image13.wmf"/><Relationship Id="rId27" Type="http://schemas.openxmlformats.org/officeDocument/2006/relationships/oleObject" Target="../embeddings/oleObject15.bin"/><Relationship Id="rId30" Type="http://schemas.openxmlformats.org/officeDocument/2006/relationships/image" Target="../media/image24.wmf"/><Relationship Id="rId35"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29.bin"/><Relationship Id="rId18" Type="http://schemas.openxmlformats.org/officeDocument/2006/relationships/image" Target="../media/image27.wmf"/><Relationship Id="rId3" Type="http://schemas.openxmlformats.org/officeDocument/2006/relationships/slide" Target="slide4.xml"/><Relationship Id="rId7" Type="http://schemas.openxmlformats.org/officeDocument/2006/relationships/oleObject" Target="../embeddings/oleObject26.bin"/><Relationship Id="rId12" Type="http://schemas.openxmlformats.org/officeDocument/2006/relationships/image" Target="../media/image33.wmf"/><Relationship Id="rId17" Type="http://schemas.openxmlformats.org/officeDocument/2006/relationships/oleObject" Target="../embeddings/oleObject19.bin"/><Relationship Id="rId2" Type="http://schemas.openxmlformats.org/officeDocument/2006/relationships/slideLayout" Target="../slideLayouts/slideLayout150.xml"/><Relationship Id="rId16" Type="http://schemas.openxmlformats.org/officeDocument/2006/relationships/image" Target="../media/image29.wmf"/><Relationship Id="rId1" Type="http://schemas.openxmlformats.org/officeDocument/2006/relationships/vmlDrawing" Target="../drawings/vmlDrawing3.vml"/><Relationship Id="rId6" Type="http://schemas.openxmlformats.org/officeDocument/2006/relationships/image" Target="../media/image19.wmf"/><Relationship Id="rId11" Type="http://schemas.openxmlformats.org/officeDocument/2006/relationships/oleObject" Target="../embeddings/oleObject28.bin"/><Relationship Id="rId5" Type="http://schemas.openxmlformats.org/officeDocument/2006/relationships/oleObject" Target="../embeddings/oleObject25.bin"/><Relationship Id="rId15" Type="http://schemas.openxmlformats.org/officeDocument/2006/relationships/oleObject" Target="../embeddings/oleObject21.bin"/><Relationship Id="rId10" Type="http://schemas.openxmlformats.org/officeDocument/2006/relationships/image" Target="../media/image24.wmf"/><Relationship Id="rId4" Type="http://schemas.openxmlformats.org/officeDocument/2006/relationships/image" Target="../media/image32.gif"/><Relationship Id="rId9" Type="http://schemas.openxmlformats.org/officeDocument/2006/relationships/oleObject" Target="../embeddings/oleObject27.bin"/><Relationship Id="rId14" Type="http://schemas.openxmlformats.org/officeDocument/2006/relationships/image" Target="../media/image34.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9.wmf"/><Relationship Id="rId18" Type="http://schemas.openxmlformats.org/officeDocument/2006/relationships/image" Target="../media/image41.wmf"/><Relationship Id="rId3" Type="http://schemas.openxmlformats.org/officeDocument/2006/relationships/notesSlide" Target="../notesSlides/notesSlide2.xml"/><Relationship Id="rId21" Type="http://schemas.openxmlformats.org/officeDocument/2006/relationships/image" Target="../media/image42.wmf"/><Relationship Id="rId7" Type="http://schemas.openxmlformats.org/officeDocument/2006/relationships/image" Target="../media/image36.wmf"/><Relationship Id="rId12" Type="http://schemas.openxmlformats.org/officeDocument/2006/relationships/oleObject" Target="../embeddings/oleObject34.bin"/><Relationship Id="rId17" Type="http://schemas.openxmlformats.org/officeDocument/2006/relationships/oleObject" Target="../embeddings/oleObject36.bin"/><Relationship Id="rId25" Type="http://schemas.openxmlformats.org/officeDocument/2006/relationships/image" Target="../media/image44.wmf"/><Relationship Id="rId2" Type="http://schemas.openxmlformats.org/officeDocument/2006/relationships/slideLayout" Target="../slideLayouts/slideLayout150.xml"/><Relationship Id="rId16" Type="http://schemas.openxmlformats.org/officeDocument/2006/relationships/image" Target="../media/image45.jpeg"/><Relationship Id="rId20" Type="http://schemas.openxmlformats.org/officeDocument/2006/relationships/oleObject" Target="../embeddings/oleObject37.bin"/><Relationship Id="rId1" Type="http://schemas.openxmlformats.org/officeDocument/2006/relationships/vmlDrawing" Target="../drawings/vmlDrawing4.vml"/><Relationship Id="rId6" Type="http://schemas.openxmlformats.org/officeDocument/2006/relationships/oleObject" Target="../embeddings/oleObject31.bin"/><Relationship Id="rId11" Type="http://schemas.openxmlformats.org/officeDocument/2006/relationships/image" Target="../media/image38.wmf"/><Relationship Id="rId24" Type="http://schemas.openxmlformats.org/officeDocument/2006/relationships/oleObject" Target="../embeddings/oleObject39.bin"/><Relationship Id="rId5" Type="http://schemas.openxmlformats.org/officeDocument/2006/relationships/image" Target="../media/image35.wmf"/><Relationship Id="rId15" Type="http://schemas.openxmlformats.org/officeDocument/2006/relationships/image" Target="../media/image40.wmf"/><Relationship Id="rId23" Type="http://schemas.openxmlformats.org/officeDocument/2006/relationships/image" Target="../media/image43.wmf"/><Relationship Id="rId10" Type="http://schemas.openxmlformats.org/officeDocument/2006/relationships/oleObject" Target="../embeddings/oleObject33.bin"/><Relationship Id="rId19" Type="http://schemas.openxmlformats.org/officeDocument/2006/relationships/image" Target="../media/image46.jpeg"/><Relationship Id="rId4" Type="http://schemas.openxmlformats.org/officeDocument/2006/relationships/oleObject" Target="../embeddings/oleObject30.bin"/><Relationship Id="rId9" Type="http://schemas.openxmlformats.org/officeDocument/2006/relationships/image" Target="../media/image37.wmf"/><Relationship Id="rId14" Type="http://schemas.openxmlformats.org/officeDocument/2006/relationships/oleObject" Target="../embeddings/oleObject35.bin"/><Relationship Id="rId22" Type="http://schemas.openxmlformats.org/officeDocument/2006/relationships/oleObject" Target="../embeddings/oleObject38.bin"/></Relationships>
</file>

<file path=ppt/slides/_rels/slide7.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150.xml"/><Relationship Id="rId1" Type="http://schemas.openxmlformats.org/officeDocument/2006/relationships/vmlDrawing" Target="../drawings/vmlDrawing5.vml"/><Relationship Id="rId6" Type="http://schemas.openxmlformats.org/officeDocument/2006/relationships/image" Target="../media/image48.wmf"/><Relationship Id="rId5" Type="http://schemas.openxmlformats.org/officeDocument/2006/relationships/oleObject" Target="../embeddings/oleObject41.bin"/><Relationship Id="rId4" Type="http://schemas.openxmlformats.org/officeDocument/2006/relationships/image" Target="../media/image47.wmf"/></Relationships>
</file>

<file path=ppt/slides/_rels/slide8.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54.wmf"/><Relationship Id="rId2" Type="http://schemas.openxmlformats.org/officeDocument/2006/relationships/slideLayout" Target="../slideLayouts/slideLayout145.xml"/><Relationship Id="rId1" Type="http://schemas.openxmlformats.org/officeDocument/2006/relationships/vmlDrawing" Target="../drawings/vmlDrawing6.vml"/><Relationship Id="rId6" Type="http://schemas.openxmlformats.org/officeDocument/2006/relationships/image" Target="../media/image51.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46.bin"/></Relationships>
</file>

<file path=ppt/slides/_rels/slide9.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oleObject" Target="../embeddings/oleObject53.bin"/><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58.wmf"/><Relationship Id="rId2" Type="http://schemas.openxmlformats.org/officeDocument/2006/relationships/slideLayout" Target="../slideLayouts/slideLayout150.xml"/><Relationship Id="rId1" Type="http://schemas.openxmlformats.org/officeDocument/2006/relationships/vmlDrawing" Target="../drawings/vmlDrawing7.vml"/><Relationship Id="rId6" Type="http://schemas.openxmlformats.org/officeDocument/2006/relationships/image" Target="../media/image56.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57.wmf"/><Relationship Id="rId4" Type="http://schemas.openxmlformats.org/officeDocument/2006/relationships/image" Target="../media/image55.wmf"/><Relationship Id="rId9" Type="http://schemas.openxmlformats.org/officeDocument/2006/relationships/oleObject" Target="../embeddings/oleObject51.bin"/><Relationship Id="rId14" Type="http://schemas.openxmlformats.org/officeDocument/2006/relationships/image" Target="../media/image59.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4.bin"/><Relationship Id="rId7" Type="http://schemas.openxmlformats.org/officeDocument/2006/relationships/image" Target="../media/image61.wmf"/><Relationship Id="rId2" Type="http://schemas.openxmlformats.org/officeDocument/2006/relationships/slideLayout" Target="../slideLayouts/slideLayout145.xml"/><Relationship Id="rId1" Type="http://schemas.openxmlformats.org/officeDocument/2006/relationships/vmlDrawing" Target="../drawings/vmlDrawing8.vml"/><Relationship Id="rId6" Type="http://schemas.openxmlformats.org/officeDocument/2006/relationships/oleObject" Target="../embeddings/oleObject55.bin"/><Relationship Id="rId5" Type="http://schemas.openxmlformats.org/officeDocument/2006/relationships/image" Target="../media/image62.png"/><Relationship Id="rId4" Type="http://schemas.openxmlformats.org/officeDocument/2006/relationships/image" Target="../media/image60.wmf"/></Relationships>
</file>

<file path=ppt/slides/_rels/slide11.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61.bin"/><Relationship Id="rId18" Type="http://schemas.openxmlformats.org/officeDocument/2006/relationships/image" Target="../media/image70.wmf"/><Relationship Id="rId26" Type="http://schemas.openxmlformats.org/officeDocument/2006/relationships/oleObject" Target="../embeddings/oleObject70.bin"/><Relationship Id="rId3" Type="http://schemas.openxmlformats.org/officeDocument/2006/relationships/oleObject" Target="../embeddings/oleObject56.bin"/><Relationship Id="rId21" Type="http://schemas.openxmlformats.org/officeDocument/2006/relationships/oleObject" Target="../embeddings/oleObject66.bin"/><Relationship Id="rId7" Type="http://schemas.openxmlformats.org/officeDocument/2006/relationships/oleObject" Target="../embeddings/oleObject58.bin"/><Relationship Id="rId12" Type="http://schemas.openxmlformats.org/officeDocument/2006/relationships/image" Target="../media/image67.wmf"/><Relationship Id="rId17" Type="http://schemas.openxmlformats.org/officeDocument/2006/relationships/oleObject" Target="../embeddings/oleObject63.bin"/><Relationship Id="rId25" Type="http://schemas.openxmlformats.org/officeDocument/2006/relationships/oleObject" Target="../embeddings/oleObject69.bin"/><Relationship Id="rId2" Type="http://schemas.openxmlformats.org/officeDocument/2006/relationships/slideLayout" Target="../slideLayouts/slideLayout150.xml"/><Relationship Id="rId16" Type="http://schemas.openxmlformats.org/officeDocument/2006/relationships/image" Target="../media/image69.wmf"/><Relationship Id="rId20" Type="http://schemas.openxmlformats.org/officeDocument/2006/relationships/oleObject" Target="../embeddings/oleObject65.bin"/><Relationship Id="rId1" Type="http://schemas.openxmlformats.org/officeDocument/2006/relationships/vmlDrawing" Target="../drawings/vmlDrawing9.vml"/><Relationship Id="rId6" Type="http://schemas.openxmlformats.org/officeDocument/2006/relationships/image" Target="../media/image64.wmf"/><Relationship Id="rId11" Type="http://schemas.openxmlformats.org/officeDocument/2006/relationships/oleObject" Target="../embeddings/oleObject60.bin"/><Relationship Id="rId24" Type="http://schemas.openxmlformats.org/officeDocument/2006/relationships/oleObject" Target="../embeddings/oleObject68.bin"/><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oleObject" Target="../embeddings/oleObject67.bin"/><Relationship Id="rId10" Type="http://schemas.openxmlformats.org/officeDocument/2006/relationships/image" Target="../media/image66.wmf"/><Relationship Id="rId19" Type="http://schemas.openxmlformats.org/officeDocument/2006/relationships/oleObject" Target="../embeddings/oleObject64.bin"/><Relationship Id="rId4" Type="http://schemas.openxmlformats.org/officeDocument/2006/relationships/image" Target="../media/image63.wmf"/><Relationship Id="rId9" Type="http://schemas.openxmlformats.org/officeDocument/2006/relationships/oleObject" Target="../embeddings/oleObject59.bin"/><Relationship Id="rId14" Type="http://schemas.openxmlformats.org/officeDocument/2006/relationships/image" Target="../media/image68.wmf"/><Relationship Id="rId22" Type="http://schemas.openxmlformats.org/officeDocument/2006/relationships/image" Target="../media/image55.wmf"/><Relationship Id="rId27" Type="http://schemas.openxmlformats.org/officeDocument/2006/relationships/image" Target="../media/image71.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76.wmf"/><Relationship Id="rId18" Type="http://schemas.openxmlformats.org/officeDocument/2006/relationships/oleObject" Target="../embeddings/oleObject78.bin"/><Relationship Id="rId26" Type="http://schemas.openxmlformats.org/officeDocument/2006/relationships/oleObject" Target="../embeddings/oleObject85.bin"/><Relationship Id="rId3" Type="http://schemas.openxmlformats.org/officeDocument/2006/relationships/image" Target="../media/image62.png"/><Relationship Id="rId21" Type="http://schemas.openxmlformats.org/officeDocument/2006/relationships/image" Target="../media/image79.png"/><Relationship Id="rId7" Type="http://schemas.openxmlformats.org/officeDocument/2006/relationships/image" Target="../media/image73.wmf"/><Relationship Id="rId12" Type="http://schemas.openxmlformats.org/officeDocument/2006/relationships/oleObject" Target="../embeddings/oleObject75.bin"/><Relationship Id="rId17" Type="http://schemas.openxmlformats.org/officeDocument/2006/relationships/image" Target="../media/image78.png"/><Relationship Id="rId25" Type="http://schemas.openxmlformats.org/officeDocument/2006/relationships/oleObject" Target="../embeddings/oleObject84.bin"/><Relationship Id="rId2" Type="http://schemas.openxmlformats.org/officeDocument/2006/relationships/slideLayout" Target="../slideLayouts/slideLayout150.xml"/><Relationship Id="rId16" Type="http://schemas.openxmlformats.org/officeDocument/2006/relationships/oleObject" Target="../embeddings/oleObject77.bin"/><Relationship Id="rId20" Type="http://schemas.openxmlformats.org/officeDocument/2006/relationships/oleObject" Target="../embeddings/oleObject80.bin"/><Relationship Id="rId29" Type="http://schemas.openxmlformats.org/officeDocument/2006/relationships/image" Target="../media/image81.wmf"/><Relationship Id="rId1" Type="http://schemas.openxmlformats.org/officeDocument/2006/relationships/vmlDrawing" Target="../drawings/vmlDrawing10.vml"/><Relationship Id="rId6" Type="http://schemas.openxmlformats.org/officeDocument/2006/relationships/oleObject" Target="../embeddings/oleObject72.bin"/><Relationship Id="rId11" Type="http://schemas.openxmlformats.org/officeDocument/2006/relationships/image" Target="../media/image75.wmf"/><Relationship Id="rId24" Type="http://schemas.openxmlformats.org/officeDocument/2006/relationships/oleObject" Target="../embeddings/oleObject83.bin"/><Relationship Id="rId5" Type="http://schemas.openxmlformats.org/officeDocument/2006/relationships/image" Target="../media/image72.wmf"/><Relationship Id="rId15" Type="http://schemas.openxmlformats.org/officeDocument/2006/relationships/image" Target="../media/image77.wmf"/><Relationship Id="rId23" Type="http://schemas.openxmlformats.org/officeDocument/2006/relationships/oleObject" Target="../embeddings/oleObject82.bin"/><Relationship Id="rId28" Type="http://schemas.openxmlformats.org/officeDocument/2006/relationships/oleObject" Target="../embeddings/oleObject86.bin"/><Relationship Id="rId10" Type="http://schemas.openxmlformats.org/officeDocument/2006/relationships/oleObject" Target="../embeddings/oleObject74.bin"/><Relationship Id="rId19" Type="http://schemas.openxmlformats.org/officeDocument/2006/relationships/oleObject" Target="../embeddings/oleObject79.bin"/><Relationship Id="rId31" Type="http://schemas.openxmlformats.org/officeDocument/2006/relationships/image" Target="../media/image82.wmf"/><Relationship Id="rId4" Type="http://schemas.openxmlformats.org/officeDocument/2006/relationships/oleObject" Target="../embeddings/oleObject71.bin"/><Relationship Id="rId9" Type="http://schemas.openxmlformats.org/officeDocument/2006/relationships/image" Target="../media/image74.wmf"/><Relationship Id="rId14" Type="http://schemas.openxmlformats.org/officeDocument/2006/relationships/oleObject" Target="../embeddings/oleObject76.bin"/><Relationship Id="rId22" Type="http://schemas.openxmlformats.org/officeDocument/2006/relationships/oleObject" Target="../embeddings/oleObject81.bin"/><Relationship Id="rId27" Type="http://schemas.openxmlformats.org/officeDocument/2006/relationships/image" Target="../media/image80.wmf"/><Relationship Id="rId30" Type="http://schemas.openxmlformats.org/officeDocument/2006/relationships/oleObject" Target="../embeddings/oleObject87.bin"/></Relationships>
</file>

<file path=ppt/slides/_rels/slide13.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87.wmf"/><Relationship Id="rId2" Type="http://schemas.openxmlformats.org/officeDocument/2006/relationships/slideLayout" Target="../slideLayouts/slideLayout150.xml"/><Relationship Id="rId1" Type="http://schemas.openxmlformats.org/officeDocument/2006/relationships/vmlDrawing" Target="../drawings/vmlDrawing11.vml"/><Relationship Id="rId6" Type="http://schemas.openxmlformats.org/officeDocument/2006/relationships/image" Target="../media/image84.wmf"/><Relationship Id="rId11" Type="http://schemas.openxmlformats.org/officeDocument/2006/relationships/oleObject" Target="../embeddings/oleObject92.bin"/><Relationship Id="rId5" Type="http://schemas.openxmlformats.org/officeDocument/2006/relationships/oleObject" Target="../embeddings/oleObject89.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91.bin"/></Relationships>
</file>

<file path=ppt/slides/_rels/slide14.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93.bin"/><Relationship Id="rId7" Type="http://schemas.openxmlformats.org/officeDocument/2006/relationships/oleObject" Target="../embeddings/oleObject95.bin"/><Relationship Id="rId2" Type="http://schemas.openxmlformats.org/officeDocument/2006/relationships/slideLayout" Target="../slideLayouts/slideLayout155.xml"/><Relationship Id="rId1" Type="http://schemas.openxmlformats.org/officeDocument/2006/relationships/vmlDrawing" Target="../drawings/vmlDrawing12.vml"/><Relationship Id="rId6" Type="http://schemas.openxmlformats.org/officeDocument/2006/relationships/image" Target="../media/image89.wmf"/><Relationship Id="rId5" Type="http://schemas.openxmlformats.org/officeDocument/2006/relationships/oleObject" Target="../embeddings/oleObject94.bin"/><Relationship Id="rId4" Type="http://schemas.openxmlformats.org/officeDocument/2006/relationships/image" Target="../media/image88.wmf"/></Relationships>
</file>

<file path=ppt/slides/_rels/slide15.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96.bin"/><Relationship Id="rId7" Type="http://schemas.openxmlformats.org/officeDocument/2006/relationships/oleObject" Target="../embeddings/oleObject98.bin"/><Relationship Id="rId2" Type="http://schemas.openxmlformats.org/officeDocument/2006/relationships/slideLayout" Target="../slideLayouts/slideLayout145.xml"/><Relationship Id="rId1" Type="http://schemas.openxmlformats.org/officeDocument/2006/relationships/vmlDrawing" Target="../drawings/vmlDrawing13.vml"/><Relationship Id="rId6" Type="http://schemas.openxmlformats.org/officeDocument/2006/relationships/image" Target="../media/image92.wmf"/><Relationship Id="rId5" Type="http://schemas.openxmlformats.org/officeDocument/2006/relationships/oleObject" Target="../embeddings/oleObject97.bin"/><Relationship Id="rId10" Type="http://schemas.openxmlformats.org/officeDocument/2006/relationships/image" Target="../media/image88.wmf"/><Relationship Id="rId4" Type="http://schemas.openxmlformats.org/officeDocument/2006/relationships/image" Target="../media/image91.wmf"/><Relationship Id="rId9" Type="http://schemas.openxmlformats.org/officeDocument/2006/relationships/oleObject" Target="../embeddings/oleObject99.bin"/></Relationships>
</file>

<file path=ppt/slides/_rels/slide16.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50.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99.wmf"/><Relationship Id="rId18" Type="http://schemas.openxmlformats.org/officeDocument/2006/relationships/oleObject" Target="../embeddings/oleObject107.bin"/><Relationship Id="rId26" Type="http://schemas.openxmlformats.org/officeDocument/2006/relationships/oleObject" Target="../embeddings/oleObject111.bin"/><Relationship Id="rId3" Type="http://schemas.openxmlformats.org/officeDocument/2006/relationships/image" Target="../media/image94.jpeg"/><Relationship Id="rId21" Type="http://schemas.openxmlformats.org/officeDocument/2006/relationships/image" Target="../media/image103.wmf"/><Relationship Id="rId7" Type="http://schemas.openxmlformats.org/officeDocument/2006/relationships/image" Target="../media/image96.wmf"/><Relationship Id="rId12" Type="http://schemas.openxmlformats.org/officeDocument/2006/relationships/oleObject" Target="../embeddings/oleObject104.bin"/><Relationship Id="rId17" Type="http://schemas.openxmlformats.org/officeDocument/2006/relationships/image" Target="../media/image101.wmf"/><Relationship Id="rId25" Type="http://schemas.openxmlformats.org/officeDocument/2006/relationships/image" Target="../media/image105.wmf"/><Relationship Id="rId2" Type="http://schemas.openxmlformats.org/officeDocument/2006/relationships/slideLayout" Target="../slideLayouts/slideLayout150.xml"/><Relationship Id="rId16" Type="http://schemas.openxmlformats.org/officeDocument/2006/relationships/oleObject" Target="../embeddings/oleObject106.bin"/><Relationship Id="rId20" Type="http://schemas.openxmlformats.org/officeDocument/2006/relationships/oleObject" Target="../embeddings/oleObject108.bin"/><Relationship Id="rId29" Type="http://schemas.openxmlformats.org/officeDocument/2006/relationships/image" Target="../media/image107.wmf"/><Relationship Id="rId1" Type="http://schemas.openxmlformats.org/officeDocument/2006/relationships/vmlDrawing" Target="../drawings/vmlDrawing14.vml"/><Relationship Id="rId6" Type="http://schemas.openxmlformats.org/officeDocument/2006/relationships/oleObject" Target="../embeddings/oleObject101.bin"/><Relationship Id="rId11" Type="http://schemas.openxmlformats.org/officeDocument/2006/relationships/image" Target="../media/image98.wmf"/><Relationship Id="rId24" Type="http://schemas.openxmlformats.org/officeDocument/2006/relationships/oleObject" Target="../embeddings/oleObject110.bin"/><Relationship Id="rId5" Type="http://schemas.openxmlformats.org/officeDocument/2006/relationships/image" Target="../media/image95.wmf"/><Relationship Id="rId15" Type="http://schemas.openxmlformats.org/officeDocument/2006/relationships/image" Target="../media/image100.wmf"/><Relationship Id="rId23" Type="http://schemas.openxmlformats.org/officeDocument/2006/relationships/image" Target="../media/image104.wmf"/><Relationship Id="rId28" Type="http://schemas.openxmlformats.org/officeDocument/2006/relationships/oleObject" Target="../embeddings/oleObject112.bin"/><Relationship Id="rId10" Type="http://schemas.openxmlformats.org/officeDocument/2006/relationships/oleObject" Target="../embeddings/oleObject103.bin"/><Relationship Id="rId19" Type="http://schemas.openxmlformats.org/officeDocument/2006/relationships/image" Target="../media/image102.wmf"/><Relationship Id="rId4" Type="http://schemas.openxmlformats.org/officeDocument/2006/relationships/oleObject" Target="../embeddings/oleObject100.bin"/><Relationship Id="rId9" Type="http://schemas.openxmlformats.org/officeDocument/2006/relationships/image" Target="../media/image97.wmf"/><Relationship Id="rId14" Type="http://schemas.openxmlformats.org/officeDocument/2006/relationships/oleObject" Target="../embeddings/oleObject105.bin"/><Relationship Id="rId22" Type="http://schemas.openxmlformats.org/officeDocument/2006/relationships/oleObject" Target="../embeddings/oleObject109.bin"/><Relationship Id="rId27" Type="http://schemas.openxmlformats.org/officeDocument/2006/relationships/image" Target="../media/image106.wmf"/></Relationships>
</file>

<file path=ppt/slides/_rels/slide18.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118.bin"/><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12.wmf"/><Relationship Id="rId2" Type="http://schemas.openxmlformats.org/officeDocument/2006/relationships/slideLayout" Target="../slideLayouts/slideLayout150.xml"/><Relationship Id="rId1" Type="http://schemas.openxmlformats.org/officeDocument/2006/relationships/vmlDrawing" Target="../drawings/vmlDrawing15.vml"/><Relationship Id="rId6" Type="http://schemas.openxmlformats.org/officeDocument/2006/relationships/image" Target="../media/image109.wmf"/><Relationship Id="rId11" Type="http://schemas.openxmlformats.org/officeDocument/2006/relationships/oleObject" Target="../embeddings/oleObject117.bin"/><Relationship Id="rId5" Type="http://schemas.openxmlformats.org/officeDocument/2006/relationships/oleObject" Target="../embeddings/oleObject114.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116.bin"/><Relationship Id="rId14" Type="http://schemas.openxmlformats.org/officeDocument/2006/relationships/image" Target="../media/image113.wmf"/></Relationships>
</file>

<file path=ppt/slides/_rels/slide19.xml.rels><?xml version="1.0" encoding="UTF-8" standalone="yes"?>
<Relationships xmlns="http://schemas.openxmlformats.org/package/2006/relationships"><Relationship Id="rId8" Type="http://schemas.openxmlformats.org/officeDocument/2006/relationships/image" Target="../media/image116.wmf"/><Relationship Id="rId13" Type="http://schemas.openxmlformats.org/officeDocument/2006/relationships/oleObject" Target="../embeddings/oleObject124.bin"/><Relationship Id="rId18" Type="http://schemas.openxmlformats.org/officeDocument/2006/relationships/image" Target="../media/image108.wmf"/><Relationship Id="rId26" Type="http://schemas.openxmlformats.org/officeDocument/2006/relationships/image" Target="../media/image112.wmf"/><Relationship Id="rId3" Type="http://schemas.openxmlformats.org/officeDocument/2006/relationships/oleObject" Target="../embeddings/oleObject119.bin"/><Relationship Id="rId21" Type="http://schemas.openxmlformats.org/officeDocument/2006/relationships/oleObject" Target="../embeddings/oleObject115.bin"/><Relationship Id="rId7" Type="http://schemas.openxmlformats.org/officeDocument/2006/relationships/oleObject" Target="../embeddings/oleObject121.bin"/><Relationship Id="rId12" Type="http://schemas.openxmlformats.org/officeDocument/2006/relationships/image" Target="../media/image118.wmf"/><Relationship Id="rId17" Type="http://schemas.openxmlformats.org/officeDocument/2006/relationships/oleObject" Target="../embeddings/oleObject113.bin"/><Relationship Id="rId25" Type="http://schemas.openxmlformats.org/officeDocument/2006/relationships/oleObject" Target="../embeddings/oleObject117.bin"/><Relationship Id="rId2" Type="http://schemas.openxmlformats.org/officeDocument/2006/relationships/slideLayout" Target="../slideLayouts/slideLayout147.xml"/><Relationship Id="rId16" Type="http://schemas.openxmlformats.org/officeDocument/2006/relationships/image" Target="../media/image120.wmf"/><Relationship Id="rId20" Type="http://schemas.openxmlformats.org/officeDocument/2006/relationships/image" Target="../media/image109.wmf"/><Relationship Id="rId1" Type="http://schemas.openxmlformats.org/officeDocument/2006/relationships/vmlDrawing" Target="../drawings/vmlDrawing16.vml"/><Relationship Id="rId6" Type="http://schemas.openxmlformats.org/officeDocument/2006/relationships/image" Target="../media/image115.wmf"/><Relationship Id="rId11" Type="http://schemas.openxmlformats.org/officeDocument/2006/relationships/oleObject" Target="../embeddings/oleObject123.bin"/><Relationship Id="rId24" Type="http://schemas.openxmlformats.org/officeDocument/2006/relationships/image" Target="../media/image111.wmf"/><Relationship Id="rId5" Type="http://schemas.openxmlformats.org/officeDocument/2006/relationships/oleObject" Target="../embeddings/oleObject120.bin"/><Relationship Id="rId15" Type="http://schemas.openxmlformats.org/officeDocument/2006/relationships/oleObject" Target="../embeddings/oleObject125.bin"/><Relationship Id="rId23" Type="http://schemas.openxmlformats.org/officeDocument/2006/relationships/oleObject" Target="../embeddings/oleObject116.bin"/><Relationship Id="rId28" Type="http://schemas.openxmlformats.org/officeDocument/2006/relationships/image" Target="../media/image113.wmf"/><Relationship Id="rId10" Type="http://schemas.openxmlformats.org/officeDocument/2006/relationships/image" Target="../media/image117.wmf"/><Relationship Id="rId19" Type="http://schemas.openxmlformats.org/officeDocument/2006/relationships/oleObject" Target="../embeddings/oleObject114.bin"/><Relationship Id="rId4" Type="http://schemas.openxmlformats.org/officeDocument/2006/relationships/image" Target="../media/image114.wmf"/><Relationship Id="rId9" Type="http://schemas.openxmlformats.org/officeDocument/2006/relationships/oleObject" Target="../embeddings/oleObject122.bin"/><Relationship Id="rId14" Type="http://schemas.openxmlformats.org/officeDocument/2006/relationships/image" Target="../media/image119.wmf"/><Relationship Id="rId22" Type="http://schemas.openxmlformats.org/officeDocument/2006/relationships/image" Target="../media/image110.wmf"/><Relationship Id="rId27" Type="http://schemas.openxmlformats.org/officeDocument/2006/relationships/oleObject" Target="../embeddings/oleObject118.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150.xml"/><Relationship Id="rId1" Type="http://schemas.openxmlformats.org/officeDocument/2006/relationships/vmlDrawing" Target="../drawings/vmlDrawing17.vml"/><Relationship Id="rId5" Type="http://schemas.openxmlformats.org/officeDocument/2006/relationships/image" Target="../media/image62.png"/><Relationship Id="rId4" Type="http://schemas.openxmlformats.org/officeDocument/2006/relationships/image" Target="../media/image121.wmf"/></Relationships>
</file>

<file path=ppt/slides/_rels/slide21.xml.rels><?xml version="1.0" encoding="UTF-8" standalone="yes"?>
<Relationships xmlns="http://schemas.openxmlformats.org/package/2006/relationships"><Relationship Id="rId2" Type="http://schemas.openxmlformats.org/officeDocument/2006/relationships/image" Target="../media/image122.gif"/><Relationship Id="rId1" Type="http://schemas.openxmlformats.org/officeDocument/2006/relationships/slideLayout" Target="../slideLayouts/slideLayout150.xml"/></Relationships>
</file>

<file path=ppt/slides/_rels/slide22.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32.bin"/><Relationship Id="rId18" Type="http://schemas.openxmlformats.org/officeDocument/2006/relationships/image" Target="../media/image79.png"/><Relationship Id="rId26" Type="http://schemas.openxmlformats.org/officeDocument/2006/relationships/oleObject" Target="../embeddings/oleObject141.bin"/><Relationship Id="rId3" Type="http://schemas.openxmlformats.org/officeDocument/2006/relationships/oleObject" Target="../embeddings/oleObject127.bin"/><Relationship Id="rId21" Type="http://schemas.openxmlformats.org/officeDocument/2006/relationships/oleObject" Target="../embeddings/oleObject137.bin"/><Relationship Id="rId7" Type="http://schemas.openxmlformats.org/officeDocument/2006/relationships/oleObject" Target="../embeddings/oleObject129.bin"/><Relationship Id="rId12" Type="http://schemas.openxmlformats.org/officeDocument/2006/relationships/image" Target="../media/image127.wmf"/><Relationship Id="rId17" Type="http://schemas.openxmlformats.org/officeDocument/2006/relationships/oleObject" Target="../embeddings/oleObject135.bin"/><Relationship Id="rId25" Type="http://schemas.openxmlformats.org/officeDocument/2006/relationships/oleObject" Target="../embeddings/oleObject140.bin"/><Relationship Id="rId2" Type="http://schemas.openxmlformats.org/officeDocument/2006/relationships/slideLayout" Target="../slideLayouts/slideLayout150.xml"/><Relationship Id="rId16" Type="http://schemas.openxmlformats.org/officeDocument/2006/relationships/oleObject" Target="../embeddings/oleObject134.bin"/><Relationship Id="rId20" Type="http://schemas.openxmlformats.org/officeDocument/2006/relationships/image" Target="../media/image129.wmf"/><Relationship Id="rId29" Type="http://schemas.openxmlformats.org/officeDocument/2006/relationships/image" Target="../media/image130.wmf"/><Relationship Id="rId1" Type="http://schemas.openxmlformats.org/officeDocument/2006/relationships/vmlDrawing" Target="../drawings/vmlDrawing18.vml"/><Relationship Id="rId6" Type="http://schemas.openxmlformats.org/officeDocument/2006/relationships/image" Target="../media/image124.wmf"/><Relationship Id="rId11" Type="http://schemas.openxmlformats.org/officeDocument/2006/relationships/oleObject" Target="../embeddings/oleObject131.bin"/><Relationship Id="rId24" Type="http://schemas.openxmlformats.org/officeDocument/2006/relationships/oleObject" Target="../embeddings/oleObject139.bin"/><Relationship Id="rId32" Type="http://schemas.openxmlformats.org/officeDocument/2006/relationships/oleObject" Target="../embeddings/oleObject146.bin"/><Relationship Id="rId5" Type="http://schemas.openxmlformats.org/officeDocument/2006/relationships/oleObject" Target="../embeddings/oleObject128.bin"/><Relationship Id="rId15" Type="http://schemas.openxmlformats.org/officeDocument/2006/relationships/oleObject" Target="../embeddings/oleObject133.bin"/><Relationship Id="rId23" Type="http://schemas.openxmlformats.org/officeDocument/2006/relationships/oleObject" Target="../embeddings/oleObject138.bin"/><Relationship Id="rId28" Type="http://schemas.openxmlformats.org/officeDocument/2006/relationships/oleObject" Target="../embeddings/oleObject143.bin"/><Relationship Id="rId10" Type="http://schemas.openxmlformats.org/officeDocument/2006/relationships/image" Target="../media/image126.wmf"/><Relationship Id="rId19" Type="http://schemas.openxmlformats.org/officeDocument/2006/relationships/oleObject" Target="../embeddings/oleObject136.bin"/><Relationship Id="rId31" Type="http://schemas.openxmlformats.org/officeDocument/2006/relationships/oleObject" Target="../embeddings/oleObject145.bin"/><Relationship Id="rId4" Type="http://schemas.openxmlformats.org/officeDocument/2006/relationships/image" Target="../media/image123.wmf"/><Relationship Id="rId9" Type="http://schemas.openxmlformats.org/officeDocument/2006/relationships/oleObject" Target="../embeddings/oleObject130.bin"/><Relationship Id="rId14" Type="http://schemas.openxmlformats.org/officeDocument/2006/relationships/image" Target="../media/image128.wmf"/><Relationship Id="rId22" Type="http://schemas.openxmlformats.org/officeDocument/2006/relationships/image" Target="../media/image78.png"/><Relationship Id="rId27" Type="http://schemas.openxmlformats.org/officeDocument/2006/relationships/oleObject" Target="../embeddings/oleObject142.bin"/><Relationship Id="rId30" Type="http://schemas.openxmlformats.org/officeDocument/2006/relationships/oleObject" Target="../embeddings/oleObject144.bin"/></Relationships>
</file>

<file path=ppt/slides/_rels/slide23.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34.bin"/><Relationship Id="rId18" Type="http://schemas.openxmlformats.org/officeDocument/2006/relationships/image" Target="../media/image129.wmf"/><Relationship Id="rId26" Type="http://schemas.openxmlformats.org/officeDocument/2006/relationships/oleObject" Target="../embeddings/oleObject141.bin"/><Relationship Id="rId3" Type="http://schemas.openxmlformats.org/officeDocument/2006/relationships/oleObject" Target="../embeddings/oleObject147.bin"/><Relationship Id="rId21" Type="http://schemas.openxmlformats.org/officeDocument/2006/relationships/oleObject" Target="../embeddings/oleObject138.bin"/><Relationship Id="rId34" Type="http://schemas.openxmlformats.org/officeDocument/2006/relationships/oleObject" Target="../embeddings/oleObject146.bin"/><Relationship Id="rId7" Type="http://schemas.openxmlformats.org/officeDocument/2006/relationships/oleObject" Target="../embeddings/oleObject149.bin"/><Relationship Id="rId12" Type="http://schemas.openxmlformats.org/officeDocument/2006/relationships/image" Target="../media/image127.wmf"/><Relationship Id="rId17" Type="http://schemas.openxmlformats.org/officeDocument/2006/relationships/oleObject" Target="../embeddings/oleObject136.bin"/><Relationship Id="rId25" Type="http://schemas.openxmlformats.org/officeDocument/2006/relationships/image" Target="../media/image124.wmf"/><Relationship Id="rId33" Type="http://schemas.openxmlformats.org/officeDocument/2006/relationships/oleObject" Target="../embeddings/oleObject145.bin"/><Relationship Id="rId2" Type="http://schemas.openxmlformats.org/officeDocument/2006/relationships/slideLayout" Target="../slideLayouts/slideLayout155.xml"/><Relationship Id="rId16" Type="http://schemas.openxmlformats.org/officeDocument/2006/relationships/image" Target="../media/image79.png"/><Relationship Id="rId20" Type="http://schemas.openxmlformats.org/officeDocument/2006/relationships/image" Target="../media/image78.png"/><Relationship Id="rId29" Type="http://schemas.openxmlformats.org/officeDocument/2006/relationships/image" Target="../media/image123.wmf"/><Relationship Id="rId1" Type="http://schemas.openxmlformats.org/officeDocument/2006/relationships/vmlDrawing" Target="../drawings/vmlDrawing19.vml"/><Relationship Id="rId6" Type="http://schemas.openxmlformats.org/officeDocument/2006/relationships/image" Target="../media/image132.wmf"/><Relationship Id="rId11" Type="http://schemas.openxmlformats.org/officeDocument/2006/relationships/oleObject" Target="../embeddings/oleObject133.bin"/><Relationship Id="rId24" Type="http://schemas.openxmlformats.org/officeDocument/2006/relationships/oleObject" Target="../embeddings/oleObject140.bin"/><Relationship Id="rId32" Type="http://schemas.openxmlformats.org/officeDocument/2006/relationships/oleObject" Target="../embeddings/oleObject144.bin"/><Relationship Id="rId5" Type="http://schemas.openxmlformats.org/officeDocument/2006/relationships/oleObject" Target="../embeddings/oleObject148.bin"/><Relationship Id="rId15" Type="http://schemas.openxmlformats.org/officeDocument/2006/relationships/oleObject" Target="../embeddings/oleObject135.bin"/><Relationship Id="rId23" Type="http://schemas.openxmlformats.org/officeDocument/2006/relationships/image" Target="../media/image125.wmf"/><Relationship Id="rId28" Type="http://schemas.openxmlformats.org/officeDocument/2006/relationships/oleObject" Target="../embeddings/oleObject142.bin"/><Relationship Id="rId10" Type="http://schemas.openxmlformats.org/officeDocument/2006/relationships/image" Target="../media/image134.wmf"/><Relationship Id="rId19" Type="http://schemas.openxmlformats.org/officeDocument/2006/relationships/oleObject" Target="../embeddings/oleObject137.bin"/><Relationship Id="rId31" Type="http://schemas.openxmlformats.org/officeDocument/2006/relationships/image" Target="../media/image130.wmf"/><Relationship Id="rId4" Type="http://schemas.openxmlformats.org/officeDocument/2006/relationships/image" Target="../media/image131.wmf"/><Relationship Id="rId9" Type="http://schemas.openxmlformats.org/officeDocument/2006/relationships/oleObject" Target="../embeddings/oleObject150.bin"/><Relationship Id="rId14" Type="http://schemas.openxmlformats.org/officeDocument/2006/relationships/image" Target="../media/image128.wmf"/><Relationship Id="rId22" Type="http://schemas.openxmlformats.org/officeDocument/2006/relationships/oleObject" Target="../embeddings/oleObject139.bin"/><Relationship Id="rId27" Type="http://schemas.openxmlformats.org/officeDocument/2006/relationships/image" Target="../media/image126.wmf"/><Relationship Id="rId30" Type="http://schemas.openxmlformats.org/officeDocument/2006/relationships/oleObject" Target="../embeddings/oleObject143.bin"/></Relationships>
</file>

<file path=ppt/slides/_rels/slide24.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134.bin"/><Relationship Id="rId18" Type="http://schemas.openxmlformats.org/officeDocument/2006/relationships/image" Target="../media/image129.wmf"/><Relationship Id="rId26" Type="http://schemas.openxmlformats.org/officeDocument/2006/relationships/oleObject" Target="../embeddings/oleObject141.bin"/><Relationship Id="rId3" Type="http://schemas.openxmlformats.org/officeDocument/2006/relationships/oleObject" Target="../embeddings/oleObject151.bin"/><Relationship Id="rId21" Type="http://schemas.openxmlformats.org/officeDocument/2006/relationships/oleObject" Target="../embeddings/oleObject138.bin"/><Relationship Id="rId34" Type="http://schemas.openxmlformats.org/officeDocument/2006/relationships/oleObject" Target="../embeddings/oleObject146.bin"/><Relationship Id="rId7" Type="http://schemas.openxmlformats.org/officeDocument/2006/relationships/oleObject" Target="../embeddings/oleObject153.bin"/><Relationship Id="rId12" Type="http://schemas.openxmlformats.org/officeDocument/2006/relationships/image" Target="../media/image127.wmf"/><Relationship Id="rId17" Type="http://schemas.openxmlformats.org/officeDocument/2006/relationships/oleObject" Target="../embeddings/oleObject136.bin"/><Relationship Id="rId25" Type="http://schemas.openxmlformats.org/officeDocument/2006/relationships/image" Target="../media/image124.wmf"/><Relationship Id="rId33" Type="http://schemas.openxmlformats.org/officeDocument/2006/relationships/oleObject" Target="../embeddings/oleObject145.bin"/><Relationship Id="rId2" Type="http://schemas.openxmlformats.org/officeDocument/2006/relationships/slideLayout" Target="../slideLayouts/slideLayout150.xml"/><Relationship Id="rId16" Type="http://schemas.openxmlformats.org/officeDocument/2006/relationships/image" Target="../media/image79.png"/><Relationship Id="rId20" Type="http://schemas.openxmlformats.org/officeDocument/2006/relationships/image" Target="../media/image78.png"/><Relationship Id="rId29" Type="http://schemas.openxmlformats.org/officeDocument/2006/relationships/image" Target="../media/image123.wmf"/><Relationship Id="rId1" Type="http://schemas.openxmlformats.org/officeDocument/2006/relationships/vmlDrawing" Target="../drawings/vmlDrawing20.vml"/><Relationship Id="rId6" Type="http://schemas.openxmlformats.org/officeDocument/2006/relationships/image" Target="../media/image136.wmf"/><Relationship Id="rId11" Type="http://schemas.openxmlformats.org/officeDocument/2006/relationships/oleObject" Target="../embeddings/oleObject133.bin"/><Relationship Id="rId24" Type="http://schemas.openxmlformats.org/officeDocument/2006/relationships/oleObject" Target="../embeddings/oleObject140.bin"/><Relationship Id="rId32" Type="http://schemas.openxmlformats.org/officeDocument/2006/relationships/oleObject" Target="../embeddings/oleObject144.bin"/><Relationship Id="rId5" Type="http://schemas.openxmlformats.org/officeDocument/2006/relationships/oleObject" Target="../embeddings/oleObject152.bin"/><Relationship Id="rId15" Type="http://schemas.openxmlformats.org/officeDocument/2006/relationships/oleObject" Target="../embeddings/oleObject135.bin"/><Relationship Id="rId23" Type="http://schemas.openxmlformats.org/officeDocument/2006/relationships/image" Target="../media/image125.wmf"/><Relationship Id="rId28" Type="http://schemas.openxmlformats.org/officeDocument/2006/relationships/oleObject" Target="../embeddings/oleObject142.bin"/><Relationship Id="rId10" Type="http://schemas.openxmlformats.org/officeDocument/2006/relationships/image" Target="../media/image138.wmf"/><Relationship Id="rId19" Type="http://schemas.openxmlformats.org/officeDocument/2006/relationships/oleObject" Target="../embeddings/oleObject137.bin"/><Relationship Id="rId31" Type="http://schemas.openxmlformats.org/officeDocument/2006/relationships/image" Target="../media/image130.wmf"/><Relationship Id="rId4" Type="http://schemas.openxmlformats.org/officeDocument/2006/relationships/image" Target="../media/image135.wmf"/><Relationship Id="rId9" Type="http://schemas.openxmlformats.org/officeDocument/2006/relationships/oleObject" Target="../embeddings/oleObject154.bin"/><Relationship Id="rId14" Type="http://schemas.openxmlformats.org/officeDocument/2006/relationships/image" Target="../media/image128.wmf"/><Relationship Id="rId22" Type="http://schemas.openxmlformats.org/officeDocument/2006/relationships/oleObject" Target="../embeddings/oleObject139.bin"/><Relationship Id="rId27" Type="http://schemas.openxmlformats.org/officeDocument/2006/relationships/image" Target="../media/image126.wmf"/><Relationship Id="rId30" Type="http://schemas.openxmlformats.org/officeDocument/2006/relationships/oleObject" Target="../embeddings/oleObject143.bin"/></Relationships>
</file>

<file path=ppt/slides/_rels/slide25.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60.bin"/><Relationship Id="rId18" Type="http://schemas.openxmlformats.org/officeDocument/2006/relationships/oleObject" Target="../embeddings/oleObject152.bin"/><Relationship Id="rId26" Type="http://schemas.openxmlformats.org/officeDocument/2006/relationships/oleObject" Target="../embeddings/oleObject135.bin"/><Relationship Id="rId39" Type="http://schemas.openxmlformats.org/officeDocument/2006/relationships/oleObject" Target="../embeddings/oleObject142.bin"/><Relationship Id="rId3" Type="http://schemas.openxmlformats.org/officeDocument/2006/relationships/oleObject" Target="../embeddings/oleObject155.bin"/><Relationship Id="rId21" Type="http://schemas.openxmlformats.org/officeDocument/2006/relationships/image" Target="../media/image137.wmf"/><Relationship Id="rId34" Type="http://schemas.openxmlformats.org/officeDocument/2006/relationships/image" Target="../media/image125.wmf"/><Relationship Id="rId42" Type="http://schemas.openxmlformats.org/officeDocument/2006/relationships/image" Target="../media/image130.wmf"/><Relationship Id="rId7" Type="http://schemas.openxmlformats.org/officeDocument/2006/relationships/oleObject" Target="../embeddings/oleObject157.bin"/><Relationship Id="rId12" Type="http://schemas.openxmlformats.org/officeDocument/2006/relationships/image" Target="../media/image143.wmf"/><Relationship Id="rId17" Type="http://schemas.openxmlformats.org/officeDocument/2006/relationships/image" Target="../media/image145.wmf"/><Relationship Id="rId25" Type="http://schemas.openxmlformats.org/officeDocument/2006/relationships/image" Target="../media/image128.wmf"/><Relationship Id="rId33" Type="http://schemas.openxmlformats.org/officeDocument/2006/relationships/oleObject" Target="../embeddings/oleObject139.bin"/><Relationship Id="rId38" Type="http://schemas.openxmlformats.org/officeDocument/2006/relationships/image" Target="../media/image126.wmf"/><Relationship Id="rId2" Type="http://schemas.openxmlformats.org/officeDocument/2006/relationships/slideLayout" Target="../slideLayouts/slideLayout150.xml"/><Relationship Id="rId16" Type="http://schemas.openxmlformats.org/officeDocument/2006/relationships/oleObject" Target="../embeddings/oleObject162.bin"/><Relationship Id="rId20" Type="http://schemas.openxmlformats.org/officeDocument/2006/relationships/oleObject" Target="../embeddings/oleObject153.bin"/><Relationship Id="rId29" Type="http://schemas.openxmlformats.org/officeDocument/2006/relationships/image" Target="../media/image129.wmf"/><Relationship Id="rId41" Type="http://schemas.openxmlformats.org/officeDocument/2006/relationships/oleObject" Target="../embeddings/oleObject143.bin"/><Relationship Id="rId1" Type="http://schemas.openxmlformats.org/officeDocument/2006/relationships/vmlDrawing" Target="../drawings/vmlDrawing21.vml"/><Relationship Id="rId6" Type="http://schemas.openxmlformats.org/officeDocument/2006/relationships/image" Target="../media/image140.wmf"/><Relationship Id="rId11" Type="http://schemas.openxmlformats.org/officeDocument/2006/relationships/oleObject" Target="../embeddings/oleObject159.bin"/><Relationship Id="rId24" Type="http://schemas.openxmlformats.org/officeDocument/2006/relationships/oleObject" Target="../embeddings/oleObject134.bin"/><Relationship Id="rId32" Type="http://schemas.openxmlformats.org/officeDocument/2006/relationships/oleObject" Target="../embeddings/oleObject138.bin"/><Relationship Id="rId37" Type="http://schemas.openxmlformats.org/officeDocument/2006/relationships/oleObject" Target="../embeddings/oleObject141.bin"/><Relationship Id="rId40" Type="http://schemas.openxmlformats.org/officeDocument/2006/relationships/image" Target="../media/image123.wmf"/><Relationship Id="rId45" Type="http://schemas.openxmlformats.org/officeDocument/2006/relationships/oleObject" Target="../embeddings/oleObject146.bin"/><Relationship Id="rId5" Type="http://schemas.openxmlformats.org/officeDocument/2006/relationships/oleObject" Target="../embeddings/oleObject156.bin"/><Relationship Id="rId15" Type="http://schemas.openxmlformats.org/officeDocument/2006/relationships/oleObject" Target="../embeddings/oleObject161.bin"/><Relationship Id="rId23" Type="http://schemas.openxmlformats.org/officeDocument/2006/relationships/image" Target="../media/image127.wmf"/><Relationship Id="rId28" Type="http://schemas.openxmlformats.org/officeDocument/2006/relationships/oleObject" Target="../embeddings/oleObject136.bin"/><Relationship Id="rId36" Type="http://schemas.openxmlformats.org/officeDocument/2006/relationships/image" Target="../media/image124.wmf"/><Relationship Id="rId10" Type="http://schemas.openxmlformats.org/officeDocument/2006/relationships/image" Target="../media/image142.wmf"/><Relationship Id="rId19" Type="http://schemas.openxmlformats.org/officeDocument/2006/relationships/image" Target="../media/image136.wmf"/><Relationship Id="rId31" Type="http://schemas.openxmlformats.org/officeDocument/2006/relationships/image" Target="../media/image78.png"/><Relationship Id="rId44" Type="http://schemas.openxmlformats.org/officeDocument/2006/relationships/oleObject" Target="../embeddings/oleObject145.bin"/><Relationship Id="rId4" Type="http://schemas.openxmlformats.org/officeDocument/2006/relationships/image" Target="../media/image139.wmf"/><Relationship Id="rId9" Type="http://schemas.openxmlformats.org/officeDocument/2006/relationships/oleObject" Target="../embeddings/oleObject158.bin"/><Relationship Id="rId14" Type="http://schemas.openxmlformats.org/officeDocument/2006/relationships/image" Target="../media/image144.wmf"/><Relationship Id="rId22" Type="http://schemas.openxmlformats.org/officeDocument/2006/relationships/oleObject" Target="../embeddings/oleObject133.bin"/><Relationship Id="rId27" Type="http://schemas.openxmlformats.org/officeDocument/2006/relationships/image" Target="../media/image79.png"/><Relationship Id="rId30" Type="http://schemas.openxmlformats.org/officeDocument/2006/relationships/oleObject" Target="../embeddings/oleObject137.bin"/><Relationship Id="rId35" Type="http://schemas.openxmlformats.org/officeDocument/2006/relationships/oleObject" Target="../embeddings/oleObject140.bin"/><Relationship Id="rId43" Type="http://schemas.openxmlformats.org/officeDocument/2006/relationships/oleObject" Target="../embeddings/oleObject144.bin"/></Relationships>
</file>

<file path=ppt/slides/_rels/slide2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5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28.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4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3.bin"/><Relationship Id="rId2" Type="http://schemas.openxmlformats.org/officeDocument/2006/relationships/slideLayout" Target="../slideLayouts/slideLayout156.xml"/><Relationship Id="rId1" Type="http://schemas.openxmlformats.org/officeDocument/2006/relationships/vmlDrawing" Target="../drawings/vmlDrawing22.vml"/><Relationship Id="rId5" Type="http://schemas.openxmlformats.org/officeDocument/2006/relationships/image" Target="../media/image149.png"/><Relationship Id="rId4" Type="http://schemas.openxmlformats.org/officeDocument/2006/relationships/image" Target="../media/image148.wmf"/></Relationships>
</file>

<file path=ppt/slides/_rels/slide30.xml.rels><?xml version="1.0" encoding="UTF-8" standalone="yes"?>
<Relationships xmlns="http://schemas.openxmlformats.org/package/2006/relationships"><Relationship Id="rId8" Type="http://schemas.openxmlformats.org/officeDocument/2006/relationships/image" Target="../media/image152.wmf"/><Relationship Id="rId13" Type="http://schemas.openxmlformats.org/officeDocument/2006/relationships/oleObject" Target="../embeddings/oleObject169.bin"/><Relationship Id="rId3" Type="http://schemas.openxmlformats.org/officeDocument/2006/relationships/oleObject" Target="../embeddings/oleObject164.bin"/><Relationship Id="rId7" Type="http://schemas.openxmlformats.org/officeDocument/2006/relationships/oleObject" Target="../embeddings/oleObject166.bin"/><Relationship Id="rId12" Type="http://schemas.openxmlformats.org/officeDocument/2006/relationships/image" Target="../media/image154.wmf"/><Relationship Id="rId2" Type="http://schemas.openxmlformats.org/officeDocument/2006/relationships/slideLayout" Target="../slideLayouts/slideLayout156.xml"/><Relationship Id="rId1" Type="http://schemas.openxmlformats.org/officeDocument/2006/relationships/vmlDrawing" Target="../drawings/vmlDrawing23.vml"/><Relationship Id="rId6" Type="http://schemas.openxmlformats.org/officeDocument/2006/relationships/image" Target="../media/image151.wmf"/><Relationship Id="rId11" Type="http://schemas.openxmlformats.org/officeDocument/2006/relationships/oleObject" Target="../embeddings/oleObject168.bin"/><Relationship Id="rId5" Type="http://schemas.openxmlformats.org/officeDocument/2006/relationships/oleObject" Target="../embeddings/oleObject165.bin"/><Relationship Id="rId10" Type="http://schemas.openxmlformats.org/officeDocument/2006/relationships/image" Target="../media/image153.wmf"/><Relationship Id="rId4" Type="http://schemas.openxmlformats.org/officeDocument/2006/relationships/image" Target="../media/image150.wmf"/><Relationship Id="rId9" Type="http://schemas.openxmlformats.org/officeDocument/2006/relationships/oleObject" Target="../embeddings/oleObject167.bin"/><Relationship Id="rId14" Type="http://schemas.openxmlformats.org/officeDocument/2006/relationships/image" Target="../media/image155.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ctrTitle"/>
          </p:nvPr>
        </p:nvSpPr>
        <p:spPr bwMode="auto">
          <a:xfrm>
            <a:off x="1371600" y="488157"/>
            <a:ext cx="6572250" cy="540544"/>
          </a:xfrm>
          <a:solidFill>
            <a:srgbClr val="FFFFFF"/>
          </a:solidFill>
          <a:ln>
            <a:miter lim="800000"/>
            <a:headEnd/>
            <a:tailEnd/>
          </a:ln>
        </p:spPr>
        <p:txBody>
          <a:bodyPr vert="horz" wrap="square" lIns="68580" tIns="34290" rIns="68580" bIns="34290" numCol="1" anchor="t" anchorCtr="0" compatLnSpc="1">
            <a:prstTxWarp prst="textNoShape">
              <a:avLst/>
            </a:prstTxWarp>
          </a:bodyPr>
          <a:lstStyle/>
          <a:p>
            <a:r>
              <a:rPr lang="zh-CN" altLang="en-US" sz="2400" b="1">
                <a:latin typeface="华文中宋" pitchFamily="2" charset="-122"/>
                <a:ea typeface="华文中宋" pitchFamily="2" charset="-122"/>
              </a:rPr>
              <a:t>第三章 动量守恒定律和能量守恒定律</a:t>
            </a:r>
          </a:p>
        </p:txBody>
      </p:sp>
      <p:sp>
        <p:nvSpPr>
          <p:cNvPr id="72707" name="Text Box 3"/>
          <p:cNvSpPr txBox="1">
            <a:spLocks noChangeArrowheads="1"/>
          </p:cNvSpPr>
          <p:nvPr/>
        </p:nvSpPr>
        <p:spPr bwMode="auto">
          <a:xfrm>
            <a:off x="2132410" y="1168003"/>
            <a:ext cx="3910045"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-1   </a:t>
            </a:r>
            <a:r>
              <a:rPr kumimoji="1" lang="zh-CN" altLang="en-US" sz="2100">
                <a:latin typeface="Times New Roman" pitchFamily="18" charset="0"/>
                <a:ea typeface="华文中宋" pitchFamily="2" charset="-122"/>
              </a:rPr>
              <a:t>质点和质点系的动量定理   </a:t>
            </a:r>
          </a:p>
        </p:txBody>
      </p:sp>
      <p:sp>
        <p:nvSpPr>
          <p:cNvPr id="72708" name="Text Box 4"/>
          <p:cNvSpPr txBox="1">
            <a:spLocks noChangeArrowheads="1"/>
          </p:cNvSpPr>
          <p:nvPr/>
        </p:nvSpPr>
        <p:spPr bwMode="auto">
          <a:xfrm>
            <a:off x="2132410" y="1554956"/>
            <a:ext cx="2563522"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-2   </a:t>
            </a:r>
            <a:r>
              <a:rPr kumimoji="1" lang="zh-CN" altLang="en-US" sz="2100">
                <a:latin typeface="Times New Roman" pitchFamily="18" charset="0"/>
                <a:ea typeface="华文中宋" pitchFamily="2" charset="-122"/>
              </a:rPr>
              <a:t>动量守恒定律   </a:t>
            </a:r>
          </a:p>
        </p:txBody>
      </p:sp>
      <p:sp>
        <p:nvSpPr>
          <p:cNvPr id="72709" name="Text Box 5"/>
          <p:cNvSpPr txBox="1">
            <a:spLocks noChangeArrowheads="1"/>
          </p:cNvSpPr>
          <p:nvPr/>
        </p:nvSpPr>
        <p:spPr bwMode="auto">
          <a:xfrm>
            <a:off x="2137173" y="1965722"/>
            <a:ext cx="2024913"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-4   </a:t>
            </a:r>
            <a:r>
              <a:rPr kumimoji="1" lang="zh-CN" altLang="en-US" sz="2100">
                <a:latin typeface="Times New Roman" pitchFamily="18" charset="0"/>
                <a:ea typeface="华文中宋" pitchFamily="2" charset="-122"/>
              </a:rPr>
              <a:t>动能定理   </a:t>
            </a:r>
          </a:p>
        </p:txBody>
      </p:sp>
      <p:sp>
        <p:nvSpPr>
          <p:cNvPr id="72710" name="Text Box 6"/>
          <p:cNvSpPr txBox="1">
            <a:spLocks noChangeArrowheads="1"/>
          </p:cNvSpPr>
          <p:nvPr/>
        </p:nvSpPr>
        <p:spPr bwMode="auto">
          <a:xfrm>
            <a:off x="2151460" y="2422922"/>
            <a:ext cx="3842719"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-5   </a:t>
            </a:r>
            <a:r>
              <a:rPr kumimoji="1" lang="zh-CN" altLang="en-US" sz="2100">
                <a:latin typeface="Times New Roman" pitchFamily="18" charset="0"/>
                <a:ea typeface="华文中宋" pitchFamily="2" charset="-122"/>
              </a:rPr>
              <a:t>保守力与非保守力   势能   </a:t>
            </a:r>
          </a:p>
        </p:txBody>
      </p:sp>
      <p:sp>
        <p:nvSpPr>
          <p:cNvPr id="72711" name="Text Box 7"/>
          <p:cNvSpPr txBox="1">
            <a:spLocks noChangeArrowheads="1"/>
          </p:cNvSpPr>
          <p:nvPr/>
        </p:nvSpPr>
        <p:spPr bwMode="auto">
          <a:xfrm>
            <a:off x="2151460" y="2880122"/>
            <a:ext cx="4112023"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-6   </a:t>
            </a:r>
            <a:r>
              <a:rPr kumimoji="1" lang="zh-CN" altLang="en-US" sz="2100">
                <a:latin typeface="Times New Roman" pitchFamily="18" charset="0"/>
                <a:ea typeface="华文中宋" pitchFamily="2" charset="-122"/>
              </a:rPr>
              <a:t>功能原理   机械能守恒定律   </a:t>
            </a:r>
          </a:p>
        </p:txBody>
      </p:sp>
      <p:sp>
        <p:nvSpPr>
          <p:cNvPr id="72712" name="Text Box 8"/>
          <p:cNvSpPr txBox="1">
            <a:spLocks noChangeArrowheads="1"/>
          </p:cNvSpPr>
          <p:nvPr/>
        </p:nvSpPr>
        <p:spPr bwMode="auto">
          <a:xfrm>
            <a:off x="2152650" y="3337322"/>
            <a:ext cx="4583306"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-7   </a:t>
            </a:r>
            <a:r>
              <a:rPr kumimoji="1" lang="zh-CN" altLang="en-US" sz="2100">
                <a:latin typeface="Times New Roman" pitchFamily="18" charset="0"/>
                <a:ea typeface="华文中宋" pitchFamily="2" charset="-122"/>
              </a:rPr>
              <a:t>完全弹性碰撞   完全非弹性碰撞  </a:t>
            </a:r>
          </a:p>
        </p:txBody>
      </p:sp>
      <p:sp>
        <p:nvSpPr>
          <p:cNvPr id="72713" name="Text Box 9"/>
          <p:cNvSpPr txBox="1">
            <a:spLocks noChangeArrowheads="1"/>
          </p:cNvSpPr>
          <p:nvPr/>
        </p:nvSpPr>
        <p:spPr bwMode="auto">
          <a:xfrm>
            <a:off x="2168128" y="3794522"/>
            <a:ext cx="2563522"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-8   </a:t>
            </a:r>
            <a:r>
              <a:rPr kumimoji="1" lang="zh-CN" altLang="en-US" sz="2100">
                <a:latin typeface="Times New Roman" pitchFamily="18" charset="0"/>
                <a:ea typeface="华文中宋" pitchFamily="2" charset="-122"/>
              </a:rPr>
              <a:t>能量守恒定律   </a:t>
            </a:r>
          </a:p>
        </p:txBody>
      </p:sp>
      <p:sp>
        <p:nvSpPr>
          <p:cNvPr id="72714" name="Text Box 10"/>
          <p:cNvSpPr txBox="1">
            <a:spLocks noChangeArrowheads="1"/>
          </p:cNvSpPr>
          <p:nvPr/>
        </p:nvSpPr>
        <p:spPr bwMode="auto">
          <a:xfrm>
            <a:off x="2182417" y="4241006"/>
            <a:ext cx="3102131" cy="415498"/>
          </a:xfrm>
          <a:prstGeom prst="rect">
            <a:avLst/>
          </a:prstGeom>
          <a:noFill/>
          <a:ln w="9525">
            <a:noFill/>
            <a:miter lim="800000"/>
            <a:headEnd/>
            <a:tailEnd/>
          </a:ln>
          <a:effectLst/>
        </p:spPr>
        <p:txBody>
          <a:bodyPr wrap="none">
            <a:spAutoFit/>
          </a:bodyPr>
          <a:lstStyle/>
          <a:p>
            <a:pPr>
              <a:buFontTx/>
              <a:buNone/>
            </a:pPr>
            <a:r>
              <a:rPr kumimoji="1" lang="en-US" altLang="zh-CN" sz="2100">
                <a:latin typeface="Times New Roman" pitchFamily="18" charset="0"/>
                <a:ea typeface="华文中宋" pitchFamily="2" charset="-122"/>
              </a:rPr>
              <a:t>3-9   </a:t>
            </a:r>
            <a:r>
              <a:rPr kumimoji="1" lang="zh-CN" altLang="en-US" sz="2100">
                <a:latin typeface="Times New Roman" pitchFamily="18" charset="0"/>
                <a:ea typeface="华文中宋" pitchFamily="2" charset="-122"/>
              </a:rPr>
              <a:t>质心 质心运动定律  </a:t>
            </a:r>
          </a:p>
        </p:txBody>
      </p:sp>
    </p:spTree>
  </p:cSld>
  <p:clrMapOvr>
    <a:masterClrMapping/>
  </p:clrMapOvr>
  <p:transition spd="med">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9C157A0C-FEA8-4820-BDB3-B0EEC1F7AB99}" type="slidenum">
              <a:rPr lang="zh-CN" altLang="en-US" smtClean="0"/>
              <a:pPr/>
              <a:t>2</a:t>
            </a:fld>
            <a:endParaRPr lang="en-US"/>
          </a:p>
        </p:txBody>
      </p:sp>
      <p:pic>
        <p:nvPicPr>
          <p:cNvPr id="5" name="图片 4"/>
          <p:cNvPicPr>
            <a:picLocks noChangeAspect="1"/>
          </p:cNvPicPr>
          <p:nvPr/>
        </p:nvPicPr>
        <p:blipFill>
          <a:blip r:embed="rId2"/>
          <a:stretch>
            <a:fillRect/>
          </a:stretch>
        </p:blipFill>
        <p:spPr>
          <a:xfrm>
            <a:off x="899161" y="434340"/>
            <a:ext cx="3220064" cy="1996440"/>
          </a:xfrm>
          <a:prstGeom prst="rect">
            <a:avLst/>
          </a:prstGeom>
        </p:spPr>
      </p:pic>
      <p:pic>
        <p:nvPicPr>
          <p:cNvPr id="6" name="图片 5"/>
          <p:cNvPicPr>
            <a:picLocks noChangeAspect="1"/>
          </p:cNvPicPr>
          <p:nvPr/>
        </p:nvPicPr>
        <p:blipFill>
          <a:blip r:embed="rId3"/>
          <a:stretch>
            <a:fillRect/>
          </a:stretch>
        </p:blipFill>
        <p:spPr>
          <a:xfrm>
            <a:off x="5010150" y="434340"/>
            <a:ext cx="2899410" cy="2092462"/>
          </a:xfrm>
          <a:prstGeom prst="rect">
            <a:avLst/>
          </a:prstGeom>
        </p:spPr>
      </p:pic>
      <p:pic>
        <p:nvPicPr>
          <p:cNvPr id="7" name="图片 6"/>
          <p:cNvPicPr>
            <a:picLocks noChangeAspect="1"/>
          </p:cNvPicPr>
          <p:nvPr/>
        </p:nvPicPr>
        <p:blipFill>
          <a:blip r:embed="rId4"/>
          <a:stretch>
            <a:fillRect/>
          </a:stretch>
        </p:blipFill>
        <p:spPr>
          <a:xfrm>
            <a:off x="899160" y="2623169"/>
            <a:ext cx="3225471" cy="1948831"/>
          </a:xfrm>
          <a:prstGeom prst="rect">
            <a:avLst/>
          </a:prstGeom>
        </p:spPr>
      </p:pic>
      <p:pic>
        <p:nvPicPr>
          <p:cNvPr id="8" name="图片 7"/>
          <p:cNvPicPr>
            <a:picLocks noChangeAspect="1"/>
          </p:cNvPicPr>
          <p:nvPr/>
        </p:nvPicPr>
        <p:blipFill>
          <a:blip r:embed="rId5"/>
          <a:stretch>
            <a:fillRect/>
          </a:stretch>
        </p:blipFill>
        <p:spPr>
          <a:xfrm>
            <a:off x="4949190" y="2623169"/>
            <a:ext cx="3158490" cy="1948831"/>
          </a:xfrm>
          <a:prstGeom prst="rect">
            <a:avLst/>
          </a:prstGeom>
        </p:spPr>
      </p:pic>
    </p:spTree>
    <p:extLst>
      <p:ext uri="{BB962C8B-B14F-4D97-AF65-F5344CB8AC3E}">
        <p14:creationId xmlns:p14="http://schemas.microsoft.com/office/powerpoint/2010/main" val="22297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1"/>
          <p:cNvSpPr>
            <a:spLocks noGrp="1"/>
          </p:cNvSpPr>
          <p:nvPr>
            <p:ph type="sldNum" sz="quarter" idx="10"/>
          </p:nvPr>
        </p:nvSpPr>
        <p:spPr/>
        <p:txBody>
          <a:bodyPr/>
          <a:lstStyle/>
          <a:p>
            <a:fld id="{07F1726E-69D2-4506-A064-7DD545323E02}" type="slidenum">
              <a:rPr lang="zh-CN" altLang="en-US"/>
              <a:pPr/>
              <a:t>3</a:t>
            </a:fld>
            <a:endParaRPr lang="en-US"/>
          </a:p>
        </p:txBody>
      </p:sp>
      <p:graphicFrame>
        <p:nvGraphicFramePr>
          <p:cNvPr id="18434" name="Object 2"/>
          <p:cNvGraphicFramePr>
            <a:graphicFrameLocks noChangeAspect="1"/>
          </p:cNvGraphicFramePr>
          <p:nvPr>
            <p:extLst>
              <p:ext uri="{D42A27DB-BD31-4B8C-83A1-F6EECF244321}">
                <p14:modId xmlns:p14="http://schemas.microsoft.com/office/powerpoint/2010/main" val="2253092001"/>
              </p:ext>
            </p:extLst>
          </p:nvPr>
        </p:nvGraphicFramePr>
        <p:xfrm>
          <a:off x="3586281" y="2259030"/>
          <a:ext cx="2027873" cy="779951"/>
        </p:xfrm>
        <a:graphic>
          <a:graphicData uri="http://schemas.openxmlformats.org/presentationml/2006/ole">
            <mc:AlternateContent xmlns:mc="http://schemas.openxmlformats.org/markup-compatibility/2006">
              <mc:Choice xmlns:v="urn:schemas-microsoft-com:vml" Requires="v">
                <p:oleObj spid="_x0000_s359128" r:id="rId3" imgW="952404" imgH="393846" progId="Equation.3">
                  <p:embed/>
                </p:oleObj>
              </mc:Choice>
              <mc:Fallback>
                <p:oleObj r:id="rId3" imgW="952404" imgH="393846"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6281" y="2259030"/>
                        <a:ext cx="2027873" cy="779951"/>
                      </a:xfrm>
                      <a:prstGeom prst="rect">
                        <a:avLst/>
                      </a:prstGeom>
                      <a:gradFill rotWithShape="0">
                        <a:gsLst>
                          <a:gs pos="0">
                            <a:srgbClr val="E1F4FB"/>
                          </a:gs>
                          <a:gs pos="50000">
                            <a:srgbClr val="FFFFFF"/>
                          </a:gs>
                          <a:gs pos="100000">
                            <a:srgbClr val="E1F4FB"/>
                          </a:gs>
                        </a:gsLst>
                        <a:lin ang="5400000" scaled="1"/>
                      </a:gradFill>
                      <a:ln w="12700">
                        <a:solidFill>
                          <a:schemeClr val="tx2"/>
                        </a:solidFill>
                        <a:miter lim="800000"/>
                        <a:headEnd/>
                        <a:tailEnd/>
                      </a:ln>
                    </p:spPr>
                  </p:pic>
                </p:oleObj>
              </mc:Fallback>
            </mc:AlternateContent>
          </a:graphicData>
        </a:graphic>
      </p:graphicFrame>
      <p:sp>
        <p:nvSpPr>
          <p:cNvPr id="18435" name="Rectangle 3"/>
          <p:cNvSpPr>
            <a:spLocks noChangeArrowheads="1"/>
          </p:cNvSpPr>
          <p:nvPr/>
        </p:nvSpPr>
        <p:spPr bwMode="auto">
          <a:xfrm>
            <a:off x="365760" y="1583770"/>
            <a:ext cx="2952750" cy="415498"/>
          </a:xfrm>
          <a:prstGeom prst="rect">
            <a:avLst/>
          </a:prstGeom>
          <a:noFill/>
          <a:ln w="9525">
            <a:noFill/>
            <a:miter lim="800000"/>
            <a:headEnd/>
            <a:tailEnd/>
          </a:ln>
          <a:effectLst/>
        </p:spPr>
        <p:txBody>
          <a:bodyPr>
            <a:spAutoFit/>
          </a:bodyPr>
          <a:lstStyle/>
          <a:p>
            <a:pPr>
              <a:spcBef>
                <a:spcPct val="50000"/>
              </a:spcBef>
            </a:pPr>
            <a:r>
              <a:rPr lang="en-US" altLang="zh-CN" sz="2100">
                <a:solidFill>
                  <a:srgbClr val="CC0000"/>
                </a:solidFill>
                <a:latin typeface="宋体" pitchFamily="2" charset="-122"/>
              </a:rPr>
              <a:t>(</a:t>
            </a:r>
            <a:r>
              <a:rPr lang="en-US" altLang="zh-CN" sz="2100">
                <a:solidFill>
                  <a:srgbClr val="CC0000"/>
                </a:solidFill>
                <a:latin typeface="Times New Roman" pitchFamily="18" charset="0"/>
              </a:rPr>
              <a:t>1</a:t>
            </a:r>
            <a:r>
              <a:rPr lang="en-US" altLang="zh-CN" sz="2100" smtClean="0">
                <a:solidFill>
                  <a:srgbClr val="CC0000"/>
                </a:solidFill>
                <a:latin typeface="宋体" pitchFamily="2" charset="-122"/>
              </a:rPr>
              <a:t>)</a:t>
            </a:r>
            <a:r>
              <a:rPr lang="zh-CN" altLang="en-US" sz="2100" smtClean="0">
                <a:solidFill>
                  <a:srgbClr val="1C1C1C"/>
                </a:solidFill>
              </a:rPr>
              <a:t>万</a:t>
            </a:r>
            <a:r>
              <a:rPr lang="zh-CN" altLang="en-US" sz="2100">
                <a:solidFill>
                  <a:srgbClr val="1C1C1C"/>
                </a:solidFill>
              </a:rPr>
              <a:t>有引力作功</a:t>
            </a:r>
          </a:p>
        </p:txBody>
      </p:sp>
      <p:sp>
        <p:nvSpPr>
          <p:cNvPr id="18436" name="Text Box 4"/>
          <p:cNvSpPr txBox="1">
            <a:spLocks noChangeArrowheads="1"/>
          </p:cNvSpPr>
          <p:nvPr/>
        </p:nvSpPr>
        <p:spPr bwMode="auto">
          <a:xfrm>
            <a:off x="144780" y="916782"/>
            <a:ext cx="6281738" cy="415498"/>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一 、万有引力和弹性力作功的特点 </a:t>
            </a:r>
          </a:p>
        </p:txBody>
      </p:sp>
      <p:grpSp>
        <p:nvGrpSpPr>
          <p:cNvPr id="18437" name="Group 5"/>
          <p:cNvGrpSpPr>
            <a:grpSpLocks/>
          </p:cNvGrpSpPr>
          <p:nvPr/>
        </p:nvGrpSpPr>
        <p:grpSpPr bwMode="auto">
          <a:xfrm>
            <a:off x="571500" y="2392085"/>
            <a:ext cx="3371850" cy="415529"/>
            <a:chOff x="0" y="0"/>
            <a:chExt cx="2832" cy="349"/>
          </a:xfrm>
        </p:grpSpPr>
        <p:sp>
          <p:nvSpPr>
            <p:cNvPr id="18438" name="Rectangle 6"/>
            <p:cNvSpPr>
              <a:spLocks noChangeArrowheads="1"/>
            </p:cNvSpPr>
            <p:nvPr/>
          </p:nvSpPr>
          <p:spPr bwMode="auto">
            <a:xfrm>
              <a:off x="0" y="0"/>
              <a:ext cx="2832" cy="349"/>
            </a:xfrm>
            <a:prstGeom prst="rect">
              <a:avLst/>
            </a:prstGeom>
            <a:noFill/>
            <a:ln w="9525">
              <a:noFill/>
              <a:miter lim="800000"/>
              <a:headEnd/>
              <a:tailEnd/>
            </a:ln>
            <a:effectLst/>
          </p:spPr>
          <p:txBody>
            <a:bodyPr>
              <a:spAutoFit/>
            </a:bodyPr>
            <a:lstStyle/>
            <a:p>
              <a:pPr algn="ctr"/>
              <a:r>
                <a:rPr lang="zh-CN" altLang="en-US" sz="2100">
                  <a:solidFill>
                    <a:srgbClr val="1C1C1C"/>
                  </a:solidFill>
                </a:rPr>
                <a:t>对    的万有引力为</a:t>
              </a:r>
            </a:p>
          </p:txBody>
        </p:sp>
        <p:graphicFrame>
          <p:nvGraphicFramePr>
            <p:cNvPr id="18439" name="Object 7"/>
            <p:cNvGraphicFramePr>
              <a:graphicFrameLocks noChangeAspect="1"/>
            </p:cNvGraphicFramePr>
            <p:nvPr>
              <p:extLst>
                <p:ext uri="{D42A27DB-BD31-4B8C-83A1-F6EECF244321}">
                  <p14:modId xmlns:p14="http://schemas.microsoft.com/office/powerpoint/2010/main" val="3614250800"/>
                </p:ext>
              </p:extLst>
            </p:nvPr>
          </p:nvGraphicFramePr>
          <p:xfrm>
            <a:off x="232" y="31"/>
            <a:ext cx="251" cy="231"/>
          </p:xfrm>
          <a:graphic>
            <a:graphicData uri="http://schemas.openxmlformats.org/presentationml/2006/ole">
              <mc:AlternateContent xmlns:mc="http://schemas.openxmlformats.org/markup-compatibility/2006">
                <mc:Choice xmlns:v="urn:schemas-microsoft-com:vml" Requires="v">
                  <p:oleObj spid="_x0000_s359129" r:id="rId5" imgW="304853" imgH="279475" progId="Equation.3">
                    <p:embed/>
                  </p:oleObj>
                </mc:Choice>
                <mc:Fallback>
                  <p:oleObj r:id="rId5" imgW="304853" imgH="279475"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 y="31"/>
                          <a:ext cx="251" cy="231"/>
                        </a:xfrm>
                        <a:prstGeom prst="rect">
                          <a:avLst/>
                        </a:prstGeom>
                        <a:noFill/>
                        <a:extLst/>
                      </p:spPr>
                    </p:pic>
                  </p:oleObj>
                </mc:Fallback>
              </mc:AlternateContent>
            </a:graphicData>
          </a:graphic>
        </p:graphicFrame>
        <p:graphicFrame>
          <p:nvGraphicFramePr>
            <p:cNvPr id="18440" name="Object 8"/>
            <p:cNvGraphicFramePr>
              <a:graphicFrameLocks noChangeAspect="1"/>
            </p:cNvGraphicFramePr>
            <p:nvPr>
              <p:extLst>
                <p:ext uri="{D42A27DB-BD31-4B8C-83A1-F6EECF244321}">
                  <p14:modId xmlns:p14="http://schemas.microsoft.com/office/powerpoint/2010/main" val="2027909137"/>
                </p:ext>
              </p:extLst>
            </p:nvPr>
          </p:nvGraphicFramePr>
          <p:xfrm>
            <a:off x="753" y="90"/>
            <a:ext cx="214" cy="178"/>
          </p:xfrm>
          <a:graphic>
            <a:graphicData uri="http://schemas.openxmlformats.org/presentationml/2006/ole">
              <mc:AlternateContent xmlns:mc="http://schemas.openxmlformats.org/markup-compatibility/2006">
                <mc:Choice xmlns:v="urn:schemas-microsoft-com:vml" Requires="v">
                  <p:oleObj spid="_x0000_s359130" r:id="rId7" imgW="228818" imgH="190734" progId="Equation.3">
                    <p:embed/>
                  </p:oleObj>
                </mc:Choice>
                <mc:Fallback>
                  <p:oleObj r:id="rId7" imgW="228818" imgH="190734" progId="Equation.3">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3" y="90"/>
                          <a:ext cx="214" cy="178"/>
                        </a:xfrm>
                        <a:prstGeom prst="rect">
                          <a:avLst/>
                        </a:prstGeom>
                        <a:noFill/>
                        <a:extLst/>
                      </p:spPr>
                    </p:pic>
                  </p:oleObj>
                </mc:Fallback>
              </mc:AlternateContent>
            </a:graphicData>
          </a:graphic>
        </p:graphicFrame>
      </p:grpSp>
      <p:grpSp>
        <p:nvGrpSpPr>
          <p:cNvPr id="18441" name="Group 9"/>
          <p:cNvGrpSpPr>
            <a:grpSpLocks/>
          </p:cNvGrpSpPr>
          <p:nvPr/>
        </p:nvGrpSpPr>
        <p:grpSpPr bwMode="auto">
          <a:xfrm>
            <a:off x="654068" y="3284966"/>
            <a:ext cx="3673079" cy="423863"/>
            <a:chOff x="0" y="-7"/>
            <a:chExt cx="3085" cy="356"/>
          </a:xfrm>
        </p:grpSpPr>
        <p:graphicFrame>
          <p:nvGraphicFramePr>
            <p:cNvPr id="18442" name="Object 10"/>
            <p:cNvGraphicFramePr>
              <a:graphicFrameLocks noChangeAspect="1"/>
            </p:cNvGraphicFramePr>
            <p:nvPr>
              <p:extLst>
                <p:ext uri="{D42A27DB-BD31-4B8C-83A1-F6EECF244321}">
                  <p14:modId xmlns:p14="http://schemas.microsoft.com/office/powerpoint/2010/main" val="3339847295"/>
                </p:ext>
              </p:extLst>
            </p:nvPr>
          </p:nvGraphicFramePr>
          <p:xfrm>
            <a:off x="0" y="74"/>
            <a:ext cx="264" cy="220"/>
          </p:xfrm>
          <a:graphic>
            <a:graphicData uri="http://schemas.openxmlformats.org/presentationml/2006/ole">
              <mc:AlternateContent xmlns:mc="http://schemas.openxmlformats.org/markup-compatibility/2006">
                <mc:Choice xmlns:v="urn:schemas-microsoft-com:vml" Requires="v">
                  <p:oleObj spid="_x0000_s359131" r:id="rId9" imgW="228818" imgH="190734" progId="Equation.3">
                    <p:embed/>
                  </p:oleObj>
                </mc:Choice>
                <mc:Fallback>
                  <p:oleObj r:id="rId9" imgW="228818" imgH="190734"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4"/>
                          <a:ext cx="264"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3" name="Text Box 11"/>
            <p:cNvSpPr txBox="1">
              <a:spLocks noChangeArrowheads="1"/>
            </p:cNvSpPr>
            <p:nvPr/>
          </p:nvSpPr>
          <p:spPr bwMode="auto">
            <a:xfrm>
              <a:off x="192" y="0"/>
              <a:ext cx="2893" cy="349"/>
            </a:xfrm>
            <a:prstGeom prst="rect">
              <a:avLst/>
            </a:prstGeom>
            <a:noFill/>
            <a:ln w="9525">
              <a:noFill/>
              <a:miter lim="800000"/>
              <a:headEnd/>
              <a:tailEnd/>
            </a:ln>
            <a:effectLst/>
          </p:spPr>
          <p:txBody>
            <a:bodyPr>
              <a:spAutoFit/>
            </a:bodyPr>
            <a:lstStyle/>
            <a:p>
              <a:pPr>
                <a:spcBef>
                  <a:spcPct val="50000"/>
                </a:spcBef>
              </a:pPr>
              <a:r>
                <a:rPr lang="zh-CN" altLang="en-US" sz="2100">
                  <a:solidFill>
                    <a:srgbClr val="1C1C1C"/>
                  </a:solidFill>
                  <a:latin typeface="Times New Roman" pitchFamily="18" charset="0"/>
                </a:rPr>
                <a:t>移动 </a:t>
              </a:r>
              <a:r>
                <a:rPr lang="zh-CN" altLang="en-US" sz="2100" smtClean="0">
                  <a:solidFill>
                    <a:srgbClr val="1C1C1C"/>
                  </a:solidFill>
                  <a:latin typeface="Times New Roman" pitchFamily="18" charset="0"/>
                </a:rPr>
                <a:t>    </a:t>
              </a:r>
              <a:r>
                <a:rPr lang="zh-CN" altLang="en-US" sz="2100">
                  <a:solidFill>
                    <a:srgbClr val="1C1C1C"/>
                  </a:solidFill>
                  <a:latin typeface="Times New Roman" pitchFamily="18" charset="0"/>
                </a:rPr>
                <a:t>时，  作元功为 </a:t>
              </a:r>
            </a:p>
          </p:txBody>
        </p:sp>
        <p:graphicFrame>
          <p:nvGraphicFramePr>
            <p:cNvPr id="18444" name="Object 12"/>
            <p:cNvGraphicFramePr>
              <a:graphicFrameLocks noChangeAspect="1"/>
            </p:cNvGraphicFramePr>
            <p:nvPr>
              <p:extLst>
                <p:ext uri="{D42A27DB-BD31-4B8C-83A1-F6EECF244321}">
                  <p14:modId xmlns:p14="http://schemas.microsoft.com/office/powerpoint/2010/main" val="1331320174"/>
                </p:ext>
              </p:extLst>
            </p:nvPr>
          </p:nvGraphicFramePr>
          <p:xfrm>
            <a:off x="1307" y="-7"/>
            <a:ext cx="294" cy="316"/>
          </p:xfrm>
          <a:graphic>
            <a:graphicData uri="http://schemas.openxmlformats.org/presentationml/2006/ole">
              <mc:AlternateContent xmlns:mc="http://schemas.openxmlformats.org/markup-compatibility/2006">
                <mc:Choice xmlns:v="urn:schemas-microsoft-com:vml" Requires="v">
                  <p:oleObj spid="_x0000_s359132" r:id="rId10" imgW="165202" imgH="190569" progId="Equation.3">
                    <p:embed/>
                  </p:oleObj>
                </mc:Choice>
                <mc:Fallback>
                  <p:oleObj r:id="rId10" imgW="165202" imgH="190569" progId="Equation.3">
                    <p:embed/>
                    <p:pic>
                      <p:nvPicPr>
                        <p:cNvPr id="0" name="Picture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7" y="-7"/>
                          <a:ext cx="294" cy="316"/>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18445" name="Object 13"/>
            <p:cNvGraphicFramePr>
              <a:graphicFrameLocks noChangeAspect="1"/>
            </p:cNvGraphicFramePr>
            <p:nvPr>
              <p:extLst>
                <p:ext uri="{D42A27DB-BD31-4B8C-83A1-F6EECF244321}">
                  <p14:modId xmlns:p14="http://schemas.microsoft.com/office/powerpoint/2010/main" val="1705527415"/>
                </p:ext>
              </p:extLst>
            </p:nvPr>
          </p:nvGraphicFramePr>
          <p:xfrm>
            <a:off x="687" y="11"/>
            <a:ext cx="344" cy="301"/>
          </p:xfrm>
          <a:graphic>
            <a:graphicData uri="http://schemas.openxmlformats.org/presentationml/2006/ole">
              <mc:AlternateContent xmlns:mc="http://schemas.openxmlformats.org/markup-compatibility/2006">
                <mc:Choice xmlns:v="urn:schemas-microsoft-com:vml" Requires="v">
                  <p:oleObj spid="_x0000_s359133" r:id="rId12" imgW="203165" imgH="177809" progId="Equation.3">
                    <p:embed/>
                  </p:oleObj>
                </mc:Choice>
                <mc:Fallback>
                  <p:oleObj r:id="rId12" imgW="203165" imgH="177809" progId="Equation.3">
                    <p:embed/>
                    <p:pic>
                      <p:nvPicPr>
                        <p:cNvPr id="0"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7" y="11"/>
                          <a:ext cx="344"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446" name="Object 14"/>
          <p:cNvGraphicFramePr>
            <a:graphicFrameLocks noChangeAspect="1"/>
          </p:cNvGraphicFramePr>
          <p:nvPr>
            <p:extLst>
              <p:ext uri="{D42A27DB-BD31-4B8C-83A1-F6EECF244321}">
                <p14:modId xmlns:p14="http://schemas.microsoft.com/office/powerpoint/2010/main" val="232832032"/>
              </p:ext>
            </p:extLst>
          </p:nvPr>
        </p:nvGraphicFramePr>
        <p:xfrm>
          <a:off x="1840231" y="4065271"/>
          <a:ext cx="1555609" cy="414901"/>
        </p:xfrm>
        <a:graphic>
          <a:graphicData uri="http://schemas.openxmlformats.org/presentationml/2006/ole">
            <mc:AlternateContent xmlns:mc="http://schemas.openxmlformats.org/markup-compatibility/2006">
              <mc:Choice xmlns:v="urn:schemas-microsoft-com:vml" Requires="v">
                <p:oleObj spid="_x0000_s359134" r:id="rId14" imgW="761656" imgH="203341" progId="Equation.3">
                  <p:embed/>
                </p:oleObj>
              </mc:Choice>
              <mc:Fallback>
                <p:oleObj r:id="rId14" imgW="761656" imgH="203341" progId="Equation.3">
                  <p:embed/>
                  <p:pic>
                    <p:nvPicPr>
                      <p:cNvPr id="0"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40231" y="4065271"/>
                        <a:ext cx="1555609" cy="414901"/>
                      </a:xfrm>
                      <a:prstGeom prst="rect">
                        <a:avLst/>
                      </a:prstGeom>
                      <a:noFill/>
                      <a:extLst/>
                    </p:spPr>
                  </p:pic>
                </p:oleObj>
              </mc:Fallback>
            </mc:AlternateContent>
          </a:graphicData>
        </a:graphic>
      </p:graphicFrame>
      <p:graphicFrame>
        <p:nvGraphicFramePr>
          <p:cNvPr id="18447" name="Object 15"/>
          <p:cNvGraphicFramePr>
            <a:graphicFrameLocks noChangeAspect="1"/>
          </p:cNvGraphicFramePr>
          <p:nvPr>
            <p:extLst>
              <p:ext uri="{D42A27DB-BD31-4B8C-83A1-F6EECF244321}">
                <p14:modId xmlns:p14="http://schemas.microsoft.com/office/powerpoint/2010/main" val="1297134975"/>
              </p:ext>
            </p:extLst>
          </p:nvPr>
        </p:nvGraphicFramePr>
        <p:xfrm>
          <a:off x="3395840" y="3893821"/>
          <a:ext cx="2160270" cy="815863"/>
        </p:xfrm>
        <a:graphic>
          <a:graphicData uri="http://schemas.openxmlformats.org/presentationml/2006/ole">
            <mc:AlternateContent xmlns:mc="http://schemas.openxmlformats.org/markup-compatibility/2006">
              <mc:Choice xmlns:v="urn:schemas-microsoft-com:vml" Requires="v">
                <p:oleObj spid="_x0000_s359135" r:id="rId16" imgW="1041265" imgH="393846" progId="Equation.3">
                  <p:embed/>
                </p:oleObj>
              </mc:Choice>
              <mc:Fallback>
                <p:oleObj r:id="rId16" imgW="1041265" imgH="393846" progId="Equation.3">
                  <p:embed/>
                  <p:pic>
                    <p:nvPicPr>
                      <p:cNvPr id="0" name="Picture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95840" y="3893821"/>
                        <a:ext cx="2160270" cy="815863"/>
                      </a:xfrm>
                      <a:prstGeom prst="rect">
                        <a:avLst/>
                      </a:prstGeom>
                      <a:noFill/>
                      <a:effectLst/>
                      <a:extLst/>
                    </p:spPr>
                  </p:pic>
                </p:oleObj>
              </mc:Fallback>
            </mc:AlternateContent>
          </a:graphicData>
        </a:graphic>
      </p:graphicFrame>
      <p:grpSp>
        <p:nvGrpSpPr>
          <p:cNvPr id="18448" name="Group 16"/>
          <p:cNvGrpSpPr>
            <a:grpSpLocks/>
          </p:cNvGrpSpPr>
          <p:nvPr/>
        </p:nvGrpSpPr>
        <p:grpSpPr bwMode="auto">
          <a:xfrm>
            <a:off x="6667499" y="2072641"/>
            <a:ext cx="1968103" cy="2171700"/>
            <a:chOff x="116" y="182"/>
            <a:chExt cx="1653" cy="1824"/>
          </a:xfrm>
        </p:grpSpPr>
        <p:sp>
          <p:nvSpPr>
            <p:cNvPr id="18451" name="Freeform 19"/>
            <p:cNvSpPr>
              <a:spLocks/>
            </p:cNvSpPr>
            <p:nvPr/>
          </p:nvSpPr>
          <p:spPr bwMode="auto">
            <a:xfrm>
              <a:off x="116" y="409"/>
              <a:ext cx="1600" cy="1597"/>
            </a:xfrm>
            <a:custGeom>
              <a:avLst/>
              <a:gdLst/>
              <a:ahLst/>
              <a:cxnLst>
                <a:cxn ang="0">
                  <a:pos x="0" y="189"/>
                </a:cxn>
                <a:cxn ang="0">
                  <a:pos x="320" y="52"/>
                </a:cxn>
                <a:cxn ang="0">
                  <a:pos x="787" y="6"/>
                </a:cxn>
                <a:cxn ang="0">
                  <a:pos x="1088" y="89"/>
                </a:cxn>
                <a:cxn ang="0">
                  <a:pos x="1399" y="317"/>
                </a:cxn>
                <a:cxn ang="0">
                  <a:pos x="1582" y="765"/>
                </a:cxn>
                <a:cxn ang="0">
                  <a:pos x="1509" y="1131"/>
                </a:cxn>
                <a:cxn ang="0">
                  <a:pos x="1280" y="1597"/>
                </a:cxn>
              </a:cxnLst>
              <a:rect l="0" t="0" r="r" b="b"/>
              <a:pathLst>
                <a:path w="1600" h="1597">
                  <a:moveTo>
                    <a:pt x="0" y="189"/>
                  </a:moveTo>
                  <a:cubicBezTo>
                    <a:pt x="53" y="166"/>
                    <a:pt x="189" y="82"/>
                    <a:pt x="320" y="52"/>
                  </a:cubicBezTo>
                  <a:cubicBezTo>
                    <a:pt x="451" y="22"/>
                    <a:pt x="659" y="0"/>
                    <a:pt x="787" y="6"/>
                  </a:cubicBezTo>
                  <a:cubicBezTo>
                    <a:pt x="915" y="12"/>
                    <a:pt x="986" y="37"/>
                    <a:pt x="1088" y="89"/>
                  </a:cubicBezTo>
                  <a:cubicBezTo>
                    <a:pt x="1190" y="141"/>
                    <a:pt x="1317" y="204"/>
                    <a:pt x="1399" y="317"/>
                  </a:cubicBezTo>
                  <a:cubicBezTo>
                    <a:pt x="1481" y="430"/>
                    <a:pt x="1564" y="629"/>
                    <a:pt x="1582" y="765"/>
                  </a:cubicBezTo>
                  <a:cubicBezTo>
                    <a:pt x="1600" y="901"/>
                    <a:pt x="1559" y="992"/>
                    <a:pt x="1509" y="1131"/>
                  </a:cubicBezTo>
                  <a:cubicBezTo>
                    <a:pt x="1459" y="1270"/>
                    <a:pt x="1328" y="1500"/>
                    <a:pt x="1280" y="1597"/>
                  </a:cubicBezTo>
                </a:path>
              </a:pathLst>
            </a:custGeom>
            <a:noFill/>
            <a:ln w="15875" cap="flat" cmpd="sng">
              <a:solidFill>
                <a:srgbClr val="0000FF"/>
              </a:solidFill>
              <a:prstDash val="sysDot"/>
              <a:round/>
              <a:headEnd/>
              <a:tailEnd/>
            </a:ln>
            <a:effectLst/>
          </p:spPr>
          <p:txBody>
            <a:bodyPr wrap="none" anchor="ctr"/>
            <a:lstStyle/>
            <a:p>
              <a:endParaRPr lang="zh-CN" altLang="en-US" sz="2400"/>
            </a:p>
          </p:txBody>
        </p:sp>
        <p:sp>
          <p:nvSpPr>
            <p:cNvPr id="18452" name="Freeform 20"/>
            <p:cNvSpPr>
              <a:spLocks/>
            </p:cNvSpPr>
            <p:nvPr/>
          </p:nvSpPr>
          <p:spPr bwMode="auto">
            <a:xfrm>
              <a:off x="356" y="499"/>
              <a:ext cx="914" cy="711"/>
            </a:xfrm>
            <a:custGeom>
              <a:avLst/>
              <a:gdLst/>
              <a:ahLst/>
              <a:cxnLst>
                <a:cxn ang="0">
                  <a:pos x="0" y="630"/>
                </a:cxn>
                <a:cxn ang="0">
                  <a:pos x="848" y="0"/>
                </a:cxn>
              </a:cxnLst>
              <a:rect l="0" t="0" r="r" b="b"/>
              <a:pathLst>
                <a:path w="848" h="630">
                  <a:moveTo>
                    <a:pt x="0" y="630"/>
                  </a:moveTo>
                  <a:lnTo>
                    <a:pt x="848" y="0"/>
                  </a:lnTo>
                </a:path>
              </a:pathLst>
            </a:custGeom>
            <a:noFill/>
            <a:ln w="31750" cmpd="sng">
              <a:solidFill>
                <a:srgbClr val="0000FF"/>
              </a:solidFill>
              <a:round/>
              <a:headEnd/>
              <a:tailEnd type="triangle" w="med" len="lg"/>
            </a:ln>
            <a:effectLst/>
          </p:spPr>
          <p:txBody>
            <a:bodyPr wrap="none" anchor="ctr"/>
            <a:lstStyle/>
            <a:p>
              <a:endParaRPr lang="zh-CN" altLang="en-US" sz="2400"/>
            </a:p>
          </p:txBody>
        </p:sp>
        <p:sp>
          <p:nvSpPr>
            <p:cNvPr id="18453" name="Line 21"/>
            <p:cNvSpPr>
              <a:spLocks noChangeShapeType="1"/>
            </p:cNvSpPr>
            <p:nvPr/>
          </p:nvSpPr>
          <p:spPr bwMode="auto">
            <a:xfrm flipV="1">
              <a:off x="356" y="817"/>
              <a:ext cx="1231" cy="393"/>
            </a:xfrm>
            <a:prstGeom prst="line">
              <a:avLst/>
            </a:prstGeom>
            <a:noFill/>
            <a:ln w="31750">
              <a:solidFill>
                <a:srgbClr val="0000FF"/>
              </a:solidFill>
              <a:round/>
              <a:headEnd/>
              <a:tailEnd type="triangle" w="med" len="lg"/>
            </a:ln>
            <a:effectLst/>
          </p:spPr>
          <p:txBody>
            <a:bodyPr wrap="none" anchor="ctr"/>
            <a:lstStyle/>
            <a:p>
              <a:endParaRPr lang="zh-CN" altLang="en-US" sz="2400"/>
            </a:p>
          </p:txBody>
        </p:sp>
        <p:sp>
          <p:nvSpPr>
            <p:cNvPr id="18454" name="Line 22"/>
            <p:cNvSpPr>
              <a:spLocks noChangeShapeType="1"/>
            </p:cNvSpPr>
            <p:nvPr/>
          </p:nvSpPr>
          <p:spPr bwMode="auto">
            <a:xfrm>
              <a:off x="1243" y="509"/>
              <a:ext cx="344" cy="308"/>
            </a:xfrm>
            <a:prstGeom prst="line">
              <a:avLst/>
            </a:prstGeom>
            <a:noFill/>
            <a:ln w="31750">
              <a:solidFill>
                <a:srgbClr val="FF0066"/>
              </a:solidFill>
              <a:round/>
              <a:headEnd/>
              <a:tailEnd type="triangle" w="med" len="lg"/>
            </a:ln>
            <a:effectLst/>
          </p:spPr>
          <p:txBody>
            <a:bodyPr wrap="none" anchor="ctr"/>
            <a:lstStyle/>
            <a:p>
              <a:endParaRPr lang="zh-CN" altLang="en-US" sz="2400"/>
            </a:p>
          </p:txBody>
        </p:sp>
        <p:graphicFrame>
          <p:nvGraphicFramePr>
            <p:cNvPr id="18455" name="Object 23"/>
            <p:cNvGraphicFramePr>
              <a:graphicFrameLocks noChangeAspect="1"/>
            </p:cNvGraphicFramePr>
            <p:nvPr/>
          </p:nvGraphicFramePr>
          <p:xfrm>
            <a:off x="792" y="499"/>
            <a:ext cx="206" cy="295"/>
          </p:xfrm>
          <a:graphic>
            <a:graphicData uri="http://schemas.openxmlformats.org/presentationml/2006/ole">
              <mc:AlternateContent xmlns:mc="http://schemas.openxmlformats.org/markup-compatibility/2006">
                <mc:Choice xmlns:v="urn:schemas-microsoft-com:vml" Requires="v">
                  <p:oleObj spid="_x0000_s359136" r:id="rId18" imgW="127042" imgH="152387" progId="Equation.3">
                    <p:embed/>
                  </p:oleObj>
                </mc:Choice>
                <mc:Fallback>
                  <p:oleObj r:id="rId18" imgW="127042" imgH="152387" progId="Equation.3">
                    <p:embed/>
                    <p:pic>
                      <p:nvPicPr>
                        <p:cNvPr id="0" name="Picture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2" y="499"/>
                          <a:ext cx="206"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6" name="Object 24"/>
            <p:cNvGraphicFramePr>
              <a:graphicFrameLocks noChangeAspect="1"/>
            </p:cNvGraphicFramePr>
            <p:nvPr/>
          </p:nvGraphicFramePr>
          <p:xfrm>
            <a:off x="726" y="1056"/>
            <a:ext cx="590" cy="305"/>
          </p:xfrm>
          <a:graphic>
            <a:graphicData uri="http://schemas.openxmlformats.org/presentationml/2006/ole">
              <mc:AlternateContent xmlns:mc="http://schemas.openxmlformats.org/markup-compatibility/2006">
                <mc:Choice xmlns:v="urn:schemas-microsoft-com:vml" Requires="v">
                  <p:oleObj spid="_x0000_s359137" r:id="rId20" imgW="418691" imgH="177809" progId="Equation.3">
                    <p:embed/>
                  </p:oleObj>
                </mc:Choice>
                <mc:Fallback>
                  <p:oleObj r:id="rId20" imgW="418691" imgH="177809" progId="Equation.3">
                    <p:embed/>
                    <p:pic>
                      <p:nvPicPr>
                        <p:cNvPr id="0"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6" y="1056"/>
                          <a:ext cx="590"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7" name="Object 25"/>
            <p:cNvGraphicFramePr>
              <a:graphicFrameLocks noChangeAspect="1"/>
            </p:cNvGraphicFramePr>
            <p:nvPr/>
          </p:nvGraphicFramePr>
          <p:xfrm>
            <a:off x="1452" y="445"/>
            <a:ext cx="317" cy="281"/>
          </p:xfrm>
          <a:graphic>
            <a:graphicData uri="http://schemas.openxmlformats.org/presentationml/2006/ole">
              <mc:AlternateContent xmlns:mc="http://schemas.openxmlformats.org/markup-compatibility/2006">
                <mc:Choice xmlns:v="urn:schemas-microsoft-com:vml" Requires="v">
                  <p:oleObj spid="_x0000_s359138" r:id="rId22" imgW="292164" imgH="254097" progId="Equation.3">
                    <p:embed/>
                  </p:oleObj>
                </mc:Choice>
                <mc:Fallback>
                  <p:oleObj r:id="rId22" imgW="292164" imgH="254097" progId="Equation.3">
                    <p:embed/>
                    <p:pic>
                      <p:nvPicPr>
                        <p:cNvPr id="0" name="Picture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452" y="445"/>
                          <a:ext cx="317"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58" name="AutoShape 26"/>
            <p:cNvSpPr>
              <a:spLocks noChangeArrowheads="1"/>
            </p:cNvSpPr>
            <p:nvPr/>
          </p:nvSpPr>
          <p:spPr bwMode="auto">
            <a:xfrm>
              <a:off x="433" y="434"/>
              <a:ext cx="45" cy="45"/>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sp>
          <p:nvSpPr>
            <p:cNvPr id="18459" name="Line 27"/>
            <p:cNvSpPr>
              <a:spLocks noChangeShapeType="1"/>
            </p:cNvSpPr>
            <p:nvPr/>
          </p:nvSpPr>
          <p:spPr bwMode="auto">
            <a:xfrm flipV="1">
              <a:off x="356" y="454"/>
              <a:ext cx="97" cy="756"/>
            </a:xfrm>
            <a:prstGeom prst="line">
              <a:avLst/>
            </a:prstGeom>
            <a:noFill/>
            <a:ln w="28575">
              <a:solidFill>
                <a:srgbClr val="008000"/>
              </a:solidFill>
              <a:prstDash val="solid"/>
              <a:round/>
              <a:headEnd/>
              <a:tailEnd type="triangle" w="med" len="lg"/>
            </a:ln>
            <a:effectLst/>
          </p:spPr>
          <p:txBody>
            <a:bodyPr wrap="none" anchor="ctr"/>
            <a:lstStyle/>
            <a:p>
              <a:endParaRPr lang="zh-CN" altLang="en-US" sz="2400"/>
            </a:p>
          </p:txBody>
        </p:sp>
        <p:sp>
          <p:nvSpPr>
            <p:cNvPr id="18460" name="Line 28"/>
            <p:cNvSpPr>
              <a:spLocks noChangeShapeType="1"/>
            </p:cNvSpPr>
            <p:nvPr/>
          </p:nvSpPr>
          <p:spPr bwMode="auto">
            <a:xfrm>
              <a:off x="356" y="1210"/>
              <a:ext cx="1141" cy="650"/>
            </a:xfrm>
            <a:prstGeom prst="line">
              <a:avLst/>
            </a:prstGeom>
            <a:noFill/>
            <a:ln w="28575">
              <a:solidFill>
                <a:srgbClr val="008000"/>
              </a:solidFill>
              <a:prstDash val="solid"/>
              <a:round/>
              <a:headEnd/>
              <a:tailEnd type="triangle" w="med" len="lg"/>
            </a:ln>
            <a:effectLst/>
          </p:spPr>
          <p:txBody>
            <a:bodyPr wrap="none" anchor="ctr"/>
            <a:lstStyle/>
            <a:p>
              <a:endParaRPr lang="zh-CN" altLang="en-US" sz="2400"/>
            </a:p>
          </p:txBody>
        </p:sp>
        <p:graphicFrame>
          <p:nvGraphicFramePr>
            <p:cNvPr id="18461" name="Object 29"/>
            <p:cNvGraphicFramePr>
              <a:graphicFrameLocks noChangeAspect="1"/>
            </p:cNvGraphicFramePr>
            <p:nvPr/>
          </p:nvGraphicFramePr>
          <p:xfrm>
            <a:off x="1088" y="273"/>
            <a:ext cx="183" cy="181"/>
          </p:xfrm>
          <a:graphic>
            <a:graphicData uri="http://schemas.openxmlformats.org/presentationml/2006/ole">
              <mc:AlternateContent xmlns:mc="http://schemas.openxmlformats.org/markup-compatibility/2006">
                <mc:Choice xmlns:v="urn:schemas-microsoft-com:vml" Requires="v">
                  <p:oleObj spid="_x0000_s359139" r:id="rId24" imgW="228818" imgH="190734" progId="Equation.3">
                    <p:embed/>
                  </p:oleObj>
                </mc:Choice>
                <mc:Fallback>
                  <p:oleObj r:id="rId24" imgW="228818" imgH="190734" progId="Equation.3">
                    <p:embed/>
                    <p:pic>
                      <p:nvPicPr>
                        <p:cNvPr id="0" name="Picture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8" y="273"/>
                          <a:ext cx="183" cy="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2" name="Object 30"/>
            <p:cNvGraphicFramePr>
              <a:graphicFrameLocks noChangeAspect="1"/>
            </p:cNvGraphicFramePr>
            <p:nvPr/>
          </p:nvGraphicFramePr>
          <p:xfrm>
            <a:off x="181" y="1316"/>
            <a:ext cx="272" cy="246"/>
          </p:xfrm>
          <a:graphic>
            <a:graphicData uri="http://schemas.openxmlformats.org/presentationml/2006/ole">
              <mc:AlternateContent xmlns:mc="http://schemas.openxmlformats.org/markup-compatibility/2006">
                <mc:Choice xmlns:v="urn:schemas-microsoft-com:vml" Requires="v">
                  <p:oleObj spid="_x0000_s359140" r:id="rId25" imgW="304853" imgH="279475" progId="Equation.3">
                    <p:embed/>
                  </p:oleObj>
                </mc:Choice>
                <mc:Fallback>
                  <p:oleObj r:id="rId25" imgW="304853" imgH="279475" progId="Equation.3">
                    <p:embed/>
                    <p:pic>
                      <p:nvPicPr>
                        <p:cNvPr id="0" name="Picture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81" y="1316"/>
                          <a:ext cx="272" cy="2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3" name="Object 31"/>
            <p:cNvGraphicFramePr>
              <a:graphicFrameLocks noChangeAspect="1"/>
            </p:cNvGraphicFramePr>
            <p:nvPr/>
          </p:nvGraphicFramePr>
          <p:xfrm>
            <a:off x="453" y="182"/>
            <a:ext cx="187" cy="237"/>
          </p:xfrm>
          <a:graphic>
            <a:graphicData uri="http://schemas.openxmlformats.org/presentationml/2006/ole">
              <mc:AlternateContent xmlns:mc="http://schemas.openxmlformats.org/markup-compatibility/2006">
                <mc:Choice xmlns:v="urn:schemas-microsoft-com:vml" Requires="v">
                  <p:oleObj spid="_x0000_s359141" r:id="rId27" imgW="215936" imgH="228620" progId="Equation.3">
                    <p:embed/>
                  </p:oleObj>
                </mc:Choice>
                <mc:Fallback>
                  <p:oleObj r:id="rId27" imgW="215936" imgH="228620" progId="Equation.3">
                    <p:embed/>
                    <p:pic>
                      <p:nvPicPr>
                        <p:cNvPr id="0" name="Picture 3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53" y="182"/>
                          <a:ext cx="187"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4" name="Object 32"/>
            <p:cNvGraphicFramePr>
              <a:graphicFrameLocks noChangeAspect="1"/>
            </p:cNvGraphicFramePr>
            <p:nvPr/>
          </p:nvGraphicFramePr>
          <p:xfrm>
            <a:off x="1542" y="1679"/>
            <a:ext cx="165" cy="209"/>
          </p:xfrm>
          <a:graphic>
            <a:graphicData uri="http://schemas.openxmlformats.org/presentationml/2006/ole">
              <mc:AlternateContent xmlns:mc="http://schemas.openxmlformats.org/markup-compatibility/2006">
                <mc:Choice xmlns:v="urn:schemas-microsoft-com:vml" Requires="v">
                  <p:oleObj spid="_x0000_s359142" r:id="rId29" imgW="215936" imgH="228620" progId="Equation.3">
                    <p:embed/>
                  </p:oleObj>
                </mc:Choice>
                <mc:Fallback>
                  <p:oleObj r:id="rId29" imgW="215936" imgH="228620" progId="Equation.3">
                    <p:embed/>
                    <p:pic>
                      <p:nvPicPr>
                        <p:cNvPr id="0" name="Picture 3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42" y="1679"/>
                          <a:ext cx="165"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5" name="AutoShape 33"/>
            <p:cNvSpPr>
              <a:spLocks noChangeArrowheads="1"/>
            </p:cNvSpPr>
            <p:nvPr/>
          </p:nvSpPr>
          <p:spPr bwMode="auto">
            <a:xfrm>
              <a:off x="1221" y="488"/>
              <a:ext cx="45" cy="45"/>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sp>
          <p:nvSpPr>
            <p:cNvPr id="18467" name="Line 35"/>
            <p:cNvSpPr>
              <a:spLocks noChangeShapeType="1"/>
            </p:cNvSpPr>
            <p:nvPr/>
          </p:nvSpPr>
          <p:spPr bwMode="auto">
            <a:xfrm flipV="1">
              <a:off x="1216" y="227"/>
              <a:ext cx="408" cy="309"/>
            </a:xfrm>
            <a:prstGeom prst="line">
              <a:avLst/>
            </a:prstGeom>
            <a:noFill/>
            <a:ln w="9525">
              <a:solidFill>
                <a:schemeClr val="tx1"/>
              </a:solidFill>
              <a:prstDash val="dash"/>
              <a:round/>
              <a:headEnd/>
              <a:tailEnd/>
            </a:ln>
            <a:effectLst/>
          </p:spPr>
          <p:txBody>
            <a:bodyPr wrap="none"/>
            <a:lstStyle/>
            <a:p>
              <a:endParaRPr lang="zh-CN" altLang="en-US" sz="2400"/>
            </a:p>
          </p:txBody>
        </p:sp>
        <p:graphicFrame>
          <p:nvGraphicFramePr>
            <p:cNvPr id="18468" name="Object 36"/>
            <p:cNvGraphicFramePr>
              <a:graphicFrameLocks noChangeAspect="1"/>
            </p:cNvGraphicFramePr>
            <p:nvPr/>
          </p:nvGraphicFramePr>
          <p:xfrm>
            <a:off x="1361" y="318"/>
            <a:ext cx="164" cy="274"/>
          </p:xfrm>
          <a:graphic>
            <a:graphicData uri="http://schemas.openxmlformats.org/presentationml/2006/ole">
              <mc:AlternateContent xmlns:mc="http://schemas.openxmlformats.org/markup-compatibility/2006">
                <mc:Choice xmlns:v="urn:schemas-microsoft-com:vml" Requires="v">
                  <p:oleObj spid="_x0000_s359143" r:id="rId31" imgW="127042" imgH="177732" progId="Equation.3">
                    <p:embed/>
                  </p:oleObj>
                </mc:Choice>
                <mc:Fallback>
                  <p:oleObj r:id="rId31" imgW="127042" imgH="177732" progId="Equation.3">
                    <p:embed/>
                    <p:pic>
                      <p:nvPicPr>
                        <p:cNvPr id="0" name="Picture 3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361" y="318"/>
                          <a:ext cx="164" cy="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69" name="Freeform 37"/>
            <p:cNvSpPr>
              <a:spLocks/>
            </p:cNvSpPr>
            <p:nvPr/>
          </p:nvSpPr>
          <p:spPr bwMode="auto">
            <a:xfrm>
              <a:off x="1332" y="461"/>
              <a:ext cx="22" cy="155"/>
            </a:xfrm>
            <a:custGeom>
              <a:avLst/>
              <a:gdLst/>
              <a:ahLst/>
              <a:cxnLst>
                <a:cxn ang="0">
                  <a:pos x="0" y="0"/>
                </a:cxn>
                <a:cxn ang="0">
                  <a:pos x="19" y="64"/>
                </a:cxn>
                <a:cxn ang="0">
                  <a:pos x="19" y="155"/>
                </a:cxn>
              </a:cxnLst>
              <a:rect l="0" t="0" r="r" b="b"/>
              <a:pathLst>
                <a:path w="22" h="155">
                  <a:moveTo>
                    <a:pt x="0" y="0"/>
                  </a:moveTo>
                  <a:cubicBezTo>
                    <a:pt x="3" y="11"/>
                    <a:pt x="16" y="38"/>
                    <a:pt x="19" y="64"/>
                  </a:cubicBezTo>
                  <a:cubicBezTo>
                    <a:pt x="22" y="90"/>
                    <a:pt x="19" y="136"/>
                    <a:pt x="19" y="155"/>
                  </a:cubicBezTo>
                </a:path>
              </a:pathLst>
            </a:custGeom>
            <a:noFill/>
            <a:ln w="28575" cmpd="sng">
              <a:solidFill>
                <a:srgbClr val="006666"/>
              </a:solidFill>
              <a:round/>
              <a:headEnd/>
              <a:tailEnd/>
            </a:ln>
            <a:effectLst/>
          </p:spPr>
          <p:txBody>
            <a:bodyPr wrap="none"/>
            <a:lstStyle/>
            <a:p>
              <a:endParaRPr lang="zh-CN" altLang="en-US" sz="2400"/>
            </a:p>
          </p:txBody>
        </p:sp>
        <p:graphicFrame>
          <p:nvGraphicFramePr>
            <p:cNvPr id="18470" name="Object 38"/>
            <p:cNvGraphicFramePr>
              <a:graphicFrameLocks noChangeAspect="1"/>
            </p:cNvGraphicFramePr>
            <p:nvPr/>
          </p:nvGraphicFramePr>
          <p:xfrm>
            <a:off x="140" y="635"/>
            <a:ext cx="223" cy="375"/>
          </p:xfrm>
          <a:graphic>
            <a:graphicData uri="http://schemas.openxmlformats.org/presentationml/2006/ole">
              <mc:AlternateContent xmlns:mc="http://schemas.openxmlformats.org/markup-compatibility/2006">
                <mc:Choice xmlns:v="urn:schemas-microsoft-com:vml" Requires="v">
                  <p:oleObj spid="_x0000_s359144" r:id="rId33" imgW="152519" imgH="215936" progId="Equation.3">
                    <p:embed/>
                  </p:oleObj>
                </mc:Choice>
                <mc:Fallback>
                  <p:oleObj r:id="rId33" imgW="152519" imgH="215936" progId="Equation.3">
                    <p:embed/>
                    <p:pic>
                      <p:nvPicPr>
                        <p:cNvPr id="0" name="Picture 3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40" y="635"/>
                          <a:ext cx="223" cy="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71" name="Object 39"/>
            <p:cNvGraphicFramePr>
              <a:graphicFrameLocks noChangeAspect="1"/>
            </p:cNvGraphicFramePr>
            <p:nvPr/>
          </p:nvGraphicFramePr>
          <p:xfrm>
            <a:off x="726" y="1497"/>
            <a:ext cx="233" cy="395"/>
          </p:xfrm>
          <a:graphic>
            <a:graphicData uri="http://schemas.openxmlformats.org/presentationml/2006/ole">
              <mc:AlternateContent xmlns:mc="http://schemas.openxmlformats.org/markup-compatibility/2006">
                <mc:Choice xmlns:v="urn:schemas-microsoft-com:vml" Requires="v">
                  <p:oleObj spid="_x0000_s359145" r:id="rId35" imgW="152519" imgH="215936" progId="Equation.3">
                    <p:embed/>
                  </p:oleObj>
                </mc:Choice>
                <mc:Fallback>
                  <p:oleObj r:id="rId35" imgW="152519" imgH="215936" progId="Equation.3">
                    <p:embed/>
                    <p:pic>
                      <p:nvPicPr>
                        <p:cNvPr id="0" name="Picture 3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726" y="1497"/>
                          <a:ext cx="233" cy="3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72" name="Object 40"/>
            <p:cNvGraphicFramePr>
              <a:graphicFrameLocks noChangeAspect="1"/>
            </p:cNvGraphicFramePr>
            <p:nvPr/>
          </p:nvGraphicFramePr>
          <p:xfrm>
            <a:off x="403" y="762"/>
            <a:ext cx="223" cy="315"/>
          </p:xfrm>
          <a:graphic>
            <a:graphicData uri="http://schemas.openxmlformats.org/presentationml/2006/ole">
              <mc:AlternateContent xmlns:mc="http://schemas.openxmlformats.org/markup-compatibility/2006">
                <mc:Choice xmlns:v="urn:schemas-microsoft-com:vml" Requires="v">
                  <p:oleObj spid="_x0000_s359146" r:id="rId37" imgW="152519" imgH="215936" progId="Equation.3">
                    <p:embed/>
                  </p:oleObj>
                </mc:Choice>
                <mc:Fallback>
                  <p:oleObj r:id="rId37" imgW="152519" imgH="215936" progId="Equation.3">
                    <p:embed/>
                    <p:pic>
                      <p:nvPicPr>
                        <p:cNvPr id="0" name="Picture 4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03" y="762"/>
                          <a:ext cx="223"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74" name="Freeform 42"/>
            <p:cNvSpPr>
              <a:spLocks/>
            </p:cNvSpPr>
            <p:nvPr/>
          </p:nvSpPr>
          <p:spPr bwMode="auto">
            <a:xfrm>
              <a:off x="363" y="1026"/>
              <a:ext cx="229" cy="176"/>
            </a:xfrm>
            <a:custGeom>
              <a:avLst/>
              <a:gdLst/>
              <a:ahLst/>
              <a:cxnLst>
                <a:cxn ang="0">
                  <a:pos x="0" y="176"/>
                </a:cxn>
                <a:cxn ang="0">
                  <a:pos x="229" y="0"/>
                </a:cxn>
              </a:cxnLst>
              <a:rect l="0" t="0" r="r" b="b"/>
              <a:pathLst>
                <a:path w="229" h="176">
                  <a:moveTo>
                    <a:pt x="0" y="176"/>
                  </a:moveTo>
                  <a:lnTo>
                    <a:pt x="229" y="0"/>
                  </a:lnTo>
                </a:path>
              </a:pathLst>
            </a:custGeom>
            <a:noFill/>
            <a:ln w="38100" cmpd="sng">
              <a:solidFill>
                <a:srgbClr val="FF0000"/>
              </a:solidFill>
              <a:round/>
              <a:headEnd/>
              <a:tailEnd type="triangle" w="med" len="lg"/>
            </a:ln>
            <a:effectLst/>
          </p:spPr>
          <p:txBody>
            <a:bodyPr wrap="none"/>
            <a:lstStyle/>
            <a:p>
              <a:endParaRPr lang="zh-CN" altLang="en-US" sz="2400"/>
            </a:p>
          </p:txBody>
        </p:sp>
      </p:grpSp>
      <p:sp>
        <p:nvSpPr>
          <p:cNvPr id="18476" name="Text Box 44"/>
          <p:cNvSpPr txBox="1">
            <a:spLocks noChangeArrowheads="1"/>
          </p:cNvSpPr>
          <p:nvPr/>
        </p:nvSpPr>
        <p:spPr bwMode="auto">
          <a:xfrm>
            <a:off x="2814400" y="289798"/>
            <a:ext cx="3842719"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-5   </a:t>
            </a:r>
            <a:r>
              <a:rPr kumimoji="1" lang="zh-CN" altLang="en-US" sz="2100">
                <a:latin typeface="Times New Roman" pitchFamily="18" charset="0"/>
                <a:ea typeface="华文中宋" pitchFamily="2" charset="-122"/>
              </a:rPr>
              <a:t>保守力与非保守力   势能   </a:t>
            </a:r>
          </a:p>
        </p:txBody>
      </p:sp>
      <p:sp>
        <p:nvSpPr>
          <p:cNvPr id="46" name="AutoShape 26"/>
          <p:cNvSpPr>
            <a:spLocks noChangeArrowheads="1"/>
          </p:cNvSpPr>
          <p:nvPr/>
        </p:nvSpPr>
        <p:spPr bwMode="auto">
          <a:xfrm>
            <a:off x="8263532" y="4035981"/>
            <a:ext cx="53579" cy="53579"/>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linds(horizontal)">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448"/>
                                        </p:tgtEl>
                                        <p:attrNameLst>
                                          <p:attrName>style.visibility</p:attrName>
                                        </p:attrNameLst>
                                      </p:cBhvr>
                                      <p:to>
                                        <p:strVal val="visible"/>
                                      </p:to>
                                    </p:set>
                                  </p:childTnLst>
                                </p:cTn>
                              </p:par>
                              <p:par>
                                <p:cTn id="12" presetID="22" presetClass="entr" presetSubtype="8" fill="hold" grpId="0" nodeType="with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nodeType="clickEffect">
                                  <p:stCondLst>
                                    <p:cond delay="0"/>
                                  </p:stCondLst>
                                  <p:childTnLst>
                                    <p:set>
                                      <p:cBhvr>
                                        <p:cTn id="22" dur="1" fill="hold">
                                          <p:stCondLst>
                                            <p:cond delay="0"/>
                                          </p:stCondLst>
                                        </p:cTn>
                                        <p:tgtEl>
                                          <p:spTgt spid="18434"/>
                                        </p:tgtEl>
                                        <p:attrNameLst>
                                          <p:attrName>style.visibility</p:attrName>
                                        </p:attrNameLst>
                                      </p:cBhvr>
                                      <p:to>
                                        <p:strVal val="visible"/>
                                      </p:to>
                                    </p:set>
                                    <p:animEffect transition="in" filter="blinds(vertical)">
                                      <p:cBhvr>
                                        <p:cTn id="23" dur="500"/>
                                        <p:tgtEl>
                                          <p:spTgt spid="1843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8441"/>
                                        </p:tgtEl>
                                        <p:attrNameLst>
                                          <p:attrName>style.visibility</p:attrName>
                                        </p:attrNameLst>
                                      </p:cBhvr>
                                      <p:to>
                                        <p:strVal val="visible"/>
                                      </p:to>
                                    </p:set>
                                    <p:animEffect transition="in" filter="blinds(horizontal)">
                                      <p:cBhvr>
                                        <p:cTn id="28" dur="500"/>
                                        <p:tgtEl>
                                          <p:spTgt spid="1844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8446"/>
                                        </p:tgtEl>
                                        <p:attrNameLst>
                                          <p:attrName>style.visibility</p:attrName>
                                        </p:attrNameLst>
                                      </p:cBhvr>
                                      <p:to>
                                        <p:strVal val="visible"/>
                                      </p:to>
                                    </p:set>
                                    <p:animEffect transition="in" filter="blinds(horizontal)">
                                      <p:cBhvr>
                                        <p:cTn id="33" dur="500"/>
                                        <p:tgtEl>
                                          <p:spTgt spid="1844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8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p:bldP spid="4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1"/>
          <p:cNvSpPr>
            <a:spLocks noGrp="1"/>
          </p:cNvSpPr>
          <p:nvPr>
            <p:ph type="sldNum" sz="quarter" idx="10"/>
          </p:nvPr>
        </p:nvSpPr>
        <p:spPr/>
        <p:txBody>
          <a:bodyPr/>
          <a:lstStyle/>
          <a:p>
            <a:fld id="{FF1E25EA-88D3-4483-8124-2CF3501CD7AC}" type="slidenum">
              <a:rPr lang="zh-CN" altLang="en-US"/>
              <a:pPr/>
              <a:t>4</a:t>
            </a:fld>
            <a:endParaRPr lang="en-US"/>
          </a:p>
        </p:txBody>
      </p:sp>
      <p:graphicFrame>
        <p:nvGraphicFramePr>
          <p:cNvPr id="19458" name="Object 2"/>
          <p:cNvGraphicFramePr>
            <a:graphicFrameLocks noChangeAspect="1"/>
          </p:cNvGraphicFramePr>
          <p:nvPr>
            <p:extLst>
              <p:ext uri="{D42A27DB-BD31-4B8C-83A1-F6EECF244321}">
                <p14:modId xmlns:p14="http://schemas.microsoft.com/office/powerpoint/2010/main" val="263410741"/>
              </p:ext>
            </p:extLst>
          </p:nvPr>
        </p:nvGraphicFramePr>
        <p:xfrm>
          <a:off x="751205" y="3473450"/>
          <a:ext cx="2509838" cy="746125"/>
        </p:xfrm>
        <a:graphic>
          <a:graphicData uri="http://schemas.openxmlformats.org/presentationml/2006/ole">
            <mc:AlternateContent xmlns:mc="http://schemas.openxmlformats.org/markup-compatibility/2006">
              <mc:Choice xmlns:v="urn:schemas-microsoft-com:vml" Requires="v">
                <p:oleObj spid="_x0000_s363988" name="Equation" r:id="rId3" imgW="1295280" imgH="393480" progId="Equation.DSMT4">
                  <p:embed/>
                </p:oleObj>
              </mc:Choice>
              <mc:Fallback>
                <p:oleObj name="Equation" r:id="rId3" imgW="1295280" imgH="393480" progId="Equation.DSMT4">
                  <p:embed/>
                  <p:pic>
                    <p:nvPicPr>
                      <p:cNvPr id="0" name="Picture 2"/>
                      <p:cNvPicPr>
                        <a:picLocks noChangeAspect="1" noChangeArrowheads="1"/>
                      </p:cNvPicPr>
                      <p:nvPr/>
                    </p:nvPicPr>
                    <p:blipFill>
                      <a:blip r:embed="rId4"/>
                      <a:srcRect/>
                      <a:stretch>
                        <a:fillRect/>
                      </a:stretch>
                    </p:blipFill>
                    <p:spPr bwMode="auto">
                      <a:xfrm>
                        <a:off x="751205" y="3473450"/>
                        <a:ext cx="2509838" cy="746125"/>
                      </a:xfrm>
                      <a:prstGeom prst="rect">
                        <a:avLst/>
                      </a:prstGeom>
                      <a:noFill/>
                      <a:extLst/>
                    </p:spPr>
                  </p:pic>
                </p:oleObj>
              </mc:Fallback>
            </mc:AlternateContent>
          </a:graphicData>
        </a:graphic>
      </p:graphicFrame>
      <p:graphicFrame>
        <p:nvGraphicFramePr>
          <p:cNvPr id="19459" name="Object 3"/>
          <p:cNvGraphicFramePr>
            <a:graphicFrameLocks noChangeAspect="1"/>
          </p:cNvGraphicFramePr>
          <p:nvPr>
            <p:extLst>
              <p:ext uri="{D42A27DB-BD31-4B8C-83A1-F6EECF244321}">
                <p14:modId xmlns:p14="http://schemas.microsoft.com/office/powerpoint/2010/main" val="3079900031"/>
              </p:ext>
            </p:extLst>
          </p:nvPr>
        </p:nvGraphicFramePr>
        <p:xfrm>
          <a:off x="1436757" y="2342913"/>
          <a:ext cx="3507581" cy="569119"/>
        </p:xfrm>
        <a:graphic>
          <a:graphicData uri="http://schemas.openxmlformats.org/presentationml/2006/ole">
            <mc:AlternateContent xmlns:mc="http://schemas.openxmlformats.org/markup-compatibility/2006">
              <mc:Choice xmlns:v="urn:schemas-microsoft-com:vml" Requires="v">
                <p:oleObj spid="_x0000_s363989" name="Equation" r:id="rId5" imgW="1562040" imgH="253800" progId="Equation.DSMT4">
                  <p:embed/>
                </p:oleObj>
              </mc:Choice>
              <mc:Fallback>
                <p:oleObj name="Equation" r:id="rId5" imgW="1562040" imgH="253800" progId="Equation.DSMT4">
                  <p:embed/>
                  <p:pic>
                    <p:nvPicPr>
                      <p:cNvPr id="0" name="Picture 3"/>
                      <p:cNvPicPr>
                        <a:picLocks noChangeAspect="1" noChangeArrowheads="1"/>
                      </p:cNvPicPr>
                      <p:nvPr/>
                    </p:nvPicPr>
                    <p:blipFill>
                      <a:blip r:embed="rId6"/>
                      <a:srcRect/>
                      <a:stretch>
                        <a:fillRect/>
                      </a:stretch>
                    </p:blipFill>
                    <p:spPr bwMode="auto">
                      <a:xfrm>
                        <a:off x="1436757" y="2342913"/>
                        <a:ext cx="3507581" cy="56911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4"/>
          <p:cNvGraphicFramePr>
            <a:graphicFrameLocks noChangeAspect="1"/>
          </p:cNvGraphicFramePr>
          <p:nvPr>
            <p:extLst>
              <p:ext uri="{D42A27DB-BD31-4B8C-83A1-F6EECF244321}">
                <p14:modId xmlns:p14="http://schemas.microsoft.com/office/powerpoint/2010/main" val="2395626191"/>
              </p:ext>
            </p:extLst>
          </p:nvPr>
        </p:nvGraphicFramePr>
        <p:xfrm>
          <a:off x="3298569" y="3474008"/>
          <a:ext cx="2079625" cy="831850"/>
        </p:xfrm>
        <a:graphic>
          <a:graphicData uri="http://schemas.openxmlformats.org/presentationml/2006/ole">
            <mc:AlternateContent xmlns:mc="http://schemas.openxmlformats.org/markup-compatibility/2006">
              <mc:Choice xmlns:v="urn:schemas-microsoft-com:vml" Requires="v">
                <p:oleObj spid="_x0000_s363990" name="Equation" r:id="rId7" imgW="1054080" imgH="431640" progId="Equation.DSMT4">
                  <p:embed/>
                </p:oleObj>
              </mc:Choice>
              <mc:Fallback>
                <p:oleObj name="Equation" r:id="rId7" imgW="1054080" imgH="431640" progId="Equation.DSMT4">
                  <p:embed/>
                  <p:pic>
                    <p:nvPicPr>
                      <p:cNvPr id="0" name="Picture 4"/>
                      <p:cNvPicPr>
                        <a:picLocks noChangeAspect="1" noChangeArrowheads="1"/>
                      </p:cNvPicPr>
                      <p:nvPr/>
                    </p:nvPicPr>
                    <p:blipFill>
                      <a:blip r:embed="rId8"/>
                      <a:srcRect/>
                      <a:stretch>
                        <a:fillRect/>
                      </a:stretch>
                    </p:blipFill>
                    <p:spPr bwMode="auto">
                      <a:xfrm>
                        <a:off x="3298569" y="3474008"/>
                        <a:ext cx="2079625" cy="831850"/>
                      </a:xfrm>
                      <a:prstGeom prst="rect">
                        <a:avLst/>
                      </a:prstGeom>
                      <a:noFill/>
                      <a:ln w="9525">
                        <a:noFill/>
                        <a:miter lim="800000"/>
                        <a:headEnd/>
                        <a:tailEnd/>
                      </a:ln>
                    </p:spPr>
                  </p:pic>
                </p:oleObj>
              </mc:Fallback>
            </mc:AlternateContent>
          </a:graphicData>
        </a:graphic>
      </p:graphicFrame>
      <p:graphicFrame>
        <p:nvGraphicFramePr>
          <p:cNvPr id="19461" name="Object 5"/>
          <p:cNvGraphicFramePr>
            <a:graphicFrameLocks noChangeAspect="1"/>
          </p:cNvGraphicFramePr>
          <p:nvPr>
            <p:extLst>
              <p:ext uri="{D42A27DB-BD31-4B8C-83A1-F6EECF244321}">
                <p14:modId xmlns:p14="http://schemas.microsoft.com/office/powerpoint/2010/main" val="4143086266"/>
              </p:ext>
            </p:extLst>
          </p:nvPr>
        </p:nvGraphicFramePr>
        <p:xfrm>
          <a:off x="928860" y="1069554"/>
          <a:ext cx="3579732" cy="758776"/>
        </p:xfrm>
        <a:graphic>
          <a:graphicData uri="http://schemas.openxmlformats.org/presentationml/2006/ole">
            <mc:AlternateContent xmlns:mc="http://schemas.openxmlformats.org/markup-compatibility/2006">
              <mc:Choice xmlns:v="urn:schemas-microsoft-com:vml" Requires="v">
                <p:oleObj spid="_x0000_s363991" r:id="rId9" imgW="1929880" imgH="393846" progId="Equation.3">
                  <p:embed/>
                </p:oleObj>
              </mc:Choice>
              <mc:Fallback>
                <p:oleObj r:id="rId9" imgW="1929880" imgH="393846"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8860" y="1069554"/>
                        <a:ext cx="3579732" cy="758776"/>
                      </a:xfrm>
                      <a:prstGeom prst="rect">
                        <a:avLst/>
                      </a:prstGeom>
                      <a:noFill/>
                      <a:extLst/>
                    </p:spPr>
                  </p:pic>
                </p:oleObj>
              </mc:Fallback>
            </mc:AlternateContent>
          </a:graphicData>
        </a:graphic>
      </p:graphicFrame>
      <p:grpSp>
        <p:nvGrpSpPr>
          <p:cNvPr id="4" name="组合 3"/>
          <p:cNvGrpSpPr/>
          <p:nvPr/>
        </p:nvGrpSpPr>
        <p:grpSpPr>
          <a:xfrm>
            <a:off x="605435" y="511205"/>
            <a:ext cx="3997046" cy="468015"/>
            <a:chOff x="605435" y="511205"/>
            <a:chExt cx="3997046" cy="468015"/>
          </a:xfrm>
        </p:grpSpPr>
        <p:sp>
          <p:nvSpPr>
            <p:cNvPr id="19462" name="Text Box 6"/>
            <p:cNvSpPr txBox="1">
              <a:spLocks noChangeArrowheads="1"/>
            </p:cNvSpPr>
            <p:nvPr/>
          </p:nvSpPr>
          <p:spPr bwMode="auto">
            <a:xfrm>
              <a:off x="605435" y="517555"/>
              <a:ext cx="3780235" cy="461665"/>
            </a:xfrm>
            <a:prstGeom prst="rect">
              <a:avLst/>
            </a:prstGeom>
            <a:noFill/>
            <a:ln w="9525">
              <a:noFill/>
              <a:miter lim="800000"/>
              <a:headEnd/>
              <a:tailEnd/>
            </a:ln>
            <a:effectLst/>
          </p:spPr>
          <p:txBody>
            <a:bodyPr>
              <a:spAutoFit/>
            </a:bodyPr>
            <a:lstStyle/>
            <a:p>
              <a:pPr>
                <a:spcBef>
                  <a:spcPct val="50000"/>
                </a:spcBef>
              </a:pPr>
              <a:r>
                <a:rPr lang="en-US" altLang="zh-CN" sz="2400" b="0" i="1">
                  <a:latin typeface="Times New Roman" pitchFamily="18" charset="0"/>
                </a:rPr>
                <a:t>m</a:t>
              </a:r>
              <a:r>
                <a:rPr lang="zh-CN" altLang="en-US" sz="2400">
                  <a:latin typeface="Times New Roman" pitchFamily="18" charset="0"/>
                </a:rPr>
                <a:t>从</a:t>
              </a:r>
              <a:r>
                <a:rPr lang="en-US" altLang="zh-CN" sz="2400" b="0" i="1">
                  <a:latin typeface="Times New Roman" pitchFamily="18" charset="0"/>
                </a:rPr>
                <a:t>A</a:t>
              </a:r>
              <a:r>
                <a:rPr lang="zh-CN" altLang="en-US" sz="2400">
                  <a:latin typeface="Times New Roman" pitchFamily="18" charset="0"/>
                </a:rPr>
                <a:t>到</a:t>
              </a:r>
              <a:r>
                <a:rPr lang="en-US" altLang="zh-CN" sz="2400" b="0" i="1">
                  <a:latin typeface="Times New Roman" pitchFamily="18" charset="0"/>
                </a:rPr>
                <a:t>B</a:t>
              </a:r>
              <a:r>
                <a:rPr lang="zh-CN" altLang="en-US" sz="2400">
                  <a:latin typeface="Times New Roman" pitchFamily="18" charset="0"/>
                </a:rPr>
                <a:t>的过程中</a:t>
              </a:r>
              <a:endParaRPr lang="zh-CN" altLang="en-US" sz="2400" i="1">
                <a:latin typeface="Times New Roman" pitchFamily="18" charset="0"/>
              </a:endParaRPr>
            </a:p>
          </p:txBody>
        </p:sp>
        <p:sp>
          <p:nvSpPr>
            <p:cNvPr id="19463" name="Text Box 7"/>
            <p:cNvSpPr txBox="1">
              <a:spLocks noChangeArrowheads="1"/>
            </p:cNvSpPr>
            <p:nvPr/>
          </p:nvSpPr>
          <p:spPr bwMode="auto">
            <a:xfrm>
              <a:off x="3318987" y="511205"/>
              <a:ext cx="1283494"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1C1C1C"/>
                  </a:solidFill>
                  <a:latin typeface="Times New Roman" pitchFamily="18" charset="0"/>
                </a:rPr>
                <a:t>作功： </a:t>
              </a:r>
            </a:p>
          </p:txBody>
        </p:sp>
        <p:graphicFrame>
          <p:nvGraphicFramePr>
            <p:cNvPr id="19464" name="Object 8"/>
            <p:cNvGraphicFramePr>
              <a:graphicFrameLocks noChangeAspect="1"/>
            </p:cNvGraphicFramePr>
            <p:nvPr>
              <p:extLst>
                <p:ext uri="{D42A27DB-BD31-4B8C-83A1-F6EECF244321}">
                  <p14:modId xmlns:p14="http://schemas.microsoft.com/office/powerpoint/2010/main" val="3654797974"/>
                </p:ext>
              </p:extLst>
            </p:nvPr>
          </p:nvGraphicFramePr>
          <p:xfrm>
            <a:off x="3130868" y="526445"/>
            <a:ext cx="350044" cy="376238"/>
          </p:xfrm>
          <a:graphic>
            <a:graphicData uri="http://schemas.openxmlformats.org/presentationml/2006/ole">
              <mc:AlternateContent xmlns:mc="http://schemas.openxmlformats.org/markup-compatibility/2006">
                <mc:Choice xmlns:v="urn:schemas-microsoft-com:vml" Requires="v">
                  <p:oleObj spid="_x0000_s363992" r:id="rId11" imgW="165202" imgH="190569" progId="Equation.3">
                    <p:embed/>
                  </p:oleObj>
                </mc:Choice>
                <mc:Fallback>
                  <p:oleObj r:id="rId11" imgW="165202" imgH="190569" progId="Equation.3">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0868" y="526445"/>
                          <a:ext cx="350044" cy="37623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pSp>
      <p:pic>
        <p:nvPicPr>
          <p:cNvPr id="2" name="Picture 35" descr="C:\Users\Administrator\Desktop\timg.gif">
            <a:hlinkClick r:id="rId13" action="ppaction://hlinksldjump"/>
          </p:cNvPr>
          <p:cNvPicPr>
            <a:picLocks noChangeAspect="1" noChangeArrowheads="1"/>
          </p:cNvPicPr>
          <p:nvPr/>
        </p:nvPicPr>
        <p:blipFill>
          <a:blip r:embed="rId14" cstate="print"/>
          <a:srcRect/>
          <a:stretch>
            <a:fillRect/>
          </a:stretch>
        </p:blipFill>
        <p:spPr bwMode="auto">
          <a:xfrm>
            <a:off x="7234236" y="1061930"/>
            <a:ext cx="1045191" cy="578514"/>
          </a:xfrm>
          <a:prstGeom prst="rect">
            <a:avLst/>
          </a:prstGeom>
          <a:noFill/>
        </p:spPr>
      </p:pic>
      <p:grpSp>
        <p:nvGrpSpPr>
          <p:cNvPr id="3" name="组合 2"/>
          <p:cNvGrpSpPr/>
          <p:nvPr/>
        </p:nvGrpSpPr>
        <p:grpSpPr>
          <a:xfrm>
            <a:off x="6667499" y="2072641"/>
            <a:ext cx="1968103" cy="2171700"/>
            <a:chOff x="6667499" y="2072641"/>
            <a:chExt cx="1968103" cy="2171700"/>
          </a:xfrm>
        </p:grpSpPr>
        <p:grpSp>
          <p:nvGrpSpPr>
            <p:cNvPr id="36" name="Group 16"/>
            <p:cNvGrpSpPr>
              <a:grpSpLocks/>
            </p:cNvGrpSpPr>
            <p:nvPr/>
          </p:nvGrpSpPr>
          <p:grpSpPr bwMode="auto">
            <a:xfrm>
              <a:off x="6667499" y="2072641"/>
              <a:ext cx="1968103" cy="2171700"/>
              <a:chOff x="116" y="182"/>
              <a:chExt cx="1653" cy="1824"/>
            </a:xfrm>
          </p:grpSpPr>
          <p:sp>
            <p:nvSpPr>
              <p:cNvPr id="38" name="Freeform 19"/>
              <p:cNvSpPr>
                <a:spLocks/>
              </p:cNvSpPr>
              <p:nvPr/>
            </p:nvSpPr>
            <p:spPr bwMode="auto">
              <a:xfrm>
                <a:off x="116" y="409"/>
                <a:ext cx="1600" cy="1597"/>
              </a:xfrm>
              <a:custGeom>
                <a:avLst/>
                <a:gdLst/>
                <a:ahLst/>
                <a:cxnLst>
                  <a:cxn ang="0">
                    <a:pos x="0" y="189"/>
                  </a:cxn>
                  <a:cxn ang="0">
                    <a:pos x="320" y="52"/>
                  </a:cxn>
                  <a:cxn ang="0">
                    <a:pos x="787" y="6"/>
                  </a:cxn>
                  <a:cxn ang="0">
                    <a:pos x="1088" y="89"/>
                  </a:cxn>
                  <a:cxn ang="0">
                    <a:pos x="1399" y="317"/>
                  </a:cxn>
                  <a:cxn ang="0">
                    <a:pos x="1582" y="765"/>
                  </a:cxn>
                  <a:cxn ang="0">
                    <a:pos x="1509" y="1131"/>
                  </a:cxn>
                  <a:cxn ang="0">
                    <a:pos x="1280" y="1597"/>
                  </a:cxn>
                </a:cxnLst>
                <a:rect l="0" t="0" r="r" b="b"/>
                <a:pathLst>
                  <a:path w="1600" h="1597">
                    <a:moveTo>
                      <a:pt x="0" y="189"/>
                    </a:moveTo>
                    <a:cubicBezTo>
                      <a:pt x="53" y="166"/>
                      <a:pt x="189" y="82"/>
                      <a:pt x="320" y="52"/>
                    </a:cubicBezTo>
                    <a:cubicBezTo>
                      <a:pt x="451" y="22"/>
                      <a:pt x="659" y="0"/>
                      <a:pt x="787" y="6"/>
                    </a:cubicBezTo>
                    <a:cubicBezTo>
                      <a:pt x="915" y="12"/>
                      <a:pt x="986" y="37"/>
                      <a:pt x="1088" y="89"/>
                    </a:cubicBezTo>
                    <a:cubicBezTo>
                      <a:pt x="1190" y="141"/>
                      <a:pt x="1317" y="204"/>
                      <a:pt x="1399" y="317"/>
                    </a:cubicBezTo>
                    <a:cubicBezTo>
                      <a:pt x="1481" y="430"/>
                      <a:pt x="1564" y="629"/>
                      <a:pt x="1582" y="765"/>
                    </a:cubicBezTo>
                    <a:cubicBezTo>
                      <a:pt x="1600" y="901"/>
                      <a:pt x="1559" y="992"/>
                      <a:pt x="1509" y="1131"/>
                    </a:cubicBezTo>
                    <a:cubicBezTo>
                      <a:pt x="1459" y="1270"/>
                      <a:pt x="1328" y="1500"/>
                      <a:pt x="1280" y="1597"/>
                    </a:cubicBezTo>
                  </a:path>
                </a:pathLst>
              </a:custGeom>
              <a:noFill/>
              <a:ln w="15875" cap="flat" cmpd="sng">
                <a:solidFill>
                  <a:srgbClr val="0000FF"/>
                </a:solidFill>
                <a:prstDash val="sysDot"/>
                <a:round/>
                <a:headEnd/>
                <a:tailEnd/>
              </a:ln>
              <a:effectLst/>
            </p:spPr>
            <p:txBody>
              <a:bodyPr wrap="none" anchor="ctr"/>
              <a:lstStyle/>
              <a:p>
                <a:endParaRPr lang="zh-CN" altLang="en-US" sz="2400"/>
              </a:p>
            </p:txBody>
          </p:sp>
          <p:sp>
            <p:nvSpPr>
              <p:cNvPr id="39" name="Freeform 20"/>
              <p:cNvSpPr>
                <a:spLocks/>
              </p:cNvSpPr>
              <p:nvPr/>
            </p:nvSpPr>
            <p:spPr bwMode="auto">
              <a:xfrm>
                <a:off x="356" y="499"/>
                <a:ext cx="914" cy="711"/>
              </a:xfrm>
              <a:custGeom>
                <a:avLst/>
                <a:gdLst/>
                <a:ahLst/>
                <a:cxnLst>
                  <a:cxn ang="0">
                    <a:pos x="0" y="630"/>
                  </a:cxn>
                  <a:cxn ang="0">
                    <a:pos x="848" y="0"/>
                  </a:cxn>
                </a:cxnLst>
                <a:rect l="0" t="0" r="r" b="b"/>
                <a:pathLst>
                  <a:path w="848" h="630">
                    <a:moveTo>
                      <a:pt x="0" y="630"/>
                    </a:moveTo>
                    <a:lnTo>
                      <a:pt x="848" y="0"/>
                    </a:lnTo>
                  </a:path>
                </a:pathLst>
              </a:custGeom>
              <a:noFill/>
              <a:ln w="31750" cmpd="sng">
                <a:solidFill>
                  <a:srgbClr val="0000FF"/>
                </a:solidFill>
                <a:round/>
                <a:headEnd/>
                <a:tailEnd type="triangle" w="med" len="lg"/>
              </a:ln>
              <a:effectLst/>
            </p:spPr>
            <p:txBody>
              <a:bodyPr wrap="none" anchor="ctr"/>
              <a:lstStyle/>
              <a:p>
                <a:endParaRPr lang="zh-CN" altLang="en-US" sz="2400"/>
              </a:p>
            </p:txBody>
          </p:sp>
          <p:sp>
            <p:nvSpPr>
              <p:cNvPr id="40" name="Line 21"/>
              <p:cNvSpPr>
                <a:spLocks noChangeShapeType="1"/>
              </p:cNvSpPr>
              <p:nvPr/>
            </p:nvSpPr>
            <p:spPr bwMode="auto">
              <a:xfrm flipV="1">
                <a:off x="356" y="817"/>
                <a:ext cx="1231" cy="393"/>
              </a:xfrm>
              <a:prstGeom prst="line">
                <a:avLst/>
              </a:prstGeom>
              <a:noFill/>
              <a:ln w="31750">
                <a:solidFill>
                  <a:srgbClr val="0000FF"/>
                </a:solidFill>
                <a:round/>
                <a:headEnd/>
                <a:tailEnd type="triangle" w="med" len="lg"/>
              </a:ln>
              <a:effectLst/>
            </p:spPr>
            <p:txBody>
              <a:bodyPr wrap="none" anchor="ctr"/>
              <a:lstStyle/>
              <a:p>
                <a:endParaRPr lang="zh-CN" altLang="en-US" sz="2400"/>
              </a:p>
            </p:txBody>
          </p:sp>
          <p:sp>
            <p:nvSpPr>
              <p:cNvPr id="41" name="Line 22"/>
              <p:cNvSpPr>
                <a:spLocks noChangeShapeType="1"/>
              </p:cNvSpPr>
              <p:nvPr/>
            </p:nvSpPr>
            <p:spPr bwMode="auto">
              <a:xfrm>
                <a:off x="1243" y="509"/>
                <a:ext cx="344" cy="308"/>
              </a:xfrm>
              <a:prstGeom prst="line">
                <a:avLst/>
              </a:prstGeom>
              <a:noFill/>
              <a:ln w="31750">
                <a:solidFill>
                  <a:srgbClr val="FF0066"/>
                </a:solidFill>
                <a:round/>
                <a:headEnd/>
                <a:tailEnd type="triangle" w="med" len="lg"/>
              </a:ln>
              <a:effectLst/>
            </p:spPr>
            <p:txBody>
              <a:bodyPr wrap="none" anchor="ctr"/>
              <a:lstStyle/>
              <a:p>
                <a:endParaRPr lang="zh-CN" altLang="en-US" sz="2400"/>
              </a:p>
            </p:txBody>
          </p:sp>
          <p:graphicFrame>
            <p:nvGraphicFramePr>
              <p:cNvPr id="42" name="Object 23"/>
              <p:cNvGraphicFramePr>
                <a:graphicFrameLocks noChangeAspect="1"/>
              </p:cNvGraphicFramePr>
              <p:nvPr/>
            </p:nvGraphicFramePr>
            <p:xfrm>
              <a:off x="792" y="499"/>
              <a:ext cx="206" cy="295"/>
            </p:xfrm>
            <a:graphic>
              <a:graphicData uri="http://schemas.openxmlformats.org/presentationml/2006/ole">
                <mc:AlternateContent xmlns:mc="http://schemas.openxmlformats.org/markup-compatibility/2006">
                  <mc:Choice xmlns:v="urn:schemas-microsoft-com:vml" Requires="v">
                    <p:oleObj spid="_x0000_s363993" r:id="rId15" imgW="127042" imgH="152387" progId="Equation.3">
                      <p:embed/>
                    </p:oleObj>
                  </mc:Choice>
                  <mc:Fallback>
                    <p:oleObj r:id="rId15" imgW="127042" imgH="152387" progId="Equation.3">
                      <p:embed/>
                      <p:pic>
                        <p:nvPicPr>
                          <p:cNvPr id="18455"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2" y="499"/>
                            <a:ext cx="206"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24"/>
              <p:cNvGraphicFramePr>
                <a:graphicFrameLocks noChangeAspect="1"/>
              </p:cNvGraphicFramePr>
              <p:nvPr/>
            </p:nvGraphicFramePr>
            <p:xfrm>
              <a:off x="726" y="1056"/>
              <a:ext cx="590" cy="305"/>
            </p:xfrm>
            <a:graphic>
              <a:graphicData uri="http://schemas.openxmlformats.org/presentationml/2006/ole">
                <mc:AlternateContent xmlns:mc="http://schemas.openxmlformats.org/markup-compatibility/2006">
                  <mc:Choice xmlns:v="urn:schemas-microsoft-com:vml" Requires="v">
                    <p:oleObj spid="_x0000_s363994" r:id="rId17" imgW="418691" imgH="177809" progId="Equation.3">
                      <p:embed/>
                    </p:oleObj>
                  </mc:Choice>
                  <mc:Fallback>
                    <p:oleObj r:id="rId17" imgW="418691" imgH="177809" progId="Equation.3">
                      <p:embed/>
                      <p:pic>
                        <p:nvPicPr>
                          <p:cNvPr id="18456"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6" y="1056"/>
                            <a:ext cx="590"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25"/>
              <p:cNvGraphicFramePr>
                <a:graphicFrameLocks noChangeAspect="1"/>
              </p:cNvGraphicFramePr>
              <p:nvPr/>
            </p:nvGraphicFramePr>
            <p:xfrm>
              <a:off x="1452" y="445"/>
              <a:ext cx="317" cy="281"/>
            </p:xfrm>
            <a:graphic>
              <a:graphicData uri="http://schemas.openxmlformats.org/presentationml/2006/ole">
                <mc:AlternateContent xmlns:mc="http://schemas.openxmlformats.org/markup-compatibility/2006">
                  <mc:Choice xmlns:v="urn:schemas-microsoft-com:vml" Requires="v">
                    <p:oleObj spid="_x0000_s363995" r:id="rId19" imgW="292164" imgH="254097" progId="Equation.3">
                      <p:embed/>
                    </p:oleObj>
                  </mc:Choice>
                  <mc:Fallback>
                    <p:oleObj r:id="rId19" imgW="292164" imgH="254097" progId="Equation.3">
                      <p:embed/>
                      <p:pic>
                        <p:nvPicPr>
                          <p:cNvPr id="18457"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52" y="445"/>
                            <a:ext cx="317"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AutoShape 26"/>
              <p:cNvSpPr>
                <a:spLocks noChangeArrowheads="1"/>
              </p:cNvSpPr>
              <p:nvPr/>
            </p:nvSpPr>
            <p:spPr bwMode="auto">
              <a:xfrm>
                <a:off x="433" y="434"/>
                <a:ext cx="45" cy="45"/>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sp>
            <p:nvSpPr>
              <p:cNvPr id="46" name="Line 27"/>
              <p:cNvSpPr>
                <a:spLocks noChangeShapeType="1"/>
              </p:cNvSpPr>
              <p:nvPr/>
            </p:nvSpPr>
            <p:spPr bwMode="auto">
              <a:xfrm flipV="1">
                <a:off x="356" y="454"/>
                <a:ext cx="97" cy="756"/>
              </a:xfrm>
              <a:prstGeom prst="line">
                <a:avLst/>
              </a:prstGeom>
              <a:noFill/>
              <a:ln w="28575">
                <a:solidFill>
                  <a:srgbClr val="008000"/>
                </a:solidFill>
                <a:prstDash val="solid"/>
                <a:round/>
                <a:headEnd/>
                <a:tailEnd type="triangle" w="med" len="lg"/>
              </a:ln>
              <a:effectLst/>
            </p:spPr>
            <p:txBody>
              <a:bodyPr wrap="none" anchor="ctr"/>
              <a:lstStyle/>
              <a:p>
                <a:endParaRPr lang="zh-CN" altLang="en-US" sz="2400"/>
              </a:p>
            </p:txBody>
          </p:sp>
          <p:sp>
            <p:nvSpPr>
              <p:cNvPr id="47" name="Line 28"/>
              <p:cNvSpPr>
                <a:spLocks noChangeShapeType="1"/>
              </p:cNvSpPr>
              <p:nvPr/>
            </p:nvSpPr>
            <p:spPr bwMode="auto">
              <a:xfrm>
                <a:off x="356" y="1210"/>
                <a:ext cx="1141" cy="650"/>
              </a:xfrm>
              <a:prstGeom prst="line">
                <a:avLst/>
              </a:prstGeom>
              <a:noFill/>
              <a:ln w="28575">
                <a:solidFill>
                  <a:srgbClr val="008000"/>
                </a:solidFill>
                <a:prstDash val="solid"/>
                <a:round/>
                <a:headEnd/>
                <a:tailEnd type="triangle" w="med" len="lg"/>
              </a:ln>
              <a:effectLst/>
            </p:spPr>
            <p:txBody>
              <a:bodyPr wrap="none" anchor="ctr"/>
              <a:lstStyle/>
              <a:p>
                <a:endParaRPr lang="zh-CN" altLang="en-US" sz="2400"/>
              </a:p>
            </p:txBody>
          </p:sp>
          <p:graphicFrame>
            <p:nvGraphicFramePr>
              <p:cNvPr id="48" name="Object 29"/>
              <p:cNvGraphicFramePr>
                <a:graphicFrameLocks noChangeAspect="1"/>
              </p:cNvGraphicFramePr>
              <p:nvPr/>
            </p:nvGraphicFramePr>
            <p:xfrm>
              <a:off x="1088" y="273"/>
              <a:ext cx="183" cy="181"/>
            </p:xfrm>
            <a:graphic>
              <a:graphicData uri="http://schemas.openxmlformats.org/presentationml/2006/ole">
                <mc:AlternateContent xmlns:mc="http://schemas.openxmlformats.org/markup-compatibility/2006">
                  <mc:Choice xmlns:v="urn:schemas-microsoft-com:vml" Requires="v">
                    <p:oleObj spid="_x0000_s363996" r:id="rId21" imgW="228818" imgH="190734" progId="Equation.3">
                      <p:embed/>
                    </p:oleObj>
                  </mc:Choice>
                  <mc:Fallback>
                    <p:oleObj r:id="rId21" imgW="228818" imgH="190734" progId="Equation.3">
                      <p:embed/>
                      <p:pic>
                        <p:nvPicPr>
                          <p:cNvPr id="18461"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88" y="273"/>
                            <a:ext cx="183" cy="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30"/>
              <p:cNvGraphicFramePr>
                <a:graphicFrameLocks noChangeAspect="1"/>
              </p:cNvGraphicFramePr>
              <p:nvPr/>
            </p:nvGraphicFramePr>
            <p:xfrm>
              <a:off x="181" y="1316"/>
              <a:ext cx="272" cy="246"/>
            </p:xfrm>
            <a:graphic>
              <a:graphicData uri="http://schemas.openxmlformats.org/presentationml/2006/ole">
                <mc:AlternateContent xmlns:mc="http://schemas.openxmlformats.org/markup-compatibility/2006">
                  <mc:Choice xmlns:v="urn:schemas-microsoft-com:vml" Requires="v">
                    <p:oleObj spid="_x0000_s363997" r:id="rId23" imgW="304853" imgH="279475" progId="Equation.3">
                      <p:embed/>
                    </p:oleObj>
                  </mc:Choice>
                  <mc:Fallback>
                    <p:oleObj r:id="rId23" imgW="304853" imgH="279475" progId="Equation.3">
                      <p:embed/>
                      <p:pic>
                        <p:nvPicPr>
                          <p:cNvPr id="18462" name="Object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1" y="1316"/>
                            <a:ext cx="272" cy="2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31"/>
              <p:cNvGraphicFramePr>
                <a:graphicFrameLocks noChangeAspect="1"/>
              </p:cNvGraphicFramePr>
              <p:nvPr/>
            </p:nvGraphicFramePr>
            <p:xfrm>
              <a:off x="453" y="182"/>
              <a:ext cx="187" cy="237"/>
            </p:xfrm>
            <a:graphic>
              <a:graphicData uri="http://schemas.openxmlformats.org/presentationml/2006/ole">
                <mc:AlternateContent xmlns:mc="http://schemas.openxmlformats.org/markup-compatibility/2006">
                  <mc:Choice xmlns:v="urn:schemas-microsoft-com:vml" Requires="v">
                    <p:oleObj spid="_x0000_s363998" r:id="rId25" imgW="215936" imgH="228620" progId="Equation.3">
                      <p:embed/>
                    </p:oleObj>
                  </mc:Choice>
                  <mc:Fallback>
                    <p:oleObj r:id="rId25" imgW="215936" imgH="228620" progId="Equation.3">
                      <p:embed/>
                      <p:pic>
                        <p:nvPicPr>
                          <p:cNvPr id="18463" name="Object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3" y="182"/>
                            <a:ext cx="187"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32"/>
              <p:cNvGraphicFramePr>
                <a:graphicFrameLocks noChangeAspect="1"/>
              </p:cNvGraphicFramePr>
              <p:nvPr/>
            </p:nvGraphicFramePr>
            <p:xfrm>
              <a:off x="1542" y="1679"/>
              <a:ext cx="165" cy="209"/>
            </p:xfrm>
            <a:graphic>
              <a:graphicData uri="http://schemas.openxmlformats.org/presentationml/2006/ole">
                <mc:AlternateContent xmlns:mc="http://schemas.openxmlformats.org/markup-compatibility/2006">
                  <mc:Choice xmlns:v="urn:schemas-microsoft-com:vml" Requires="v">
                    <p:oleObj spid="_x0000_s363999" r:id="rId27" imgW="215936" imgH="228620" progId="Equation.3">
                      <p:embed/>
                    </p:oleObj>
                  </mc:Choice>
                  <mc:Fallback>
                    <p:oleObj r:id="rId27" imgW="215936" imgH="228620" progId="Equation.3">
                      <p:embed/>
                      <p:pic>
                        <p:nvPicPr>
                          <p:cNvPr id="18464" name="Object 3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42" y="1679"/>
                            <a:ext cx="165"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AutoShape 33"/>
              <p:cNvSpPr>
                <a:spLocks noChangeArrowheads="1"/>
              </p:cNvSpPr>
              <p:nvPr/>
            </p:nvSpPr>
            <p:spPr bwMode="auto">
              <a:xfrm>
                <a:off x="1221" y="488"/>
                <a:ext cx="45" cy="45"/>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sp>
            <p:nvSpPr>
              <p:cNvPr id="53" name="Line 35"/>
              <p:cNvSpPr>
                <a:spLocks noChangeShapeType="1"/>
              </p:cNvSpPr>
              <p:nvPr/>
            </p:nvSpPr>
            <p:spPr bwMode="auto">
              <a:xfrm flipV="1">
                <a:off x="1216" y="227"/>
                <a:ext cx="408" cy="309"/>
              </a:xfrm>
              <a:prstGeom prst="line">
                <a:avLst/>
              </a:prstGeom>
              <a:noFill/>
              <a:ln w="9525">
                <a:solidFill>
                  <a:schemeClr val="tx1"/>
                </a:solidFill>
                <a:prstDash val="dash"/>
                <a:round/>
                <a:headEnd/>
                <a:tailEnd/>
              </a:ln>
              <a:effectLst/>
            </p:spPr>
            <p:txBody>
              <a:bodyPr wrap="none"/>
              <a:lstStyle/>
              <a:p>
                <a:endParaRPr lang="zh-CN" altLang="en-US" sz="2400"/>
              </a:p>
            </p:txBody>
          </p:sp>
          <p:graphicFrame>
            <p:nvGraphicFramePr>
              <p:cNvPr id="54" name="Object 36"/>
              <p:cNvGraphicFramePr>
                <a:graphicFrameLocks noChangeAspect="1"/>
              </p:cNvGraphicFramePr>
              <p:nvPr/>
            </p:nvGraphicFramePr>
            <p:xfrm>
              <a:off x="1361" y="318"/>
              <a:ext cx="164" cy="274"/>
            </p:xfrm>
            <a:graphic>
              <a:graphicData uri="http://schemas.openxmlformats.org/presentationml/2006/ole">
                <mc:AlternateContent xmlns:mc="http://schemas.openxmlformats.org/markup-compatibility/2006">
                  <mc:Choice xmlns:v="urn:schemas-microsoft-com:vml" Requires="v">
                    <p:oleObj spid="_x0000_s364000" r:id="rId29" imgW="127042" imgH="177732" progId="Equation.3">
                      <p:embed/>
                    </p:oleObj>
                  </mc:Choice>
                  <mc:Fallback>
                    <p:oleObj r:id="rId29" imgW="127042" imgH="177732" progId="Equation.3">
                      <p:embed/>
                      <p:pic>
                        <p:nvPicPr>
                          <p:cNvPr id="18468"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361" y="318"/>
                            <a:ext cx="164" cy="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Freeform 37"/>
              <p:cNvSpPr>
                <a:spLocks/>
              </p:cNvSpPr>
              <p:nvPr/>
            </p:nvSpPr>
            <p:spPr bwMode="auto">
              <a:xfrm>
                <a:off x="1332" y="461"/>
                <a:ext cx="22" cy="155"/>
              </a:xfrm>
              <a:custGeom>
                <a:avLst/>
                <a:gdLst/>
                <a:ahLst/>
                <a:cxnLst>
                  <a:cxn ang="0">
                    <a:pos x="0" y="0"/>
                  </a:cxn>
                  <a:cxn ang="0">
                    <a:pos x="19" y="64"/>
                  </a:cxn>
                  <a:cxn ang="0">
                    <a:pos x="19" y="155"/>
                  </a:cxn>
                </a:cxnLst>
                <a:rect l="0" t="0" r="r" b="b"/>
                <a:pathLst>
                  <a:path w="22" h="155">
                    <a:moveTo>
                      <a:pt x="0" y="0"/>
                    </a:moveTo>
                    <a:cubicBezTo>
                      <a:pt x="3" y="11"/>
                      <a:pt x="16" y="38"/>
                      <a:pt x="19" y="64"/>
                    </a:cubicBezTo>
                    <a:cubicBezTo>
                      <a:pt x="22" y="90"/>
                      <a:pt x="19" y="136"/>
                      <a:pt x="19" y="155"/>
                    </a:cubicBezTo>
                  </a:path>
                </a:pathLst>
              </a:custGeom>
              <a:noFill/>
              <a:ln w="28575" cmpd="sng">
                <a:solidFill>
                  <a:srgbClr val="006666"/>
                </a:solidFill>
                <a:round/>
                <a:headEnd/>
                <a:tailEnd/>
              </a:ln>
              <a:effectLst/>
            </p:spPr>
            <p:txBody>
              <a:bodyPr wrap="none"/>
              <a:lstStyle/>
              <a:p>
                <a:endParaRPr lang="zh-CN" altLang="en-US" sz="2400"/>
              </a:p>
            </p:txBody>
          </p:sp>
          <p:graphicFrame>
            <p:nvGraphicFramePr>
              <p:cNvPr id="56" name="Object 38"/>
              <p:cNvGraphicFramePr>
                <a:graphicFrameLocks noChangeAspect="1"/>
              </p:cNvGraphicFramePr>
              <p:nvPr/>
            </p:nvGraphicFramePr>
            <p:xfrm>
              <a:off x="140" y="635"/>
              <a:ext cx="223" cy="375"/>
            </p:xfrm>
            <a:graphic>
              <a:graphicData uri="http://schemas.openxmlformats.org/presentationml/2006/ole">
                <mc:AlternateContent xmlns:mc="http://schemas.openxmlformats.org/markup-compatibility/2006">
                  <mc:Choice xmlns:v="urn:schemas-microsoft-com:vml" Requires="v">
                    <p:oleObj spid="_x0000_s364001" r:id="rId31" imgW="152519" imgH="215936" progId="Equation.3">
                      <p:embed/>
                    </p:oleObj>
                  </mc:Choice>
                  <mc:Fallback>
                    <p:oleObj r:id="rId31" imgW="152519" imgH="215936" progId="Equation.3">
                      <p:embed/>
                      <p:pic>
                        <p:nvPicPr>
                          <p:cNvPr id="18470" name="Object 3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40" y="635"/>
                            <a:ext cx="223" cy="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39"/>
              <p:cNvGraphicFramePr>
                <a:graphicFrameLocks noChangeAspect="1"/>
              </p:cNvGraphicFramePr>
              <p:nvPr/>
            </p:nvGraphicFramePr>
            <p:xfrm>
              <a:off x="726" y="1497"/>
              <a:ext cx="233" cy="395"/>
            </p:xfrm>
            <a:graphic>
              <a:graphicData uri="http://schemas.openxmlformats.org/presentationml/2006/ole">
                <mc:AlternateContent xmlns:mc="http://schemas.openxmlformats.org/markup-compatibility/2006">
                  <mc:Choice xmlns:v="urn:schemas-microsoft-com:vml" Requires="v">
                    <p:oleObj spid="_x0000_s364002" r:id="rId33" imgW="152519" imgH="215936" progId="Equation.3">
                      <p:embed/>
                    </p:oleObj>
                  </mc:Choice>
                  <mc:Fallback>
                    <p:oleObj r:id="rId33" imgW="152519" imgH="215936" progId="Equation.3">
                      <p:embed/>
                      <p:pic>
                        <p:nvPicPr>
                          <p:cNvPr id="18471" name="Object 3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26" y="1497"/>
                            <a:ext cx="233" cy="3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40"/>
              <p:cNvGraphicFramePr>
                <a:graphicFrameLocks noChangeAspect="1"/>
              </p:cNvGraphicFramePr>
              <p:nvPr/>
            </p:nvGraphicFramePr>
            <p:xfrm>
              <a:off x="403" y="762"/>
              <a:ext cx="223" cy="315"/>
            </p:xfrm>
            <a:graphic>
              <a:graphicData uri="http://schemas.openxmlformats.org/presentationml/2006/ole">
                <mc:AlternateContent xmlns:mc="http://schemas.openxmlformats.org/markup-compatibility/2006">
                  <mc:Choice xmlns:v="urn:schemas-microsoft-com:vml" Requires="v">
                    <p:oleObj spid="_x0000_s364003" r:id="rId35" imgW="152519" imgH="215936" progId="Equation.3">
                      <p:embed/>
                    </p:oleObj>
                  </mc:Choice>
                  <mc:Fallback>
                    <p:oleObj r:id="rId35" imgW="152519" imgH="215936" progId="Equation.3">
                      <p:embed/>
                      <p:pic>
                        <p:nvPicPr>
                          <p:cNvPr id="18472" name="Object 4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03" y="762"/>
                            <a:ext cx="223"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 name="Freeform 42"/>
              <p:cNvSpPr>
                <a:spLocks/>
              </p:cNvSpPr>
              <p:nvPr/>
            </p:nvSpPr>
            <p:spPr bwMode="auto">
              <a:xfrm>
                <a:off x="363" y="1026"/>
                <a:ext cx="229" cy="176"/>
              </a:xfrm>
              <a:custGeom>
                <a:avLst/>
                <a:gdLst/>
                <a:ahLst/>
                <a:cxnLst>
                  <a:cxn ang="0">
                    <a:pos x="0" y="176"/>
                  </a:cxn>
                  <a:cxn ang="0">
                    <a:pos x="229" y="0"/>
                  </a:cxn>
                </a:cxnLst>
                <a:rect l="0" t="0" r="r" b="b"/>
                <a:pathLst>
                  <a:path w="229" h="176">
                    <a:moveTo>
                      <a:pt x="0" y="176"/>
                    </a:moveTo>
                    <a:lnTo>
                      <a:pt x="229" y="0"/>
                    </a:lnTo>
                  </a:path>
                </a:pathLst>
              </a:custGeom>
              <a:noFill/>
              <a:ln w="38100" cmpd="sng">
                <a:solidFill>
                  <a:srgbClr val="FF0000"/>
                </a:solidFill>
                <a:round/>
                <a:headEnd/>
                <a:tailEnd type="triangle" w="med" len="lg"/>
              </a:ln>
              <a:effectLst/>
            </p:spPr>
            <p:txBody>
              <a:bodyPr wrap="none"/>
              <a:lstStyle/>
              <a:p>
                <a:endParaRPr lang="zh-CN" altLang="en-US" sz="2400"/>
              </a:p>
            </p:txBody>
          </p:sp>
        </p:grpSp>
        <p:sp>
          <p:nvSpPr>
            <p:cNvPr id="60" name="AutoShape 26"/>
            <p:cNvSpPr>
              <a:spLocks noChangeArrowheads="1"/>
            </p:cNvSpPr>
            <p:nvPr/>
          </p:nvSpPr>
          <p:spPr bwMode="auto">
            <a:xfrm>
              <a:off x="8263532" y="4035981"/>
              <a:ext cx="53579" cy="53579"/>
            </a:xfrm>
            <a:prstGeom prst="ellipse">
              <a:avLst/>
            </a:prstGeom>
            <a:solidFill>
              <a:srgbClr val="FF0000"/>
            </a:solidFill>
            <a:ln w="9525">
              <a:solidFill>
                <a:schemeClr val="tx1"/>
              </a:solidFill>
              <a:miter lim="800000"/>
              <a:headEnd/>
              <a:tailEnd/>
            </a:ln>
            <a:effectLst/>
          </p:spPr>
          <p:txBody>
            <a:bodyPr wrap="none" anchor="ctr"/>
            <a:lstStyle/>
            <a:p>
              <a:endParaRPr lang="zh-CN" altLang="en-US" sz="24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linds(horizontal)">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wipe(down)">
                                      <p:cBhvr>
                                        <p:cTn id="12" dur="500"/>
                                        <p:tgtEl>
                                          <p:spTgt spid="194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9458"/>
                                        </p:tgtEl>
                                        <p:attrNameLst>
                                          <p:attrName>style.visibility</p:attrName>
                                        </p:attrNameLst>
                                      </p:cBhvr>
                                      <p:to>
                                        <p:strVal val="visible"/>
                                      </p:to>
                                    </p:set>
                                    <p:animEffect transition="in" filter="blinds(vertical)">
                                      <p:cBhvr>
                                        <p:cTn id="17" dur="500"/>
                                        <p:tgtEl>
                                          <p:spTgt spid="1945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460"/>
                                        </p:tgtEl>
                                        <p:attrNameLst>
                                          <p:attrName>style.visibility</p:attrName>
                                        </p:attrNameLst>
                                      </p:cBhvr>
                                      <p:to>
                                        <p:strVal val="visible"/>
                                      </p:to>
                                    </p:set>
                                    <p:animEffect transition="in" filter="blinds(horizontal)">
                                      <p:cBhvr>
                                        <p:cTn id="22"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55335" name="Picture 7" descr="C:\Users\Administrator\Desktop\timg.gif">
            <a:hlinkClick r:id="rId3" action="ppaction://hlinksldjump"/>
          </p:cNvPr>
          <p:cNvPicPr>
            <a:picLocks noChangeAspect="1" noChangeArrowheads="1"/>
          </p:cNvPicPr>
          <p:nvPr/>
        </p:nvPicPr>
        <p:blipFill>
          <a:blip r:embed="rId4" cstate="print"/>
          <a:srcRect/>
          <a:stretch>
            <a:fillRect/>
          </a:stretch>
        </p:blipFill>
        <p:spPr bwMode="auto">
          <a:xfrm>
            <a:off x="7846945" y="4677984"/>
            <a:ext cx="645896" cy="357504"/>
          </a:xfrm>
          <a:prstGeom prst="rect">
            <a:avLst/>
          </a:prstGeom>
          <a:noFill/>
        </p:spPr>
      </p:pic>
      <p:sp>
        <p:nvSpPr>
          <p:cNvPr id="6" name="Freeform 12"/>
          <p:cNvSpPr>
            <a:spLocks/>
          </p:cNvSpPr>
          <p:nvPr/>
        </p:nvSpPr>
        <p:spPr bwMode="auto">
          <a:xfrm>
            <a:off x="4381048" y="2004421"/>
            <a:ext cx="2317295" cy="1790756"/>
          </a:xfrm>
          <a:custGeom>
            <a:avLst/>
            <a:gdLst>
              <a:gd name="connsiteX0" fmla="*/ 0 w 10000"/>
              <a:gd name="connsiteY0" fmla="*/ 1183 h 7082"/>
              <a:gd name="connsiteX1" fmla="*/ 2000 w 10000"/>
              <a:gd name="connsiteY1" fmla="*/ 326 h 7082"/>
              <a:gd name="connsiteX2" fmla="*/ 4919 w 10000"/>
              <a:gd name="connsiteY2" fmla="*/ 38 h 7082"/>
              <a:gd name="connsiteX3" fmla="*/ 6800 w 10000"/>
              <a:gd name="connsiteY3" fmla="*/ 557 h 7082"/>
              <a:gd name="connsiteX4" fmla="*/ 8744 w 10000"/>
              <a:gd name="connsiteY4" fmla="*/ 1985 h 7082"/>
              <a:gd name="connsiteX5" fmla="*/ 9888 w 10000"/>
              <a:gd name="connsiteY5" fmla="*/ 4790 h 7082"/>
              <a:gd name="connsiteX6" fmla="*/ 9431 w 10000"/>
              <a:gd name="connsiteY6" fmla="*/ 7082 h 7082"/>
              <a:gd name="connsiteX0" fmla="*/ 0 w 9888"/>
              <a:gd name="connsiteY0" fmla="*/ 1670 h 6764"/>
              <a:gd name="connsiteX1" fmla="*/ 2000 w 9888"/>
              <a:gd name="connsiteY1" fmla="*/ 460 h 6764"/>
              <a:gd name="connsiteX2" fmla="*/ 4919 w 9888"/>
              <a:gd name="connsiteY2" fmla="*/ 54 h 6764"/>
              <a:gd name="connsiteX3" fmla="*/ 6800 w 9888"/>
              <a:gd name="connsiteY3" fmla="*/ 787 h 6764"/>
              <a:gd name="connsiteX4" fmla="*/ 8744 w 9888"/>
              <a:gd name="connsiteY4" fmla="*/ 2803 h 6764"/>
              <a:gd name="connsiteX5" fmla="*/ 9888 w 9888"/>
              <a:gd name="connsiteY5" fmla="*/ 6764 h 6764"/>
              <a:gd name="connsiteX0" fmla="*/ 0 w 7977"/>
              <a:gd name="connsiteY0" fmla="*/ 680 h 10000"/>
              <a:gd name="connsiteX1" fmla="*/ 2952 w 7977"/>
              <a:gd name="connsiteY1" fmla="*/ 80 h 10000"/>
              <a:gd name="connsiteX2" fmla="*/ 4854 w 7977"/>
              <a:gd name="connsiteY2" fmla="*/ 1164 h 10000"/>
              <a:gd name="connsiteX3" fmla="*/ 6820 w 7977"/>
              <a:gd name="connsiteY3" fmla="*/ 4144 h 10000"/>
              <a:gd name="connsiteX4" fmla="*/ 7977 w 7977"/>
              <a:gd name="connsiteY4" fmla="*/ 10000 h 10000"/>
              <a:gd name="connsiteX0" fmla="*/ 0 w 10084"/>
              <a:gd name="connsiteY0" fmla="*/ 392 h 10288"/>
              <a:gd name="connsiteX1" fmla="*/ 3785 w 10084"/>
              <a:gd name="connsiteY1" fmla="*/ 368 h 10288"/>
              <a:gd name="connsiteX2" fmla="*/ 6169 w 10084"/>
              <a:gd name="connsiteY2" fmla="*/ 1452 h 10288"/>
              <a:gd name="connsiteX3" fmla="*/ 8634 w 10084"/>
              <a:gd name="connsiteY3" fmla="*/ 4432 h 10288"/>
              <a:gd name="connsiteX4" fmla="*/ 10084 w 10084"/>
              <a:gd name="connsiteY4" fmla="*/ 10288 h 10288"/>
              <a:gd name="connsiteX0" fmla="*/ 0 w 6299"/>
              <a:gd name="connsiteY0" fmla="*/ 0 h 9920"/>
              <a:gd name="connsiteX1" fmla="*/ 2384 w 6299"/>
              <a:gd name="connsiteY1" fmla="*/ 1084 h 9920"/>
              <a:gd name="connsiteX2" fmla="*/ 4849 w 6299"/>
              <a:gd name="connsiteY2" fmla="*/ 4064 h 9920"/>
              <a:gd name="connsiteX3" fmla="*/ 6299 w 6299"/>
              <a:gd name="connsiteY3" fmla="*/ 9920 h 9920"/>
              <a:gd name="connsiteX0" fmla="*/ 0 w 10000"/>
              <a:gd name="connsiteY0" fmla="*/ 0 h 10000"/>
              <a:gd name="connsiteX1" fmla="*/ 3845 w 10000"/>
              <a:gd name="connsiteY1" fmla="*/ 926 h 10000"/>
              <a:gd name="connsiteX2" fmla="*/ 7698 w 10000"/>
              <a:gd name="connsiteY2" fmla="*/ 4097 h 10000"/>
              <a:gd name="connsiteX3" fmla="*/ 10000 w 10000"/>
              <a:gd name="connsiteY3" fmla="*/ 10000 h 10000"/>
              <a:gd name="connsiteX0" fmla="*/ 0 w 9344"/>
              <a:gd name="connsiteY0" fmla="*/ 0 h 7564"/>
              <a:gd name="connsiteX1" fmla="*/ 3845 w 9344"/>
              <a:gd name="connsiteY1" fmla="*/ 926 h 7564"/>
              <a:gd name="connsiteX2" fmla="*/ 7698 w 9344"/>
              <a:gd name="connsiteY2" fmla="*/ 4097 h 7564"/>
              <a:gd name="connsiteX3" fmla="*/ 9344 w 9344"/>
              <a:gd name="connsiteY3" fmla="*/ 7564 h 7564"/>
              <a:gd name="connsiteX0" fmla="*/ 0 w 10000"/>
              <a:gd name="connsiteY0" fmla="*/ 0 h 10000"/>
              <a:gd name="connsiteX1" fmla="*/ 4115 w 10000"/>
              <a:gd name="connsiteY1" fmla="*/ 1224 h 10000"/>
              <a:gd name="connsiteX2" fmla="*/ 8238 w 10000"/>
              <a:gd name="connsiteY2" fmla="*/ 5416 h 10000"/>
              <a:gd name="connsiteX3" fmla="*/ 10000 w 10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00" h="10000">
                <a:moveTo>
                  <a:pt x="0" y="0"/>
                </a:moveTo>
                <a:cubicBezTo>
                  <a:pt x="1747" y="235"/>
                  <a:pt x="2744" y="319"/>
                  <a:pt x="4115" y="1224"/>
                </a:cubicBezTo>
                <a:cubicBezTo>
                  <a:pt x="5489" y="2130"/>
                  <a:pt x="7133" y="3447"/>
                  <a:pt x="8238" y="5416"/>
                </a:cubicBezTo>
                <a:cubicBezTo>
                  <a:pt x="9341" y="7386"/>
                  <a:pt x="9332" y="7577"/>
                  <a:pt x="10000" y="10000"/>
                </a:cubicBezTo>
              </a:path>
            </a:pathLst>
          </a:custGeom>
          <a:noFill/>
          <a:ln w="0" cap="flat" cmpd="sng">
            <a:solidFill>
              <a:schemeClr val="tx1">
                <a:lumMod val="50000"/>
                <a:lumOff val="50000"/>
              </a:schemeClr>
            </a:solidFill>
            <a:prstDash val="dash"/>
            <a:round/>
            <a:headEnd/>
            <a:tailEnd/>
          </a:ln>
          <a:effectLst/>
        </p:spPr>
        <p:txBody>
          <a:bodyPr wrap="none" anchor="ctr"/>
          <a:lstStyle/>
          <a:p>
            <a:endParaRPr lang="zh-CN" altLang="en-US" sz="2400"/>
          </a:p>
        </p:txBody>
      </p:sp>
      <p:sp>
        <p:nvSpPr>
          <p:cNvPr id="7" name="Freeform 13"/>
          <p:cNvSpPr>
            <a:spLocks/>
          </p:cNvSpPr>
          <p:nvPr/>
        </p:nvSpPr>
        <p:spPr bwMode="auto">
          <a:xfrm>
            <a:off x="2589878" y="2218572"/>
            <a:ext cx="2851379" cy="2218086"/>
          </a:xfrm>
          <a:custGeom>
            <a:avLst/>
            <a:gdLst/>
            <a:ahLst/>
            <a:cxnLst>
              <a:cxn ang="0">
                <a:pos x="0" y="630"/>
              </a:cxn>
              <a:cxn ang="0">
                <a:pos x="848" y="0"/>
              </a:cxn>
            </a:cxnLst>
            <a:rect l="0" t="0" r="r" b="b"/>
            <a:pathLst>
              <a:path w="848" h="630">
                <a:moveTo>
                  <a:pt x="0" y="630"/>
                </a:moveTo>
                <a:lnTo>
                  <a:pt x="848" y="0"/>
                </a:lnTo>
              </a:path>
            </a:pathLst>
          </a:custGeom>
          <a:noFill/>
          <a:ln w="31750" cmpd="sng">
            <a:solidFill>
              <a:srgbClr val="0000FF"/>
            </a:solidFill>
            <a:round/>
            <a:headEnd/>
            <a:tailEnd type="triangle" w="med" len="lg"/>
          </a:ln>
          <a:effectLst/>
        </p:spPr>
        <p:txBody>
          <a:bodyPr wrap="none" anchor="ctr"/>
          <a:lstStyle/>
          <a:p>
            <a:endParaRPr lang="zh-CN" altLang="en-US" sz="2400"/>
          </a:p>
        </p:txBody>
      </p:sp>
      <p:sp>
        <p:nvSpPr>
          <p:cNvPr id="8" name="Line 14"/>
          <p:cNvSpPr>
            <a:spLocks noChangeShapeType="1"/>
          </p:cNvSpPr>
          <p:nvPr/>
        </p:nvSpPr>
        <p:spPr bwMode="auto">
          <a:xfrm flipV="1">
            <a:off x="2589878" y="2886438"/>
            <a:ext cx="3614741" cy="1550218"/>
          </a:xfrm>
          <a:prstGeom prst="line">
            <a:avLst/>
          </a:prstGeom>
          <a:noFill/>
          <a:ln w="31750">
            <a:solidFill>
              <a:srgbClr val="0000FF"/>
            </a:solidFill>
            <a:round/>
            <a:headEnd/>
            <a:tailEnd type="triangle" w="med" len="lg"/>
          </a:ln>
          <a:effectLst/>
        </p:spPr>
        <p:txBody>
          <a:bodyPr wrap="none" anchor="ctr"/>
          <a:lstStyle/>
          <a:p>
            <a:endParaRPr lang="zh-CN" altLang="en-US" sz="2400"/>
          </a:p>
        </p:txBody>
      </p:sp>
      <p:sp>
        <p:nvSpPr>
          <p:cNvPr id="9" name="Line 15"/>
          <p:cNvSpPr>
            <a:spLocks noChangeShapeType="1"/>
          </p:cNvSpPr>
          <p:nvPr/>
        </p:nvSpPr>
        <p:spPr bwMode="auto">
          <a:xfrm>
            <a:off x="5357026" y="2249768"/>
            <a:ext cx="847593" cy="636670"/>
          </a:xfrm>
          <a:prstGeom prst="line">
            <a:avLst/>
          </a:prstGeom>
          <a:noFill/>
          <a:ln w="31750">
            <a:solidFill>
              <a:srgbClr val="FF0066"/>
            </a:solidFill>
            <a:round/>
            <a:headEnd/>
            <a:tailEnd type="triangle" w="med" len="lg"/>
          </a:ln>
          <a:effectLst/>
        </p:spPr>
        <p:txBody>
          <a:bodyPr wrap="none" anchor="ctr"/>
          <a:lstStyle/>
          <a:p>
            <a:endParaRPr lang="zh-CN" altLang="en-US" sz="2400"/>
          </a:p>
        </p:txBody>
      </p:sp>
      <p:graphicFrame>
        <p:nvGraphicFramePr>
          <p:cNvPr id="11" name="Object 17"/>
          <p:cNvGraphicFramePr>
            <a:graphicFrameLocks noChangeAspect="1"/>
          </p:cNvGraphicFramePr>
          <p:nvPr>
            <p:extLst>
              <p:ext uri="{D42A27DB-BD31-4B8C-83A1-F6EECF244321}">
                <p14:modId xmlns:p14="http://schemas.microsoft.com/office/powerpoint/2010/main" val="1639491319"/>
              </p:ext>
            </p:extLst>
          </p:nvPr>
        </p:nvGraphicFramePr>
        <p:xfrm>
          <a:off x="3575232" y="4128549"/>
          <a:ext cx="1062082" cy="447750"/>
        </p:xfrm>
        <a:graphic>
          <a:graphicData uri="http://schemas.openxmlformats.org/presentationml/2006/ole">
            <mc:AlternateContent xmlns:mc="http://schemas.openxmlformats.org/markup-compatibility/2006">
              <mc:Choice xmlns:v="urn:schemas-microsoft-com:vml" Requires="v">
                <p:oleObj spid="_x0000_s356926" r:id="rId5" imgW="418691" imgH="177809" progId="Equation.3">
                  <p:embed/>
                </p:oleObj>
              </mc:Choice>
              <mc:Fallback>
                <p:oleObj r:id="rId5" imgW="418691" imgH="17780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5232" y="4128549"/>
                        <a:ext cx="1062082" cy="447750"/>
                      </a:xfrm>
                      <a:prstGeom prst="rect">
                        <a:avLst/>
                      </a:prstGeom>
                      <a:noFill/>
                      <a:extLst/>
                    </p:spPr>
                  </p:pic>
                </p:oleObj>
              </mc:Fallback>
            </mc:AlternateContent>
          </a:graphicData>
        </a:graphic>
      </p:graphicFrame>
      <p:graphicFrame>
        <p:nvGraphicFramePr>
          <p:cNvPr id="12" name="Object 18"/>
          <p:cNvGraphicFramePr>
            <a:graphicFrameLocks noChangeAspect="1"/>
          </p:cNvGraphicFramePr>
          <p:nvPr>
            <p:extLst>
              <p:ext uri="{D42A27DB-BD31-4B8C-83A1-F6EECF244321}">
                <p14:modId xmlns:p14="http://schemas.microsoft.com/office/powerpoint/2010/main" val="3014414159"/>
              </p:ext>
            </p:extLst>
          </p:nvPr>
        </p:nvGraphicFramePr>
        <p:xfrm>
          <a:off x="5487099" y="2696994"/>
          <a:ext cx="440980" cy="390901"/>
        </p:xfrm>
        <a:graphic>
          <a:graphicData uri="http://schemas.openxmlformats.org/presentationml/2006/ole">
            <mc:AlternateContent xmlns:mc="http://schemas.openxmlformats.org/markup-compatibility/2006">
              <mc:Choice xmlns:v="urn:schemas-microsoft-com:vml" Requires="v">
                <p:oleObj spid="_x0000_s356927" r:id="rId7" imgW="292164" imgH="254097" progId="Equation.3">
                  <p:embed/>
                </p:oleObj>
              </mc:Choice>
              <mc:Fallback>
                <p:oleObj r:id="rId7" imgW="292164" imgH="25409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7099" y="2696994"/>
                        <a:ext cx="440980" cy="390901"/>
                      </a:xfrm>
                      <a:prstGeom prst="rect">
                        <a:avLst/>
                      </a:prstGeom>
                      <a:noFill/>
                    </p:spPr>
                  </p:pic>
                </p:oleObj>
              </mc:Fallback>
            </mc:AlternateContent>
          </a:graphicData>
        </a:graphic>
      </p:graphicFrame>
      <p:sp>
        <p:nvSpPr>
          <p:cNvPr id="22" name="Line 28"/>
          <p:cNvSpPr>
            <a:spLocks noChangeShapeType="1"/>
          </p:cNvSpPr>
          <p:nvPr/>
        </p:nvSpPr>
        <p:spPr bwMode="auto">
          <a:xfrm flipV="1">
            <a:off x="5272796" y="1370021"/>
            <a:ext cx="1272825" cy="963979"/>
          </a:xfrm>
          <a:prstGeom prst="line">
            <a:avLst/>
          </a:prstGeom>
          <a:noFill/>
          <a:ln w="12700">
            <a:solidFill>
              <a:schemeClr val="tx1"/>
            </a:solidFill>
            <a:prstDash val="dash"/>
            <a:round/>
            <a:headEnd/>
            <a:tailEnd/>
          </a:ln>
          <a:effectLst/>
        </p:spPr>
        <p:txBody>
          <a:bodyPr wrap="none"/>
          <a:lstStyle/>
          <a:p>
            <a:endParaRPr lang="zh-CN" altLang="en-US" sz="2400"/>
          </a:p>
        </p:txBody>
      </p:sp>
      <p:graphicFrame>
        <p:nvGraphicFramePr>
          <p:cNvPr id="23" name="Object 29"/>
          <p:cNvGraphicFramePr>
            <a:graphicFrameLocks noChangeAspect="1"/>
          </p:cNvGraphicFramePr>
          <p:nvPr>
            <p:extLst>
              <p:ext uri="{D42A27DB-BD31-4B8C-83A1-F6EECF244321}">
                <p14:modId xmlns:p14="http://schemas.microsoft.com/office/powerpoint/2010/main" val="2606131489"/>
              </p:ext>
            </p:extLst>
          </p:nvPr>
        </p:nvGraphicFramePr>
        <p:xfrm>
          <a:off x="5544183" y="2127630"/>
          <a:ext cx="173799" cy="290372"/>
        </p:xfrm>
        <a:graphic>
          <a:graphicData uri="http://schemas.openxmlformats.org/presentationml/2006/ole">
            <mc:AlternateContent xmlns:mc="http://schemas.openxmlformats.org/markup-compatibility/2006">
              <mc:Choice xmlns:v="urn:schemas-microsoft-com:vml" Requires="v">
                <p:oleObj spid="_x0000_s356928" r:id="rId9" imgW="127042" imgH="177732" progId="Equation.3">
                  <p:embed/>
                </p:oleObj>
              </mc:Choice>
              <mc:Fallback>
                <p:oleObj r:id="rId9" imgW="127042" imgH="17773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4183" y="2127630"/>
                        <a:ext cx="173799" cy="290372"/>
                      </a:xfrm>
                      <a:prstGeom prst="rect">
                        <a:avLst/>
                      </a:prstGeom>
                      <a:noFill/>
                    </p:spPr>
                  </p:pic>
                </p:oleObj>
              </mc:Fallback>
            </mc:AlternateContent>
          </a:graphicData>
        </a:graphic>
      </p:graphicFrame>
      <p:sp>
        <p:nvSpPr>
          <p:cNvPr id="24" name="Freeform 30"/>
          <p:cNvSpPr>
            <a:spLocks/>
          </p:cNvSpPr>
          <p:nvPr/>
        </p:nvSpPr>
        <p:spPr bwMode="auto">
          <a:xfrm>
            <a:off x="5487101" y="2172321"/>
            <a:ext cx="82036" cy="211641"/>
          </a:xfrm>
          <a:custGeom>
            <a:avLst/>
            <a:gdLst>
              <a:gd name="connsiteX0" fmla="*/ 0 w 9242"/>
              <a:gd name="connsiteY0" fmla="*/ 0 h 10000"/>
              <a:gd name="connsiteX1" fmla="*/ 8636 w 9242"/>
              <a:gd name="connsiteY1" fmla="*/ 4129 h 10000"/>
              <a:gd name="connsiteX2" fmla="*/ 8636 w 9242"/>
              <a:gd name="connsiteY2" fmla="*/ 10000 h 10000"/>
              <a:gd name="connsiteX0" fmla="*/ 0 w 10601"/>
              <a:gd name="connsiteY0" fmla="*/ 0 h 10000"/>
              <a:gd name="connsiteX1" fmla="*/ 9344 w 10601"/>
              <a:gd name="connsiteY1" fmla="*/ 4129 h 10000"/>
              <a:gd name="connsiteX2" fmla="*/ 9344 w 10601"/>
              <a:gd name="connsiteY2" fmla="*/ 10000 h 10000"/>
              <a:gd name="connsiteX0" fmla="*/ 0 w 10707"/>
              <a:gd name="connsiteY0" fmla="*/ 0 h 10000"/>
              <a:gd name="connsiteX1" fmla="*/ 9344 w 10707"/>
              <a:gd name="connsiteY1" fmla="*/ 4129 h 10000"/>
              <a:gd name="connsiteX2" fmla="*/ 9344 w 10707"/>
              <a:gd name="connsiteY2" fmla="*/ 10000 h 10000"/>
              <a:gd name="connsiteX0" fmla="*/ 0 w 10707"/>
              <a:gd name="connsiteY0" fmla="*/ 0 h 10000"/>
              <a:gd name="connsiteX1" fmla="*/ 9344 w 10707"/>
              <a:gd name="connsiteY1" fmla="*/ 4129 h 10000"/>
              <a:gd name="connsiteX2" fmla="*/ 9344 w 10707"/>
              <a:gd name="connsiteY2" fmla="*/ 10000 h 10000"/>
              <a:gd name="connsiteX0" fmla="*/ 0 w 10309"/>
              <a:gd name="connsiteY0" fmla="*/ 0 h 10000"/>
              <a:gd name="connsiteX1" fmla="*/ 9344 w 10309"/>
              <a:gd name="connsiteY1" fmla="*/ 4129 h 10000"/>
              <a:gd name="connsiteX2" fmla="*/ 9344 w 10309"/>
              <a:gd name="connsiteY2" fmla="*/ 10000 h 10000"/>
            </a:gdLst>
            <a:ahLst/>
            <a:cxnLst>
              <a:cxn ang="0">
                <a:pos x="connsiteX0" y="connsiteY0"/>
              </a:cxn>
              <a:cxn ang="0">
                <a:pos x="connsiteX1" y="connsiteY1"/>
              </a:cxn>
              <a:cxn ang="0">
                <a:pos x="connsiteX2" y="connsiteY2"/>
              </a:cxn>
            </a:cxnLst>
            <a:rect l="l" t="t" r="r" b="b"/>
            <a:pathLst>
              <a:path w="10309" h="10000">
                <a:moveTo>
                  <a:pt x="0" y="0"/>
                </a:moveTo>
                <a:cubicBezTo>
                  <a:pt x="1025" y="199"/>
                  <a:pt x="7417" y="1344"/>
                  <a:pt x="9344" y="4129"/>
                </a:cubicBezTo>
                <a:cubicBezTo>
                  <a:pt x="11271" y="6914"/>
                  <a:pt x="9795" y="9797"/>
                  <a:pt x="9344" y="10000"/>
                </a:cubicBezTo>
              </a:path>
            </a:pathLst>
          </a:custGeom>
          <a:noFill/>
          <a:ln w="12700" cmpd="sng">
            <a:solidFill>
              <a:srgbClr val="006666"/>
            </a:solidFill>
            <a:round/>
            <a:headEnd/>
            <a:tailEnd/>
          </a:ln>
          <a:effectLst/>
        </p:spPr>
        <p:txBody>
          <a:bodyPr wrap="none"/>
          <a:lstStyle/>
          <a:p>
            <a:endParaRPr lang="zh-CN" altLang="en-US" sz="2400"/>
          </a:p>
        </p:txBody>
      </p:sp>
      <p:graphicFrame>
        <p:nvGraphicFramePr>
          <p:cNvPr id="28" name="Object 34"/>
          <p:cNvGraphicFramePr>
            <a:graphicFrameLocks noChangeAspect="1"/>
          </p:cNvGraphicFramePr>
          <p:nvPr>
            <p:extLst>
              <p:ext uri="{D42A27DB-BD31-4B8C-83A1-F6EECF244321}">
                <p14:modId xmlns:p14="http://schemas.microsoft.com/office/powerpoint/2010/main" val="2106641086"/>
              </p:ext>
            </p:extLst>
          </p:nvPr>
        </p:nvGraphicFramePr>
        <p:xfrm>
          <a:off x="4987299" y="1441051"/>
          <a:ext cx="549437" cy="513408"/>
        </p:xfrm>
        <a:graphic>
          <a:graphicData uri="http://schemas.openxmlformats.org/presentationml/2006/ole">
            <mc:AlternateContent xmlns:mc="http://schemas.openxmlformats.org/markup-compatibility/2006">
              <mc:Choice xmlns:v="urn:schemas-microsoft-com:vml" Requires="v">
                <p:oleObj spid="_x0000_s356929" r:id="rId11" imgW="190487" imgH="177809" progId="Equation.3">
                  <p:embed/>
                </p:oleObj>
              </mc:Choice>
              <mc:Fallback>
                <p:oleObj r:id="rId11" imgW="190487" imgH="17780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87299" y="1441051"/>
                        <a:ext cx="549437" cy="513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17"/>
          <p:cNvGraphicFramePr>
            <a:graphicFrameLocks noChangeAspect="1"/>
          </p:cNvGraphicFramePr>
          <p:nvPr/>
        </p:nvGraphicFramePr>
        <p:xfrm>
          <a:off x="3295771" y="3080569"/>
          <a:ext cx="321915" cy="471320"/>
        </p:xfrm>
        <a:graphic>
          <a:graphicData uri="http://schemas.openxmlformats.org/presentationml/2006/ole">
            <mc:AlternateContent xmlns:mc="http://schemas.openxmlformats.org/markup-compatibility/2006">
              <mc:Choice xmlns:v="urn:schemas-microsoft-com:vml" Requires="v">
                <p:oleObj spid="_x0000_s356930" name="Equation" r:id="rId13" imgW="126720" imgH="152280" progId="Equation.DSMT4">
                  <p:embed/>
                </p:oleObj>
              </mc:Choice>
              <mc:Fallback>
                <p:oleObj name="Equation" r:id="rId13" imgW="126720" imgH="1522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95771" y="3080569"/>
                        <a:ext cx="321915" cy="471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 name="组合 16"/>
          <p:cNvGrpSpPr/>
          <p:nvPr/>
        </p:nvGrpSpPr>
        <p:grpSpPr>
          <a:xfrm>
            <a:off x="5700713" y="1961771"/>
            <a:ext cx="512863" cy="952305"/>
            <a:chOff x="5700713" y="1961771"/>
            <a:chExt cx="512863" cy="952305"/>
          </a:xfrm>
        </p:grpSpPr>
        <p:sp>
          <p:nvSpPr>
            <p:cNvPr id="30" name="Line 36"/>
            <p:cNvSpPr>
              <a:spLocks noChangeShapeType="1"/>
            </p:cNvSpPr>
            <p:nvPr/>
          </p:nvSpPr>
          <p:spPr bwMode="auto">
            <a:xfrm>
              <a:off x="5700713" y="2077161"/>
              <a:ext cx="512863" cy="836915"/>
            </a:xfrm>
            <a:prstGeom prst="line">
              <a:avLst/>
            </a:prstGeom>
            <a:noFill/>
            <a:ln w="12700">
              <a:solidFill>
                <a:schemeClr val="tx1"/>
              </a:solidFill>
              <a:prstDash val="dash"/>
              <a:round/>
              <a:headEnd/>
              <a:tailEnd/>
            </a:ln>
            <a:effectLst/>
          </p:spPr>
          <p:txBody>
            <a:bodyPr wrap="none"/>
            <a:lstStyle/>
            <a:p>
              <a:endParaRPr lang="zh-CN" altLang="en-US" sz="2400"/>
            </a:p>
          </p:txBody>
        </p:sp>
        <p:cxnSp>
          <p:nvCxnSpPr>
            <p:cNvPr id="47" name="直接连接符 46"/>
            <p:cNvCxnSpPr/>
            <p:nvPr/>
          </p:nvCxnSpPr>
          <p:spPr bwMode="auto">
            <a:xfrm flipV="1">
              <a:off x="5718121" y="2047780"/>
              <a:ext cx="96104" cy="63488"/>
            </a:xfrm>
            <a:prstGeom prst="line">
              <a:avLst/>
            </a:prstGeom>
            <a:noFill/>
            <a:ln w="12700" cap="flat" cmpd="sng" algn="ctr">
              <a:solidFill>
                <a:srgbClr val="CC0000"/>
              </a:solidFill>
              <a:prstDash val="solid"/>
              <a:round/>
              <a:headEnd type="none" w="med" len="med"/>
              <a:tailEnd type="none" w="med" len="med"/>
            </a:ln>
            <a:effectLst/>
          </p:spPr>
        </p:cxnSp>
        <p:cxnSp>
          <p:nvCxnSpPr>
            <p:cNvPr id="49" name="直接连接符 48"/>
            <p:cNvCxnSpPr/>
            <p:nvPr/>
          </p:nvCxnSpPr>
          <p:spPr bwMode="auto">
            <a:xfrm flipH="1" flipV="1">
              <a:off x="5763210" y="1961771"/>
              <a:ext cx="50090" cy="86007"/>
            </a:xfrm>
            <a:prstGeom prst="line">
              <a:avLst/>
            </a:prstGeom>
            <a:noFill/>
            <a:ln w="12700" cap="flat" cmpd="sng" algn="ctr">
              <a:solidFill>
                <a:srgbClr val="CC0000"/>
              </a:solidFill>
              <a:prstDash val="solid"/>
              <a:round/>
              <a:headEnd type="none" w="med" len="med"/>
              <a:tailEnd type="none" w="med" len="med"/>
            </a:ln>
            <a:effectLst/>
          </p:spPr>
        </p:cxnSp>
      </p:grpSp>
      <p:sp>
        <p:nvSpPr>
          <p:cNvPr id="27" name="Line 28"/>
          <p:cNvSpPr>
            <a:spLocks noChangeShapeType="1"/>
          </p:cNvSpPr>
          <p:nvPr/>
        </p:nvSpPr>
        <p:spPr bwMode="auto">
          <a:xfrm flipV="1">
            <a:off x="5364855" y="2040094"/>
            <a:ext cx="307283" cy="232722"/>
          </a:xfrm>
          <a:prstGeom prst="line">
            <a:avLst/>
          </a:prstGeom>
          <a:noFill/>
          <a:ln w="44450">
            <a:solidFill>
              <a:srgbClr val="990033"/>
            </a:solidFill>
            <a:prstDash val="solid"/>
            <a:round/>
            <a:headEnd/>
            <a:tailEnd/>
          </a:ln>
          <a:effectLst/>
        </p:spPr>
        <p:txBody>
          <a:bodyPr wrap="none"/>
          <a:lstStyle/>
          <a:p>
            <a:endParaRPr lang="zh-CN" altLang="en-US" sz="2400"/>
          </a:p>
        </p:txBody>
      </p:sp>
      <p:graphicFrame>
        <p:nvGraphicFramePr>
          <p:cNvPr id="35" name="Object 3"/>
          <p:cNvGraphicFramePr>
            <a:graphicFrameLocks noChangeAspect="1"/>
          </p:cNvGraphicFramePr>
          <p:nvPr>
            <p:extLst>
              <p:ext uri="{D42A27DB-BD31-4B8C-83A1-F6EECF244321}">
                <p14:modId xmlns:p14="http://schemas.microsoft.com/office/powerpoint/2010/main" val="386784239"/>
              </p:ext>
            </p:extLst>
          </p:nvPr>
        </p:nvGraphicFramePr>
        <p:xfrm>
          <a:off x="3730207" y="248478"/>
          <a:ext cx="3050390" cy="494938"/>
        </p:xfrm>
        <a:graphic>
          <a:graphicData uri="http://schemas.openxmlformats.org/presentationml/2006/ole">
            <mc:AlternateContent xmlns:mc="http://schemas.openxmlformats.org/markup-compatibility/2006">
              <mc:Choice xmlns:v="urn:schemas-microsoft-com:vml" Requires="v">
                <p:oleObj spid="_x0000_s356931" name="Equation" r:id="rId15" imgW="1562040" imgH="253800" progId="Equation.DSMT4">
                  <p:embed/>
                </p:oleObj>
              </mc:Choice>
              <mc:Fallback>
                <p:oleObj name="Equation" r:id="rId15" imgW="1562040" imgH="253800" progId="Equation.DSMT4">
                  <p:embed/>
                  <p:pic>
                    <p:nvPicPr>
                      <p:cNvPr id="19459" name="Object 3"/>
                      <p:cNvPicPr>
                        <a:picLocks noChangeAspect="1" noChangeArrowheads="1"/>
                      </p:cNvPicPr>
                      <p:nvPr/>
                    </p:nvPicPr>
                    <p:blipFill>
                      <a:blip r:embed="rId16"/>
                      <a:srcRect/>
                      <a:stretch>
                        <a:fillRect/>
                      </a:stretch>
                    </p:blipFill>
                    <p:spPr bwMode="auto">
                      <a:xfrm>
                        <a:off x="3730207" y="248478"/>
                        <a:ext cx="3050390" cy="494938"/>
                      </a:xfrm>
                      <a:prstGeom prst="rect">
                        <a:avLst/>
                      </a:prstGeom>
                      <a:noFill/>
                      <a:ln w="9525">
                        <a:solidFill>
                          <a:srgbClr val="FF0000"/>
                        </a:solidFill>
                        <a:miter lim="800000"/>
                        <a:headEnd/>
                        <a:tailEnd/>
                      </a:ln>
                      <a:extLst/>
                    </p:spPr>
                  </p:pic>
                </p:oleObj>
              </mc:Fallback>
            </mc:AlternateContent>
          </a:graphicData>
        </a:graphic>
      </p:graphicFrame>
      <p:graphicFrame>
        <p:nvGraphicFramePr>
          <p:cNvPr id="20" name="Object 40"/>
          <p:cNvGraphicFramePr>
            <a:graphicFrameLocks noChangeAspect="1"/>
          </p:cNvGraphicFramePr>
          <p:nvPr>
            <p:extLst>
              <p:ext uri="{D42A27DB-BD31-4B8C-83A1-F6EECF244321}">
                <p14:modId xmlns:p14="http://schemas.microsoft.com/office/powerpoint/2010/main" val="846769914"/>
              </p:ext>
            </p:extLst>
          </p:nvPr>
        </p:nvGraphicFramePr>
        <p:xfrm>
          <a:off x="2735680" y="3795177"/>
          <a:ext cx="265509" cy="375047"/>
        </p:xfrm>
        <a:graphic>
          <a:graphicData uri="http://schemas.openxmlformats.org/presentationml/2006/ole">
            <mc:AlternateContent xmlns:mc="http://schemas.openxmlformats.org/markup-compatibility/2006">
              <mc:Choice xmlns:v="urn:schemas-microsoft-com:vml" Requires="v">
                <p:oleObj spid="_x0000_s356932" r:id="rId17" imgW="152519" imgH="215936" progId="Equation.3">
                  <p:embed/>
                </p:oleObj>
              </mc:Choice>
              <mc:Fallback>
                <p:oleObj r:id="rId17" imgW="152519" imgH="215936" progId="Equation.3">
                  <p:embed/>
                  <p:pic>
                    <p:nvPicPr>
                      <p:cNvPr id="85"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35680" y="3795177"/>
                        <a:ext cx="265509" cy="375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Freeform 42"/>
          <p:cNvSpPr>
            <a:spLocks/>
          </p:cNvSpPr>
          <p:nvPr/>
        </p:nvSpPr>
        <p:spPr bwMode="auto">
          <a:xfrm>
            <a:off x="2580921" y="4000500"/>
            <a:ext cx="575029" cy="436157"/>
          </a:xfrm>
          <a:custGeom>
            <a:avLst/>
            <a:gdLst/>
            <a:ahLst/>
            <a:cxnLst>
              <a:cxn ang="0">
                <a:pos x="0" y="176"/>
              </a:cxn>
              <a:cxn ang="0">
                <a:pos x="229" y="0"/>
              </a:cxn>
            </a:cxnLst>
            <a:rect l="0" t="0" r="r" b="b"/>
            <a:pathLst>
              <a:path w="229" h="176">
                <a:moveTo>
                  <a:pt x="0" y="176"/>
                </a:moveTo>
                <a:lnTo>
                  <a:pt x="229" y="0"/>
                </a:lnTo>
              </a:path>
            </a:pathLst>
          </a:custGeom>
          <a:noFill/>
          <a:ln w="38100" cmpd="sng">
            <a:solidFill>
              <a:srgbClr val="FF0000"/>
            </a:solidFill>
            <a:round/>
            <a:headEnd/>
            <a:tailEnd type="triangle" w="med" len="lg"/>
          </a:ln>
          <a:effectLst/>
        </p:spPr>
        <p:txBody>
          <a:bodyPr wrap="none"/>
          <a:lstStyle/>
          <a:p>
            <a:endParaRPr lang="zh-CN" altLang="en-US" sz="2400"/>
          </a:p>
        </p:txBody>
      </p:sp>
    </p:spTree>
    <p:extLst>
      <p:ext uri="{BB962C8B-B14F-4D97-AF65-F5344CB8AC3E}">
        <p14:creationId xmlns:p14="http://schemas.microsoft.com/office/powerpoint/2010/main" val="3274976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1"/>
          <p:cNvSpPr>
            <a:spLocks noGrp="1"/>
          </p:cNvSpPr>
          <p:nvPr>
            <p:ph type="sldNum" sz="quarter" idx="10"/>
          </p:nvPr>
        </p:nvSpPr>
        <p:spPr/>
        <p:txBody>
          <a:bodyPr/>
          <a:lstStyle/>
          <a:p>
            <a:fld id="{CACCD407-7585-44F6-AB91-7D1B3CA4DBC3}" type="slidenum">
              <a:rPr lang="zh-CN" altLang="en-US"/>
              <a:pPr/>
              <a:t>6</a:t>
            </a:fld>
            <a:endParaRPr lang="en-US"/>
          </a:p>
        </p:txBody>
      </p:sp>
      <p:sp>
        <p:nvSpPr>
          <p:cNvPr id="20483" name="Line 3"/>
          <p:cNvSpPr>
            <a:spLocks noChangeShapeType="1"/>
          </p:cNvSpPr>
          <p:nvPr/>
        </p:nvSpPr>
        <p:spPr bwMode="auto">
          <a:xfrm>
            <a:off x="5513188" y="1717774"/>
            <a:ext cx="2053829" cy="0"/>
          </a:xfrm>
          <a:prstGeom prst="line">
            <a:avLst/>
          </a:prstGeom>
          <a:noFill/>
          <a:ln w="19050">
            <a:solidFill>
              <a:srgbClr val="000000"/>
            </a:solidFill>
            <a:round/>
            <a:headEnd/>
            <a:tailEnd type="triangle" w="sm" len="lg"/>
          </a:ln>
          <a:effectLst/>
        </p:spPr>
        <p:txBody>
          <a:bodyPr wrap="none" anchor="ctr"/>
          <a:lstStyle/>
          <a:p>
            <a:endParaRPr lang="zh-CN" altLang="en-US" sz="2400"/>
          </a:p>
        </p:txBody>
      </p:sp>
      <p:sp>
        <p:nvSpPr>
          <p:cNvPr id="20484" name="Line 4"/>
          <p:cNvSpPr>
            <a:spLocks noChangeShapeType="1"/>
          </p:cNvSpPr>
          <p:nvPr/>
        </p:nvSpPr>
        <p:spPr bwMode="auto">
          <a:xfrm>
            <a:off x="5627488" y="1215330"/>
            <a:ext cx="1026319" cy="4763"/>
          </a:xfrm>
          <a:prstGeom prst="line">
            <a:avLst/>
          </a:prstGeom>
          <a:noFill/>
          <a:ln w="38100">
            <a:solidFill>
              <a:srgbClr val="996600"/>
            </a:solidFill>
            <a:prstDash val="sysDot"/>
            <a:round/>
            <a:headEnd/>
            <a:tailEnd/>
          </a:ln>
          <a:effectLst/>
        </p:spPr>
        <p:txBody>
          <a:bodyPr wrap="none" anchor="ctr"/>
          <a:lstStyle/>
          <a:p>
            <a:endParaRPr lang="zh-CN" altLang="en-US" sz="2400"/>
          </a:p>
        </p:txBody>
      </p:sp>
      <p:graphicFrame>
        <p:nvGraphicFramePr>
          <p:cNvPr id="20485" name="Object 5"/>
          <p:cNvGraphicFramePr>
            <a:graphicFrameLocks noChangeAspect="1"/>
          </p:cNvGraphicFramePr>
          <p:nvPr>
            <p:extLst>
              <p:ext uri="{D42A27DB-BD31-4B8C-83A1-F6EECF244321}">
                <p14:modId xmlns:p14="http://schemas.microsoft.com/office/powerpoint/2010/main" val="1710246579"/>
              </p:ext>
            </p:extLst>
          </p:nvPr>
        </p:nvGraphicFramePr>
        <p:xfrm>
          <a:off x="5996582" y="1732061"/>
          <a:ext cx="235744" cy="271463"/>
        </p:xfrm>
        <a:graphic>
          <a:graphicData uri="http://schemas.openxmlformats.org/presentationml/2006/ole">
            <mc:AlternateContent xmlns:mc="http://schemas.openxmlformats.org/markup-compatibility/2006">
              <mc:Choice xmlns:v="urn:schemas-microsoft-com:vml" Requires="v">
                <p:oleObj spid="_x0000_s21404" r:id="rId4" imgW="127042" imgH="139714" progId="Equation.3">
                  <p:embed/>
                </p:oleObj>
              </mc:Choice>
              <mc:Fallback>
                <p:oleObj r:id="rId4" imgW="127042" imgH="139714"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6582" y="1732061"/>
                        <a:ext cx="235744"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486" name="Group 6"/>
          <p:cNvGrpSpPr>
            <a:grpSpLocks/>
          </p:cNvGrpSpPr>
          <p:nvPr/>
        </p:nvGrpSpPr>
        <p:grpSpPr bwMode="auto">
          <a:xfrm>
            <a:off x="3855838" y="986730"/>
            <a:ext cx="1482329" cy="351235"/>
            <a:chOff x="0" y="0"/>
            <a:chExt cx="1344" cy="240"/>
          </a:xfrm>
        </p:grpSpPr>
        <p:sp>
          <p:nvSpPr>
            <p:cNvPr id="20487" name="Line 7"/>
            <p:cNvSpPr>
              <a:spLocks noChangeShapeType="1"/>
            </p:cNvSpPr>
            <p:nvPr/>
          </p:nvSpPr>
          <p:spPr bwMode="auto">
            <a:xfrm flipV="1">
              <a:off x="96" y="0"/>
              <a:ext cx="80" cy="144"/>
            </a:xfrm>
            <a:prstGeom prst="line">
              <a:avLst/>
            </a:prstGeom>
            <a:noFill/>
            <a:ln w="38100">
              <a:solidFill>
                <a:srgbClr val="000000"/>
              </a:solidFill>
              <a:round/>
              <a:headEnd/>
              <a:tailEnd/>
            </a:ln>
            <a:effectLst/>
          </p:spPr>
          <p:txBody>
            <a:bodyPr wrap="none" anchor="ctr"/>
            <a:lstStyle/>
            <a:p>
              <a:endParaRPr lang="zh-CN" altLang="en-US" sz="2400"/>
            </a:p>
          </p:txBody>
        </p:sp>
        <p:sp>
          <p:nvSpPr>
            <p:cNvPr id="20488" name="Line 8"/>
            <p:cNvSpPr>
              <a:spLocks noChangeShapeType="1"/>
            </p:cNvSpPr>
            <p:nvPr/>
          </p:nvSpPr>
          <p:spPr bwMode="auto">
            <a:xfrm flipH="1" flipV="1">
              <a:off x="176" y="0"/>
              <a:ext cx="80" cy="240"/>
            </a:xfrm>
            <a:prstGeom prst="line">
              <a:avLst/>
            </a:prstGeom>
            <a:noFill/>
            <a:ln w="38100">
              <a:solidFill>
                <a:srgbClr val="000000"/>
              </a:solidFill>
              <a:round/>
              <a:headEnd/>
              <a:tailEnd/>
            </a:ln>
            <a:effectLst/>
          </p:spPr>
          <p:txBody>
            <a:bodyPr wrap="none" anchor="ctr"/>
            <a:lstStyle/>
            <a:p>
              <a:endParaRPr lang="zh-CN" altLang="en-US" sz="2400"/>
            </a:p>
          </p:txBody>
        </p:sp>
        <p:grpSp>
          <p:nvGrpSpPr>
            <p:cNvPr id="20489" name="Group 9"/>
            <p:cNvGrpSpPr>
              <a:grpSpLocks/>
            </p:cNvGrpSpPr>
            <p:nvPr/>
          </p:nvGrpSpPr>
          <p:grpSpPr bwMode="auto">
            <a:xfrm>
              <a:off x="256" y="0"/>
              <a:ext cx="160" cy="240"/>
              <a:chOff x="0" y="0"/>
              <a:chExt cx="384" cy="240"/>
            </a:xfrm>
          </p:grpSpPr>
          <p:sp>
            <p:nvSpPr>
              <p:cNvPr id="20490" name="Line 10"/>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491" name="Line 11"/>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grpSp>
          <p:nvGrpSpPr>
            <p:cNvPr id="20492" name="Group 12"/>
            <p:cNvGrpSpPr>
              <a:grpSpLocks/>
            </p:cNvGrpSpPr>
            <p:nvPr/>
          </p:nvGrpSpPr>
          <p:grpSpPr bwMode="auto">
            <a:xfrm>
              <a:off x="416" y="0"/>
              <a:ext cx="160" cy="240"/>
              <a:chOff x="0" y="0"/>
              <a:chExt cx="384" cy="240"/>
            </a:xfrm>
          </p:grpSpPr>
          <p:sp>
            <p:nvSpPr>
              <p:cNvPr id="20493" name="Line 13"/>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494" name="Line 14"/>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grpSp>
          <p:nvGrpSpPr>
            <p:cNvPr id="20495" name="Group 15"/>
            <p:cNvGrpSpPr>
              <a:grpSpLocks/>
            </p:cNvGrpSpPr>
            <p:nvPr/>
          </p:nvGrpSpPr>
          <p:grpSpPr bwMode="auto">
            <a:xfrm>
              <a:off x="576" y="0"/>
              <a:ext cx="480" cy="240"/>
              <a:chOff x="0" y="0"/>
              <a:chExt cx="1152" cy="240"/>
            </a:xfrm>
          </p:grpSpPr>
          <p:grpSp>
            <p:nvGrpSpPr>
              <p:cNvPr id="20496" name="Group 16"/>
              <p:cNvGrpSpPr>
                <a:grpSpLocks/>
              </p:cNvGrpSpPr>
              <p:nvPr/>
            </p:nvGrpSpPr>
            <p:grpSpPr bwMode="auto">
              <a:xfrm>
                <a:off x="0" y="0"/>
                <a:ext cx="384" cy="240"/>
                <a:chOff x="0" y="0"/>
                <a:chExt cx="384" cy="240"/>
              </a:xfrm>
            </p:grpSpPr>
            <p:sp>
              <p:nvSpPr>
                <p:cNvPr id="20497" name="Line 17"/>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498" name="Line 18"/>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grpSp>
            <p:nvGrpSpPr>
              <p:cNvPr id="20499" name="Group 19"/>
              <p:cNvGrpSpPr>
                <a:grpSpLocks/>
              </p:cNvGrpSpPr>
              <p:nvPr/>
            </p:nvGrpSpPr>
            <p:grpSpPr bwMode="auto">
              <a:xfrm>
                <a:off x="384" y="0"/>
                <a:ext cx="384" cy="240"/>
                <a:chOff x="0" y="0"/>
                <a:chExt cx="384" cy="240"/>
              </a:xfrm>
            </p:grpSpPr>
            <p:sp>
              <p:nvSpPr>
                <p:cNvPr id="20500" name="Line 20"/>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501" name="Line 21"/>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grpSp>
            <p:nvGrpSpPr>
              <p:cNvPr id="20502" name="Group 22"/>
              <p:cNvGrpSpPr>
                <a:grpSpLocks/>
              </p:cNvGrpSpPr>
              <p:nvPr/>
            </p:nvGrpSpPr>
            <p:grpSpPr bwMode="auto">
              <a:xfrm>
                <a:off x="768" y="0"/>
                <a:ext cx="384" cy="240"/>
                <a:chOff x="0" y="0"/>
                <a:chExt cx="384" cy="240"/>
              </a:xfrm>
            </p:grpSpPr>
            <p:sp>
              <p:nvSpPr>
                <p:cNvPr id="20503" name="Line 23"/>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504" name="Line 24"/>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grpSp>
        <p:grpSp>
          <p:nvGrpSpPr>
            <p:cNvPr id="20505" name="Group 25"/>
            <p:cNvGrpSpPr>
              <a:grpSpLocks/>
            </p:cNvGrpSpPr>
            <p:nvPr/>
          </p:nvGrpSpPr>
          <p:grpSpPr bwMode="auto">
            <a:xfrm>
              <a:off x="1056" y="0"/>
              <a:ext cx="160" cy="240"/>
              <a:chOff x="0" y="0"/>
              <a:chExt cx="384" cy="240"/>
            </a:xfrm>
          </p:grpSpPr>
          <p:sp>
            <p:nvSpPr>
              <p:cNvPr id="20506" name="Line 26"/>
              <p:cNvSpPr>
                <a:spLocks noChangeShapeType="1"/>
              </p:cNvSpPr>
              <p:nvPr/>
            </p:nvSpPr>
            <p:spPr bwMode="auto">
              <a:xfrm flipV="1">
                <a:off x="0" y="0"/>
                <a:ext cx="192" cy="240"/>
              </a:xfrm>
              <a:prstGeom prst="line">
                <a:avLst/>
              </a:prstGeom>
              <a:noFill/>
              <a:ln w="38100">
                <a:solidFill>
                  <a:srgbClr val="000000"/>
                </a:solidFill>
                <a:round/>
                <a:headEnd/>
                <a:tailEnd/>
              </a:ln>
              <a:effectLst/>
            </p:spPr>
            <p:txBody>
              <a:bodyPr wrap="none" anchor="ctr"/>
              <a:lstStyle/>
              <a:p>
                <a:endParaRPr lang="zh-CN" altLang="en-US" sz="2400"/>
              </a:p>
            </p:txBody>
          </p:sp>
          <p:sp>
            <p:nvSpPr>
              <p:cNvPr id="20507" name="Line 27"/>
              <p:cNvSpPr>
                <a:spLocks noChangeShapeType="1"/>
              </p:cNvSpPr>
              <p:nvPr/>
            </p:nvSpPr>
            <p:spPr bwMode="auto">
              <a:xfrm flipH="1" flipV="1">
                <a:off x="192" y="0"/>
                <a:ext cx="192" cy="240"/>
              </a:xfrm>
              <a:prstGeom prst="line">
                <a:avLst/>
              </a:prstGeom>
              <a:noFill/>
              <a:ln w="38100">
                <a:solidFill>
                  <a:srgbClr val="000000"/>
                </a:solidFill>
                <a:round/>
                <a:headEnd/>
                <a:tailEnd/>
              </a:ln>
              <a:effectLst/>
            </p:spPr>
            <p:txBody>
              <a:bodyPr wrap="none" anchor="ctr"/>
              <a:lstStyle/>
              <a:p>
                <a:endParaRPr lang="zh-CN" altLang="en-US" sz="2400"/>
              </a:p>
            </p:txBody>
          </p:sp>
        </p:grpSp>
        <p:sp>
          <p:nvSpPr>
            <p:cNvPr id="20508" name="Line 28"/>
            <p:cNvSpPr>
              <a:spLocks noChangeShapeType="1"/>
            </p:cNvSpPr>
            <p:nvPr/>
          </p:nvSpPr>
          <p:spPr bwMode="auto">
            <a:xfrm flipV="1">
              <a:off x="1216" y="96"/>
              <a:ext cx="32" cy="144"/>
            </a:xfrm>
            <a:prstGeom prst="line">
              <a:avLst/>
            </a:prstGeom>
            <a:noFill/>
            <a:ln w="38100">
              <a:solidFill>
                <a:srgbClr val="000000"/>
              </a:solidFill>
              <a:round/>
              <a:headEnd/>
              <a:tailEnd/>
            </a:ln>
            <a:effectLst/>
          </p:spPr>
          <p:txBody>
            <a:bodyPr wrap="none" anchor="ctr"/>
            <a:lstStyle/>
            <a:p>
              <a:endParaRPr lang="zh-CN" altLang="en-US" sz="2400"/>
            </a:p>
          </p:txBody>
        </p:sp>
        <p:sp>
          <p:nvSpPr>
            <p:cNvPr id="20509" name="Line 29"/>
            <p:cNvSpPr>
              <a:spLocks noChangeShapeType="1"/>
            </p:cNvSpPr>
            <p:nvPr/>
          </p:nvSpPr>
          <p:spPr bwMode="auto">
            <a:xfrm>
              <a:off x="1248" y="96"/>
              <a:ext cx="96" cy="0"/>
            </a:xfrm>
            <a:prstGeom prst="line">
              <a:avLst/>
            </a:prstGeom>
            <a:noFill/>
            <a:ln w="38100">
              <a:solidFill>
                <a:srgbClr val="000000"/>
              </a:solidFill>
              <a:round/>
              <a:headEnd/>
              <a:tailEnd/>
            </a:ln>
            <a:effectLst/>
          </p:spPr>
          <p:txBody>
            <a:bodyPr wrap="none" anchor="ctr"/>
            <a:lstStyle/>
            <a:p>
              <a:endParaRPr lang="zh-CN" altLang="en-US" sz="2400"/>
            </a:p>
          </p:txBody>
        </p:sp>
        <p:sp>
          <p:nvSpPr>
            <p:cNvPr id="20510" name="Line 30"/>
            <p:cNvSpPr>
              <a:spLocks noChangeShapeType="1"/>
            </p:cNvSpPr>
            <p:nvPr/>
          </p:nvSpPr>
          <p:spPr bwMode="auto">
            <a:xfrm>
              <a:off x="0" y="144"/>
              <a:ext cx="96" cy="0"/>
            </a:xfrm>
            <a:prstGeom prst="line">
              <a:avLst/>
            </a:prstGeom>
            <a:noFill/>
            <a:ln w="38100">
              <a:solidFill>
                <a:srgbClr val="000000"/>
              </a:solidFill>
              <a:round/>
              <a:headEnd/>
              <a:tailEnd/>
            </a:ln>
            <a:effectLst/>
          </p:spPr>
          <p:txBody>
            <a:bodyPr wrap="none" anchor="ctr"/>
            <a:lstStyle/>
            <a:p>
              <a:endParaRPr lang="zh-CN" altLang="en-US" sz="2400"/>
            </a:p>
          </p:txBody>
        </p:sp>
      </p:grpSp>
      <p:sp>
        <p:nvSpPr>
          <p:cNvPr id="20511" name="Freeform 31"/>
          <p:cNvSpPr>
            <a:spLocks/>
          </p:cNvSpPr>
          <p:nvPr/>
        </p:nvSpPr>
        <p:spPr bwMode="auto">
          <a:xfrm>
            <a:off x="6315669" y="1215330"/>
            <a:ext cx="438150" cy="1191"/>
          </a:xfrm>
          <a:custGeom>
            <a:avLst/>
            <a:gdLst/>
            <a:ahLst/>
            <a:cxnLst>
              <a:cxn ang="0">
                <a:pos x="368" y="0"/>
              </a:cxn>
              <a:cxn ang="0">
                <a:pos x="0" y="0"/>
              </a:cxn>
            </a:cxnLst>
            <a:rect l="0" t="0" r="r" b="b"/>
            <a:pathLst>
              <a:path w="368" h="1">
                <a:moveTo>
                  <a:pt x="368" y="0"/>
                </a:moveTo>
                <a:lnTo>
                  <a:pt x="0" y="0"/>
                </a:lnTo>
              </a:path>
            </a:pathLst>
          </a:custGeom>
          <a:noFill/>
          <a:ln w="38100" cmpd="sng">
            <a:solidFill>
              <a:srgbClr val="FF0000"/>
            </a:solidFill>
            <a:round/>
            <a:headEnd/>
            <a:tailEnd type="triangle" w="sm" len="lg"/>
          </a:ln>
          <a:effectLst/>
        </p:spPr>
        <p:txBody>
          <a:bodyPr wrap="none" anchor="ctr"/>
          <a:lstStyle/>
          <a:p>
            <a:endParaRPr lang="zh-CN" altLang="en-US" sz="2400"/>
          </a:p>
        </p:txBody>
      </p:sp>
      <p:graphicFrame>
        <p:nvGraphicFramePr>
          <p:cNvPr id="20512" name="Object 32"/>
          <p:cNvGraphicFramePr>
            <a:graphicFrameLocks noChangeAspect="1"/>
          </p:cNvGraphicFramePr>
          <p:nvPr>
            <p:extLst>
              <p:ext uri="{D42A27DB-BD31-4B8C-83A1-F6EECF244321}">
                <p14:modId xmlns:p14="http://schemas.microsoft.com/office/powerpoint/2010/main" val="2862315890"/>
              </p:ext>
            </p:extLst>
          </p:nvPr>
        </p:nvGraphicFramePr>
        <p:xfrm>
          <a:off x="6198988" y="872430"/>
          <a:ext cx="263129" cy="315516"/>
        </p:xfrm>
        <a:graphic>
          <a:graphicData uri="http://schemas.openxmlformats.org/presentationml/2006/ole">
            <mc:AlternateContent xmlns:mc="http://schemas.openxmlformats.org/markup-compatibility/2006">
              <mc:Choice xmlns:v="urn:schemas-microsoft-com:vml" Requires="v">
                <p:oleObj spid="_x0000_s21405" r:id="rId6" imgW="228620" imgH="266670" progId="Equation.3">
                  <p:embed/>
                </p:oleObj>
              </mc:Choice>
              <mc:Fallback>
                <p:oleObj r:id="rId6" imgW="228620" imgH="266670" progId="Equation.3">
                  <p:embed/>
                  <p:pic>
                    <p:nvPicPr>
                      <p:cNvPr id="0" name="Picture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8988" y="872430"/>
                        <a:ext cx="263129" cy="315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3" name="Object 33"/>
          <p:cNvGraphicFramePr>
            <a:graphicFrameLocks noChangeAspect="1"/>
          </p:cNvGraphicFramePr>
          <p:nvPr>
            <p:extLst>
              <p:ext uri="{D42A27DB-BD31-4B8C-83A1-F6EECF244321}">
                <p14:modId xmlns:p14="http://schemas.microsoft.com/office/powerpoint/2010/main" val="2054463207"/>
              </p:ext>
            </p:extLst>
          </p:nvPr>
        </p:nvGraphicFramePr>
        <p:xfrm>
          <a:off x="7284839" y="1717774"/>
          <a:ext cx="260747" cy="297656"/>
        </p:xfrm>
        <a:graphic>
          <a:graphicData uri="http://schemas.openxmlformats.org/presentationml/2006/ole">
            <mc:AlternateContent xmlns:mc="http://schemas.openxmlformats.org/markup-compatibility/2006">
              <mc:Choice xmlns:v="urn:schemas-microsoft-com:vml" Requires="v">
                <p:oleObj spid="_x0000_s21406" r:id="rId8" imgW="177809" imgH="190487" progId="Equation.3">
                  <p:embed/>
                </p:oleObj>
              </mc:Choice>
              <mc:Fallback>
                <p:oleObj r:id="rId8" imgW="177809" imgH="190487" progId="Equation.3">
                  <p:embed/>
                  <p:pic>
                    <p:nvPicPr>
                      <p:cNvPr id="0" name="Picture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4839" y="1717774"/>
                        <a:ext cx="260747" cy="297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4" name="Object 34"/>
          <p:cNvGraphicFramePr>
            <a:graphicFrameLocks noChangeAspect="1"/>
          </p:cNvGraphicFramePr>
          <p:nvPr>
            <p:extLst>
              <p:ext uri="{D42A27DB-BD31-4B8C-83A1-F6EECF244321}">
                <p14:modId xmlns:p14="http://schemas.microsoft.com/office/powerpoint/2010/main" val="211144741"/>
              </p:ext>
            </p:extLst>
          </p:nvPr>
        </p:nvGraphicFramePr>
        <p:xfrm>
          <a:off x="5282207" y="1673721"/>
          <a:ext cx="227410" cy="279797"/>
        </p:xfrm>
        <a:graphic>
          <a:graphicData uri="http://schemas.openxmlformats.org/presentationml/2006/ole">
            <mc:AlternateContent xmlns:mc="http://schemas.openxmlformats.org/markup-compatibility/2006">
              <mc:Choice xmlns:v="urn:schemas-microsoft-com:vml" Requires="v">
                <p:oleObj spid="_x0000_s21407" r:id="rId10" imgW="165202" imgH="190569" progId="Equation.3">
                  <p:embed/>
                </p:oleObj>
              </mc:Choice>
              <mc:Fallback>
                <p:oleObj r:id="rId10" imgW="165202" imgH="190569" progId="Equation.3">
                  <p:embed/>
                  <p:pic>
                    <p:nvPicPr>
                      <p:cNvPr id="0" name="Picture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82207" y="1673721"/>
                        <a:ext cx="227410" cy="2797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5" name="Text Box 35"/>
          <p:cNvSpPr txBox="1">
            <a:spLocks noChangeArrowheads="1"/>
          </p:cNvSpPr>
          <p:nvPr/>
        </p:nvSpPr>
        <p:spPr bwMode="auto">
          <a:xfrm>
            <a:off x="564536" y="815280"/>
            <a:ext cx="3143250" cy="461665"/>
          </a:xfrm>
          <a:prstGeom prst="rect">
            <a:avLst/>
          </a:prstGeom>
          <a:noFill/>
          <a:ln w="9525">
            <a:noFill/>
            <a:miter lim="800000"/>
            <a:headEnd/>
            <a:tailEnd/>
          </a:ln>
          <a:effectLst/>
        </p:spPr>
        <p:txBody>
          <a:bodyPr>
            <a:spAutoFit/>
          </a:bodyPr>
          <a:lstStyle/>
          <a:p>
            <a:pPr>
              <a:spcBef>
                <a:spcPct val="50000"/>
              </a:spcBef>
            </a:pPr>
            <a:r>
              <a:rPr lang="en-US" altLang="zh-CN" sz="2400">
                <a:solidFill>
                  <a:srgbClr val="CC0000"/>
                </a:solidFill>
                <a:latin typeface="宋体" pitchFamily="2" charset="-122"/>
              </a:rPr>
              <a:t>(</a:t>
            </a:r>
            <a:r>
              <a:rPr lang="en-US" altLang="zh-CN" sz="2400">
                <a:solidFill>
                  <a:srgbClr val="CC0000"/>
                </a:solidFill>
                <a:latin typeface="Times New Roman" pitchFamily="18" charset="0"/>
              </a:rPr>
              <a:t>2</a:t>
            </a:r>
            <a:r>
              <a:rPr lang="en-US" altLang="zh-CN" sz="2400" smtClean="0">
                <a:solidFill>
                  <a:srgbClr val="CC0000"/>
                </a:solidFill>
                <a:latin typeface="宋体" pitchFamily="2" charset="-122"/>
              </a:rPr>
              <a:t>)</a:t>
            </a:r>
            <a:r>
              <a:rPr lang="zh-CN" altLang="en-US" sz="2400" smtClean="0">
                <a:latin typeface="Times New Roman" pitchFamily="18" charset="0"/>
              </a:rPr>
              <a:t>弹</a:t>
            </a:r>
            <a:r>
              <a:rPr lang="zh-CN" altLang="en-US" sz="2400">
                <a:latin typeface="Times New Roman" pitchFamily="18" charset="0"/>
              </a:rPr>
              <a:t>性力作功</a:t>
            </a:r>
          </a:p>
        </p:txBody>
      </p:sp>
      <p:graphicFrame>
        <p:nvGraphicFramePr>
          <p:cNvPr id="20518" name="Object 38"/>
          <p:cNvGraphicFramePr>
            <a:graphicFrameLocks noChangeAspect="1"/>
          </p:cNvGraphicFramePr>
          <p:nvPr>
            <p:extLst>
              <p:ext uri="{D42A27DB-BD31-4B8C-83A1-F6EECF244321}">
                <p14:modId xmlns:p14="http://schemas.microsoft.com/office/powerpoint/2010/main" val="2231044929"/>
              </p:ext>
            </p:extLst>
          </p:nvPr>
        </p:nvGraphicFramePr>
        <p:xfrm>
          <a:off x="3307832" y="3765848"/>
          <a:ext cx="2319656" cy="790362"/>
        </p:xfrm>
        <a:graphic>
          <a:graphicData uri="http://schemas.openxmlformats.org/presentationml/2006/ole">
            <mc:AlternateContent xmlns:mc="http://schemas.openxmlformats.org/markup-compatibility/2006">
              <mc:Choice xmlns:v="urn:schemas-microsoft-com:vml" Requires="v">
                <p:oleObj spid="_x0000_s21408" name="Equation" r:id="rId12" imgW="1142821" imgH="393846" progId="Equation.DSMT4">
                  <p:embed/>
                </p:oleObj>
              </mc:Choice>
              <mc:Fallback>
                <p:oleObj name="Equation" r:id="rId12" imgW="1142821" imgH="393846" progId="Equation.DSMT4">
                  <p:embed/>
                  <p:pic>
                    <p:nvPicPr>
                      <p:cNvPr id="0" name="Picture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07832" y="3765848"/>
                        <a:ext cx="2319656" cy="790362"/>
                      </a:xfrm>
                      <a:prstGeom prst="rect">
                        <a:avLst/>
                      </a:prstGeom>
                      <a:noFill/>
                      <a:extLst/>
                    </p:spPr>
                  </p:pic>
                </p:oleObj>
              </mc:Fallback>
            </mc:AlternateContent>
          </a:graphicData>
        </a:graphic>
      </p:graphicFrame>
      <p:sp>
        <p:nvSpPr>
          <p:cNvPr id="20519" name="Line 39"/>
          <p:cNvSpPr>
            <a:spLocks noChangeShapeType="1"/>
          </p:cNvSpPr>
          <p:nvPr/>
        </p:nvSpPr>
        <p:spPr bwMode="auto">
          <a:xfrm>
            <a:off x="6752629" y="1215330"/>
            <a:ext cx="485775" cy="0"/>
          </a:xfrm>
          <a:prstGeom prst="line">
            <a:avLst/>
          </a:prstGeom>
          <a:noFill/>
          <a:ln w="38100">
            <a:solidFill>
              <a:srgbClr val="0000FF"/>
            </a:solidFill>
            <a:round/>
            <a:headEnd/>
            <a:tailEnd type="triangle" w="sm" len="lg"/>
          </a:ln>
          <a:effectLst/>
        </p:spPr>
        <p:txBody>
          <a:bodyPr wrap="none"/>
          <a:lstStyle/>
          <a:p>
            <a:endParaRPr lang="zh-CN" altLang="en-US" sz="2400"/>
          </a:p>
        </p:txBody>
      </p:sp>
      <p:graphicFrame>
        <p:nvGraphicFramePr>
          <p:cNvPr id="20520" name="Object 40"/>
          <p:cNvGraphicFramePr>
            <a:graphicFrameLocks noChangeAspect="1"/>
          </p:cNvGraphicFramePr>
          <p:nvPr>
            <p:extLst>
              <p:ext uri="{D42A27DB-BD31-4B8C-83A1-F6EECF244321}">
                <p14:modId xmlns:p14="http://schemas.microsoft.com/office/powerpoint/2010/main" val="864844716"/>
              </p:ext>
            </p:extLst>
          </p:nvPr>
        </p:nvGraphicFramePr>
        <p:xfrm>
          <a:off x="7056239" y="815280"/>
          <a:ext cx="432197" cy="390525"/>
        </p:xfrm>
        <a:graphic>
          <a:graphicData uri="http://schemas.openxmlformats.org/presentationml/2006/ole">
            <mc:AlternateContent xmlns:mc="http://schemas.openxmlformats.org/markup-compatibility/2006">
              <mc:Choice xmlns:v="urn:schemas-microsoft-com:vml" Requires="v">
                <p:oleObj spid="_x0000_s21409" r:id="rId14" imgW="177809" imgH="190487" progId="Equation.3">
                  <p:embed/>
                </p:oleObj>
              </mc:Choice>
              <mc:Fallback>
                <p:oleObj r:id="rId14" imgW="177809" imgH="190487" progId="Equation.3">
                  <p:embed/>
                  <p:pic>
                    <p:nvPicPr>
                      <p:cNvPr id="0" name="Picture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56239" y="815280"/>
                        <a:ext cx="432197"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1" name="Rectangle 41" descr="斜纹布"/>
          <p:cNvSpPr>
            <a:spLocks noChangeArrowheads="1"/>
          </p:cNvSpPr>
          <p:nvPr/>
        </p:nvSpPr>
        <p:spPr bwMode="auto">
          <a:xfrm>
            <a:off x="5252442" y="872431"/>
            <a:ext cx="521494" cy="584597"/>
          </a:xfrm>
          <a:prstGeom prst="rect">
            <a:avLst/>
          </a:prstGeom>
          <a:blipFill dpi="0" rotWithShape="1">
            <a:blip r:embed="rId16" cstate="print"/>
            <a:srcRect/>
            <a:tile tx="0" ty="0" sx="100000" sy="100000" flip="none" algn="tl"/>
          </a:blipFill>
          <a:ln w="12700">
            <a:solidFill>
              <a:schemeClr val="tx1"/>
            </a:solidFill>
            <a:miter lim="800000"/>
            <a:headEnd/>
            <a:tailEnd/>
          </a:ln>
          <a:effectLst/>
        </p:spPr>
        <p:txBody>
          <a:bodyPr wrap="none" anchor="ctr"/>
          <a:lstStyle/>
          <a:p>
            <a:endParaRPr lang="zh-CN" altLang="en-US" sz="2400"/>
          </a:p>
        </p:txBody>
      </p:sp>
      <p:sp>
        <p:nvSpPr>
          <p:cNvPr id="20522" name="Line 42"/>
          <p:cNvSpPr>
            <a:spLocks noChangeShapeType="1"/>
          </p:cNvSpPr>
          <p:nvPr/>
        </p:nvSpPr>
        <p:spPr bwMode="auto">
          <a:xfrm>
            <a:off x="5509617" y="1624905"/>
            <a:ext cx="0" cy="325041"/>
          </a:xfrm>
          <a:prstGeom prst="line">
            <a:avLst/>
          </a:prstGeom>
          <a:noFill/>
          <a:ln w="28575">
            <a:solidFill>
              <a:schemeClr val="tx1"/>
            </a:solidFill>
            <a:prstDash val="sysDot"/>
            <a:round/>
            <a:headEnd/>
            <a:tailEnd/>
          </a:ln>
          <a:effectLst/>
        </p:spPr>
        <p:txBody>
          <a:bodyPr wrap="none"/>
          <a:lstStyle/>
          <a:p>
            <a:endParaRPr lang="zh-CN" altLang="en-US" sz="2400"/>
          </a:p>
        </p:txBody>
      </p:sp>
      <p:sp>
        <p:nvSpPr>
          <p:cNvPr id="20523" name="Freeform 43"/>
          <p:cNvSpPr>
            <a:spLocks/>
          </p:cNvSpPr>
          <p:nvPr/>
        </p:nvSpPr>
        <p:spPr bwMode="auto">
          <a:xfrm>
            <a:off x="6772870" y="1652290"/>
            <a:ext cx="2381" cy="276225"/>
          </a:xfrm>
          <a:custGeom>
            <a:avLst/>
            <a:gdLst/>
            <a:ahLst/>
            <a:cxnLst>
              <a:cxn ang="0">
                <a:pos x="0" y="0"/>
              </a:cxn>
              <a:cxn ang="0">
                <a:pos x="2" y="232"/>
              </a:cxn>
            </a:cxnLst>
            <a:rect l="0" t="0" r="r" b="b"/>
            <a:pathLst>
              <a:path w="2" h="232">
                <a:moveTo>
                  <a:pt x="0" y="0"/>
                </a:moveTo>
                <a:lnTo>
                  <a:pt x="2" y="232"/>
                </a:lnTo>
              </a:path>
            </a:pathLst>
          </a:custGeom>
          <a:noFill/>
          <a:ln w="28575" cap="flat" cmpd="sng">
            <a:solidFill>
              <a:schemeClr val="tx1"/>
            </a:solidFill>
            <a:prstDash val="sysDot"/>
            <a:round/>
            <a:headEnd/>
            <a:tailEnd/>
          </a:ln>
          <a:effectLst/>
        </p:spPr>
        <p:txBody>
          <a:bodyPr wrap="none"/>
          <a:lstStyle/>
          <a:p>
            <a:endParaRPr lang="zh-CN" altLang="en-US" sz="2400"/>
          </a:p>
        </p:txBody>
      </p:sp>
      <p:sp>
        <p:nvSpPr>
          <p:cNvPr id="20524" name="Rectangle 44"/>
          <p:cNvSpPr>
            <a:spLocks noChangeArrowheads="1"/>
          </p:cNvSpPr>
          <p:nvPr/>
        </p:nvSpPr>
        <p:spPr bwMode="auto">
          <a:xfrm>
            <a:off x="6541888" y="872431"/>
            <a:ext cx="514350" cy="584597"/>
          </a:xfrm>
          <a:prstGeom prst="rect">
            <a:avLst/>
          </a:prstGeom>
          <a:noFill/>
          <a:ln w="28575">
            <a:solidFill>
              <a:schemeClr val="accent2"/>
            </a:solidFill>
            <a:prstDash val="dash"/>
            <a:miter lim="800000"/>
            <a:headEnd/>
            <a:tailEnd/>
          </a:ln>
          <a:effectLst/>
        </p:spPr>
        <p:txBody>
          <a:bodyPr wrap="none" anchor="ctr"/>
          <a:lstStyle/>
          <a:p>
            <a:endParaRPr lang="zh-CN" altLang="en-US" sz="2400"/>
          </a:p>
        </p:txBody>
      </p:sp>
      <p:sp>
        <p:nvSpPr>
          <p:cNvPr id="20525" name="Line 45"/>
          <p:cNvSpPr>
            <a:spLocks noChangeShapeType="1"/>
          </p:cNvSpPr>
          <p:nvPr/>
        </p:nvSpPr>
        <p:spPr bwMode="auto">
          <a:xfrm>
            <a:off x="6233517" y="1841599"/>
            <a:ext cx="540544" cy="0"/>
          </a:xfrm>
          <a:prstGeom prst="line">
            <a:avLst/>
          </a:prstGeom>
          <a:noFill/>
          <a:ln w="9525">
            <a:solidFill>
              <a:schemeClr val="tx1"/>
            </a:solidFill>
            <a:round/>
            <a:headEnd/>
            <a:tailEnd type="triangle" w="sm" len="lg"/>
          </a:ln>
          <a:effectLst/>
        </p:spPr>
        <p:txBody>
          <a:bodyPr wrap="none"/>
          <a:lstStyle/>
          <a:p>
            <a:endParaRPr lang="zh-CN" altLang="en-US" sz="2400"/>
          </a:p>
        </p:txBody>
      </p:sp>
      <p:sp>
        <p:nvSpPr>
          <p:cNvPr id="20526" name="Line 46"/>
          <p:cNvSpPr>
            <a:spLocks noChangeShapeType="1"/>
          </p:cNvSpPr>
          <p:nvPr/>
        </p:nvSpPr>
        <p:spPr bwMode="auto">
          <a:xfrm flipH="1">
            <a:off x="5520332" y="1841599"/>
            <a:ext cx="486966" cy="0"/>
          </a:xfrm>
          <a:prstGeom prst="line">
            <a:avLst/>
          </a:prstGeom>
          <a:noFill/>
          <a:ln w="9525">
            <a:solidFill>
              <a:schemeClr val="tx1"/>
            </a:solidFill>
            <a:round/>
            <a:headEnd/>
            <a:tailEnd type="triangle" w="sm" len="lg"/>
          </a:ln>
          <a:effectLst/>
        </p:spPr>
        <p:txBody>
          <a:bodyPr wrap="none"/>
          <a:lstStyle/>
          <a:p>
            <a:endParaRPr lang="zh-CN" altLang="en-US" sz="2400"/>
          </a:p>
        </p:txBody>
      </p:sp>
      <p:graphicFrame>
        <p:nvGraphicFramePr>
          <p:cNvPr id="20527" name="Object 47"/>
          <p:cNvGraphicFramePr>
            <a:graphicFrameLocks noChangeAspect="1"/>
          </p:cNvGraphicFramePr>
          <p:nvPr>
            <p:extLst>
              <p:ext uri="{D42A27DB-BD31-4B8C-83A1-F6EECF244321}">
                <p14:modId xmlns:p14="http://schemas.microsoft.com/office/powerpoint/2010/main" val="1344134793"/>
              </p:ext>
            </p:extLst>
          </p:nvPr>
        </p:nvGraphicFramePr>
        <p:xfrm>
          <a:off x="6814542" y="1679674"/>
          <a:ext cx="272653" cy="314325"/>
        </p:xfrm>
        <a:graphic>
          <a:graphicData uri="http://schemas.openxmlformats.org/presentationml/2006/ole">
            <mc:AlternateContent xmlns:mc="http://schemas.openxmlformats.org/markup-compatibility/2006">
              <mc:Choice xmlns:v="urn:schemas-microsoft-com:vml" Requires="v">
                <p:oleObj spid="_x0000_s21410" r:id="rId17" imgW="152519" imgH="165202" progId="Equation.3">
                  <p:embed/>
                </p:oleObj>
              </mc:Choice>
              <mc:Fallback>
                <p:oleObj r:id="rId17" imgW="152519" imgH="165202" progId="Equation.3">
                  <p:embed/>
                  <p:pic>
                    <p:nvPicPr>
                      <p:cNvPr id="0" name="Picture 4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14542" y="1679674"/>
                        <a:ext cx="272653"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8" name="Rectangle 48" descr="沙滩"/>
          <p:cNvSpPr>
            <a:spLocks noChangeArrowheads="1"/>
          </p:cNvSpPr>
          <p:nvPr/>
        </p:nvSpPr>
        <p:spPr bwMode="auto">
          <a:xfrm>
            <a:off x="3741538" y="1443931"/>
            <a:ext cx="3600450" cy="184547"/>
          </a:xfrm>
          <a:prstGeom prst="rect">
            <a:avLst/>
          </a:prstGeom>
          <a:blipFill dpi="0" rotWithShape="0">
            <a:blip r:embed="rId19" cstate="print"/>
            <a:srcRect/>
            <a:tile tx="0" ty="0" sx="100000" sy="100000" flip="none" algn="tl"/>
          </a:blipFill>
          <a:ln w="9525">
            <a:solidFill>
              <a:srgbClr val="000000"/>
            </a:solidFill>
            <a:miter lim="800000"/>
            <a:headEnd/>
            <a:tailEnd/>
          </a:ln>
          <a:effectLst/>
        </p:spPr>
        <p:txBody>
          <a:bodyPr wrap="none" anchor="ctr"/>
          <a:lstStyle/>
          <a:p>
            <a:endParaRPr lang="zh-CN" altLang="en-US" sz="2400"/>
          </a:p>
        </p:txBody>
      </p:sp>
      <p:sp>
        <p:nvSpPr>
          <p:cNvPr id="20529" name="Rectangle 49" descr="沙滩"/>
          <p:cNvSpPr>
            <a:spLocks noChangeArrowheads="1"/>
          </p:cNvSpPr>
          <p:nvPr/>
        </p:nvSpPr>
        <p:spPr bwMode="auto">
          <a:xfrm>
            <a:off x="3727250" y="768846"/>
            <a:ext cx="128588" cy="847725"/>
          </a:xfrm>
          <a:prstGeom prst="rect">
            <a:avLst/>
          </a:prstGeom>
          <a:blipFill dpi="0" rotWithShape="0">
            <a:blip r:embed="rId19" cstate="print"/>
            <a:srcRect/>
            <a:tile tx="0" ty="0" sx="100000" sy="100000" flip="none" algn="tl"/>
          </a:blipFill>
          <a:ln w="9525">
            <a:solidFill>
              <a:srgbClr val="000000"/>
            </a:solidFill>
            <a:miter lim="800000"/>
            <a:headEnd/>
            <a:tailEnd/>
          </a:ln>
          <a:effectLst/>
        </p:spPr>
        <p:txBody>
          <a:bodyPr wrap="none" anchor="ctr"/>
          <a:lstStyle/>
          <a:p>
            <a:endParaRPr lang="zh-CN" altLang="en-US" sz="2400"/>
          </a:p>
        </p:txBody>
      </p:sp>
      <p:sp>
        <p:nvSpPr>
          <p:cNvPr id="20530" name="Line 50"/>
          <p:cNvSpPr>
            <a:spLocks noChangeShapeType="1"/>
          </p:cNvSpPr>
          <p:nvPr/>
        </p:nvSpPr>
        <p:spPr bwMode="auto">
          <a:xfrm flipH="1" flipV="1">
            <a:off x="5513189" y="634306"/>
            <a:ext cx="3572" cy="822722"/>
          </a:xfrm>
          <a:prstGeom prst="line">
            <a:avLst/>
          </a:prstGeom>
          <a:noFill/>
          <a:ln w="28575">
            <a:solidFill>
              <a:srgbClr val="0000FF"/>
            </a:solidFill>
            <a:prstDash val="dash"/>
            <a:round/>
            <a:headEnd/>
            <a:tailEnd/>
          </a:ln>
          <a:effectLst/>
        </p:spPr>
        <p:txBody>
          <a:bodyPr wrap="none" anchor="ctr"/>
          <a:lstStyle/>
          <a:p>
            <a:endParaRPr lang="zh-CN" altLang="en-US" sz="2400"/>
          </a:p>
        </p:txBody>
      </p:sp>
      <p:graphicFrame>
        <p:nvGraphicFramePr>
          <p:cNvPr id="20531" name="Object 51"/>
          <p:cNvGraphicFramePr>
            <a:graphicFrameLocks noChangeAspect="1"/>
          </p:cNvGraphicFramePr>
          <p:nvPr>
            <p:extLst>
              <p:ext uri="{D42A27DB-BD31-4B8C-83A1-F6EECF244321}">
                <p14:modId xmlns:p14="http://schemas.microsoft.com/office/powerpoint/2010/main" val="1135353621"/>
              </p:ext>
            </p:extLst>
          </p:nvPr>
        </p:nvGraphicFramePr>
        <p:xfrm>
          <a:off x="1375530" y="2996485"/>
          <a:ext cx="3611563" cy="463550"/>
        </p:xfrm>
        <a:graphic>
          <a:graphicData uri="http://schemas.openxmlformats.org/presentationml/2006/ole">
            <mc:AlternateContent xmlns:mc="http://schemas.openxmlformats.org/markup-compatibility/2006">
              <mc:Choice xmlns:v="urn:schemas-microsoft-com:vml" Requires="v">
                <p:oleObj spid="_x0000_s21411" name="Equation" r:id="rId20" imgW="1536480" imgH="203040" progId="Equation.DSMT4">
                  <p:embed/>
                </p:oleObj>
              </mc:Choice>
              <mc:Fallback>
                <p:oleObj name="Equation" r:id="rId20" imgW="1536480" imgH="203040" progId="Equation.DSMT4">
                  <p:embed/>
                  <p:pic>
                    <p:nvPicPr>
                      <p:cNvPr id="0" name="Picture 51"/>
                      <p:cNvPicPr>
                        <a:picLocks noChangeAspect="1" noChangeArrowheads="1"/>
                      </p:cNvPicPr>
                      <p:nvPr/>
                    </p:nvPicPr>
                    <p:blipFill>
                      <a:blip r:embed="rId21"/>
                      <a:srcRect/>
                      <a:stretch>
                        <a:fillRect/>
                      </a:stretch>
                    </p:blipFill>
                    <p:spPr bwMode="auto">
                      <a:xfrm>
                        <a:off x="1375530" y="2996485"/>
                        <a:ext cx="3611563"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532" name="Group 52"/>
          <p:cNvGrpSpPr>
            <a:grpSpLocks/>
          </p:cNvGrpSpPr>
          <p:nvPr/>
        </p:nvGrpSpPr>
        <p:grpSpPr bwMode="auto">
          <a:xfrm>
            <a:off x="1315597" y="2245359"/>
            <a:ext cx="2593181" cy="461963"/>
            <a:chOff x="0" y="0"/>
            <a:chExt cx="2178" cy="388"/>
          </a:xfrm>
        </p:grpSpPr>
        <p:graphicFrame>
          <p:nvGraphicFramePr>
            <p:cNvPr id="20533" name="Object 53"/>
            <p:cNvGraphicFramePr>
              <a:graphicFrameLocks noChangeAspect="1"/>
            </p:cNvGraphicFramePr>
            <p:nvPr/>
          </p:nvGraphicFramePr>
          <p:xfrm>
            <a:off x="953" y="25"/>
            <a:ext cx="1225" cy="319"/>
          </p:xfrm>
          <a:graphic>
            <a:graphicData uri="http://schemas.openxmlformats.org/presentationml/2006/ole">
              <mc:AlternateContent xmlns:mc="http://schemas.openxmlformats.org/markup-compatibility/2006">
                <mc:Choice xmlns:v="urn:schemas-microsoft-com:vml" Requires="v">
                  <p:oleObj spid="_x0000_s21412" r:id="rId22" imgW="978217" imgH="279717" progId="Equation.3">
                    <p:embed/>
                  </p:oleObj>
                </mc:Choice>
                <mc:Fallback>
                  <p:oleObj r:id="rId22" imgW="978217" imgH="279717" progId="Equation.3">
                    <p:embed/>
                    <p:pic>
                      <p:nvPicPr>
                        <p:cNvPr id="0" name="Picture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53" y="25"/>
                          <a:ext cx="1225" cy="319"/>
                        </a:xfrm>
                        <a:prstGeom prst="rect">
                          <a:avLst/>
                        </a:prstGeom>
                        <a:noFill/>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Lst>
                      </p:spPr>
                    </p:pic>
                  </p:oleObj>
                </mc:Fallback>
              </mc:AlternateContent>
            </a:graphicData>
          </a:graphic>
        </p:graphicFrame>
        <p:sp>
          <p:nvSpPr>
            <p:cNvPr id="20534" name="Text Box 54"/>
            <p:cNvSpPr txBox="1">
              <a:spLocks noChangeArrowheads="1"/>
            </p:cNvSpPr>
            <p:nvPr/>
          </p:nvSpPr>
          <p:spPr bwMode="auto">
            <a:xfrm>
              <a:off x="0" y="0"/>
              <a:ext cx="1179"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rPr>
                <a:t>弹性力</a:t>
              </a:r>
            </a:p>
          </p:txBody>
        </p:sp>
      </p:grpSp>
      <p:graphicFrame>
        <p:nvGraphicFramePr>
          <p:cNvPr id="55" name="Object 38"/>
          <p:cNvGraphicFramePr>
            <a:graphicFrameLocks noChangeAspect="1"/>
          </p:cNvGraphicFramePr>
          <p:nvPr>
            <p:extLst>
              <p:ext uri="{D42A27DB-BD31-4B8C-83A1-F6EECF244321}">
                <p14:modId xmlns:p14="http://schemas.microsoft.com/office/powerpoint/2010/main" val="2289813493"/>
              </p:ext>
            </p:extLst>
          </p:nvPr>
        </p:nvGraphicFramePr>
        <p:xfrm>
          <a:off x="1375530" y="3788066"/>
          <a:ext cx="1965734" cy="745926"/>
        </p:xfrm>
        <a:graphic>
          <a:graphicData uri="http://schemas.openxmlformats.org/presentationml/2006/ole">
            <mc:AlternateContent xmlns:mc="http://schemas.openxmlformats.org/markup-compatibility/2006">
              <mc:Choice xmlns:v="urn:schemas-microsoft-com:vml" Requires="v">
                <p:oleObj spid="_x0000_s21413" name="Equation" r:id="rId24" imgW="927000" imgH="355320" progId="Equation.DSMT4">
                  <p:embed/>
                </p:oleObj>
              </mc:Choice>
              <mc:Fallback>
                <p:oleObj name="Equation" r:id="rId24" imgW="927000" imgH="355320" progId="Equation.DSMT4">
                  <p:embed/>
                  <p:pic>
                    <p:nvPicPr>
                      <p:cNvPr id="20518" name="Object 38"/>
                      <p:cNvPicPr>
                        <a:picLocks noChangeAspect="1" noChangeArrowheads="1"/>
                      </p:cNvPicPr>
                      <p:nvPr/>
                    </p:nvPicPr>
                    <p:blipFill>
                      <a:blip r:embed="rId25"/>
                      <a:srcRect/>
                      <a:stretch>
                        <a:fillRect/>
                      </a:stretch>
                    </p:blipFill>
                    <p:spPr bwMode="auto">
                      <a:xfrm>
                        <a:off x="1375530" y="3788066"/>
                        <a:ext cx="1965734" cy="745926"/>
                      </a:xfrm>
                      <a:prstGeom prst="rect">
                        <a:avLst/>
                      </a:prstGeom>
                      <a:noFill/>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ipe(left)">
                                      <p:cBhvr>
                                        <p:cTn id="15" dur="500"/>
                                        <p:tgtEl>
                                          <p:spTgt spid="5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0518"/>
                                        </p:tgtEl>
                                        <p:attrNameLst>
                                          <p:attrName>style.visibility</p:attrName>
                                        </p:attrNameLst>
                                      </p:cBhvr>
                                      <p:to>
                                        <p:strVal val="visible"/>
                                      </p:to>
                                    </p:set>
                                    <p:animEffect transition="in" filter="wipe(left)">
                                      <p:cBhvr>
                                        <p:cTn id="20" dur="500"/>
                                        <p:tgtEl>
                                          <p:spTgt spid="20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1"/>
          <p:cNvSpPr>
            <a:spLocks noGrp="1"/>
          </p:cNvSpPr>
          <p:nvPr>
            <p:ph type="sldNum" sz="quarter" idx="10"/>
          </p:nvPr>
        </p:nvSpPr>
        <p:spPr/>
        <p:txBody>
          <a:bodyPr/>
          <a:lstStyle/>
          <a:p>
            <a:fld id="{00B6E8A5-C5B8-4671-8192-29A540F0E826}" type="slidenum">
              <a:rPr lang="zh-CN" altLang="en-US"/>
              <a:pPr/>
              <a:t>7</a:t>
            </a:fld>
            <a:endParaRPr lang="en-US"/>
          </a:p>
        </p:txBody>
      </p:sp>
      <p:sp>
        <p:nvSpPr>
          <p:cNvPr id="22530" name="Text Box 2"/>
          <p:cNvSpPr txBox="1">
            <a:spLocks noChangeArrowheads="1"/>
          </p:cNvSpPr>
          <p:nvPr/>
        </p:nvSpPr>
        <p:spPr bwMode="auto">
          <a:xfrm>
            <a:off x="739503" y="1259631"/>
            <a:ext cx="7721600" cy="535531"/>
          </a:xfrm>
          <a:prstGeom prst="rect">
            <a:avLst/>
          </a:prstGeom>
          <a:noFill/>
          <a:ln w="9525">
            <a:noFill/>
            <a:miter lim="800000"/>
            <a:headEnd/>
            <a:tailEnd/>
          </a:ln>
          <a:effectLst/>
        </p:spPr>
        <p:txBody>
          <a:bodyPr wrap="square">
            <a:spAutoFit/>
          </a:bodyPr>
          <a:lstStyle/>
          <a:p>
            <a:pPr>
              <a:lnSpc>
                <a:spcPct val="120000"/>
              </a:lnSpc>
            </a:pPr>
            <a:r>
              <a:rPr lang="zh-CN" altLang="en-US" sz="2400" smtClean="0">
                <a:solidFill>
                  <a:srgbClr val="CC0000"/>
                </a:solidFill>
              </a:rPr>
              <a:t>保</a:t>
            </a:r>
            <a:r>
              <a:rPr lang="zh-CN" altLang="en-US" sz="2400">
                <a:solidFill>
                  <a:srgbClr val="CC0000"/>
                </a:solidFill>
              </a:rPr>
              <a:t>守力</a:t>
            </a:r>
            <a:r>
              <a:rPr lang="zh-CN" altLang="en-US" sz="2400">
                <a:solidFill>
                  <a:srgbClr val="000000"/>
                </a:solidFill>
              </a:rPr>
              <a:t>所作的功与路径无关</a:t>
            </a:r>
            <a:r>
              <a:rPr lang="zh-CN" altLang="en-US" sz="2400">
                <a:solidFill>
                  <a:srgbClr val="1C1C1C"/>
                </a:solidFill>
              </a:rPr>
              <a:t>，仅决定于</a:t>
            </a:r>
            <a:r>
              <a:rPr lang="zh-CN" altLang="en-US" sz="2400">
                <a:solidFill>
                  <a:srgbClr val="CC0000"/>
                </a:solidFill>
              </a:rPr>
              <a:t>始、末</a:t>
            </a:r>
            <a:r>
              <a:rPr lang="zh-CN" altLang="en-US" sz="2400">
                <a:solidFill>
                  <a:srgbClr val="000000"/>
                </a:solidFill>
              </a:rPr>
              <a:t>位置．</a:t>
            </a:r>
            <a:endParaRPr lang="zh-CN" altLang="en-US" sz="2400">
              <a:solidFill>
                <a:srgbClr val="1C1C1C"/>
              </a:solidFill>
            </a:endParaRPr>
          </a:p>
        </p:txBody>
      </p:sp>
      <p:sp>
        <p:nvSpPr>
          <p:cNvPr id="22531" name="Rectangle 3"/>
          <p:cNvSpPr>
            <a:spLocks noChangeArrowheads="1"/>
          </p:cNvSpPr>
          <p:nvPr/>
        </p:nvSpPr>
        <p:spPr bwMode="auto">
          <a:xfrm>
            <a:off x="158195" y="360675"/>
            <a:ext cx="6112669" cy="491481"/>
          </a:xfrm>
          <a:prstGeom prst="rect">
            <a:avLst/>
          </a:prstGeom>
          <a:noFill/>
          <a:ln w="9525">
            <a:noFill/>
            <a:miter lim="800000"/>
            <a:headEnd/>
            <a:tailEnd/>
          </a:ln>
          <a:effectLst/>
        </p:spPr>
        <p:txBody>
          <a:bodyPr>
            <a:spAutoFit/>
          </a:bodyPr>
          <a:lstStyle/>
          <a:p>
            <a:pPr marL="457200" indent="-457200">
              <a:lnSpc>
                <a:spcPct val="120000"/>
              </a:lnSpc>
              <a:spcBef>
                <a:spcPct val="50000"/>
              </a:spcBef>
            </a:pPr>
            <a:r>
              <a:rPr lang="zh-CN" altLang="en-US" sz="2400">
                <a:solidFill>
                  <a:srgbClr val="CC0000"/>
                </a:solidFill>
              </a:rPr>
              <a:t>二、保守力与非保守</a:t>
            </a:r>
            <a:r>
              <a:rPr lang="zh-CN" altLang="en-US" sz="2400" smtClean="0">
                <a:solidFill>
                  <a:srgbClr val="CC0000"/>
                </a:solidFill>
              </a:rPr>
              <a:t>力</a:t>
            </a:r>
            <a:endParaRPr lang="zh-CN" altLang="en-US" sz="2400">
              <a:solidFill>
                <a:srgbClr val="CC0000"/>
              </a:solidFill>
            </a:endParaRPr>
          </a:p>
        </p:txBody>
      </p:sp>
      <p:grpSp>
        <p:nvGrpSpPr>
          <p:cNvPr id="22532" name="Group 4"/>
          <p:cNvGrpSpPr>
            <a:grpSpLocks/>
          </p:cNvGrpSpPr>
          <p:nvPr/>
        </p:nvGrpSpPr>
        <p:grpSpPr bwMode="auto">
          <a:xfrm>
            <a:off x="738425" y="3653954"/>
            <a:ext cx="4163615" cy="714375"/>
            <a:chOff x="0" y="93"/>
            <a:chExt cx="3497" cy="600"/>
          </a:xfrm>
        </p:grpSpPr>
        <p:graphicFrame>
          <p:nvGraphicFramePr>
            <p:cNvPr id="22533" name="Object 5"/>
            <p:cNvGraphicFramePr>
              <a:graphicFrameLocks noChangeAspect="1"/>
            </p:cNvGraphicFramePr>
            <p:nvPr>
              <p:extLst>
                <p:ext uri="{D42A27DB-BD31-4B8C-83A1-F6EECF244321}">
                  <p14:modId xmlns:p14="http://schemas.microsoft.com/office/powerpoint/2010/main" val="2321447012"/>
                </p:ext>
              </p:extLst>
            </p:nvPr>
          </p:nvGraphicFramePr>
          <p:xfrm>
            <a:off x="1151" y="93"/>
            <a:ext cx="2346" cy="600"/>
          </p:xfrm>
          <a:graphic>
            <a:graphicData uri="http://schemas.openxmlformats.org/presentationml/2006/ole">
              <mc:AlternateContent xmlns:mc="http://schemas.openxmlformats.org/markup-compatibility/2006">
                <mc:Choice xmlns:v="urn:schemas-microsoft-com:vml" Requires="v">
                  <p:oleObj spid="_x0000_s22730" r:id="rId3" imgW="2108517" imgH="609917" progId="Equation.3">
                    <p:embed/>
                  </p:oleObj>
                </mc:Choice>
                <mc:Fallback>
                  <p:oleObj r:id="rId3" imgW="2108517" imgH="609917"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1" y="93"/>
                          <a:ext cx="2346" cy="600"/>
                        </a:xfrm>
                        <a:prstGeom prst="rect">
                          <a:avLst/>
                        </a:prstGeom>
                        <a:noFill/>
                        <a:extLst/>
                      </p:spPr>
                    </p:pic>
                  </p:oleObj>
                </mc:Fallback>
              </mc:AlternateContent>
            </a:graphicData>
          </a:graphic>
        </p:graphicFrame>
        <p:sp>
          <p:nvSpPr>
            <p:cNvPr id="22534" name="Rectangle 6"/>
            <p:cNvSpPr>
              <a:spLocks noChangeArrowheads="1"/>
            </p:cNvSpPr>
            <p:nvPr/>
          </p:nvSpPr>
          <p:spPr bwMode="auto">
            <a:xfrm>
              <a:off x="0" y="144"/>
              <a:ext cx="1313"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1C1C1C"/>
                  </a:solidFill>
                  <a:latin typeface="Times New Roman" pitchFamily="18" charset="0"/>
                </a:rPr>
                <a:t>弹力的功</a:t>
              </a:r>
            </a:p>
          </p:txBody>
        </p:sp>
      </p:grpSp>
      <p:grpSp>
        <p:nvGrpSpPr>
          <p:cNvPr id="22535" name="Group 7"/>
          <p:cNvGrpSpPr>
            <a:grpSpLocks/>
          </p:cNvGrpSpPr>
          <p:nvPr/>
        </p:nvGrpSpPr>
        <p:grpSpPr bwMode="auto">
          <a:xfrm>
            <a:off x="738425" y="2272544"/>
            <a:ext cx="4961335" cy="903684"/>
            <a:chOff x="0" y="77"/>
            <a:chExt cx="4167" cy="759"/>
          </a:xfrm>
        </p:grpSpPr>
        <p:graphicFrame>
          <p:nvGraphicFramePr>
            <p:cNvPr id="22536" name="Object 8"/>
            <p:cNvGraphicFramePr>
              <a:graphicFrameLocks noChangeAspect="1"/>
            </p:cNvGraphicFramePr>
            <p:nvPr>
              <p:extLst>
                <p:ext uri="{D42A27DB-BD31-4B8C-83A1-F6EECF244321}">
                  <p14:modId xmlns:p14="http://schemas.microsoft.com/office/powerpoint/2010/main" val="3276548811"/>
                </p:ext>
              </p:extLst>
            </p:nvPr>
          </p:nvGraphicFramePr>
          <p:xfrm>
            <a:off x="1151" y="77"/>
            <a:ext cx="3016" cy="759"/>
          </p:xfrm>
          <a:graphic>
            <a:graphicData uri="http://schemas.openxmlformats.org/presentationml/2006/ole">
              <mc:AlternateContent xmlns:mc="http://schemas.openxmlformats.org/markup-compatibility/2006">
                <mc:Choice xmlns:v="urn:schemas-microsoft-com:vml" Requires="v">
                  <p:oleObj spid="_x0000_s22731" r:id="rId5" imgW="1891796" imgH="482708" progId="Equation.3">
                    <p:embed/>
                  </p:oleObj>
                </mc:Choice>
                <mc:Fallback>
                  <p:oleObj r:id="rId5" imgW="1891796" imgH="482708"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1" y="77"/>
                          <a:ext cx="3016" cy="759"/>
                        </a:xfrm>
                        <a:prstGeom prst="rect">
                          <a:avLst/>
                        </a:prstGeom>
                        <a:noFill/>
                        <a:extLst/>
                      </p:spPr>
                    </p:pic>
                  </p:oleObj>
                </mc:Fallback>
              </mc:AlternateContent>
            </a:graphicData>
          </a:graphic>
        </p:graphicFrame>
        <p:sp>
          <p:nvSpPr>
            <p:cNvPr id="22537" name="Rectangle 9"/>
            <p:cNvSpPr>
              <a:spLocks noChangeArrowheads="1"/>
            </p:cNvSpPr>
            <p:nvPr/>
          </p:nvSpPr>
          <p:spPr bwMode="auto">
            <a:xfrm>
              <a:off x="0" y="225"/>
              <a:ext cx="1313"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1C1C1C"/>
                  </a:solidFill>
                  <a:latin typeface="Times New Roman" pitchFamily="18" charset="0"/>
                </a:rPr>
                <a:t>引力的功</a:t>
              </a:r>
            </a:p>
          </p:txBody>
        </p:sp>
      </p:grpSp>
      <p:graphicFrame>
        <p:nvGraphicFramePr>
          <p:cNvPr id="11" name="Object 4"/>
          <p:cNvGraphicFramePr>
            <a:graphicFrameLocks noChangeAspect="1"/>
          </p:cNvGraphicFramePr>
          <p:nvPr>
            <p:extLst>
              <p:ext uri="{D42A27DB-BD31-4B8C-83A1-F6EECF244321}">
                <p14:modId xmlns:p14="http://schemas.microsoft.com/office/powerpoint/2010/main" val="2581462273"/>
              </p:ext>
            </p:extLst>
          </p:nvPr>
        </p:nvGraphicFramePr>
        <p:xfrm>
          <a:off x="6499543" y="2310130"/>
          <a:ext cx="2405062" cy="831850"/>
        </p:xfrm>
        <a:graphic>
          <a:graphicData uri="http://schemas.openxmlformats.org/presentationml/2006/ole">
            <mc:AlternateContent xmlns:mc="http://schemas.openxmlformats.org/markup-compatibility/2006">
              <mc:Choice xmlns:v="urn:schemas-microsoft-com:vml" Requires="v">
                <p:oleObj spid="_x0000_s22732" name="Equation" r:id="rId7" imgW="1218960" imgH="431640" progId="Equation.DSMT4">
                  <p:embed/>
                </p:oleObj>
              </mc:Choice>
              <mc:Fallback>
                <p:oleObj name="Equation" r:id="rId7" imgW="1218960" imgH="431640" progId="Equation.DSMT4">
                  <p:embed/>
                  <p:pic>
                    <p:nvPicPr>
                      <p:cNvPr id="19460" name="Object 4"/>
                      <p:cNvPicPr>
                        <a:picLocks noChangeAspect="1" noChangeArrowheads="1"/>
                      </p:cNvPicPr>
                      <p:nvPr/>
                    </p:nvPicPr>
                    <p:blipFill>
                      <a:blip r:embed="rId8"/>
                      <a:srcRect/>
                      <a:stretch>
                        <a:fillRect/>
                      </a:stretch>
                    </p:blipFill>
                    <p:spPr bwMode="auto">
                      <a:xfrm>
                        <a:off x="6499543" y="2310130"/>
                        <a:ext cx="2405062" cy="831850"/>
                      </a:xfrm>
                      <a:prstGeom prst="rect">
                        <a:avLst/>
                      </a:prstGeom>
                      <a:noFill/>
                      <a:ln w="9525">
                        <a:solidFill>
                          <a:srgbClr val="C00000"/>
                        </a:solidFill>
                        <a:miter lim="800000"/>
                        <a:headEnd/>
                        <a:tailEn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blinds(horizontal)">
                                      <p:cBhvr>
                                        <p:cTn id="7" dur="500"/>
                                        <p:tgtEl>
                                          <p:spTgt spid="225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5"/>
                                        </p:tgtEl>
                                        <p:attrNameLst>
                                          <p:attrName>style.visibility</p:attrName>
                                        </p:attrNameLst>
                                      </p:cBhvr>
                                      <p:to>
                                        <p:strVal val="visible"/>
                                      </p:to>
                                    </p:set>
                                    <p:animEffect transition="in" filter="blinds(horizontal)">
                                      <p:cBhvr>
                                        <p:cTn id="12" dur="500"/>
                                        <p:tgtEl>
                                          <p:spTgt spid="22535"/>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2532"/>
                                        </p:tgtEl>
                                        <p:attrNameLst>
                                          <p:attrName>style.visibility</p:attrName>
                                        </p:attrNameLst>
                                      </p:cBhvr>
                                      <p:to>
                                        <p:strVal val="visible"/>
                                      </p:to>
                                    </p:set>
                                    <p:animEffect transition="in" filter="randombar(horizontal)">
                                      <p:cBhvr>
                                        <p:cTn id="21"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0"/>
          </p:nvPr>
        </p:nvSpPr>
        <p:spPr/>
        <p:txBody>
          <a:bodyPr/>
          <a:lstStyle/>
          <a:p>
            <a:fld id="{44741620-F0C3-439F-8E95-27E06115867C}" type="slidenum">
              <a:rPr lang="zh-CN" altLang="en-US"/>
              <a:pPr/>
              <a:t>8</a:t>
            </a:fld>
            <a:endParaRPr lang="en-US"/>
          </a:p>
        </p:txBody>
      </p:sp>
      <p:grpSp>
        <p:nvGrpSpPr>
          <p:cNvPr id="23555" name="Group 3"/>
          <p:cNvGrpSpPr>
            <a:grpSpLocks/>
          </p:cNvGrpSpPr>
          <p:nvPr/>
        </p:nvGrpSpPr>
        <p:grpSpPr bwMode="auto">
          <a:xfrm>
            <a:off x="5945188" y="777407"/>
            <a:ext cx="1883569" cy="1309687"/>
            <a:chOff x="139" y="162"/>
            <a:chExt cx="1582" cy="1100"/>
          </a:xfrm>
        </p:grpSpPr>
        <p:sp>
          <p:nvSpPr>
            <p:cNvPr id="23558" name="Freeform 6"/>
            <p:cNvSpPr>
              <a:spLocks/>
            </p:cNvSpPr>
            <p:nvPr/>
          </p:nvSpPr>
          <p:spPr bwMode="auto">
            <a:xfrm>
              <a:off x="375" y="379"/>
              <a:ext cx="1151" cy="767"/>
            </a:xfrm>
            <a:custGeom>
              <a:avLst/>
              <a:gdLst/>
              <a:ahLst/>
              <a:cxnLst>
                <a:cxn ang="0">
                  <a:pos x="0" y="0"/>
                </a:cxn>
                <a:cxn ang="0">
                  <a:pos x="336" y="144"/>
                </a:cxn>
                <a:cxn ang="0">
                  <a:pos x="528" y="384"/>
                </a:cxn>
                <a:cxn ang="0">
                  <a:pos x="576" y="624"/>
                </a:cxn>
                <a:cxn ang="0">
                  <a:pos x="768" y="816"/>
                </a:cxn>
                <a:cxn ang="0">
                  <a:pos x="1344" y="912"/>
                </a:cxn>
              </a:cxnLst>
              <a:rect l="0" t="0" r="r" b="b"/>
              <a:pathLst>
                <a:path w="1344" h="912">
                  <a:moveTo>
                    <a:pt x="0" y="0"/>
                  </a:moveTo>
                  <a:cubicBezTo>
                    <a:pt x="124" y="40"/>
                    <a:pt x="248" y="80"/>
                    <a:pt x="336" y="144"/>
                  </a:cubicBezTo>
                  <a:cubicBezTo>
                    <a:pt x="424" y="208"/>
                    <a:pt x="488" y="304"/>
                    <a:pt x="528" y="384"/>
                  </a:cubicBezTo>
                  <a:cubicBezTo>
                    <a:pt x="568" y="464"/>
                    <a:pt x="536" y="552"/>
                    <a:pt x="576" y="624"/>
                  </a:cubicBezTo>
                  <a:cubicBezTo>
                    <a:pt x="616" y="696"/>
                    <a:pt x="640" y="768"/>
                    <a:pt x="768" y="816"/>
                  </a:cubicBezTo>
                  <a:cubicBezTo>
                    <a:pt x="896" y="864"/>
                    <a:pt x="1248" y="896"/>
                    <a:pt x="1344" y="912"/>
                  </a:cubicBezTo>
                </a:path>
              </a:pathLst>
            </a:custGeom>
            <a:noFill/>
            <a:ln w="28575" cap="flat" cmpd="sng">
              <a:solidFill>
                <a:srgbClr val="CC0099"/>
              </a:solidFill>
              <a:round/>
              <a:headEnd/>
              <a:tailEnd/>
            </a:ln>
            <a:effectLst/>
          </p:spPr>
          <p:txBody>
            <a:bodyPr wrap="none" anchor="ctr"/>
            <a:lstStyle/>
            <a:p>
              <a:endParaRPr lang="zh-CN" altLang="en-US" sz="2400"/>
            </a:p>
          </p:txBody>
        </p:sp>
        <p:sp>
          <p:nvSpPr>
            <p:cNvPr id="23557" name="Freeform 5"/>
            <p:cNvSpPr>
              <a:spLocks/>
            </p:cNvSpPr>
            <p:nvPr/>
          </p:nvSpPr>
          <p:spPr bwMode="auto">
            <a:xfrm>
              <a:off x="375" y="321"/>
              <a:ext cx="1151" cy="814"/>
            </a:xfrm>
            <a:custGeom>
              <a:avLst/>
              <a:gdLst/>
              <a:ahLst/>
              <a:cxnLst>
                <a:cxn ang="0">
                  <a:pos x="0" y="56"/>
                </a:cxn>
                <a:cxn ang="0">
                  <a:pos x="432" y="8"/>
                </a:cxn>
                <a:cxn ang="0">
                  <a:pos x="768" y="104"/>
                </a:cxn>
                <a:cxn ang="0">
                  <a:pos x="1104" y="440"/>
                </a:cxn>
                <a:cxn ang="0">
                  <a:pos x="1344" y="968"/>
                </a:cxn>
              </a:cxnLst>
              <a:rect l="0" t="0" r="r" b="b"/>
              <a:pathLst>
                <a:path w="1344" h="968">
                  <a:moveTo>
                    <a:pt x="0" y="56"/>
                  </a:moveTo>
                  <a:cubicBezTo>
                    <a:pt x="152" y="28"/>
                    <a:pt x="304" y="0"/>
                    <a:pt x="432" y="8"/>
                  </a:cubicBezTo>
                  <a:cubicBezTo>
                    <a:pt x="560" y="16"/>
                    <a:pt x="656" y="32"/>
                    <a:pt x="768" y="104"/>
                  </a:cubicBezTo>
                  <a:cubicBezTo>
                    <a:pt x="880" y="176"/>
                    <a:pt x="1008" y="296"/>
                    <a:pt x="1104" y="440"/>
                  </a:cubicBezTo>
                  <a:cubicBezTo>
                    <a:pt x="1200" y="584"/>
                    <a:pt x="1304" y="880"/>
                    <a:pt x="1344" y="968"/>
                  </a:cubicBezTo>
                </a:path>
              </a:pathLst>
            </a:custGeom>
            <a:noFill/>
            <a:ln w="28575" cap="flat" cmpd="sng">
              <a:solidFill>
                <a:srgbClr val="0000FF"/>
              </a:solidFill>
              <a:round/>
              <a:headEnd/>
              <a:tailEnd/>
            </a:ln>
            <a:effectLst/>
          </p:spPr>
          <p:txBody>
            <a:bodyPr wrap="none" anchor="ctr"/>
            <a:lstStyle/>
            <a:p>
              <a:endParaRPr lang="zh-CN" altLang="en-US" sz="2400"/>
            </a:p>
          </p:txBody>
        </p:sp>
        <p:graphicFrame>
          <p:nvGraphicFramePr>
            <p:cNvPr id="23559" name="Object 7"/>
            <p:cNvGraphicFramePr>
              <a:graphicFrameLocks noChangeAspect="1"/>
            </p:cNvGraphicFramePr>
            <p:nvPr>
              <p:extLst>
                <p:ext uri="{D42A27DB-BD31-4B8C-83A1-F6EECF244321}">
                  <p14:modId xmlns:p14="http://schemas.microsoft.com/office/powerpoint/2010/main" val="2927478665"/>
                </p:ext>
              </p:extLst>
            </p:nvPr>
          </p:nvGraphicFramePr>
          <p:xfrm>
            <a:off x="139" y="162"/>
            <a:ext cx="195" cy="242"/>
          </p:xfrm>
          <a:graphic>
            <a:graphicData uri="http://schemas.openxmlformats.org/presentationml/2006/ole">
              <mc:AlternateContent xmlns:mc="http://schemas.openxmlformats.org/markup-compatibility/2006">
                <mc:Choice xmlns:v="urn:schemas-microsoft-com:vml" Requires="v">
                  <p:oleObj spid="_x0000_s23997" r:id="rId3" imgW="215936" imgH="228620" progId="Equation.3">
                    <p:embed/>
                  </p:oleObj>
                </mc:Choice>
                <mc:Fallback>
                  <p:oleObj r:id="rId3" imgW="215936" imgH="228620" progId="Equation.3">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 y="162"/>
                          <a:ext cx="195"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0" name="Object 8"/>
            <p:cNvGraphicFramePr>
              <a:graphicFrameLocks noChangeAspect="1"/>
            </p:cNvGraphicFramePr>
            <p:nvPr>
              <p:extLst>
                <p:ext uri="{D42A27DB-BD31-4B8C-83A1-F6EECF244321}">
                  <p14:modId xmlns:p14="http://schemas.microsoft.com/office/powerpoint/2010/main" val="2837219633"/>
                </p:ext>
              </p:extLst>
            </p:nvPr>
          </p:nvGraphicFramePr>
          <p:xfrm>
            <a:off x="1526" y="1020"/>
            <a:ext cx="195" cy="242"/>
          </p:xfrm>
          <a:graphic>
            <a:graphicData uri="http://schemas.openxmlformats.org/presentationml/2006/ole">
              <mc:AlternateContent xmlns:mc="http://schemas.openxmlformats.org/markup-compatibility/2006">
                <mc:Choice xmlns:v="urn:schemas-microsoft-com:vml" Requires="v">
                  <p:oleObj spid="_x0000_s23998" r:id="rId5" imgW="215936" imgH="228620" progId="Equation.3">
                    <p:embed/>
                  </p:oleObj>
                </mc:Choice>
                <mc:Fallback>
                  <p:oleObj r:id="rId5" imgW="215936" imgH="228620"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6" y="1020"/>
                          <a:ext cx="195"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1" name="Object 9"/>
            <p:cNvGraphicFramePr>
              <a:graphicFrameLocks noChangeAspect="1"/>
            </p:cNvGraphicFramePr>
            <p:nvPr>
              <p:extLst>
                <p:ext uri="{D42A27DB-BD31-4B8C-83A1-F6EECF244321}">
                  <p14:modId xmlns:p14="http://schemas.microsoft.com/office/powerpoint/2010/main" val="3683490167"/>
                </p:ext>
              </p:extLst>
            </p:nvPr>
          </p:nvGraphicFramePr>
          <p:xfrm>
            <a:off x="1157" y="321"/>
            <a:ext cx="195" cy="253"/>
          </p:xfrm>
          <a:graphic>
            <a:graphicData uri="http://schemas.openxmlformats.org/presentationml/2006/ole">
              <mc:AlternateContent xmlns:mc="http://schemas.openxmlformats.org/markup-compatibility/2006">
                <mc:Choice xmlns:v="urn:schemas-microsoft-com:vml" Requires="v">
                  <p:oleObj spid="_x0000_s23999" r:id="rId7" imgW="215936" imgH="241303" progId="Equation.3">
                    <p:embed/>
                  </p:oleObj>
                </mc:Choice>
                <mc:Fallback>
                  <p:oleObj r:id="rId7" imgW="215936" imgH="241303" progId="Equation.3">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7" y="321"/>
                          <a:ext cx="195"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62" name="Object 10"/>
            <p:cNvGraphicFramePr>
              <a:graphicFrameLocks noChangeAspect="1"/>
            </p:cNvGraphicFramePr>
            <p:nvPr/>
          </p:nvGraphicFramePr>
          <p:xfrm>
            <a:off x="508" y="815"/>
            <a:ext cx="218" cy="242"/>
          </p:xfrm>
          <a:graphic>
            <a:graphicData uri="http://schemas.openxmlformats.org/presentationml/2006/ole">
              <mc:AlternateContent xmlns:mc="http://schemas.openxmlformats.org/markup-compatibility/2006">
                <mc:Choice xmlns:v="urn:schemas-microsoft-com:vml" Requires="v">
                  <p:oleObj spid="_x0000_s24000" r:id="rId9" imgW="241512" imgH="228818" progId="Equation.3">
                    <p:embed/>
                  </p:oleObj>
                </mc:Choice>
                <mc:Fallback>
                  <p:oleObj r:id="rId9" imgW="241512" imgH="228818" progId="Equation.3">
                    <p:embed/>
                    <p:pic>
                      <p:nvPicPr>
                        <p:cNvPr id="0"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 y="815"/>
                          <a:ext cx="218"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3" name="Line 11"/>
            <p:cNvSpPr>
              <a:spLocks noChangeShapeType="1"/>
            </p:cNvSpPr>
            <p:nvPr/>
          </p:nvSpPr>
          <p:spPr bwMode="auto">
            <a:xfrm>
              <a:off x="743" y="578"/>
              <a:ext cx="46" cy="54"/>
            </a:xfrm>
            <a:prstGeom prst="line">
              <a:avLst/>
            </a:prstGeom>
            <a:noFill/>
            <a:ln w="38100">
              <a:solidFill>
                <a:srgbClr val="CC0099"/>
              </a:solidFill>
              <a:round/>
              <a:headEnd type="none" w="med" len="lg"/>
              <a:tailEnd type="stealth" w="med" len="med"/>
            </a:ln>
            <a:effectLst/>
          </p:spPr>
          <p:txBody>
            <a:bodyPr wrap="none" anchor="ctr"/>
            <a:lstStyle/>
            <a:p>
              <a:endParaRPr lang="zh-CN" altLang="en-US" sz="2400"/>
            </a:p>
          </p:txBody>
        </p:sp>
        <p:sp>
          <p:nvSpPr>
            <p:cNvPr id="23564" name="Line 12"/>
            <p:cNvSpPr>
              <a:spLocks noChangeShapeType="1"/>
            </p:cNvSpPr>
            <p:nvPr/>
          </p:nvSpPr>
          <p:spPr bwMode="auto">
            <a:xfrm>
              <a:off x="1028" y="404"/>
              <a:ext cx="46" cy="39"/>
            </a:xfrm>
            <a:prstGeom prst="line">
              <a:avLst/>
            </a:prstGeom>
            <a:noFill/>
            <a:ln w="28575">
              <a:solidFill>
                <a:srgbClr val="0000FF"/>
              </a:solidFill>
              <a:round/>
              <a:headEnd w="med" len="lg"/>
              <a:tailEnd type="stealth" w="lg" len="lg"/>
            </a:ln>
            <a:effectLst/>
          </p:spPr>
          <p:txBody>
            <a:bodyPr wrap="none"/>
            <a:lstStyle/>
            <a:p>
              <a:endParaRPr lang="zh-CN" altLang="en-US" sz="2400"/>
            </a:p>
          </p:txBody>
        </p:sp>
      </p:grpSp>
      <p:sp>
        <p:nvSpPr>
          <p:cNvPr id="23565" name="Rectangle 13"/>
          <p:cNvSpPr>
            <a:spLocks noChangeArrowheads="1"/>
          </p:cNvSpPr>
          <p:nvPr/>
        </p:nvSpPr>
        <p:spPr bwMode="auto">
          <a:xfrm>
            <a:off x="944880" y="2546271"/>
            <a:ext cx="6995160" cy="978729"/>
          </a:xfrm>
          <a:prstGeom prst="rect">
            <a:avLst/>
          </a:prstGeom>
          <a:noFill/>
          <a:ln w="9525">
            <a:noFill/>
            <a:miter lim="800000"/>
            <a:headEnd/>
            <a:tailEnd/>
          </a:ln>
          <a:effectLst/>
        </p:spPr>
        <p:txBody>
          <a:bodyPr wrap="square">
            <a:spAutoFit/>
          </a:bodyPr>
          <a:lstStyle/>
          <a:p>
            <a:pPr>
              <a:lnSpc>
                <a:spcPct val="120000"/>
              </a:lnSpc>
            </a:pPr>
            <a:r>
              <a:rPr lang="zh-CN" altLang="en-US" sz="2400">
                <a:solidFill>
                  <a:srgbClr val="1C1C1C"/>
                </a:solidFill>
              </a:rPr>
              <a:t>       质点沿任意</a:t>
            </a:r>
            <a:r>
              <a:rPr lang="zh-CN" altLang="en-US" sz="2400">
                <a:solidFill>
                  <a:srgbClr val="000000"/>
                </a:solidFill>
              </a:rPr>
              <a:t>闭合</a:t>
            </a:r>
            <a:r>
              <a:rPr lang="zh-CN" altLang="en-US" sz="2400">
                <a:solidFill>
                  <a:srgbClr val="1C1C1C"/>
                </a:solidFill>
              </a:rPr>
              <a:t>路径运动一周时，</a:t>
            </a:r>
            <a:r>
              <a:rPr lang="zh-CN" altLang="en-US" sz="2400">
                <a:solidFill>
                  <a:srgbClr val="000000"/>
                </a:solidFill>
              </a:rPr>
              <a:t>保守力对它所作的功为零．</a:t>
            </a:r>
          </a:p>
        </p:txBody>
      </p:sp>
      <p:graphicFrame>
        <p:nvGraphicFramePr>
          <p:cNvPr id="23566" name="Object 14"/>
          <p:cNvGraphicFramePr>
            <a:graphicFrameLocks noChangeAspect="1"/>
          </p:cNvGraphicFramePr>
          <p:nvPr>
            <p:extLst>
              <p:ext uri="{D42A27DB-BD31-4B8C-83A1-F6EECF244321}">
                <p14:modId xmlns:p14="http://schemas.microsoft.com/office/powerpoint/2010/main" val="3612019314"/>
              </p:ext>
            </p:extLst>
          </p:nvPr>
        </p:nvGraphicFramePr>
        <p:xfrm>
          <a:off x="1770460" y="1459706"/>
          <a:ext cx="2286000" cy="671513"/>
        </p:xfrm>
        <a:graphic>
          <a:graphicData uri="http://schemas.openxmlformats.org/presentationml/2006/ole">
            <mc:AlternateContent xmlns:mc="http://schemas.openxmlformats.org/markup-compatibility/2006">
              <mc:Choice xmlns:v="urn:schemas-microsoft-com:vml" Requires="v">
                <p:oleObj spid="_x0000_s24001" r:id="rId11" imgW="990487" imgH="292290" progId="Equation.3">
                  <p:embed/>
                </p:oleObj>
              </mc:Choice>
              <mc:Fallback>
                <p:oleObj r:id="rId11" imgW="990487" imgH="292290" progId="Equation.3">
                  <p:embed/>
                  <p:pic>
                    <p:nvPicPr>
                      <p:cNvPr id="0"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0460" y="1459706"/>
                        <a:ext cx="2286000"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8" name="Text Box 16"/>
          <p:cNvSpPr txBox="1">
            <a:spLocks noChangeArrowheads="1"/>
          </p:cNvSpPr>
          <p:nvPr/>
        </p:nvSpPr>
        <p:spPr bwMode="auto">
          <a:xfrm>
            <a:off x="827961" y="3928604"/>
            <a:ext cx="8102679" cy="461665"/>
          </a:xfrm>
          <a:prstGeom prst="rect">
            <a:avLst/>
          </a:prstGeom>
          <a:noFill/>
          <a:ln w="9525">
            <a:noFill/>
            <a:miter lim="800000"/>
            <a:headEnd/>
            <a:tailEnd/>
          </a:ln>
          <a:effectLst/>
        </p:spPr>
        <p:txBody>
          <a:bodyPr wrap="square">
            <a:spAutoFit/>
          </a:bodyPr>
          <a:lstStyle/>
          <a:p>
            <a:pPr>
              <a:spcBef>
                <a:spcPct val="50000"/>
              </a:spcBef>
            </a:pPr>
            <a:r>
              <a:rPr lang="zh-CN" altLang="en-US" sz="2400">
                <a:solidFill>
                  <a:srgbClr val="CC0000"/>
                </a:solidFill>
              </a:rPr>
              <a:t>非保守力：</a:t>
            </a:r>
            <a:r>
              <a:rPr lang="zh-CN" altLang="en-US" sz="2400">
                <a:solidFill>
                  <a:srgbClr val="1C1C1C"/>
                </a:solidFill>
              </a:rPr>
              <a:t>力所作的功与路径有关</a:t>
            </a:r>
            <a:r>
              <a:rPr lang="zh-CN" altLang="en-US" sz="2400" smtClean="0">
                <a:solidFill>
                  <a:srgbClr val="1C1C1C"/>
                </a:solidFill>
              </a:rPr>
              <a:t>．（</a:t>
            </a:r>
            <a:r>
              <a:rPr lang="zh-CN" altLang="en-US" sz="2400">
                <a:solidFill>
                  <a:srgbClr val="1C1C1C"/>
                </a:solidFill>
              </a:rPr>
              <a:t>例如</a:t>
            </a:r>
            <a:r>
              <a:rPr lang="zh-CN" altLang="en-US" sz="2400">
                <a:solidFill>
                  <a:srgbClr val="000000"/>
                </a:solidFill>
              </a:rPr>
              <a:t>摩擦</a:t>
            </a:r>
            <a:r>
              <a:rPr lang="zh-CN" altLang="en-US" sz="2400">
                <a:solidFill>
                  <a:srgbClr val="1C1C1C"/>
                </a:solidFill>
              </a:rPr>
              <a:t>力）</a:t>
            </a:r>
          </a:p>
        </p:txBody>
      </p:sp>
      <p:sp>
        <p:nvSpPr>
          <p:cNvPr id="23569" name="Rectangle 17"/>
          <p:cNvSpPr>
            <a:spLocks noChangeArrowheads="1"/>
          </p:cNvSpPr>
          <p:nvPr/>
        </p:nvSpPr>
        <p:spPr bwMode="auto">
          <a:xfrm>
            <a:off x="751761" y="638473"/>
            <a:ext cx="3948827" cy="461665"/>
          </a:xfrm>
          <a:prstGeom prst="rect">
            <a:avLst/>
          </a:prstGeom>
          <a:noFill/>
          <a:ln w="9525">
            <a:noFill/>
            <a:miter lim="800000"/>
            <a:headEnd/>
            <a:tailEnd/>
          </a:ln>
          <a:effectLst/>
        </p:spPr>
        <p:txBody>
          <a:bodyPr wrap="square">
            <a:spAutoFit/>
          </a:bodyPr>
          <a:lstStyle/>
          <a:p>
            <a:r>
              <a:rPr lang="zh-CN" altLang="en-US" sz="2400">
                <a:solidFill>
                  <a:srgbClr val="CC0000"/>
                </a:solidFill>
              </a:rPr>
              <a:t>保</a:t>
            </a:r>
            <a:r>
              <a:rPr lang="zh-CN" altLang="en-US" sz="2400" smtClean="0">
                <a:solidFill>
                  <a:srgbClr val="CC0000"/>
                </a:solidFill>
              </a:rPr>
              <a:t>守力作功的表达式：</a:t>
            </a:r>
            <a:endParaRPr lang="zh-CN" altLang="en-US" sz="2400">
              <a:solidFill>
                <a:srgbClr val="CC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66"/>
                                        </p:tgtEl>
                                        <p:attrNameLst>
                                          <p:attrName>style.visibility</p:attrName>
                                        </p:attrNameLst>
                                      </p:cBhvr>
                                      <p:to>
                                        <p:strVal val="visible"/>
                                      </p:to>
                                    </p:set>
                                    <p:animEffect transition="in" filter="blinds(horizontal)">
                                      <p:cBhvr>
                                        <p:cTn id="7" dur="500"/>
                                        <p:tgtEl>
                                          <p:spTgt spid="235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65"/>
                                        </p:tgtEl>
                                        <p:attrNameLst>
                                          <p:attrName>style.visibility</p:attrName>
                                        </p:attrNameLst>
                                      </p:cBhvr>
                                      <p:to>
                                        <p:strVal val="visible"/>
                                      </p:to>
                                    </p:set>
                                    <p:animEffect transition="in" filter="blinds(horizontal)">
                                      <p:cBhvr>
                                        <p:cTn id="12" dur="500"/>
                                        <p:tgtEl>
                                          <p:spTgt spid="235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68"/>
                                        </p:tgtEl>
                                        <p:attrNameLst>
                                          <p:attrName>style.visibility</p:attrName>
                                        </p:attrNameLst>
                                      </p:cBhvr>
                                      <p:to>
                                        <p:strVal val="visible"/>
                                      </p:to>
                                    </p:set>
                                    <p:animEffect transition="in" filter="blinds(horizontal)">
                                      <p:cBhvr>
                                        <p:cTn id="17" dur="500"/>
                                        <p:tgtEl>
                                          <p:spTgt spid="23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5" grpId="0" autoUpdateAnimBg="0"/>
      <p:bldP spid="2356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1"/>
          <p:cNvSpPr>
            <a:spLocks noGrp="1"/>
          </p:cNvSpPr>
          <p:nvPr>
            <p:ph type="sldNum" sz="quarter" idx="10"/>
          </p:nvPr>
        </p:nvSpPr>
        <p:spPr/>
        <p:txBody>
          <a:bodyPr/>
          <a:lstStyle/>
          <a:p>
            <a:fld id="{267033B5-E1D5-4C3B-A640-48BDB747C60C}" type="slidenum">
              <a:rPr lang="zh-CN" altLang="en-US"/>
              <a:pPr/>
              <a:t>9</a:t>
            </a:fld>
            <a:endParaRPr lang="en-US"/>
          </a:p>
        </p:txBody>
      </p:sp>
      <p:sp>
        <p:nvSpPr>
          <p:cNvPr id="24578" name="Rectangle 2"/>
          <p:cNvSpPr>
            <a:spLocks noChangeArrowheads="1"/>
          </p:cNvSpPr>
          <p:nvPr/>
        </p:nvSpPr>
        <p:spPr bwMode="auto">
          <a:xfrm>
            <a:off x="245983" y="582277"/>
            <a:ext cx="1868091"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rPr>
              <a:t>三、势能</a:t>
            </a:r>
            <a:endParaRPr lang="zh-CN" altLang="en-US" sz="2400">
              <a:solidFill>
                <a:srgbClr val="A50021"/>
              </a:solidFill>
            </a:endParaRPr>
          </a:p>
        </p:txBody>
      </p:sp>
      <p:sp>
        <p:nvSpPr>
          <p:cNvPr id="24579" name="Rectangle 3"/>
          <p:cNvSpPr>
            <a:spLocks noChangeArrowheads="1"/>
          </p:cNvSpPr>
          <p:nvPr/>
        </p:nvSpPr>
        <p:spPr bwMode="auto">
          <a:xfrm>
            <a:off x="1718311" y="582277"/>
            <a:ext cx="5267325" cy="461665"/>
          </a:xfrm>
          <a:prstGeom prst="rect">
            <a:avLst/>
          </a:prstGeom>
          <a:noFill/>
          <a:ln w="9525">
            <a:noFill/>
            <a:miter lim="800000"/>
            <a:headEnd/>
            <a:tailEnd/>
          </a:ln>
          <a:effectLst/>
        </p:spPr>
        <p:txBody>
          <a:bodyPr>
            <a:spAutoFit/>
          </a:bodyPr>
          <a:lstStyle/>
          <a:p>
            <a:r>
              <a:rPr lang="zh-CN" altLang="en-US" sz="2400"/>
              <a:t>与质点位置有关的能量．</a:t>
            </a:r>
          </a:p>
        </p:txBody>
      </p:sp>
      <p:grpSp>
        <p:nvGrpSpPr>
          <p:cNvPr id="24580" name="Group 4"/>
          <p:cNvGrpSpPr>
            <a:grpSpLocks/>
          </p:cNvGrpSpPr>
          <p:nvPr/>
        </p:nvGrpSpPr>
        <p:grpSpPr bwMode="auto">
          <a:xfrm>
            <a:off x="830580" y="3911203"/>
            <a:ext cx="2987278" cy="803672"/>
            <a:chOff x="-3381" y="635"/>
            <a:chExt cx="2509" cy="675"/>
          </a:xfrm>
        </p:grpSpPr>
        <p:sp>
          <p:nvSpPr>
            <p:cNvPr id="24581" name="Text Box 5"/>
            <p:cNvSpPr txBox="1">
              <a:spLocks noChangeArrowheads="1"/>
            </p:cNvSpPr>
            <p:nvPr/>
          </p:nvSpPr>
          <p:spPr bwMode="auto">
            <a:xfrm>
              <a:off x="-3381" y="779"/>
              <a:ext cx="1728"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rPr>
                <a:t>弹性</a:t>
              </a:r>
              <a:r>
                <a:rPr lang="zh-CN" altLang="en-US" sz="2400">
                  <a:solidFill>
                    <a:srgbClr val="000000"/>
                  </a:solidFill>
                </a:rPr>
                <a:t>势能</a:t>
              </a:r>
            </a:p>
          </p:txBody>
        </p:sp>
        <p:graphicFrame>
          <p:nvGraphicFramePr>
            <p:cNvPr id="24582" name="Object 6"/>
            <p:cNvGraphicFramePr>
              <a:graphicFrameLocks noChangeAspect="1"/>
            </p:cNvGraphicFramePr>
            <p:nvPr>
              <p:extLst>
                <p:ext uri="{D42A27DB-BD31-4B8C-83A1-F6EECF244321}">
                  <p14:modId xmlns:p14="http://schemas.microsoft.com/office/powerpoint/2010/main" val="1866387448"/>
                </p:ext>
              </p:extLst>
            </p:nvPr>
          </p:nvGraphicFramePr>
          <p:xfrm>
            <a:off x="-2187" y="635"/>
            <a:ext cx="1315" cy="675"/>
          </p:xfrm>
          <a:graphic>
            <a:graphicData uri="http://schemas.openxmlformats.org/presentationml/2006/ole">
              <mc:AlternateContent xmlns:mc="http://schemas.openxmlformats.org/markup-compatibility/2006">
                <mc:Choice xmlns:v="urn:schemas-microsoft-com:vml" Requires="v">
                  <p:oleObj spid="_x0000_s25032" r:id="rId3" imgW="673125" imgH="393846" progId="Equation.3">
                    <p:embed/>
                  </p:oleObj>
                </mc:Choice>
                <mc:Fallback>
                  <p:oleObj r:id="rId3" imgW="673125" imgH="393846"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7" y="635"/>
                          <a:ext cx="1315" cy="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584" name="Group 8"/>
          <p:cNvGrpSpPr>
            <a:grpSpLocks/>
          </p:cNvGrpSpPr>
          <p:nvPr/>
        </p:nvGrpSpPr>
        <p:grpSpPr bwMode="auto">
          <a:xfrm>
            <a:off x="766285" y="2183845"/>
            <a:ext cx="3034904" cy="640556"/>
            <a:chOff x="-3439" y="448"/>
            <a:chExt cx="2549" cy="538"/>
          </a:xfrm>
        </p:grpSpPr>
        <p:sp>
          <p:nvSpPr>
            <p:cNvPr id="24585" name="Rectangle 9"/>
            <p:cNvSpPr>
              <a:spLocks noChangeArrowheads="1"/>
            </p:cNvSpPr>
            <p:nvPr/>
          </p:nvSpPr>
          <p:spPr bwMode="auto">
            <a:xfrm>
              <a:off x="-3439" y="486"/>
              <a:ext cx="1584" cy="388"/>
            </a:xfrm>
            <a:prstGeom prst="rect">
              <a:avLst/>
            </a:prstGeom>
            <a:noFill/>
            <a:ln w="9525">
              <a:noFill/>
              <a:miter lim="800000"/>
              <a:headEnd/>
              <a:tailEnd/>
            </a:ln>
            <a:effectLst/>
          </p:spPr>
          <p:txBody>
            <a:bodyPr>
              <a:spAutoFit/>
            </a:bodyPr>
            <a:lstStyle/>
            <a:p>
              <a:r>
                <a:rPr lang="zh-CN" altLang="en-US" sz="2400">
                  <a:solidFill>
                    <a:srgbClr val="CC0000"/>
                  </a:solidFill>
                </a:rPr>
                <a:t>引力</a:t>
              </a:r>
              <a:r>
                <a:rPr lang="zh-CN" altLang="en-US" sz="2400"/>
                <a:t>势能</a:t>
              </a:r>
            </a:p>
          </p:txBody>
        </p:sp>
        <p:graphicFrame>
          <p:nvGraphicFramePr>
            <p:cNvPr id="24586" name="Object 10"/>
            <p:cNvGraphicFramePr>
              <a:graphicFrameLocks noChangeAspect="1"/>
            </p:cNvGraphicFramePr>
            <p:nvPr>
              <p:extLst>
                <p:ext uri="{D42A27DB-BD31-4B8C-83A1-F6EECF244321}">
                  <p14:modId xmlns:p14="http://schemas.microsoft.com/office/powerpoint/2010/main" val="2356584245"/>
                </p:ext>
              </p:extLst>
            </p:nvPr>
          </p:nvGraphicFramePr>
          <p:xfrm>
            <a:off x="-2127" y="448"/>
            <a:ext cx="1237" cy="538"/>
          </p:xfrm>
          <a:graphic>
            <a:graphicData uri="http://schemas.openxmlformats.org/presentationml/2006/ole">
              <mc:AlternateContent xmlns:mc="http://schemas.openxmlformats.org/markup-compatibility/2006">
                <mc:Choice xmlns:v="urn:schemas-microsoft-com:vml" Requires="v">
                  <p:oleObj spid="_x0000_s25033" r:id="rId5" imgW="1675990" imgH="723903" progId="Equation.3">
                    <p:embed/>
                  </p:oleObj>
                </mc:Choice>
                <mc:Fallback>
                  <p:oleObj r:id="rId5" imgW="1675990" imgH="723903" progId="Equation.3">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7" y="448"/>
                          <a:ext cx="1237" cy="538"/>
                        </a:xfrm>
                        <a:prstGeom prst="rect">
                          <a:avLst/>
                        </a:prstGeom>
                        <a:noFill/>
                        <a:extLst/>
                      </p:spPr>
                    </p:pic>
                  </p:oleObj>
                </mc:Fallback>
              </mc:AlternateContent>
            </a:graphicData>
          </a:graphic>
        </p:graphicFrame>
      </p:grpSp>
      <p:grpSp>
        <p:nvGrpSpPr>
          <p:cNvPr id="24588" name="Group 12"/>
          <p:cNvGrpSpPr>
            <a:grpSpLocks/>
          </p:cNvGrpSpPr>
          <p:nvPr/>
        </p:nvGrpSpPr>
        <p:grpSpPr bwMode="auto">
          <a:xfrm>
            <a:off x="830819" y="3125391"/>
            <a:ext cx="3963590" cy="629841"/>
            <a:chOff x="-1332" y="381"/>
            <a:chExt cx="3329" cy="529"/>
          </a:xfrm>
        </p:grpSpPr>
        <p:graphicFrame>
          <p:nvGraphicFramePr>
            <p:cNvPr id="24589" name="Object 13"/>
            <p:cNvGraphicFramePr>
              <a:graphicFrameLocks noChangeAspect="1"/>
            </p:cNvGraphicFramePr>
            <p:nvPr>
              <p:extLst>
                <p:ext uri="{D42A27DB-BD31-4B8C-83A1-F6EECF244321}">
                  <p14:modId xmlns:p14="http://schemas.microsoft.com/office/powerpoint/2010/main" val="1174545677"/>
                </p:ext>
              </p:extLst>
            </p:nvPr>
          </p:nvGraphicFramePr>
          <p:xfrm>
            <a:off x="-74" y="381"/>
            <a:ext cx="2071" cy="529"/>
          </p:xfrm>
          <a:graphic>
            <a:graphicData uri="http://schemas.openxmlformats.org/presentationml/2006/ole">
              <mc:AlternateContent xmlns:mc="http://schemas.openxmlformats.org/markup-compatibility/2006">
                <mc:Choice xmlns:v="urn:schemas-microsoft-com:vml" Requires="v">
                  <p:oleObj spid="_x0000_s25034" r:id="rId7" imgW="2108517" imgH="609917" progId="Equation.3">
                    <p:embed/>
                  </p:oleObj>
                </mc:Choice>
                <mc:Fallback>
                  <p:oleObj r:id="rId7" imgW="2108517" imgH="609917"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 y="381"/>
                          <a:ext cx="2071" cy="529"/>
                        </a:xfrm>
                        <a:prstGeom prst="rect">
                          <a:avLst/>
                        </a:prstGeom>
                        <a:noFill/>
                        <a:extLst/>
                      </p:spPr>
                    </p:pic>
                  </p:oleObj>
                </mc:Fallback>
              </mc:AlternateContent>
            </a:graphicData>
          </a:graphic>
        </p:graphicFrame>
        <p:sp>
          <p:nvSpPr>
            <p:cNvPr id="24590" name="Rectangle 14"/>
            <p:cNvSpPr>
              <a:spLocks noChangeArrowheads="1"/>
            </p:cNvSpPr>
            <p:nvPr/>
          </p:nvSpPr>
          <p:spPr bwMode="auto">
            <a:xfrm>
              <a:off x="-1332" y="412"/>
              <a:ext cx="1194"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latin typeface="Times New Roman" pitchFamily="18" charset="0"/>
                </a:rPr>
                <a:t>弹力</a:t>
              </a:r>
              <a:r>
                <a:rPr lang="zh-CN" altLang="en-US" sz="2400">
                  <a:latin typeface="Times New Roman" pitchFamily="18" charset="0"/>
                </a:rPr>
                <a:t>的功</a:t>
              </a:r>
            </a:p>
          </p:txBody>
        </p:sp>
      </p:grpSp>
      <p:grpSp>
        <p:nvGrpSpPr>
          <p:cNvPr id="24592" name="Group 16"/>
          <p:cNvGrpSpPr>
            <a:grpSpLocks/>
          </p:cNvGrpSpPr>
          <p:nvPr/>
        </p:nvGrpSpPr>
        <p:grpSpPr bwMode="auto">
          <a:xfrm>
            <a:off x="766762" y="1227059"/>
            <a:ext cx="4586287" cy="831056"/>
            <a:chOff x="-299" y="-328"/>
            <a:chExt cx="3852" cy="698"/>
          </a:xfrm>
        </p:grpSpPr>
        <p:graphicFrame>
          <p:nvGraphicFramePr>
            <p:cNvPr id="24593" name="Object 17"/>
            <p:cNvGraphicFramePr>
              <a:graphicFrameLocks noChangeAspect="1"/>
            </p:cNvGraphicFramePr>
            <p:nvPr>
              <p:extLst>
                <p:ext uri="{D42A27DB-BD31-4B8C-83A1-F6EECF244321}">
                  <p14:modId xmlns:p14="http://schemas.microsoft.com/office/powerpoint/2010/main" val="2879853880"/>
                </p:ext>
              </p:extLst>
            </p:nvPr>
          </p:nvGraphicFramePr>
          <p:xfrm>
            <a:off x="1013" y="-328"/>
            <a:ext cx="2540" cy="698"/>
          </p:xfrm>
          <a:graphic>
            <a:graphicData uri="http://schemas.openxmlformats.org/presentationml/2006/ole">
              <mc:AlternateContent xmlns:mc="http://schemas.openxmlformats.org/markup-compatibility/2006">
                <mc:Choice xmlns:v="urn:schemas-microsoft-com:vml" Requires="v">
                  <p:oleObj spid="_x0000_s25035" r:id="rId9" imgW="1917185" imgH="482708" progId="Equation.3">
                    <p:embed/>
                  </p:oleObj>
                </mc:Choice>
                <mc:Fallback>
                  <p:oleObj r:id="rId9" imgW="1917185" imgH="482708" progId="Equation.3">
                    <p:embed/>
                    <p:pic>
                      <p:nvPicPr>
                        <p:cNvPr id="0"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3" y="-328"/>
                          <a:ext cx="2540" cy="6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4" name="Rectangle 18"/>
            <p:cNvSpPr>
              <a:spLocks noChangeArrowheads="1"/>
            </p:cNvSpPr>
            <p:nvPr/>
          </p:nvSpPr>
          <p:spPr bwMode="auto">
            <a:xfrm>
              <a:off x="-299" y="-216"/>
              <a:ext cx="1248"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latin typeface="Times New Roman" pitchFamily="18" charset="0"/>
                </a:rPr>
                <a:t>引力</a:t>
              </a:r>
              <a:r>
                <a:rPr lang="zh-CN" altLang="en-US" sz="2400">
                  <a:latin typeface="Times New Roman" pitchFamily="18" charset="0"/>
                </a:rPr>
                <a:t>的功</a:t>
              </a:r>
            </a:p>
          </p:txBody>
        </p:sp>
      </p:grpSp>
      <p:graphicFrame>
        <p:nvGraphicFramePr>
          <p:cNvPr id="21" name="Object 10"/>
          <p:cNvGraphicFramePr>
            <a:graphicFrameLocks noChangeAspect="1"/>
          </p:cNvGraphicFramePr>
          <p:nvPr>
            <p:extLst>
              <p:ext uri="{D42A27DB-BD31-4B8C-83A1-F6EECF244321}">
                <p14:modId xmlns:p14="http://schemas.microsoft.com/office/powerpoint/2010/main" val="4144282875"/>
              </p:ext>
            </p:extLst>
          </p:nvPr>
        </p:nvGraphicFramePr>
        <p:xfrm>
          <a:off x="5365433" y="1349058"/>
          <a:ext cx="1977201" cy="578802"/>
        </p:xfrm>
        <a:graphic>
          <a:graphicData uri="http://schemas.openxmlformats.org/presentationml/2006/ole">
            <mc:AlternateContent xmlns:mc="http://schemas.openxmlformats.org/markup-compatibility/2006">
              <mc:Choice xmlns:v="urn:schemas-microsoft-com:vml" Requires="v">
                <p:oleObj spid="_x0000_s25036" name="Equation" r:id="rId11" imgW="965160" imgH="279360" progId="Equation.DSMT4">
                  <p:embed/>
                </p:oleObj>
              </mc:Choice>
              <mc:Fallback>
                <p:oleObj name="Equation" r:id="rId11" imgW="965160" imgH="279360" progId="Equation.DSMT4">
                  <p:embed/>
                  <p:pic>
                    <p:nvPicPr>
                      <p:cNvPr id="24586" name="Object 10"/>
                      <p:cNvPicPr>
                        <a:picLocks noChangeAspect="1" noChangeArrowheads="1"/>
                      </p:cNvPicPr>
                      <p:nvPr/>
                    </p:nvPicPr>
                    <p:blipFill>
                      <a:blip r:embed="rId12"/>
                      <a:srcRect/>
                      <a:stretch>
                        <a:fillRect/>
                      </a:stretch>
                    </p:blipFill>
                    <p:spPr bwMode="auto">
                      <a:xfrm>
                        <a:off x="5365433" y="1349058"/>
                        <a:ext cx="1977201" cy="578802"/>
                      </a:xfrm>
                      <a:prstGeom prst="rect">
                        <a:avLst/>
                      </a:prstGeom>
                      <a:noFill/>
                      <a:extLst/>
                    </p:spPr>
                  </p:pic>
                </p:oleObj>
              </mc:Fallback>
            </mc:AlternateContent>
          </a:graphicData>
        </a:graphic>
      </p:graphicFrame>
      <p:graphicFrame>
        <p:nvGraphicFramePr>
          <p:cNvPr id="22" name="Object 10"/>
          <p:cNvGraphicFramePr>
            <a:graphicFrameLocks noChangeAspect="1"/>
          </p:cNvGraphicFramePr>
          <p:nvPr>
            <p:extLst>
              <p:ext uri="{D42A27DB-BD31-4B8C-83A1-F6EECF244321}">
                <p14:modId xmlns:p14="http://schemas.microsoft.com/office/powerpoint/2010/main" val="2679476333"/>
              </p:ext>
            </p:extLst>
          </p:nvPr>
        </p:nvGraphicFramePr>
        <p:xfrm>
          <a:off x="4824889" y="3176430"/>
          <a:ext cx="1977201" cy="578802"/>
        </p:xfrm>
        <a:graphic>
          <a:graphicData uri="http://schemas.openxmlformats.org/presentationml/2006/ole">
            <mc:AlternateContent xmlns:mc="http://schemas.openxmlformats.org/markup-compatibility/2006">
              <mc:Choice xmlns:v="urn:schemas-microsoft-com:vml" Requires="v">
                <p:oleObj spid="_x0000_s25037" name="Equation" r:id="rId13" imgW="965160" imgH="279360" progId="Equation.DSMT4">
                  <p:embed/>
                </p:oleObj>
              </mc:Choice>
              <mc:Fallback>
                <p:oleObj name="Equation" r:id="rId13" imgW="965160" imgH="279360" progId="Equation.DSMT4">
                  <p:embed/>
                  <p:pic>
                    <p:nvPicPr>
                      <p:cNvPr id="21" name="Object 10"/>
                      <p:cNvPicPr>
                        <a:picLocks noChangeAspect="1" noChangeArrowheads="1"/>
                      </p:cNvPicPr>
                      <p:nvPr/>
                    </p:nvPicPr>
                    <p:blipFill>
                      <a:blip r:embed="rId14"/>
                      <a:srcRect/>
                      <a:stretch>
                        <a:fillRect/>
                      </a:stretch>
                    </p:blipFill>
                    <p:spPr bwMode="auto">
                      <a:xfrm>
                        <a:off x="4824889" y="3176430"/>
                        <a:ext cx="1977201" cy="578802"/>
                      </a:xfrm>
                      <a:prstGeom prst="rect">
                        <a:avLst/>
                      </a:prstGeom>
                      <a:noFill/>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584"/>
                                        </p:tgtEl>
                                        <p:attrNameLst>
                                          <p:attrName>style.visibility</p:attrName>
                                        </p:attrNameLst>
                                      </p:cBhvr>
                                      <p:to>
                                        <p:strVal val="visible"/>
                                      </p:to>
                                    </p:set>
                                    <p:animEffect transition="in" filter="wipe(left)">
                                      <p:cBhvr>
                                        <p:cTn id="7" dur="500"/>
                                        <p:tgtEl>
                                          <p:spTgt spid="2458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458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4580"/>
                                        </p:tgtEl>
                                        <p:attrNameLst>
                                          <p:attrName>style.visibility</p:attrName>
                                        </p:attrNameLst>
                                      </p:cBhvr>
                                      <p:to>
                                        <p:strVal val="visible"/>
                                      </p:to>
                                    </p:set>
                                    <p:animEffect transition="in" filter="wipe(left)">
                                      <p:cBhvr>
                                        <p:cTn id="20" dur="500"/>
                                        <p:tgtEl>
                                          <p:spTgt spid="2458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fld id="{36B65504-B29E-47A1-8462-5C81602554F5}" type="slidenum">
              <a:rPr lang="zh-CN" altLang="en-US"/>
              <a:pPr/>
              <a:t>10</a:t>
            </a:fld>
            <a:endParaRPr lang="en-US"/>
          </a:p>
        </p:txBody>
      </p:sp>
      <p:graphicFrame>
        <p:nvGraphicFramePr>
          <p:cNvPr id="25602" name="Object 2"/>
          <p:cNvGraphicFramePr>
            <a:graphicFrameLocks noChangeAspect="1"/>
          </p:cNvGraphicFramePr>
          <p:nvPr>
            <p:extLst>
              <p:ext uri="{D42A27DB-BD31-4B8C-83A1-F6EECF244321}">
                <p14:modId xmlns:p14="http://schemas.microsoft.com/office/powerpoint/2010/main" val="2626497962"/>
              </p:ext>
            </p:extLst>
          </p:nvPr>
        </p:nvGraphicFramePr>
        <p:xfrm>
          <a:off x="2951559" y="561940"/>
          <a:ext cx="3726656" cy="539354"/>
        </p:xfrm>
        <a:graphic>
          <a:graphicData uri="http://schemas.openxmlformats.org/presentationml/2006/ole">
            <mc:AlternateContent xmlns:mc="http://schemas.openxmlformats.org/markup-compatibility/2006">
              <mc:Choice xmlns:v="urn:schemas-microsoft-com:vml" Requires="v">
                <p:oleObj spid="_x0000_s25779" r:id="rId3" imgW="1561739" imgH="241512" progId="Equation.3">
                  <p:embed/>
                </p:oleObj>
              </mc:Choice>
              <mc:Fallback>
                <p:oleObj r:id="rId3" imgW="1561739" imgH="241512"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1559" y="561940"/>
                        <a:ext cx="3726656" cy="539354"/>
                      </a:xfrm>
                      <a:prstGeom prst="rect">
                        <a:avLst/>
                      </a:prstGeom>
                      <a:gradFill rotWithShape="0">
                        <a:gsLst>
                          <a:gs pos="0">
                            <a:srgbClr val="E1F4FB"/>
                          </a:gs>
                          <a:gs pos="50000">
                            <a:srgbClr val="FFFFFF"/>
                          </a:gs>
                          <a:gs pos="100000">
                            <a:srgbClr val="E1F4FB"/>
                          </a:gs>
                        </a:gsLst>
                        <a:lin ang="5400000" scaled="1"/>
                      </a:gradFill>
                      <a:ln w="9525">
                        <a:solidFill>
                          <a:schemeClr val="tx2"/>
                        </a:solidFill>
                        <a:miter lim="800000"/>
                        <a:headEnd/>
                        <a:tailEnd/>
                      </a:ln>
                    </p:spPr>
                  </p:pic>
                </p:oleObj>
              </mc:Fallback>
            </mc:AlternateContent>
          </a:graphicData>
        </a:graphic>
      </p:graphicFrame>
      <p:sp>
        <p:nvSpPr>
          <p:cNvPr id="25603" name="Text Box 3"/>
          <p:cNvSpPr txBox="1">
            <a:spLocks noChangeArrowheads="1"/>
          </p:cNvSpPr>
          <p:nvPr/>
        </p:nvSpPr>
        <p:spPr bwMode="auto">
          <a:xfrm>
            <a:off x="1115615" y="601232"/>
            <a:ext cx="2188369"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000000"/>
                </a:solidFill>
                <a:latin typeface="Times New Roman" pitchFamily="18" charset="0"/>
              </a:rPr>
              <a:t>保守力的</a:t>
            </a:r>
            <a:r>
              <a:rPr lang="zh-CN" altLang="en-US" sz="2400" smtClean="0">
                <a:solidFill>
                  <a:srgbClr val="000000"/>
                </a:solidFill>
                <a:latin typeface="Times New Roman" pitchFamily="18" charset="0"/>
              </a:rPr>
              <a:t>功</a:t>
            </a:r>
            <a:r>
              <a:rPr lang="en-US" altLang="zh-CN" sz="2400" smtClean="0">
                <a:solidFill>
                  <a:srgbClr val="000000"/>
                </a:solidFill>
                <a:latin typeface="Times New Roman" pitchFamily="18" charset="0"/>
              </a:rPr>
              <a:t>:</a:t>
            </a:r>
            <a:endParaRPr lang="zh-CN" altLang="en-US" sz="2400">
              <a:solidFill>
                <a:srgbClr val="000000"/>
              </a:solidFill>
              <a:latin typeface="Times New Roman" pitchFamily="18" charset="0"/>
            </a:endParaRPr>
          </a:p>
        </p:txBody>
      </p:sp>
      <p:sp>
        <p:nvSpPr>
          <p:cNvPr id="25604" name="Rectangle 4"/>
          <p:cNvSpPr>
            <a:spLocks noChangeArrowheads="1"/>
          </p:cNvSpPr>
          <p:nvPr/>
        </p:nvSpPr>
        <p:spPr bwMode="auto">
          <a:xfrm>
            <a:off x="3411142" y="1275160"/>
            <a:ext cx="4563665" cy="461665"/>
          </a:xfrm>
          <a:prstGeom prst="rect">
            <a:avLst/>
          </a:prstGeom>
          <a:noFill/>
          <a:ln w="9525">
            <a:noFill/>
            <a:miter lim="800000"/>
            <a:headEnd/>
            <a:tailEnd/>
          </a:ln>
          <a:effectLst/>
        </p:spPr>
        <p:txBody>
          <a:bodyPr>
            <a:spAutoFit/>
          </a:bodyPr>
          <a:lstStyle/>
          <a:p>
            <a:r>
              <a:rPr lang="en-US" altLang="zh-CN" sz="2400">
                <a:solidFill>
                  <a:srgbClr val="CC0000"/>
                </a:solidFill>
                <a:latin typeface="Times New Roman" pitchFamily="18" charset="0"/>
              </a:rPr>
              <a:t>——</a:t>
            </a:r>
            <a:r>
              <a:rPr lang="zh-CN" altLang="en-US" sz="2400">
                <a:solidFill>
                  <a:srgbClr val="CC0000"/>
                </a:solidFill>
                <a:latin typeface="Times New Roman" pitchFamily="18" charset="0"/>
              </a:rPr>
              <a:t>保守力作正功，势能减少．</a:t>
            </a:r>
          </a:p>
        </p:txBody>
      </p:sp>
      <p:sp>
        <p:nvSpPr>
          <p:cNvPr id="25605" name="Text Box 5"/>
          <p:cNvSpPr txBox="1">
            <a:spLocks noChangeArrowheads="1"/>
          </p:cNvSpPr>
          <p:nvPr/>
        </p:nvSpPr>
        <p:spPr bwMode="auto">
          <a:xfrm>
            <a:off x="967264" y="2846769"/>
            <a:ext cx="8016716" cy="535531"/>
          </a:xfrm>
          <a:prstGeom prst="rect">
            <a:avLst/>
          </a:prstGeom>
          <a:noFill/>
          <a:ln w="9525">
            <a:noFill/>
            <a:miter lim="800000"/>
            <a:headEnd/>
            <a:tailEnd/>
          </a:ln>
          <a:effectLst/>
        </p:spPr>
        <p:txBody>
          <a:bodyPr wrap="square">
            <a:spAutoFit/>
          </a:bodyPr>
          <a:lstStyle/>
          <a:p>
            <a:pPr>
              <a:lnSpc>
                <a:spcPct val="120000"/>
              </a:lnSpc>
              <a:buFont typeface="Arial" charset="0"/>
              <a:buBlip>
                <a:blip r:embed="rId5"/>
              </a:buBlip>
            </a:pPr>
            <a:r>
              <a:rPr lang="zh-CN" altLang="en-US" sz="2400">
                <a:solidFill>
                  <a:srgbClr val="1C1C1C"/>
                </a:solidFill>
              </a:rPr>
              <a:t>   势能具有</a:t>
            </a:r>
            <a:r>
              <a:rPr lang="zh-CN" altLang="en-US" sz="2400"/>
              <a:t>相对性，</a:t>
            </a:r>
            <a:r>
              <a:rPr lang="zh-CN" altLang="en-US" sz="2400">
                <a:solidFill>
                  <a:srgbClr val="1C1C1C"/>
                </a:solidFill>
              </a:rPr>
              <a:t>势能</a:t>
            </a:r>
            <a:r>
              <a:rPr lang="zh-CN" altLang="en-US" sz="2400">
                <a:solidFill>
                  <a:srgbClr val="000000"/>
                </a:solidFill>
              </a:rPr>
              <a:t>大小</a:t>
            </a:r>
            <a:r>
              <a:rPr lang="zh-CN" altLang="en-US" sz="2400">
                <a:solidFill>
                  <a:srgbClr val="1C1C1C"/>
                </a:solidFill>
              </a:rPr>
              <a:t>与</a:t>
            </a:r>
            <a:r>
              <a:rPr lang="zh-CN" altLang="en-US" sz="2400">
                <a:solidFill>
                  <a:srgbClr val="0000FF"/>
                </a:solidFill>
              </a:rPr>
              <a:t>势能零</a:t>
            </a:r>
            <a:r>
              <a:rPr lang="zh-CN" altLang="en-US" sz="2400" smtClean="0">
                <a:solidFill>
                  <a:srgbClr val="0000FF"/>
                </a:solidFill>
              </a:rPr>
              <a:t>点</a:t>
            </a:r>
            <a:r>
              <a:rPr lang="zh-CN" altLang="en-US" sz="2400" smtClean="0">
                <a:solidFill>
                  <a:srgbClr val="1C1C1C"/>
                </a:solidFill>
              </a:rPr>
              <a:t>的</a:t>
            </a:r>
            <a:r>
              <a:rPr lang="zh-CN" altLang="en-US" sz="2400">
                <a:solidFill>
                  <a:srgbClr val="1C1C1C"/>
                </a:solidFill>
              </a:rPr>
              <a:t>选取</a:t>
            </a:r>
            <a:r>
              <a:rPr lang="zh-CN" altLang="en-US" sz="2400">
                <a:solidFill>
                  <a:srgbClr val="000000"/>
                </a:solidFill>
              </a:rPr>
              <a:t>有关．</a:t>
            </a:r>
          </a:p>
        </p:txBody>
      </p:sp>
      <p:graphicFrame>
        <p:nvGraphicFramePr>
          <p:cNvPr id="25606" name="Object 6"/>
          <p:cNvGraphicFramePr>
            <a:graphicFrameLocks noChangeAspect="1"/>
          </p:cNvGraphicFramePr>
          <p:nvPr>
            <p:extLst>
              <p:ext uri="{D42A27DB-BD31-4B8C-83A1-F6EECF244321}">
                <p14:modId xmlns:p14="http://schemas.microsoft.com/office/powerpoint/2010/main" val="1964555165"/>
              </p:ext>
            </p:extLst>
          </p:nvPr>
        </p:nvGraphicFramePr>
        <p:xfrm>
          <a:off x="4022407" y="2199085"/>
          <a:ext cx="2214563" cy="542925"/>
        </p:xfrm>
        <a:graphic>
          <a:graphicData uri="http://schemas.openxmlformats.org/presentationml/2006/ole">
            <mc:AlternateContent xmlns:mc="http://schemas.openxmlformats.org/markup-compatibility/2006">
              <mc:Choice xmlns:v="urn:schemas-microsoft-com:vml" Requires="v">
                <p:oleObj spid="_x0000_s25780" r:id="rId6" imgW="977793" imgH="241512" progId="Equation.3">
                  <p:embed/>
                </p:oleObj>
              </mc:Choice>
              <mc:Fallback>
                <p:oleObj r:id="rId6" imgW="977793" imgH="241512" progId="Equation.3">
                  <p:embed/>
                  <p:pic>
                    <p:nvPicPr>
                      <p:cNvPr id="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2407" y="2199085"/>
                        <a:ext cx="2214563"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7" name="Rectangle 7"/>
          <p:cNvSpPr>
            <a:spLocks noChangeArrowheads="1"/>
          </p:cNvSpPr>
          <p:nvPr/>
        </p:nvSpPr>
        <p:spPr bwMode="auto">
          <a:xfrm>
            <a:off x="982742" y="2210991"/>
            <a:ext cx="3371850" cy="461665"/>
          </a:xfrm>
          <a:prstGeom prst="rect">
            <a:avLst/>
          </a:prstGeom>
          <a:noFill/>
          <a:ln w="9525">
            <a:noFill/>
            <a:miter lim="800000"/>
            <a:headEnd/>
            <a:tailEnd/>
          </a:ln>
          <a:effectLst/>
        </p:spPr>
        <p:txBody>
          <a:bodyPr>
            <a:spAutoFit/>
          </a:bodyPr>
          <a:lstStyle/>
          <a:p>
            <a:pPr>
              <a:spcBef>
                <a:spcPct val="50000"/>
              </a:spcBef>
              <a:buFont typeface="Arial" charset="0"/>
              <a:buBlip>
                <a:blip r:embed="rId5"/>
              </a:buBlip>
            </a:pPr>
            <a:r>
              <a:rPr lang="zh-CN" altLang="en-US" sz="2400">
                <a:solidFill>
                  <a:srgbClr val="1C1C1C"/>
                </a:solidFill>
              </a:rPr>
              <a:t>   势能是</a:t>
            </a:r>
            <a:r>
              <a:rPr lang="zh-CN" altLang="en-US" sz="2400"/>
              <a:t>状态的</a:t>
            </a:r>
            <a:r>
              <a:rPr lang="zh-CN" altLang="en-US" sz="2400">
                <a:solidFill>
                  <a:srgbClr val="1C1C1C"/>
                </a:solidFill>
              </a:rPr>
              <a:t>函数</a:t>
            </a:r>
          </a:p>
        </p:txBody>
      </p:sp>
      <p:sp>
        <p:nvSpPr>
          <p:cNvPr id="25608" name="Rectangle 8"/>
          <p:cNvSpPr>
            <a:spLocks noChangeArrowheads="1"/>
          </p:cNvSpPr>
          <p:nvPr/>
        </p:nvSpPr>
        <p:spPr bwMode="auto">
          <a:xfrm>
            <a:off x="981552" y="3556413"/>
            <a:ext cx="3726656" cy="461665"/>
          </a:xfrm>
          <a:prstGeom prst="rect">
            <a:avLst/>
          </a:prstGeom>
          <a:noFill/>
          <a:ln w="9525">
            <a:noFill/>
            <a:miter lim="800000"/>
            <a:headEnd/>
            <a:tailEnd/>
          </a:ln>
          <a:effectLst/>
        </p:spPr>
        <p:txBody>
          <a:bodyPr>
            <a:spAutoFit/>
          </a:bodyPr>
          <a:lstStyle/>
          <a:p>
            <a:pPr>
              <a:spcBef>
                <a:spcPct val="50000"/>
              </a:spcBef>
              <a:buFont typeface="Arial" charset="0"/>
              <a:buBlip>
                <a:blip r:embed="rId5"/>
              </a:buBlip>
            </a:pPr>
            <a:r>
              <a:rPr lang="zh-CN" altLang="en-US" sz="2400">
                <a:solidFill>
                  <a:srgbClr val="1C1C1C"/>
                </a:solidFill>
              </a:rPr>
              <a:t>   势能是属于</a:t>
            </a:r>
            <a:r>
              <a:rPr lang="zh-CN" altLang="en-US" sz="2400"/>
              <a:t>系统的</a:t>
            </a:r>
            <a:r>
              <a:rPr lang="zh-CN" altLang="en-US" sz="2400">
                <a:solidFill>
                  <a:srgbClr val="1C1C1C"/>
                </a:solidFill>
              </a:rPr>
              <a:t>．</a:t>
            </a:r>
          </a:p>
        </p:txBody>
      </p:sp>
      <p:sp>
        <p:nvSpPr>
          <p:cNvPr id="25612" name="Rectangle 12"/>
          <p:cNvSpPr>
            <a:spLocks noChangeArrowheads="1"/>
          </p:cNvSpPr>
          <p:nvPr/>
        </p:nvSpPr>
        <p:spPr bwMode="auto">
          <a:xfrm>
            <a:off x="982743" y="4192191"/>
            <a:ext cx="4968478" cy="461665"/>
          </a:xfrm>
          <a:prstGeom prst="rect">
            <a:avLst/>
          </a:prstGeom>
          <a:noFill/>
          <a:ln w="9525">
            <a:noFill/>
            <a:miter lim="800000"/>
            <a:headEnd/>
            <a:tailEnd/>
          </a:ln>
          <a:effectLst/>
        </p:spPr>
        <p:txBody>
          <a:bodyPr>
            <a:spAutoFit/>
          </a:bodyPr>
          <a:lstStyle/>
          <a:p>
            <a:pPr>
              <a:spcBef>
                <a:spcPct val="50000"/>
              </a:spcBef>
              <a:buFont typeface="Arial" charset="0"/>
              <a:buBlip>
                <a:blip r:embed="rId5"/>
              </a:buBlip>
            </a:pPr>
            <a:r>
              <a:rPr lang="zh-CN" altLang="en-US" sz="2400">
                <a:solidFill>
                  <a:srgbClr val="1C1C1C"/>
                </a:solidFill>
              </a:rPr>
              <a:t>   </a:t>
            </a:r>
            <a:r>
              <a:rPr lang="zh-CN" altLang="en-US" sz="2400">
                <a:solidFill>
                  <a:srgbClr val="0000FF"/>
                </a:solidFill>
              </a:rPr>
              <a:t>势能差</a:t>
            </a:r>
            <a:r>
              <a:rPr lang="zh-CN" altLang="en-US" sz="2400">
                <a:solidFill>
                  <a:srgbClr val="1C1C1C"/>
                </a:solidFill>
              </a:rPr>
              <a:t>与势能零点选取无关．</a:t>
            </a:r>
          </a:p>
        </p:txBody>
      </p:sp>
      <p:grpSp>
        <p:nvGrpSpPr>
          <p:cNvPr id="2" name="组合 1"/>
          <p:cNvGrpSpPr/>
          <p:nvPr/>
        </p:nvGrpSpPr>
        <p:grpSpPr>
          <a:xfrm>
            <a:off x="266581" y="2432912"/>
            <a:ext cx="628650" cy="1759279"/>
            <a:chOff x="563761" y="2308521"/>
            <a:chExt cx="628650" cy="1318599"/>
          </a:xfrm>
        </p:grpSpPr>
        <p:sp>
          <p:nvSpPr>
            <p:cNvPr id="25610" name="AutoShape 10"/>
            <p:cNvSpPr>
              <a:spLocks noChangeArrowheads="1"/>
            </p:cNvSpPr>
            <p:nvPr/>
          </p:nvSpPr>
          <p:spPr bwMode="auto">
            <a:xfrm rot="16200000">
              <a:off x="218786" y="2653496"/>
              <a:ext cx="1318599" cy="628650"/>
            </a:xfrm>
            <a:prstGeom prst="horizontalScroll">
              <a:avLst>
                <a:gd name="adj" fmla="val 12500"/>
              </a:avLst>
            </a:prstGeom>
            <a:gradFill rotWithShape="1">
              <a:gsLst>
                <a:gs pos="0">
                  <a:schemeClr val="accent1"/>
                </a:gs>
                <a:gs pos="50000">
                  <a:schemeClr val="bg1"/>
                </a:gs>
                <a:gs pos="100000">
                  <a:schemeClr val="accent1"/>
                </a:gs>
              </a:gsLst>
              <a:lin ang="5400000" scaled="1"/>
            </a:gradFill>
            <a:ln w="12700">
              <a:solidFill>
                <a:srgbClr val="003366"/>
              </a:solidFill>
              <a:round/>
              <a:headEnd/>
              <a:tailEnd/>
            </a:ln>
            <a:effectLst/>
          </p:spPr>
          <p:txBody>
            <a:bodyPr wrap="none" anchor="ctr"/>
            <a:lstStyle/>
            <a:p>
              <a:endParaRPr lang="zh-CN" altLang="en-US" sz="2400"/>
            </a:p>
          </p:txBody>
        </p:sp>
        <p:sp>
          <p:nvSpPr>
            <p:cNvPr id="14" name="Text Box 11"/>
            <p:cNvSpPr txBox="1">
              <a:spLocks noChangeArrowheads="1"/>
            </p:cNvSpPr>
            <p:nvPr/>
          </p:nvSpPr>
          <p:spPr bwMode="auto">
            <a:xfrm>
              <a:off x="639960" y="2569749"/>
              <a:ext cx="551855" cy="830997"/>
            </a:xfrm>
            <a:prstGeom prst="rect">
              <a:avLst/>
            </a:prstGeom>
            <a:noFill/>
            <a:ln w="9525">
              <a:noFill/>
              <a:miter lim="800000"/>
              <a:headEnd/>
              <a:tailEnd/>
            </a:ln>
            <a:effectLst/>
          </p:spPr>
          <p:txBody>
            <a:bodyPr wrap="square">
              <a:spAutoFit/>
            </a:bodyPr>
            <a:lstStyle/>
            <a:p>
              <a:r>
                <a:rPr lang="zh-CN" altLang="en-US" sz="2400" smtClean="0">
                  <a:solidFill>
                    <a:srgbClr val="CC0000"/>
                  </a:solidFill>
                  <a:latin typeface="Times New Roman" pitchFamily="18" charset="0"/>
                </a:rPr>
                <a:t>注</a:t>
              </a:r>
              <a:endParaRPr lang="en-US" altLang="zh-CN" sz="2400" smtClean="0">
                <a:solidFill>
                  <a:srgbClr val="CC0000"/>
                </a:solidFill>
                <a:latin typeface="Times New Roman" pitchFamily="18" charset="0"/>
              </a:endParaRPr>
            </a:p>
            <a:p>
              <a:r>
                <a:rPr lang="zh-CN" altLang="en-US" sz="2400" smtClean="0">
                  <a:solidFill>
                    <a:srgbClr val="CC0000"/>
                  </a:solidFill>
                  <a:latin typeface="Times New Roman" pitchFamily="18" charset="0"/>
                </a:rPr>
                <a:t>意</a:t>
              </a:r>
              <a:endParaRPr lang="zh-CN" altLang="en-US" sz="2400">
                <a:solidFill>
                  <a:srgbClr val="CC0000"/>
                </a:solidFill>
                <a:latin typeface="Times New Roman"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blinds(horizontal)">
                                      <p:cBhvr>
                                        <p:cTn id="7" dur="500"/>
                                        <p:tgtEl>
                                          <p:spTgt spid="25607"/>
                                        </p:tgtEl>
                                      </p:cBhvr>
                                    </p:animEffect>
                                  </p:childTnLst>
                                </p:cTn>
                              </p:par>
                              <p:par>
                                <p:cTn id="8" presetID="3" presetClass="entr" presetSubtype="10" fill="hold" nodeType="withEffect">
                                  <p:stCondLst>
                                    <p:cond delay="0"/>
                                  </p:stCondLst>
                                  <p:childTnLst>
                                    <p:set>
                                      <p:cBhvr>
                                        <p:cTn id="9" dur="1" fill="hold">
                                          <p:stCondLst>
                                            <p:cond delay="0"/>
                                          </p:stCondLst>
                                        </p:cTn>
                                        <p:tgtEl>
                                          <p:spTgt spid="25606"/>
                                        </p:tgtEl>
                                        <p:attrNameLst>
                                          <p:attrName>style.visibility</p:attrName>
                                        </p:attrNameLst>
                                      </p:cBhvr>
                                      <p:to>
                                        <p:strVal val="visible"/>
                                      </p:to>
                                    </p:set>
                                    <p:animEffect transition="in" filter="blinds(horizontal)">
                                      <p:cBhvr>
                                        <p:cTn id="10" dur="500"/>
                                        <p:tgtEl>
                                          <p:spTgt spid="2560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5605"/>
                                        </p:tgtEl>
                                        <p:attrNameLst>
                                          <p:attrName>style.visibility</p:attrName>
                                        </p:attrNameLst>
                                      </p:cBhvr>
                                      <p:to>
                                        <p:strVal val="visible"/>
                                      </p:to>
                                    </p:set>
                                    <p:animEffect transition="in" filter="blinds(horizontal)">
                                      <p:cBhvr>
                                        <p:cTn id="15" dur="500"/>
                                        <p:tgtEl>
                                          <p:spTgt spid="2560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608"/>
                                        </p:tgtEl>
                                        <p:attrNameLst>
                                          <p:attrName>style.visibility</p:attrName>
                                        </p:attrNameLst>
                                      </p:cBhvr>
                                      <p:to>
                                        <p:strVal val="visible"/>
                                      </p:to>
                                    </p:set>
                                    <p:animEffect transition="in" filter="blinds(horizontal)">
                                      <p:cBhvr>
                                        <p:cTn id="20" dur="500"/>
                                        <p:tgtEl>
                                          <p:spTgt spid="2560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5612"/>
                                        </p:tgtEl>
                                        <p:attrNameLst>
                                          <p:attrName>style.visibility</p:attrName>
                                        </p:attrNameLst>
                                      </p:cBhvr>
                                      <p:to>
                                        <p:strVal val="visible"/>
                                      </p:to>
                                    </p:set>
                                    <p:animEffect transition="in" filter="blinds(horizontal)">
                                      <p:cBhvr>
                                        <p:cTn id="25" dur="500"/>
                                        <p:tgtEl>
                                          <p:spTgt spid="25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p:bldP spid="25607" grpId="0" autoUpdateAnimBg="0"/>
      <p:bldP spid="25608" grpId="0" autoUpdateAnimBg="0"/>
      <p:bldP spid="2561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灯片编号占位符 1"/>
          <p:cNvSpPr>
            <a:spLocks noGrp="1"/>
          </p:cNvSpPr>
          <p:nvPr>
            <p:ph type="sldNum" sz="quarter" idx="10"/>
          </p:nvPr>
        </p:nvSpPr>
        <p:spPr/>
        <p:txBody>
          <a:bodyPr/>
          <a:lstStyle/>
          <a:p>
            <a:fld id="{CC2DAFA4-847B-4C9B-9BF2-5815003B8E22}" type="slidenum">
              <a:rPr lang="zh-CN" altLang="en-US"/>
              <a:pPr/>
              <a:t>11</a:t>
            </a:fld>
            <a:endParaRPr lang="en-US"/>
          </a:p>
        </p:txBody>
      </p:sp>
      <p:grpSp>
        <p:nvGrpSpPr>
          <p:cNvPr id="26628" name="Group 4"/>
          <p:cNvGrpSpPr>
            <a:grpSpLocks/>
          </p:cNvGrpSpPr>
          <p:nvPr/>
        </p:nvGrpSpPr>
        <p:grpSpPr bwMode="auto">
          <a:xfrm>
            <a:off x="981296" y="1060568"/>
            <a:ext cx="1612113" cy="2134428"/>
            <a:chOff x="0" y="0"/>
            <a:chExt cx="1392" cy="1843"/>
          </a:xfrm>
        </p:grpSpPr>
        <p:grpSp>
          <p:nvGrpSpPr>
            <p:cNvPr id="26629" name="Group 5"/>
            <p:cNvGrpSpPr>
              <a:grpSpLocks/>
            </p:cNvGrpSpPr>
            <p:nvPr/>
          </p:nvGrpSpPr>
          <p:grpSpPr bwMode="auto">
            <a:xfrm>
              <a:off x="0" y="499"/>
              <a:ext cx="1392" cy="1344"/>
              <a:chOff x="0" y="0"/>
              <a:chExt cx="1392" cy="1344"/>
            </a:xfrm>
          </p:grpSpPr>
          <p:sp>
            <p:nvSpPr>
              <p:cNvPr id="26630" name="Line 6"/>
              <p:cNvSpPr>
                <a:spLocks noChangeShapeType="1"/>
              </p:cNvSpPr>
              <p:nvPr/>
            </p:nvSpPr>
            <p:spPr bwMode="auto">
              <a:xfrm>
                <a:off x="374" y="1236"/>
                <a:ext cx="981" cy="0"/>
              </a:xfrm>
              <a:prstGeom prst="line">
                <a:avLst/>
              </a:prstGeom>
              <a:noFill/>
              <a:ln w="19050">
                <a:solidFill>
                  <a:srgbClr val="000000"/>
                </a:solidFill>
                <a:round/>
                <a:headEnd/>
                <a:tailEnd type="triangle" w="sm" len="lg"/>
              </a:ln>
              <a:effectLst/>
            </p:spPr>
            <p:txBody>
              <a:bodyPr wrap="none" anchor="ctr"/>
              <a:lstStyle/>
              <a:p>
                <a:endParaRPr lang="zh-CN" altLang="en-US" sz="2400"/>
              </a:p>
            </p:txBody>
          </p:sp>
          <p:sp>
            <p:nvSpPr>
              <p:cNvPr id="26631" name="Line 7"/>
              <p:cNvSpPr>
                <a:spLocks noChangeShapeType="1"/>
              </p:cNvSpPr>
              <p:nvPr/>
            </p:nvSpPr>
            <p:spPr bwMode="auto">
              <a:xfrm flipV="1">
                <a:off x="368" y="105"/>
                <a:ext cx="0" cy="1126"/>
              </a:xfrm>
              <a:prstGeom prst="line">
                <a:avLst/>
              </a:prstGeom>
              <a:noFill/>
              <a:ln w="19050">
                <a:solidFill>
                  <a:srgbClr val="000000"/>
                </a:solidFill>
                <a:round/>
                <a:headEnd/>
                <a:tailEnd type="triangle" w="sm" len="lg"/>
              </a:ln>
              <a:effectLst/>
            </p:spPr>
            <p:txBody>
              <a:bodyPr wrap="none" anchor="ctr"/>
              <a:lstStyle/>
              <a:p>
                <a:endParaRPr lang="zh-CN" altLang="en-US" sz="2400"/>
              </a:p>
            </p:txBody>
          </p:sp>
          <p:sp>
            <p:nvSpPr>
              <p:cNvPr id="26632" name="Line 8"/>
              <p:cNvSpPr>
                <a:spLocks noChangeShapeType="1"/>
              </p:cNvSpPr>
              <p:nvPr/>
            </p:nvSpPr>
            <p:spPr bwMode="auto">
              <a:xfrm flipV="1">
                <a:off x="368" y="386"/>
                <a:ext cx="817" cy="845"/>
              </a:xfrm>
              <a:prstGeom prst="line">
                <a:avLst/>
              </a:prstGeom>
              <a:noFill/>
              <a:ln w="28575">
                <a:solidFill>
                  <a:srgbClr val="FF0000"/>
                </a:solidFill>
                <a:round/>
                <a:headEnd/>
                <a:tailEnd/>
              </a:ln>
              <a:effectLst/>
            </p:spPr>
            <p:txBody>
              <a:bodyPr wrap="none" anchor="ctr"/>
              <a:lstStyle/>
              <a:p>
                <a:endParaRPr lang="zh-CN" altLang="en-US" sz="2400"/>
              </a:p>
            </p:txBody>
          </p:sp>
          <p:graphicFrame>
            <p:nvGraphicFramePr>
              <p:cNvPr id="26633" name="Object 9"/>
              <p:cNvGraphicFramePr>
                <a:graphicFrameLocks noChangeAspect="1"/>
              </p:cNvGraphicFramePr>
              <p:nvPr/>
            </p:nvGraphicFramePr>
            <p:xfrm>
              <a:off x="0" y="0"/>
              <a:ext cx="384" cy="432"/>
            </p:xfrm>
            <a:graphic>
              <a:graphicData uri="http://schemas.openxmlformats.org/presentationml/2006/ole">
                <mc:AlternateContent xmlns:mc="http://schemas.openxmlformats.org/markup-compatibility/2006">
                  <mc:Choice xmlns:v="urn:schemas-microsoft-com:vml" Requires="v">
                    <p:oleObj spid="_x0000_s364884" r:id="rId3" imgW="190734" imgH="241512" progId="Equation.3">
                      <p:embed/>
                    </p:oleObj>
                  </mc:Choice>
                  <mc:Fallback>
                    <p:oleObj r:id="rId3" imgW="190734" imgH="241512" progId="Equation.3">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84"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4" name="Object 10"/>
              <p:cNvGraphicFramePr>
                <a:graphicFrameLocks noChangeAspect="1"/>
              </p:cNvGraphicFramePr>
              <p:nvPr/>
            </p:nvGraphicFramePr>
            <p:xfrm>
              <a:off x="1186" y="960"/>
              <a:ext cx="206" cy="288"/>
            </p:xfrm>
            <a:graphic>
              <a:graphicData uri="http://schemas.openxmlformats.org/presentationml/2006/ole">
                <mc:AlternateContent xmlns:mc="http://schemas.openxmlformats.org/markup-compatibility/2006">
                  <mc:Choice xmlns:v="urn:schemas-microsoft-com:vml" Requires="v">
                    <p:oleObj spid="_x0000_s364885" r:id="rId5" imgW="127042" imgH="127042" progId="Equation.3">
                      <p:embed/>
                    </p:oleObj>
                  </mc:Choice>
                  <mc:Fallback>
                    <p:oleObj r:id="rId5" imgW="127042" imgH="127042" progId="Equation.3">
                      <p:embed/>
                      <p:pic>
                        <p:nvPicPr>
                          <p:cNvPr id="0"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6" y="960"/>
                            <a:ext cx="20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11"/>
              <p:cNvGraphicFramePr>
                <a:graphicFrameLocks noChangeAspect="1"/>
              </p:cNvGraphicFramePr>
              <p:nvPr/>
            </p:nvGraphicFramePr>
            <p:xfrm>
              <a:off x="189" y="1150"/>
              <a:ext cx="132" cy="194"/>
            </p:xfrm>
            <a:graphic>
              <a:graphicData uri="http://schemas.openxmlformats.org/presentationml/2006/ole">
                <mc:AlternateContent xmlns:mc="http://schemas.openxmlformats.org/markup-compatibility/2006">
                  <mc:Choice xmlns:v="urn:schemas-microsoft-com:vml" Requires="v">
                    <p:oleObj spid="_x0000_s364886" r:id="rId7" imgW="228818" imgH="241512" progId="Equation.3">
                      <p:embed/>
                    </p:oleObj>
                  </mc:Choice>
                  <mc:Fallback>
                    <p:oleObj r:id="rId7" imgW="228818" imgH="241512" progId="Equation.3">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 y="1150"/>
                            <a:ext cx="132" cy="1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6636" name="Object 12"/>
            <p:cNvGraphicFramePr>
              <a:graphicFrameLocks noChangeAspect="1"/>
            </p:cNvGraphicFramePr>
            <p:nvPr/>
          </p:nvGraphicFramePr>
          <p:xfrm>
            <a:off x="214" y="0"/>
            <a:ext cx="1112" cy="392"/>
          </p:xfrm>
          <a:graphic>
            <a:graphicData uri="http://schemas.openxmlformats.org/presentationml/2006/ole">
              <mc:AlternateContent xmlns:mc="http://schemas.openxmlformats.org/markup-compatibility/2006">
                <mc:Choice xmlns:v="urn:schemas-microsoft-com:vml" Requires="v">
                  <p:oleObj spid="_x0000_s364887" r:id="rId9" imgW="622347" imgH="241512" progId="Equation.3">
                    <p:embed/>
                  </p:oleObj>
                </mc:Choice>
                <mc:Fallback>
                  <p:oleObj r:id="rId9" imgW="622347" imgH="241512" progId="Equation.3">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 y="0"/>
                          <a:ext cx="1112" cy="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6637" name="Text Box 13"/>
          <p:cNvSpPr txBox="1">
            <a:spLocks noChangeArrowheads="1"/>
          </p:cNvSpPr>
          <p:nvPr/>
        </p:nvSpPr>
        <p:spPr bwMode="auto">
          <a:xfrm>
            <a:off x="472083" y="268070"/>
            <a:ext cx="2484834"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1C1C1C"/>
                </a:solidFill>
              </a:rPr>
              <a:t> </a:t>
            </a:r>
            <a:r>
              <a:rPr lang="zh-CN" altLang="en-US" sz="2400">
                <a:solidFill>
                  <a:srgbClr val="CC0000"/>
                </a:solidFill>
              </a:rPr>
              <a:t>四、势能曲线</a:t>
            </a:r>
          </a:p>
        </p:txBody>
      </p:sp>
      <p:grpSp>
        <p:nvGrpSpPr>
          <p:cNvPr id="26638" name="Group 14"/>
          <p:cNvGrpSpPr>
            <a:grpSpLocks/>
          </p:cNvGrpSpPr>
          <p:nvPr/>
        </p:nvGrpSpPr>
        <p:grpSpPr bwMode="auto">
          <a:xfrm>
            <a:off x="3642122" y="3651648"/>
            <a:ext cx="2171700" cy="939403"/>
            <a:chOff x="0" y="0"/>
            <a:chExt cx="1824" cy="789"/>
          </a:xfrm>
        </p:grpSpPr>
        <p:sp>
          <p:nvSpPr>
            <p:cNvPr id="26639" name="Rectangle 15"/>
            <p:cNvSpPr>
              <a:spLocks noChangeArrowheads="1"/>
            </p:cNvSpPr>
            <p:nvPr/>
          </p:nvSpPr>
          <p:spPr bwMode="auto">
            <a:xfrm>
              <a:off x="48" y="0"/>
              <a:ext cx="1776" cy="349"/>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rPr>
                <a:t>弹性</a:t>
              </a:r>
              <a:r>
                <a:rPr lang="zh-CN" altLang="en-US" sz="2100">
                  <a:solidFill>
                    <a:srgbClr val="1C1C1C"/>
                  </a:solidFill>
                </a:rPr>
                <a:t>势能曲线</a:t>
              </a:r>
            </a:p>
          </p:txBody>
        </p:sp>
        <p:graphicFrame>
          <p:nvGraphicFramePr>
            <p:cNvPr id="26640" name="Object 16"/>
            <p:cNvGraphicFramePr>
              <a:graphicFrameLocks noChangeAspect="1"/>
            </p:cNvGraphicFramePr>
            <p:nvPr/>
          </p:nvGraphicFramePr>
          <p:xfrm>
            <a:off x="0" y="361"/>
            <a:ext cx="1584" cy="428"/>
          </p:xfrm>
          <a:graphic>
            <a:graphicData uri="http://schemas.openxmlformats.org/presentationml/2006/ole">
              <mc:AlternateContent xmlns:mc="http://schemas.openxmlformats.org/markup-compatibility/2006">
                <mc:Choice xmlns:v="urn:schemas-microsoft-com:vml" Requires="v">
                  <p:oleObj spid="_x0000_s364888" r:id="rId11" imgW="888931" imgH="241512" progId="Equation.3">
                    <p:embed/>
                  </p:oleObj>
                </mc:Choice>
                <mc:Fallback>
                  <p:oleObj r:id="rId11" imgW="888931" imgH="241512" progId="Equation.3">
                    <p:embed/>
                    <p:pic>
                      <p:nvPicPr>
                        <p:cNvPr id="0" name="Picture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61"/>
                          <a:ext cx="1584" cy="4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641" name="Group 17"/>
          <p:cNvGrpSpPr>
            <a:grpSpLocks/>
          </p:cNvGrpSpPr>
          <p:nvPr/>
        </p:nvGrpSpPr>
        <p:grpSpPr bwMode="auto">
          <a:xfrm>
            <a:off x="986790" y="3651648"/>
            <a:ext cx="2343150" cy="945356"/>
            <a:chOff x="0" y="0"/>
            <a:chExt cx="1968" cy="794"/>
          </a:xfrm>
        </p:grpSpPr>
        <p:sp>
          <p:nvSpPr>
            <p:cNvPr id="26642" name="Rectangle 18"/>
            <p:cNvSpPr>
              <a:spLocks noChangeArrowheads="1"/>
            </p:cNvSpPr>
            <p:nvPr/>
          </p:nvSpPr>
          <p:spPr bwMode="auto">
            <a:xfrm>
              <a:off x="0" y="0"/>
              <a:ext cx="1968" cy="349"/>
            </a:xfrm>
            <a:prstGeom prst="rect">
              <a:avLst/>
            </a:prstGeom>
            <a:noFill/>
            <a:ln w="9525">
              <a:noFill/>
              <a:miter lim="800000"/>
              <a:headEnd/>
              <a:tailEnd/>
            </a:ln>
            <a:effectLst/>
          </p:spPr>
          <p:txBody>
            <a:bodyPr>
              <a:spAutoFit/>
            </a:bodyPr>
            <a:lstStyle/>
            <a:p>
              <a:r>
                <a:rPr lang="zh-CN" altLang="en-US" sz="2100">
                  <a:solidFill>
                    <a:srgbClr val="CC0000"/>
                  </a:solidFill>
                </a:rPr>
                <a:t>重力</a:t>
              </a:r>
              <a:r>
                <a:rPr lang="zh-CN" altLang="en-US" sz="2100">
                  <a:solidFill>
                    <a:srgbClr val="1C1C1C"/>
                  </a:solidFill>
                </a:rPr>
                <a:t>势能曲线</a:t>
              </a:r>
            </a:p>
          </p:txBody>
        </p:sp>
        <p:graphicFrame>
          <p:nvGraphicFramePr>
            <p:cNvPr id="26643" name="Object 19"/>
            <p:cNvGraphicFramePr>
              <a:graphicFrameLocks noChangeAspect="1"/>
            </p:cNvGraphicFramePr>
            <p:nvPr/>
          </p:nvGraphicFramePr>
          <p:xfrm>
            <a:off x="74" y="375"/>
            <a:ext cx="1462" cy="419"/>
          </p:xfrm>
          <a:graphic>
            <a:graphicData uri="http://schemas.openxmlformats.org/presentationml/2006/ole">
              <mc:AlternateContent xmlns:mc="http://schemas.openxmlformats.org/markup-compatibility/2006">
                <mc:Choice xmlns:v="urn:schemas-microsoft-com:vml" Requires="v">
                  <p:oleObj spid="_x0000_s364889" r:id="rId13" imgW="876237" imgH="241512" progId="Equation.3">
                    <p:embed/>
                  </p:oleObj>
                </mc:Choice>
                <mc:Fallback>
                  <p:oleObj r:id="rId13" imgW="876237" imgH="241512" progId="Equation.3">
                    <p:embed/>
                    <p:pic>
                      <p:nvPicPr>
                        <p:cNvPr id="0" name="Picture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 y="375"/>
                          <a:ext cx="1462" cy="4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644" name="Group 20"/>
          <p:cNvGrpSpPr>
            <a:grpSpLocks/>
          </p:cNvGrpSpPr>
          <p:nvPr/>
        </p:nvGrpSpPr>
        <p:grpSpPr bwMode="auto">
          <a:xfrm>
            <a:off x="6370320" y="3651647"/>
            <a:ext cx="2114550" cy="857250"/>
            <a:chOff x="0" y="0"/>
            <a:chExt cx="1776" cy="720"/>
          </a:xfrm>
        </p:grpSpPr>
        <p:sp>
          <p:nvSpPr>
            <p:cNvPr id="26645" name="Rectangle 21"/>
            <p:cNvSpPr>
              <a:spLocks noChangeArrowheads="1"/>
            </p:cNvSpPr>
            <p:nvPr/>
          </p:nvSpPr>
          <p:spPr bwMode="auto">
            <a:xfrm>
              <a:off x="0" y="0"/>
              <a:ext cx="1776" cy="349"/>
            </a:xfrm>
            <a:prstGeom prst="rect">
              <a:avLst/>
            </a:prstGeom>
            <a:noFill/>
            <a:ln w="9525">
              <a:noFill/>
              <a:miter lim="800000"/>
              <a:headEnd/>
              <a:tailEnd/>
            </a:ln>
            <a:effectLst/>
          </p:spPr>
          <p:txBody>
            <a:bodyPr>
              <a:spAutoFit/>
            </a:bodyPr>
            <a:lstStyle/>
            <a:p>
              <a:r>
                <a:rPr lang="zh-CN" altLang="en-US" sz="2100">
                  <a:solidFill>
                    <a:srgbClr val="CC0000"/>
                  </a:solidFill>
                </a:rPr>
                <a:t>引力</a:t>
              </a:r>
              <a:r>
                <a:rPr lang="zh-CN" altLang="en-US" sz="2100">
                  <a:solidFill>
                    <a:srgbClr val="1C1C1C"/>
                  </a:solidFill>
                </a:rPr>
                <a:t>势能曲线</a:t>
              </a:r>
            </a:p>
          </p:txBody>
        </p:sp>
        <p:graphicFrame>
          <p:nvGraphicFramePr>
            <p:cNvPr id="26646" name="Object 22"/>
            <p:cNvGraphicFramePr>
              <a:graphicFrameLocks noChangeAspect="1"/>
            </p:cNvGraphicFramePr>
            <p:nvPr/>
          </p:nvGraphicFramePr>
          <p:xfrm>
            <a:off x="48" y="384"/>
            <a:ext cx="1440" cy="336"/>
          </p:xfrm>
          <a:graphic>
            <a:graphicData uri="http://schemas.openxmlformats.org/presentationml/2006/ole">
              <mc:AlternateContent xmlns:mc="http://schemas.openxmlformats.org/markup-compatibility/2006">
                <mc:Choice xmlns:v="urn:schemas-microsoft-com:vml" Requires="v">
                  <p:oleObj spid="_x0000_s364890" r:id="rId15" imgW="1905317" imgH="419417" progId="Equation.3">
                    <p:embed/>
                  </p:oleObj>
                </mc:Choice>
                <mc:Fallback>
                  <p:oleObj r:id="rId15" imgW="1905317" imgH="419417" progId="Equation.3">
                    <p:embed/>
                    <p:pic>
                      <p:nvPicPr>
                        <p:cNvPr id="0"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 y="384"/>
                          <a:ext cx="1440"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647" name="Group 23"/>
          <p:cNvGrpSpPr>
            <a:grpSpLocks/>
          </p:cNvGrpSpPr>
          <p:nvPr/>
        </p:nvGrpSpPr>
        <p:grpSpPr bwMode="auto">
          <a:xfrm>
            <a:off x="3768329" y="918190"/>
            <a:ext cx="1612113" cy="2426277"/>
            <a:chOff x="0" y="0"/>
            <a:chExt cx="1392" cy="2095"/>
          </a:xfrm>
        </p:grpSpPr>
        <p:grpSp>
          <p:nvGrpSpPr>
            <p:cNvPr id="26648" name="Group 24"/>
            <p:cNvGrpSpPr>
              <a:grpSpLocks/>
            </p:cNvGrpSpPr>
            <p:nvPr/>
          </p:nvGrpSpPr>
          <p:grpSpPr bwMode="auto">
            <a:xfrm>
              <a:off x="0" y="616"/>
              <a:ext cx="1392" cy="1479"/>
              <a:chOff x="0" y="0"/>
              <a:chExt cx="1392" cy="1479"/>
            </a:xfrm>
          </p:grpSpPr>
          <p:grpSp>
            <p:nvGrpSpPr>
              <p:cNvPr id="26649" name="Group 25"/>
              <p:cNvGrpSpPr>
                <a:grpSpLocks/>
              </p:cNvGrpSpPr>
              <p:nvPr/>
            </p:nvGrpSpPr>
            <p:grpSpPr bwMode="auto">
              <a:xfrm>
                <a:off x="0" y="105"/>
                <a:ext cx="1392" cy="1374"/>
                <a:chOff x="0" y="0"/>
                <a:chExt cx="1392" cy="1374"/>
              </a:xfrm>
            </p:grpSpPr>
            <p:sp>
              <p:nvSpPr>
                <p:cNvPr id="26650" name="Line 26"/>
                <p:cNvSpPr>
                  <a:spLocks noChangeShapeType="1"/>
                </p:cNvSpPr>
                <p:nvPr/>
              </p:nvSpPr>
              <p:spPr bwMode="auto">
                <a:xfrm>
                  <a:off x="0" y="1143"/>
                  <a:ext cx="1336" cy="0"/>
                </a:xfrm>
                <a:prstGeom prst="line">
                  <a:avLst/>
                </a:prstGeom>
                <a:noFill/>
                <a:ln w="19050">
                  <a:solidFill>
                    <a:srgbClr val="000000"/>
                  </a:solidFill>
                  <a:round/>
                  <a:headEnd/>
                  <a:tailEnd type="triangle" w="sm" len="lg"/>
                </a:ln>
                <a:effectLst/>
              </p:spPr>
              <p:txBody>
                <a:bodyPr wrap="none" anchor="ctr"/>
                <a:lstStyle/>
                <a:p>
                  <a:endParaRPr lang="zh-CN" altLang="en-US" sz="2400"/>
                </a:p>
              </p:txBody>
            </p:sp>
            <p:sp>
              <p:nvSpPr>
                <p:cNvPr id="26651" name="Line 27"/>
                <p:cNvSpPr>
                  <a:spLocks noChangeShapeType="1"/>
                </p:cNvSpPr>
                <p:nvPr/>
              </p:nvSpPr>
              <p:spPr bwMode="auto">
                <a:xfrm flipV="1">
                  <a:off x="689" y="0"/>
                  <a:ext cx="0" cy="1145"/>
                </a:xfrm>
                <a:prstGeom prst="line">
                  <a:avLst/>
                </a:prstGeom>
                <a:noFill/>
                <a:ln w="19050">
                  <a:solidFill>
                    <a:srgbClr val="000000"/>
                  </a:solidFill>
                  <a:round/>
                  <a:headEnd/>
                  <a:tailEnd type="triangle" w="sm" len="lg"/>
                </a:ln>
                <a:effectLst/>
              </p:spPr>
              <p:txBody>
                <a:bodyPr wrap="none" anchor="ctr"/>
                <a:lstStyle/>
                <a:p>
                  <a:endParaRPr lang="zh-CN" altLang="en-US" sz="2400"/>
                </a:p>
              </p:txBody>
            </p:sp>
            <p:graphicFrame>
              <p:nvGraphicFramePr>
                <p:cNvPr id="26652" name="Object 28"/>
                <p:cNvGraphicFramePr>
                  <a:graphicFrameLocks noChangeAspect="1"/>
                </p:cNvGraphicFramePr>
                <p:nvPr/>
              </p:nvGraphicFramePr>
              <p:xfrm>
                <a:off x="1185" y="895"/>
                <a:ext cx="207" cy="248"/>
              </p:xfrm>
              <a:graphic>
                <a:graphicData uri="http://schemas.openxmlformats.org/presentationml/2006/ole">
                  <mc:AlternateContent xmlns:mc="http://schemas.openxmlformats.org/markup-compatibility/2006">
                    <mc:Choice xmlns:v="urn:schemas-microsoft-com:vml" Requires="v">
                      <p:oleObj spid="_x0000_s364891" r:id="rId17" imgW="177809" imgH="190487" progId="Equation.3">
                        <p:embed/>
                      </p:oleObj>
                    </mc:Choice>
                    <mc:Fallback>
                      <p:oleObj r:id="rId17" imgW="177809" imgH="190487" progId="Equation.3">
                        <p:embed/>
                        <p:pic>
                          <p:nvPicPr>
                            <p:cNvPr id="0" name="Picture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85" y="895"/>
                              <a:ext cx="207"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53" name="Freeform 29"/>
                <p:cNvSpPr>
                  <a:spLocks/>
                </p:cNvSpPr>
                <p:nvPr/>
              </p:nvSpPr>
              <p:spPr bwMode="auto">
                <a:xfrm>
                  <a:off x="190" y="345"/>
                  <a:ext cx="999" cy="785"/>
                </a:xfrm>
                <a:custGeom>
                  <a:avLst/>
                  <a:gdLst>
                    <a:gd name="connsiteX0" fmla="*/ 0 w 10000"/>
                    <a:gd name="connsiteY0" fmla="*/ 0 h 10226"/>
                    <a:gd name="connsiteX1" fmla="*/ 2000 w 10000"/>
                    <a:gd name="connsiteY1" fmla="*/ 6429 h 10226"/>
                    <a:gd name="connsiteX2" fmla="*/ 5000 w 10000"/>
                    <a:gd name="connsiteY2" fmla="*/ 10000 h 10226"/>
                    <a:gd name="connsiteX3" fmla="*/ 10000 w 10000"/>
                    <a:gd name="connsiteY3" fmla="*/ 0 h 10226"/>
                    <a:gd name="connsiteX0" fmla="*/ 0 w 10000"/>
                    <a:gd name="connsiteY0" fmla="*/ 0 h 10000"/>
                    <a:gd name="connsiteX1" fmla="*/ 5000 w 10000"/>
                    <a:gd name="connsiteY1" fmla="*/ 10000 h 10000"/>
                    <a:gd name="connsiteX2" fmla="*/ 10000 w 10000"/>
                    <a:gd name="connsiteY2" fmla="*/ 0 h 10000"/>
                    <a:gd name="connsiteX0" fmla="*/ 0 w 10000"/>
                    <a:gd name="connsiteY0" fmla="*/ 0 h 10088"/>
                    <a:gd name="connsiteX1" fmla="*/ 5000 w 10000"/>
                    <a:gd name="connsiteY1" fmla="*/ 10000 h 10088"/>
                    <a:gd name="connsiteX2" fmla="*/ 10000 w 10000"/>
                    <a:gd name="connsiteY2" fmla="*/ 0 h 10088"/>
                    <a:gd name="connsiteX0" fmla="*/ 0 w 10000"/>
                    <a:gd name="connsiteY0" fmla="*/ 0 h 10000"/>
                    <a:gd name="connsiteX1" fmla="*/ 5000 w 10000"/>
                    <a:gd name="connsiteY1" fmla="*/ 10000 h 10000"/>
                    <a:gd name="connsiteX2" fmla="*/ 10000 w 10000"/>
                    <a:gd name="connsiteY2" fmla="*/ 0 h 10000"/>
                    <a:gd name="connsiteX0" fmla="*/ 0 w 10000"/>
                    <a:gd name="connsiteY0" fmla="*/ 0 h 10000"/>
                    <a:gd name="connsiteX1" fmla="*/ 5000 w 10000"/>
                    <a:gd name="connsiteY1" fmla="*/ 10000 h 10000"/>
                    <a:gd name="connsiteX2" fmla="*/ 10000 w 10000"/>
                    <a:gd name="connsiteY2" fmla="*/ 0 h 10000"/>
                    <a:gd name="connsiteX0" fmla="*/ 0 w 10000"/>
                    <a:gd name="connsiteY0" fmla="*/ 0 h 10000"/>
                    <a:gd name="connsiteX1" fmla="*/ 5000 w 10000"/>
                    <a:gd name="connsiteY1" fmla="*/ 10000 h 10000"/>
                    <a:gd name="connsiteX2" fmla="*/ 10000 w 10000"/>
                    <a:gd name="connsiteY2" fmla="*/ 0 h 10000"/>
                    <a:gd name="connsiteX0" fmla="*/ 0 w 10000"/>
                    <a:gd name="connsiteY0" fmla="*/ 0 h 10000"/>
                    <a:gd name="connsiteX1" fmla="*/ 5000 w 10000"/>
                    <a:gd name="connsiteY1" fmla="*/ 10000 h 10000"/>
                    <a:gd name="connsiteX2" fmla="*/ 10000 w 10000"/>
                    <a:gd name="connsiteY2" fmla="*/ 0 h 10000"/>
                    <a:gd name="connsiteX0" fmla="*/ 0 w 10000"/>
                    <a:gd name="connsiteY0" fmla="*/ 0 h 10000"/>
                    <a:gd name="connsiteX1" fmla="*/ 5000 w 10000"/>
                    <a:gd name="connsiteY1" fmla="*/ 10000 h 10000"/>
                    <a:gd name="connsiteX2" fmla="*/ 10000 w 10000"/>
                    <a:gd name="connsiteY2" fmla="*/ 0 h 10000"/>
                    <a:gd name="connsiteX0" fmla="*/ 0 w 9920"/>
                    <a:gd name="connsiteY0" fmla="*/ 0 h 10000"/>
                    <a:gd name="connsiteX1" fmla="*/ 5000 w 9920"/>
                    <a:gd name="connsiteY1" fmla="*/ 10000 h 10000"/>
                    <a:gd name="connsiteX2" fmla="*/ 9920 w 9920"/>
                    <a:gd name="connsiteY2" fmla="*/ 411 h 10000"/>
                    <a:gd name="connsiteX0" fmla="*/ 0 w 10000"/>
                    <a:gd name="connsiteY0" fmla="*/ 0 h 10000"/>
                    <a:gd name="connsiteX1" fmla="*/ 5040 w 10000"/>
                    <a:gd name="connsiteY1" fmla="*/ 10000 h 10000"/>
                    <a:gd name="connsiteX2" fmla="*/ 10000 w 10000"/>
                    <a:gd name="connsiteY2" fmla="*/ 411 h 10000"/>
                    <a:gd name="connsiteX0" fmla="*/ 0 w 9759"/>
                    <a:gd name="connsiteY0" fmla="*/ 0 h 9795"/>
                    <a:gd name="connsiteX1" fmla="*/ 4799 w 9759"/>
                    <a:gd name="connsiteY1" fmla="*/ 9795 h 9795"/>
                    <a:gd name="connsiteX2" fmla="*/ 9759 w 9759"/>
                    <a:gd name="connsiteY2" fmla="*/ 206 h 9795"/>
                    <a:gd name="connsiteX0" fmla="*/ 0 w 10000"/>
                    <a:gd name="connsiteY0" fmla="*/ 0 h 10000"/>
                    <a:gd name="connsiteX1" fmla="*/ 4918 w 10000"/>
                    <a:gd name="connsiteY1" fmla="*/ 10000 h 10000"/>
                    <a:gd name="connsiteX2" fmla="*/ 10000 w 10000"/>
                    <a:gd name="connsiteY2" fmla="*/ 210 h 10000"/>
                    <a:gd name="connsiteX0" fmla="*/ 0 w 10000"/>
                    <a:gd name="connsiteY0" fmla="*/ 0 h 10000"/>
                    <a:gd name="connsiteX1" fmla="*/ 4918 w 10000"/>
                    <a:gd name="connsiteY1" fmla="*/ 10000 h 10000"/>
                    <a:gd name="connsiteX2" fmla="*/ 10000 w 10000"/>
                    <a:gd name="connsiteY2" fmla="*/ 210 h 10000"/>
                    <a:gd name="connsiteX0" fmla="*/ 0 w 10000"/>
                    <a:gd name="connsiteY0" fmla="*/ 0 h 10000"/>
                    <a:gd name="connsiteX1" fmla="*/ 4918 w 10000"/>
                    <a:gd name="connsiteY1" fmla="*/ 10000 h 10000"/>
                    <a:gd name="connsiteX2" fmla="*/ 10000 w 10000"/>
                    <a:gd name="connsiteY2" fmla="*/ 210 h 10000"/>
                    <a:gd name="connsiteX0" fmla="*/ 0 w 10000"/>
                    <a:gd name="connsiteY0" fmla="*/ 0 h 10000"/>
                    <a:gd name="connsiteX1" fmla="*/ 4918 w 10000"/>
                    <a:gd name="connsiteY1" fmla="*/ 10000 h 10000"/>
                    <a:gd name="connsiteX2" fmla="*/ 10000 w 10000"/>
                    <a:gd name="connsiteY2" fmla="*/ 210 h 10000"/>
                    <a:gd name="connsiteX0" fmla="*/ 0 w 10000"/>
                    <a:gd name="connsiteY0" fmla="*/ 0 h 10000"/>
                    <a:gd name="connsiteX1" fmla="*/ 4918 w 10000"/>
                    <a:gd name="connsiteY1" fmla="*/ 10000 h 10000"/>
                    <a:gd name="connsiteX2" fmla="*/ 10000 w 10000"/>
                    <a:gd name="connsiteY2" fmla="*/ 210 h 10000"/>
                  </a:gdLst>
                  <a:ahLst/>
                  <a:cxnLst>
                    <a:cxn ang="0">
                      <a:pos x="connsiteX0" y="connsiteY0"/>
                    </a:cxn>
                    <a:cxn ang="0">
                      <a:pos x="connsiteX1" y="connsiteY1"/>
                    </a:cxn>
                    <a:cxn ang="0">
                      <a:pos x="connsiteX2" y="connsiteY2"/>
                    </a:cxn>
                  </a:cxnLst>
                  <a:rect l="l" t="t" r="r" b="b"/>
                  <a:pathLst>
                    <a:path w="10000" h="10000">
                      <a:moveTo>
                        <a:pt x="0" y="0"/>
                      </a:moveTo>
                      <a:cubicBezTo>
                        <a:pt x="418" y="2652"/>
                        <a:pt x="2511" y="9965"/>
                        <a:pt x="4918" y="10000"/>
                      </a:cubicBezTo>
                      <a:cubicBezTo>
                        <a:pt x="7325" y="10035"/>
                        <a:pt x="9446" y="3228"/>
                        <a:pt x="10000" y="210"/>
                      </a:cubicBezTo>
                    </a:path>
                  </a:pathLst>
                </a:custGeom>
                <a:noFill/>
                <a:ln w="28575" cmpd="sng">
                  <a:solidFill>
                    <a:srgbClr val="FF0000"/>
                  </a:solidFill>
                  <a:round/>
                  <a:headEnd/>
                  <a:tailEnd/>
                </a:ln>
                <a:effectLst/>
              </p:spPr>
              <p:txBody>
                <a:bodyPr wrap="none" anchor="ctr"/>
                <a:lstStyle/>
                <a:p>
                  <a:endParaRPr lang="zh-CN" altLang="en-US" sz="2400"/>
                </a:p>
              </p:txBody>
            </p:sp>
            <p:graphicFrame>
              <p:nvGraphicFramePr>
                <p:cNvPr id="26654" name="Object 30"/>
                <p:cNvGraphicFramePr>
                  <a:graphicFrameLocks noChangeAspect="1"/>
                </p:cNvGraphicFramePr>
                <p:nvPr/>
              </p:nvGraphicFramePr>
              <p:xfrm>
                <a:off x="636" y="1202"/>
                <a:ext cx="148" cy="172"/>
              </p:xfrm>
              <a:graphic>
                <a:graphicData uri="http://schemas.openxmlformats.org/presentationml/2006/ole">
                  <mc:AlternateContent xmlns:mc="http://schemas.openxmlformats.org/markup-compatibility/2006">
                    <mc:Choice xmlns:v="urn:schemas-microsoft-com:vml" Requires="v">
                      <p:oleObj spid="_x0000_s364892" r:id="rId19" imgW="228818" imgH="241512" progId="Equation.3">
                        <p:embed/>
                      </p:oleObj>
                    </mc:Choice>
                    <mc:Fallback>
                      <p:oleObj r:id="rId19" imgW="228818" imgH="241512" progId="Equation.3">
                        <p:embed/>
                        <p:pic>
                          <p:nvPicPr>
                            <p:cNvPr id="0" name="Picture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 y="1202"/>
                              <a:ext cx="148" cy="1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6655" name="Object 31"/>
              <p:cNvGraphicFramePr>
                <a:graphicFrameLocks noChangeAspect="1"/>
              </p:cNvGraphicFramePr>
              <p:nvPr/>
            </p:nvGraphicFramePr>
            <p:xfrm>
              <a:off x="336" y="0"/>
              <a:ext cx="384" cy="432"/>
            </p:xfrm>
            <a:graphic>
              <a:graphicData uri="http://schemas.openxmlformats.org/presentationml/2006/ole">
                <mc:AlternateContent xmlns:mc="http://schemas.openxmlformats.org/markup-compatibility/2006">
                  <mc:Choice xmlns:v="urn:schemas-microsoft-com:vml" Requires="v">
                    <p:oleObj spid="_x0000_s364893" r:id="rId20" imgW="190734" imgH="241512" progId="Equation.3">
                      <p:embed/>
                    </p:oleObj>
                  </mc:Choice>
                  <mc:Fallback>
                    <p:oleObj r:id="rId20" imgW="190734" imgH="241512" progId="Equation.3">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0"/>
                            <a:ext cx="384"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6656" name="Object 32"/>
            <p:cNvGraphicFramePr>
              <a:graphicFrameLocks noChangeAspect="1"/>
            </p:cNvGraphicFramePr>
            <p:nvPr/>
          </p:nvGraphicFramePr>
          <p:xfrm>
            <a:off x="85" y="0"/>
            <a:ext cx="1179" cy="606"/>
          </p:xfrm>
          <a:graphic>
            <a:graphicData uri="http://schemas.openxmlformats.org/presentationml/2006/ole">
              <mc:AlternateContent xmlns:mc="http://schemas.openxmlformats.org/markup-compatibility/2006">
                <mc:Choice xmlns:v="urn:schemas-microsoft-com:vml" Requires="v">
                  <p:oleObj spid="_x0000_s364894" r:id="rId21" imgW="673125" imgH="393846" progId="Equation.3">
                    <p:embed/>
                  </p:oleObj>
                </mc:Choice>
                <mc:Fallback>
                  <p:oleObj r:id="rId21" imgW="673125" imgH="393846" progId="Equation.3">
                    <p:embed/>
                    <p:pic>
                      <p:nvPicPr>
                        <p:cNvPr id="0" name="Picture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5" y="0"/>
                          <a:ext cx="1179" cy="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6657" name="Group 33"/>
          <p:cNvGrpSpPr>
            <a:grpSpLocks/>
          </p:cNvGrpSpPr>
          <p:nvPr/>
        </p:nvGrpSpPr>
        <p:grpSpPr bwMode="auto">
          <a:xfrm>
            <a:off x="6621780" y="960877"/>
            <a:ext cx="1525254" cy="2301198"/>
            <a:chOff x="0" y="0"/>
            <a:chExt cx="1317" cy="1987"/>
          </a:xfrm>
        </p:grpSpPr>
        <p:grpSp>
          <p:nvGrpSpPr>
            <p:cNvPr id="26658" name="Group 34"/>
            <p:cNvGrpSpPr>
              <a:grpSpLocks/>
            </p:cNvGrpSpPr>
            <p:nvPr/>
          </p:nvGrpSpPr>
          <p:grpSpPr bwMode="auto">
            <a:xfrm>
              <a:off x="0" y="499"/>
              <a:ext cx="1248" cy="1488"/>
              <a:chOff x="0" y="0"/>
              <a:chExt cx="1248" cy="1488"/>
            </a:xfrm>
          </p:grpSpPr>
          <p:grpSp>
            <p:nvGrpSpPr>
              <p:cNvPr id="26659" name="Group 35"/>
              <p:cNvGrpSpPr>
                <a:grpSpLocks/>
              </p:cNvGrpSpPr>
              <p:nvPr/>
            </p:nvGrpSpPr>
            <p:grpSpPr bwMode="auto">
              <a:xfrm>
                <a:off x="0" y="146"/>
                <a:ext cx="1248" cy="1342"/>
                <a:chOff x="0" y="0"/>
                <a:chExt cx="1248" cy="1342"/>
              </a:xfrm>
            </p:grpSpPr>
            <p:sp>
              <p:nvSpPr>
                <p:cNvPr id="26660" name="Line 36"/>
                <p:cNvSpPr>
                  <a:spLocks noChangeShapeType="1"/>
                </p:cNvSpPr>
                <p:nvPr/>
              </p:nvSpPr>
              <p:spPr bwMode="auto">
                <a:xfrm flipV="1">
                  <a:off x="134" y="0"/>
                  <a:ext cx="0" cy="1342"/>
                </a:xfrm>
                <a:prstGeom prst="line">
                  <a:avLst/>
                </a:prstGeom>
                <a:noFill/>
                <a:ln w="19050">
                  <a:solidFill>
                    <a:srgbClr val="000000"/>
                  </a:solidFill>
                  <a:round/>
                  <a:headEnd/>
                  <a:tailEnd type="triangle" w="sm" len="lg"/>
                </a:ln>
                <a:effectLst/>
              </p:spPr>
              <p:txBody>
                <a:bodyPr wrap="none" anchor="ctr"/>
                <a:lstStyle/>
                <a:p>
                  <a:endParaRPr lang="zh-CN" altLang="en-US" sz="2400"/>
                </a:p>
              </p:txBody>
            </p:sp>
            <p:grpSp>
              <p:nvGrpSpPr>
                <p:cNvPr id="26661" name="Group 37"/>
                <p:cNvGrpSpPr>
                  <a:grpSpLocks/>
                </p:cNvGrpSpPr>
                <p:nvPr/>
              </p:nvGrpSpPr>
              <p:grpSpPr bwMode="auto">
                <a:xfrm>
                  <a:off x="0" y="99"/>
                  <a:ext cx="1248" cy="1193"/>
                  <a:chOff x="0" y="0"/>
                  <a:chExt cx="1248" cy="1193"/>
                </a:xfrm>
              </p:grpSpPr>
              <p:sp>
                <p:nvSpPr>
                  <p:cNvPr id="26662" name="Line 38"/>
                  <p:cNvSpPr>
                    <a:spLocks noChangeShapeType="1"/>
                  </p:cNvSpPr>
                  <p:nvPr/>
                </p:nvSpPr>
                <p:spPr bwMode="auto">
                  <a:xfrm>
                    <a:off x="134" y="249"/>
                    <a:ext cx="1114" cy="0"/>
                  </a:xfrm>
                  <a:prstGeom prst="line">
                    <a:avLst/>
                  </a:prstGeom>
                  <a:noFill/>
                  <a:ln w="19050">
                    <a:solidFill>
                      <a:srgbClr val="000000"/>
                    </a:solidFill>
                    <a:round/>
                    <a:headEnd/>
                    <a:tailEnd type="triangle" w="sm" len="lg"/>
                  </a:ln>
                  <a:effectLst/>
                </p:spPr>
                <p:txBody>
                  <a:bodyPr wrap="none" anchor="ctr"/>
                  <a:lstStyle/>
                  <a:p>
                    <a:endParaRPr lang="zh-CN" altLang="en-US" sz="2400"/>
                  </a:p>
                </p:txBody>
              </p:sp>
              <p:graphicFrame>
                <p:nvGraphicFramePr>
                  <p:cNvPr id="26663" name="Object 39"/>
                  <p:cNvGraphicFramePr>
                    <a:graphicFrameLocks noChangeAspect="1"/>
                  </p:cNvGraphicFramePr>
                  <p:nvPr/>
                </p:nvGraphicFramePr>
                <p:xfrm>
                  <a:off x="981" y="0"/>
                  <a:ext cx="178" cy="215"/>
                </p:xfrm>
                <a:graphic>
                  <a:graphicData uri="http://schemas.openxmlformats.org/presentationml/2006/ole">
                    <mc:AlternateContent xmlns:mc="http://schemas.openxmlformats.org/markup-compatibility/2006">
                      <mc:Choice xmlns:v="urn:schemas-microsoft-com:vml" Requires="v">
                        <p:oleObj spid="_x0000_s364895" r:id="rId23" imgW="177809" imgH="190487" progId="Equation.3">
                          <p:embed/>
                        </p:oleObj>
                      </mc:Choice>
                      <mc:Fallback>
                        <p:oleObj r:id="rId23" imgW="177809" imgH="190487" progId="Equation.3">
                          <p:embed/>
                          <p:pic>
                            <p:nvPicPr>
                              <p:cNvPr id="0" name="Picture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1" y="0"/>
                                <a:ext cx="178" cy="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64" name="Freeform 40"/>
                  <p:cNvSpPr>
                    <a:spLocks/>
                  </p:cNvSpPr>
                  <p:nvPr/>
                </p:nvSpPr>
                <p:spPr bwMode="auto">
                  <a:xfrm>
                    <a:off x="183" y="298"/>
                    <a:ext cx="936" cy="895"/>
                  </a:xfrm>
                  <a:custGeom>
                    <a:avLst/>
                    <a:gdLst>
                      <a:gd name="connsiteX0" fmla="*/ 0 w 10000"/>
                      <a:gd name="connsiteY0" fmla="*/ 10000 h 10000"/>
                      <a:gd name="connsiteX1" fmla="*/ 526 w 10000"/>
                      <a:gd name="connsiteY1" fmla="*/ 5000 h 10000"/>
                      <a:gd name="connsiteX2" fmla="*/ 1579 w 10000"/>
                      <a:gd name="connsiteY2" fmla="*/ 1875 h 10000"/>
                      <a:gd name="connsiteX3" fmla="*/ 10000 w 10000"/>
                      <a:gd name="connsiteY3"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 name="connsiteX0" fmla="*/ 0 w 10000"/>
                      <a:gd name="connsiteY0" fmla="*/ 10000 h 10000"/>
                      <a:gd name="connsiteX1" fmla="*/ 1579 w 10000"/>
                      <a:gd name="connsiteY1" fmla="*/ 1875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95" y="8062"/>
                          <a:pt x="-146" y="3688"/>
                          <a:pt x="1579" y="1875"/>
                        </a:cubicBezTo>
                        <a:cubicBezTo>
                          <a:pt x="3304" y="62"/>
                          <a:pt x="8070" y="146"/>
                          <a:pt x="10000" y="0"/>
                        </a:cubicBezTo>
                      </a:path>
                    </a:pathLst>
                  </a:custGeom>
                  <a:noFill/>
                  <a:ln w="28575" cmpd="sng">
                    <a:solidFill>
                      <a:srgbClr val="FF0000"/>
                    </a:solidFill>
                    <a:round/>
                    <a:headEnd/>
                    <a:tailEnd/>
                  </a:ln>
                  <a:effectLst/>
                </p:spPr>
                <p:txBody>
                  <a:bodyPr wrap="none" anchor="ctr"/>
                  <a:lstStyle/>
                  <a:p>
                    <a:endParaRPr lang="zh-CN" altLang="en-US" sz="2400"/>
                  </a:p>
                </p:txBody>
              </p:sp>
              <p:graphicFrame>
                <p:nvGraphicFramePr>
                  <p:cNvPr id="26665" name="Object 41"/>
                  <p:cNvGraphicFramePr>
                    <a:graphicFrameLocks noChangeAspect="1"/>
                  </p:cNvGraphicFramePr>
                  <p:nvPr/>
                </p:nvGraphicFramePr>
                <p:xfrm>
                  <a:off x="0" y="199"/>
                  <a:ext cx="127" cy="149"/>
                </p:xfrm>
                <a:graphic>
                  <a:graphicData uri="http://schemas.openxmlformats.org/presentationml/2006/ole">
                    <mc:AlternateContent xmlns:mc="http://schemas.openxmlformats.org/markup-compatibility/2006">
                      <mc:Choice xmlns:v="urn:schemas-microsoft-com:vml" Requires="v">
                        <p:oleObj spid="_x0000_s364896" r:id="rId24" imgW="228818" imgH="241512" progId="Equation.3">
                          <p:embed/>
                        </p:oleObj>
                      </mc:Choice>
                      <mc:Fallback>
                        <p:oleObj r:id="rId24" imgW="228818" imgH="241512" progId="Equation.3">
                          <p:embed/>
                          <p:pic>
                            <p:nvPicPr>
                              <p:cNvPr id="0" name="Picture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99"/>
                                <a:ext cx="127" cy="1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26666" name="Object 42"/>
              <p:cNvGraphicFramePr>
                <a:graphicFrameLocks noChangeAspect="1"/>
              </p:cNvGraphicFramePr>
              <p:nvPr/>
            </p:nvGraphicFramePr>
            <p:xfrm>
              <a:off x="144" y="0"/>
              <a:ext cx="384" cy="432"/>
            </p:xfrm>
            <a:graphic>
              <a:graphicData uri="http://schemas.openxmlformats.org/presentationml/2006/ole">
                <mc:AlternateContent xmlns:mc="http://schemas.openxmlformats.org/markup-compatibility/2006">
                  <mc:Choice xmlns:v="urn:schemas-microsoft-com:vml" Requires="v">
                    <p:oleObj spid="_x0000_s364897" r:id="rId25" imgW="190734" imgH="241512" progId="Equation.3">
                      <p:embed/>
                    </p:oleObj>
                  </mc:Choice>
                  <mc:Fallback>
                    <p:oleObj r:id="rId25" imgW="190734" imgH="241512" progId="Equation.3">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 y="0"/>
                            <a:ext cx="384" cy="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6667" name="Object 43"/>
            <p:cNvGraphicFramePr>
              <a:graphicFrameLocks noChangeAspect="1"/>
            </p:cNvGraphicFramePr>
            <p:nvPr/>
          </p:nvGraphicFramePr>
          <p:xfrm>
            <a:off x="91" y="0"/>
            <a:ext cx="1226" cy="565"/>
          </p:xfrm>
          <a:graphic>
            <a:graphicData uri="http://schemas.openxmlformats.org/presentationml/2006/ole">
              <mc:AlternateContent xmlns:mc="http://schemas.openxmlformats.org/markup-compatibility/2006">
                <mc:Choice xmlns:v="urn:schemas-microsoft-com:vml" Requires="v">
                  <p:oleObj spid="_x0000_s364898" r:id="rId26" imgW="1650601" imgH="723903" progId="Equation.3">
                    <p:embed/>
                  </p:oleObj>
                </mc:Choice>
                <mc:Fallback>
                  <p:oleObj r:id="rId26" imgW="1650601" imgH="723903" progId="Equation.3">
                    <p:embed/>
                    <p:pic>
                      <p:nvPicPr>
                        <p:cNvPr id="0" name="Picture 4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1" y="0"/>
                          <a:ext cx="1226" cy="5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3" name="直接连接符 2"/>
          <p:cNvCxnSpPr/>
          <p:nvPr/>
        </p:nvCxnSpPr>
        <p:spPr bwMode="auto">
          <a:xfrm>
            <a:off x="3162300" y="1021923"/>
            <a:ext cx="0" cy="3740032"/>
          </a:xfrm>
          <a:prstGeom prst="line">
            <a:avLst/>
          </a:prstGeom>
          <a:noFill/>
          <a:ln w="9525" cap="flat" cmpd="sng" algn="ctr">
            <a:solidFill>
              <a:schemeClr val="tx1"/>
            </a:solidFill>
            <a:prstDash val="dash"/>
            <a:round/>
            <a:headEnd type="none" w="med" len="med"/>
            <a:tailEnd type="none" w="med" len="med"/>
          </a:ln>
          <a:effectLst/>
        </p:spPr>
      </p:cxnSp>
      <p:cxnSp>
        <p:nvCxnSpPr>
          <p:cNvPr id="47" name="直接连接符 46"/>
          <p:cNvCxnSpPr/>
          <p:nvPr/>
        </p:nvCxnSpPr>
        <p:spPr bwMode="auto">
          <a:xfrm>
            <a:off x="5958840" y="1021923"/>
            <a:ext cx="0" cy="3740032"/>
          </a:xfrm>
          <a:prstGeom prst="line">
            <a:avLst/>
          </a:prstGeom>
          <a:noFill/>
          <a:ln w="9525" cap="flat" cmpd="sng" algn="ctr">
            <a:solidFill>
              <a:schemeClr val="tx1"/>
            </a:solidFill>
            <a:prstDash val="dash"/>
            <a:round/>
            <a:headEnd type="none" w="med" len="med"/>
            <a:tailEnd type="none" w="med" len="med"/>
          </a:ln>
          <a:effec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41"/>
                                        </p:tgtEl>
                                        <p:attrNameLst>
                                          <p:attrName>style.visibility</p:attrName>
                                        </p:attrNameLst>
                                      </p:cBhvr>
                                      <p:to>
                                        <p:strVal val="visible"/>
                                      </p:to>
                                    </p:set>
                                    <p:animEffect transition="in" filter="blinds(horizontal)">
                                      <p:cBhvr>
                                        <p:cTn id="7" dur="500"/>
                                        <p:tgtEl>
                                          <p:spTgt spid="2664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6647"/>
                                        </p:tgtEl>
                                        <p:attrNameLst>
                                          <p:attrName>style.visibility</p:attrName>
                                        </p:attrNameLst>
                                      </p:cBhvr>
                                      <p:to>
                                        <p:strVal val="visible"/>
                                      </p:to>
                                    </p:set>
                                    <p:animEffect transition="in" filter="blinds(horizontal)">
                                      <p:cBhvr>
                                        <p:cTn id="16" dur="500"/>
                                        <p:tgtEl>
                                          <p:spTgt spid="2664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6638"/>
                                        </p:tgtEl>
                                        <p:attrNameLst>
                                          <p:attrName>style.visibility</p:attrName>
                                        </p:attrNameLst>
                                      </p:cBhvr>
                                      <p:to>
                                        <p:strVal val="visible"/>
                                      </p:to>
                                    </p:set>
                                    <p:animEffect transition="in" filter="blinds(horizontal)">
                                      <p:cBhvr>
                                        <p:cTn id="21" dur="500"/>
                                        <p:tgtEl>
                                          <p:spTgt spid="26638"/>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ipe(down)">
                                      <p:cBhvr>
                                        <p:cTn id="25" dur="500"/>
                                        <p:tgtEl>
                                          <p:spTgt spid="47"/>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26657"/>
                                        </p:tgtEl>
                                        <p:attrNameLst>
                                          <p:attrName>style.visibility</p:attrName>
                                        </p:attrNameLst>
                                      </p:cBhvr>
                                      <p:to>
                                        <p:strVal val="visible"/>
                                      </p:to>
                                    </p:set>
                                    <p:animEffect transition="in" filter="checkerboard(across)">
                                      <p:cBhvr>
                                        <p:cTn id="30" dur="500"/>
                                        <p:tgtEl>
                                          <p:spTgt spid="2665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6644"/>
                                        </p:tgtEl>
                                        <p:attrNameLst>
                                          <p:attrName>style.visibility</p:attrName>
                                        </p:attrNameLst>
                                      </p:cBhvr>
                                      <p:to>
                                        <p:strVal val="visible"/>
                                      </p:to>
                                    </p:set>
                                    <p:animEffect transition="in" filter="blinds(horizontal)">
                                      <p:cBhvr>
                                        <p:cTn id="35" dur="500"/>
                                        <p:tgtEl>
                                          <p:spTgt spid="26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1"/>
          <p:cNvSpPr>
            <a:spLocks noGrp="1"/>
          </p:cNvSpPr>
          <p:nvPr>
            <p:ph type="sldNum" sz="quarter" idx="10"/>
          </p:nvPr>
        </p:nvSpPr>
        <p:spPr/>
        <p:txBody>
          <a:bodyPr/>
          <a:lstStyle/>
          <a:p>
            <a:fld id="{F84436B1-3956-4C8D-9875-74C0EB777AB7}" type="slidenum">
              <a:rPr lang="zh-CN" altLang="en-US"/>
              <a:pPr/>
              <a:t>12</a:t>
            </a:fld>
            <a:endParaRPr lang="en-US"/>
          </a:p>
        </p:txBody>
      </p:sp>
      <p:grpSp>
        <p:nvGrpSpPr>
          <p:cNvPr id="28674" name="Group 2"/>
          <p:cNvGrpSpPr>
            <a:grpSpLocks/>
          </p:cNvGrpSpPr>
          <p:nvPr/>
        </p:nvGrpSpPr>
        <p:grpSpPr bwMode="auto">
          <a:xfrm>
            <a:off x="2100741" y="1935838"/>
            <a:ext cx="1993106" cy="588169"/>
            <a:chOff x="0" y="0"/>
            <a:chExt cx="1674" cy="494"/>
          </a:xfrm>
        </p:grpSpPr>
        <p:sp>
          <p:nvSpPr>
            <p:cNvPr id="28675" name="Freeform 3"/>
            <p:cNvSpPr>
              <a:spLocks/>
            </p:cNvSpPr>
            <p:nvPr/>
          </p:nvSpPr>
          <p:spPr bwMode="auto">
            <a:xfrm>
              <a:off x="18" y="9"/>
              <a:ext cx="771" cy="453"/>
            </a:xfrm>
            <a:custGeom>
              <a:avLst/>
              <a:gdLst/>
              <a:ahLst/>
              <a:cxnLst>
                <a:cxn ang="0">
                  <a:pos x="0" y="207"/>
                </a:cxn>
                <a:cxn ang="0">
                  <a:pos x="290" y="209"/>
                </a:cxn>
                <a:cxn ang="0">
                  <a:pos x="250" y="0"/>
                </a:cxn>
                <a:cxn ang="0">
                  <a:pos x="363" y="207"/>
                </a:cxn>
                <a:cxn ang="0">
                  <a:pos x="816" y="207"/>
                </a:cxn>
                <a:cxn ang="0">
                  <a:pos x="816" y="543"/>
                </a:cxn>
                <a:cxn ang="0">
                  <a:pos x="0" y="543"/>
                </a:cxn>
                <a:cxn ang="0">
                  <a:pos x="0" y="207"/>
                </a:cxn>
              </a:cxnLst>
              <a:rect l="0" t="0" r="r" b="b"/>
              <a:pathLst>
                <a:path w="816" h="543">
                  <a:moveTo>
                    <a:pt x="0" y="207"/>
                  </a:moveTo>
                  <a:lnTo>
                    <a:pt x="290" y="209"/>
                  </a:lnTo>
                  <a:lnTo>
                    <a:pt x="250" y="0"/>
                  </a:lnTo>
                  <a:lnTo>
                    <a:pt x="363" y="207"/>
                  </a:lnTo>
                  <a:lnTo>
                    <a:pt x="816" y="207"/>
                  </a:lnTo>
                  <a:lnTo>
                    <a:pt x="816" y="543"/>
                  </a:lnTo>
                  <a:lnTo>
                    <a:pt x="0" y="543"/>
                  </a:lnTo>
                  <a:lnTo>
                    <a:pt x="0" y="207"/>
                  </a:lnTo>
                  <a:close/>
                </a:path>
              </a:pathLst>
            </a:custGeom>
            <a:gradFill rotWithShape="1">
              <a:gsLst>
                <a:gs pos="0">
                  <a:schemeClr val="accent1"/>
                </a:gs>
                <a:gs pos="50000">
                  <a:schemeClr val="bg1"/>
                </a:gs>
                <a:gs pos="100000">
                  <a:schemeClr val="accent1"/>
                </a:gs>
              </a:gsLst>
              <a:lin ang="5400000" scaled="1"/>
            </a:gradFill>
            <a:ln w="3175" cmpd="sng">
              <a:solidFill>
                <a:srgbClr val="008080"/>
              </a:solidFill>
              <a:round/>
              <a:headEnd/>
              <a:tailEnd/>
            </a:ln>
            <a:effectLst/>
          </p:spPr>
          <p:txBody>
            <a:bodyPr wrap="none"/>
            <a:lstStyle/>
            <a:p>
              <a:endParaRPr lang="zh-CN" altLang="en-US" sz="2400"/>
            </a:p>
          </p:txBody>
        </p:sp>
        <p:sp>
          <p:nvSpPr>
            <p:cNvPr id="28676" name="Rectangle 4"/>
            <p:cNvSpPr>
              <a:spLocks noChangeArrowheads="1"/>
            </p:cNvSpPr>
            <p:nvPr/>
          </p:nvSpPr>
          <p:spPr bwMode="auto">
            <a:xfrm>
              <a:off x="0" y="145"/>
              <a:ext cx="885" cy="349"/>
            </a:xfrm>
            <a:prstGeom prst="rect">
              <a:avLst/>
            </a:prstGeom>
            <a:gradFill rotWithShape="1">
              <a:gsLst>
                <a:gs pos="0">
                  <a:srgbClr val="CCECFF"/>
                </a:gs>
                <a:gs pos="100000">
                  <a:schemeClr val="bg1"/>
                </a:gs>
              </a:gsLst>
              <a:lin ang="5400000" scaled="1"/>
            </a:gradFill>
            <a:ln w="3175">
              <a:solidFill>
                <a:schemeClr val="tx2"/>
              </a:solidFill>
              <a:miter lim="800000"/>
              <a:headEnd/>
              <a:tailEnd/>
            </a:ln>
            <a:effectLst/>
          </p:spPr>
          <p:txBody>
            <a:bodyPr>
              <a:spAutoFit/>
            </a:bodyPr>
            <a:lstStyle/>
            <a:p>
              <a:r>
                <a:rPr lang="zh-CN" altLang="en-US" sz="2100">
                  <a:solidFill>
                    <a:srgbClr val="CC0000"/>
                  </a:solidFill>
                  <a:latin typeface="Times New Roman" pitchFamily="18" charset="0"/>
                </a:rPr>
                <a:t>外力功</a:t>
              </a:r>
            </a:p>
          </p:txBody>
        </p:sp>
        <p:sp>
          <p:nvSpPr>
            <p:cNvPr id="28677" name="Freeform 5"/>
            <p:cNvSpPr>
              <a:spLocks/>
            </p:cNvSpPr>
            <p:nvPr/>
          </p:nvSpPr>
          <p:spPr bwMode="auto">
            <a:xfrm>
              <a:off x="840" y="0"/>
              <a:ext cx="766" cy="462"/>
            </a:xfrm>
            <a:custGeom>
              <a:avLst/>
              <a:gdLst/>
              <a:ahLst/>
              <a:cxnLst>
                <a:cxn ang="0">
                  <a:pos x="0" y="217"/>
                </a:cxn>
                <a:cxn ang="0">
                  <a:pos x="260" y="219"/>
                </a:cxn>
                <a:cxn ang="0">
                  <a:pos x="220" y="0"/>
                </a:cxn>
                <a:cxn ang="0">
                  <a:pos x="363" y="217"/>
                </a:cxn>
                <a:cxn ang="0">
                  <a:pos x="816" y="217"/>
                </a:cxn>
                <a:cxn ang="0">
                  <a:pos x="816" y="553"/>
                </a:cxn>
                <a:cxn ang="0">
                  <a:pos x="0" y="553"/>
                </a:cxn>
                <a:cxn ang="0">
                  <a:pos x="0" y="217"/>
                </a:cxn>
              </a:cxnLst>
              <a:rect l="0" t="0" r="r" b="b"/>
              <a:pathLst>
                <a:path w="816" h="553">
                  <a:moveTo>
                    <a:pt x="0" y="217"/>
                  </a:moveTo>
                  <a:lnTo>
                    <a:pt x="260" y="219"/>
                  </a:lnTo>
                  <a:lnTo>
                    <a:pt x="220" y="0"/>
                  </a:lnTo>
                  <a:lnTo>
                    <a:pt x="363" y="217"/>
                  </a:lnTo>
                  <a:lnTo>
                    <a:pt x="816" y="217"/>
                  </a:lnTo>
                  <a:lnTo>
                    <a:pt x="816" y="553"/>
                  </a:lnTo>
                  <a:lnTo>
                    <a:pt x="0" y="553"/>
                  </a:lnTo>
                  <a:lnTo>
                    <a:pt x="0" y="217"/>
                  </a:lnTo>
                  <a:close/>
                </a:path>
              </a:pathLst>
            </a:custGeom>
            <a:gradFill rotWithShape="1">
              <a:gsLst>
                <a:gs pos="0">
                  <a:schemeClr val="accent1"/>
                </a:gs>
                <a:gs pos="50000">
                  <a:schemeClr val="bg1"/>
                </a:gs>
                <a:gs pos="100000">
                  <a:schemeClr val="accent1"/>
                </a:gs>
              </a:gsLst>
              <a:lin ang="5400000" scaled="1"/>
            </a:gradFill>
            <a:ln w="3175" cmpd="sng">
              <a:solidFill>
                <a:srgbClr val="008080"/>
              </a:solidFill>
              <a:round/>
              <a:headEnd/>
              <a:tailEnd/>
            </a:ln>
            <a:effectLst/>
          </p:spPr>
          <p:txBody>
            <a:bodyPr wrap="none"/>
            <a:lstStyle/>
            <a:p>
              <a:endParaRPr lang="zh-CN" altLang="en-US" sz="2400"/>
            </a:p>
          </p:txBody>
        </p:sp>
        <p:sp>
          <p:nvSpPr>
            <p:cNvPr id="28678" name="Text Box 6"/>
            <p:cNvSpPr txBox="1">
              <a:spLocks noChangeArrowheads="1"/>
            </p:cNvSpPr>
            <p:nvPr/>
          </p:nvSpPr>
          <p:spPr bwMode="auto">
            <a:xfrm>
              <a:off x="817" y="145"/>
              <a:ext cx="857" cy="349"/>
            </a:xfrm>
            <a:prstGeom prst="rect">
              <a:avLst/>
            </a:prstGeom>
            <a:gradFill rotWithShape="1">
              <a:gsLst>
                <a:gs pos="0">
                  <a:srgbClr val="CCECFF"/>
                </a:gs>
                <a:gs pos="100000">
                  <a:schemeClr val="bg1"/>
                </a:gs>
              </a:gsLst>
              <a:lin ang="5400000" scaled="1"/>
            </a:gradFill>
            <a:ln w="3175">
              <a:solidFill>
                <a:schemeClr val="tx2"/>
              </a:solid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内力功</a:t>
              </a:r>
            </a:p>
          </p:txBody>
        </p:sp>
      </p:grpSp>
      <p:sp>
        <p:nvSpPr>
          <p:cNvPr id="28679" name="Text Box 7"/>
          <p:cNvSpPr txBox="1">
            <a:spLocks noChangeArrowheads="1"/>
          </p:cNvSpPr>
          <p:nvPr/>
        </p:nvSpPr>
        <p:spPr bwMode="auto">
          <a:xfrm>
            <a:off x="100132" y="922543"/>
            <a:ext cx="3833813" cy="415498"/>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rPr>
              <a:t>一、质点系的动能定理</a:t>
            </a:r>
            <a:endParaRPr lang="zh-CN" altLang="en-US" sz="2100" b="0">
              <a:solidFill>
                <a:srgbClr val="CC0000"/>
              </a:solidFill>
            </a:endParaRPr>
          </a:p>
        </p:txBody>
      </p:sp>
      <p:grpSp>
        <p:nvGrpSpPr>
          <p:cNvPr id="28680" name="Group 8"/>
          <p:cNvGrpSpPr>
            <a:grpSpLocks/>
          </p:cNvGrpSpPr>
          <p:nvPr/>
        </p:nvGrpSpPr>
        <p:grpSpPr bwMode="auto">
          <a:xfrm>
            <a:off x="375168" y="3555444"/>
            <a:ext cx="5044677" cy="488155"/>
            <a:chOff x="0" y="18"/>
            <a:chExt cx="4237" cy="410"/>
          </a:xfrm>
        </p:grpSpPr>
        <p:sp>
          <p:nvSpPr>
            <p:cNvPr id="28681" name="Text Box 9"/>
            <p:cNvSpPr txBox="1">
              <a:spLocks noChangeArrowheads="1"/>
            </p:cNvSpPr>
            <p:nvPr/>
          </p:nvSpPr>
          <p:spPr bwMode="auto">
            <a:xfrm>
              <a:off x="0" y="24"/>
              <a:ext cx="2304" cy="349"/>
            </a:xfrm>
            <a:prstGeom prst="rect">
              <a:avLst/>
            </a:prstGeom>
            <a:noFill/>
            <a:ln w="9525">
              <a:noFill/>
              <a:miter lim="800000"/>
              <a:headEnd/>
              <a:tailEnd/>
            </a:ln>
            <a:effectLst/>
          </p:spPr>
          <p:txBody>
            <a:bodyPr>
              <a:spAutoFit/>
            </a:bodyPr>
            <a:lstStyle/>
            <a:p>
              <a:pPr>
                <a:spcBef>
                  <a:spcPct val="50000"/>
                </a:spcBef>
                <a:buFont typeface="Arial" charset="0"/>
                <a:buBlip>
                  <a:blip r:embed="rId3"/>
                </a:buBlip>
              </a:pPr>
              <a:r>
                <a:rPr lang="zh-CN" altLang="en-US" sz="2100">
                  <a:solidFill>
                    <a:srgbClr val="000000"/>
                  </a:solidFill>
                </a:rPr>
                <a:t>  质点系</a:t>
              </a:r>
              <a:r>
                <a:rPr lang="zh-CN" altLang="en-US" sz="2100">
                  <a:solidFill>
                    <a:srgbClr val="1C1C1C"/>
                  </a:solidFill>
                </a:rPr>
                <a:t>动能定理</a:t>
              </a:r>
              <a:r>
                <a:rPr lang="zh-CN" altLang="en-US" sz="2100"/>
                <a:t> </a:t>
              </a:r>
            </a:p>
          </p:txBody>
        </p:sp>
        <p:graphicFrame>
          <p:nvGraphicFramePr>
            <p:cNvPr id="28682" name="Object 10"/>
            <p:cNvGraphicFramePr>
              <a:graphicFrameLocks noChangeAspect="1"/>
            </p:cNvGraphicFramePr>
            <p:nvPr>
              <p:extLst>
                <p:ext uri="{D42A27DB-BD31-4B8C-83A1-F6EECF244321}">
                  <p14:modId xmlns:p14="http://schemas.microsoft.com/office/powerpoint/2010/main" val="3822107150"/>
                </p:ext>
              </p:extLst>
            </p:nvPr>
          </p:nvGraphicFramePr>
          <p:xfrm>
            <a:off x="2008" y="18"/>
            <a:ext cx="2229" cy="410"/>
          </p:xfrm>
          <a:graphic>
            <a:graphicData uri="http://schemas.openxmlformats.org/presentationml/2006/ole">
              <mc:AlternateContent xmlns:mc="http://schemas.openxmlformats.org/markup-compatibility/2006">
                <mc:Choice xmlns:v="urn:schemas-microsoft-com:vml" Requires="v">
                  <p:oleObj spid="_x0000_s363005" r:id="rId4" imgW="1307849" imgH="241512" progId="Equation.3">
                    <p:embed/>
                  </p:oleObj>
                </mc:Choice>
                <mc:Fallback>
                  <p:oleObj r:id="rId4" imgW="1307849" imgH="241512" progId="Equation.3">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8" y="18"/>
                          <a:ext cx="2229" cy="410"/>
                        </a:xfrm>
                        <a:prstGeom prst="rect">
                          <a:avLst/>
                        </a:prstGeom>
                        <a:noFill/>
                        <a:extLst/>
                      </p:spPr>
                    </p:pic>
                  </p:oleObj>
                </mc:Fallback>
              </mc:AlternateContent>
            </a:graphicData>
          </a:graphic>
        </p:graphicFrame>
      </p:grpSp>
      <p:grpSp>
        <p:nvGrpSpPr>
          <p:cNvPr id="28683" name="Group 11"/>
          <p:cNvGrpSpPr>
            <a:grpSpLocks/>
          </p:cNvGrpSpPr>
          <p:nvPr/>
        </p:nvGrpSpPr>
        <p:grpSpPr bwMode="auto">
          <a:xfrm>
            <a:off x="6486169" y="874515"/>
            <a:ext cx="2400300" cy="1764506"/>
            <a:chOff x="28" y="46"/>
            <a:chExt cx="2016" cy="1482"/>
          </a:xfrm>
        </p:grpSpPr>
        <p:sp>
          <p:nvSpPr>
            <p:cNvPr id="28685" name="Oval 13"/>
            <p:cNvSpPr>
              <a:spLocks noChangeArrowheads="1"/>
            </p:cNvSpPr>
            <p:nvPr/>
          </p:nvSpPr>
          <p:spPr bwMode="auto">
            <a:xfrm>
              <a:off x="364" y="285"/>
              <a:ext cx="48" cy="48"/>
            </a:xfrm>
            <a:prstGeom prst="ellipse">
              <a:avLst/>
            </a:prstGeom>
            <a:solidFill>
              <a:srgbClr val="D60093"/>
            </a:solidFill>
            <a:ln w="9525">
              <a:solidFill>
                <a:schemeClr val="tx1"/>
              </a:solidFill>
              <a:round/>
              <a:headEnd/>
              <a:tailEnd/>
            </a:ln>
            <a:effectLst/>
          </p:spPr>
          <p:txBody>
            <a:bodyPr wrap="none" anchor="ctr"/>
            <a:lstStyle/>
            <a:p>
              <a:endParaRPr lang="zh-CN" altLang="en-US" sz="2400"/>
            </a:p>
          </p:txBody>
        </p:sp>
        <p:sp>
          <p:nvSpPr>
            <p:cNvPr id="28686" name="Oval 14"/>
            <p:cNvSpPr>
              <a:spLocks noChangeArrowheads="1"/>
            </p:cNvSpPr>
            <p:nvPr/>
          </p:nvSpPr>
          <p:spPr bwMode="auto">
            <a:xfrm>
              <a:off x="1324" y="811"/>
              <a:ext cx="48" cy="48"/>
            </a:xfrm>
            <a:prstGeom prst="ellipse">
              <a:avLst/>
            </a:prstGeom>
            <a:solidFill>
              <a:srgbClr val="FF0066"/>
            </a:solidFill>
            <a:ln w="9525">
              <a:solidFill>
                <a:schemeClr val="tx1"/>
              </a:solidFill>
              <a:round/>
              <a:headEnd/>
              <a:tailEnd/>
            </a:ln>
            <a:effectLst/>
          </p:spPr>
          <p:txBody>
            <a:bodyPr wrap="none" anchor="ctr"/>
            <a:lstStyle/>
            <a:p>
              <a:endParaRPr lang="zh-CN" altLang="en-US" sz="2400"/>
            </a:p>
          </p:txBody>
        </p:sp>
        <p:sp>
          <p:nvSpPr>
            <p:cNvPr id="28687" name="Oval 15"/>
            <p:cNvSpPr>
              <a:spLocks noChangeArrowheads="1"/>
            </p:cNvSpPr>
            <p:nvPr/>
          </p:nvSpPr>
          <p:spPr bwMode="auto">
            <a:xfrm>
              <a:off x="460" y="907"/>
              <a:ext cx="48" cy="48"/>
            </a:xfrm>
            <a:prstGeom prst="ellipse">
              <a:avLst/>
            </a:prstGeom>
            <a:solidFill>
              <a:srgbClr val="FF0066"/>
            </a:solidFill>
            <a:ln w="9525">
              <a:solidFill>
                <a:schemeClr val="tx1"/>
              </a:solidFill>
              <a:round/>
              <a:headEnd/>
              <a:tailEnd/>
            </a:ln>
            <a:effectLst/>
          </p:spPr>
          <p:txBody>
            <a:bodyPr wrap="none" anchor="ctr"/>
            <a:lstStyle/>
            <a:p>
              <a:endParaRPr lang="zh-CN" altLang="en-US" sz="2400"/>
            </a:p>
          </p:txBody>
        </p:sp>
        <p:sp>
          <p:nvSpPr>
            <p:cNvPr id="28688" name="Oval 16"/>
            <p:cNvSpPr>
              <a:spLocks noChangeArrowheads="1"/>
            </p:cNvSpPr>
            <p:nvPr/>
          </p:nvSpPr>
          <p:spPr bwMode="auto">
            <a:xfrm>
              <a:off x="892" y="524"/>
              <a:ext cx="48" cy="48"/>
            </a:xfrm>
            <a:prstGeom prst="ellipse">
              <a:avLst/>
            </a:prstGeom>
            <a:solidFill>
              <a:srgbClr val="FF0066"/>
            </a:solidFill>
            <a:ln w="9525">
              <a:solidFill>
                <a:schemeClr val="tx1"/>
              </a:solidFill>
              <a:round/>
              <a:headEnd/>
              <a:tailEnd/>
            </a:ln>
            <a:effectLst/>
          </p:spPr>
          <p:txBody>
            <a:bodyPr wrap="none" anchor="ctr"/>
            <a:lstStyle/>
            <a:p>
              <a:endParaRPr lang="zh-CN" altLang="en-US" sz="2400"/>
            </a:p>
          </p:txBody>
        </p:sp>
        <p:sp>
          <p:nvSpPr>
            <p:cNvPr id="28689" name="Oval 17"/>
            <p:cNvSpPr>
              <a:spLocks noChangeArrowheads="1"/>
            </p:cNvSpPr>
            <p:nvPr/>
          </p:nvSpPr>
          <p:spPr bwMode="auto">
            <a:xfrm>
              <a:off x="1372" y="285"/>
              <a:ext cx="48" cy="48"/>
            </a:xfrm>
            <a:prstGeom prst="ellipse">
              <a:avLst/>
            </a:prstGeom>
            <a:solidFill>
              <a:srgbClr val="D60093"/>
            </a:solidFill>
            <a:ln w="9525">
              <a:solidFill>
                <a:schemeClr val="tx1"/>
              </a:solidFill>
              <a:round/>
              <a:headEnd/>
              <a:tailEnd/>
            </a:ln>
            <a:effectLst/>
          </p:spPr>
          <p:txBody>
            <a:bodyPr wrap="none" anchor="ctr"/>
            <a:lstStyle/>
            <a:p>
              <a:endParaRPr lang="zh-CN" altLang="en-US" sz="2400"/>
            </a:p>
          </p:txBody>
        </p:sp>
        <p:sp>
          <p:nvSpPr>
            <p:cNvPr id="28690" name="Freeform 18"/>
            <p:cNvSpPr>
              <a:spLocks/>
            </p:cNvSpPr>
            <p:nvPr/>
          </p:nvSpPr>
          <p:spPr bwMode="auto">
            <a:xfrm>
              <a:off x="239" y="279"/>
              <a:ext cx="1370" cy="1106"/>
            </a:xfrm>
            <a:custGeom>
              <a:avLst/>
              <a:gdLst/>
              <a:ahLst/>
              <a:cxnLst>
                <a:cxn ang="0">
                  <a:pos x="437" y="162"/>
                </a:cxn>
                <a:cxn ang="0">
                  <a:pos x="569" y="6"/>
                </a:cxn>
                <a:cxn ang="0">
                  <a:pos x="881" y="66"/>
                </a:cxn>
                <a:cxn ang="0">
                  <a:pos x="941" y="114"/>
                </a:cxn>
                <a:cxn ang="0">
                  <a:pos x="1133" y="258"/>
                </a:cxn>
                <a:cxn ang="0">
                  <a:pos x="1253" y="294"/>
                </a:cxn>
                <a:cxn ang="0">
                  <a:pos x="1325" y="486"/>
                </a:cxn>
                <a:cxn ang="0">
                  <a:pos x="1361" y="558"/>
                </a:cxn>
                <a:cxn ang="0">
                  <a:pos x="1313" y="798"/>
                </a:cxn>
                <a:cxn ang="0">
                  <a:pos x="1241" y="870"/>
                </a:cxn>
                <a:cxn ang="0">
                  <a:pos x="1205" y="906"/>
                </a:cxn>
                <a:cxn ang="0">
                  <a:pos x="1001" y="1050"/>
                </a:cxn>
                <a:cxn ang="0">
                  <a:pos x="845" y="1038"/>
                </a:cxn>
                <a:cxn ang="0">
                  <a:pos x="773" y="1002"/>
                </a:cxn>
                <a:cxn ang="0">
                  <a:pos x="629" y="942"/>
                </a:cxn>
                <a:cxn ang="0">
                  <a:pos x="353" y="894"/>
                </a:cxn>
                <a:cxn ang="0">
                  <a:pos x="53" y="822"/>
                </a:cxn>
                <a:cxn ang="0">
                  <a:pos x="29" y="510"/>
                </a:cxn>
                <a:cxn ang="0">
                  <a:pos x="77" y="438"/>
                </a:cxn>
                <a:cxn ang="0">
                  <a:pos x="197" y="270"/>
                </a:cxn>
                <a:cxn ang="0">
                  <a:pos x="401" y="186"/>
                </a:cxn>
                <a:cxn ang="0">
                  <a:pos x="437" y="162"/>
                </a:cxn>
              </a:cxnLst>
              <a:rect l="0" t="0" r="r" b="b"/>
              <a:pathLst>
                <a:path w="1370" h="1050">
                  <a:moveTo>
                    <a:pt x="437" y="162"/>
                  </a:moveTo>
                  <a:cubicBezTo>
                    <a:pt x="466" y="18"/>
                    <a:pt x="439" y="28"/>
                    <a:pt x="569" y="6"/>
                  </a:cubicBezTo>
                  <a:cubicBezTo>
                    <a:pt x="694" y="13"/>
                    <a:pt x="783" y="0"/>
                    <a:pt x="881" y="66"/>
                  </a:cubicBezTo>
                  <a:cubicBezTo>
                    <a:pt x="935" y="147"/>
                    <a:pt x="871" y="68"/>
                    <a:pt x="941" y="114"/>
                  </a:cubicBezTo>
                  <a:cubicBezTo>
                    <a:pt x="1002" y="154"/>
                    <a:pt x="1061" y="234"/>
                    <a:pt x="1133" y="258"/>
                  </a:cubicBezTo>
                  <a:cubicBezTo>
                    <a:pt x="1221" y="287"/>
                    <a:pt x="1180" y="276"/>
                    <a:pt x="1253" y="294"/>
                  </a:cubicBezTo>
                  <a:cubicBezTo>
                    <a:pt x="1292" y="352"/>
                    <a:pt x="1287" y="429"/>
                    <a:pt x="1325" y="486"/>
                  </a:cubicBezTo>
                  <a:cubicBezTo>
                    <a:pt x="1356" y="533"/>
                    <a:pt x="1344" y="508"/>
                    <a:pt x="1361" y="558"/>
                  </a:cubicBezTo>
                  <a:cubicBezTo>
                    <a:pt x="1356" y="634"/>
                    <a:pt x="1370" y="734"/>
                    <a:pt x="1313" y="798"/>
                  </a:cubicBezTo>
                  <a:cubicBezTo>
                    <a:pt x="1290" y="823"/>
                    <a:pt x="1265" y="846"/>
                    <a:pt x="1241" y="870"/>
                  </a:cubicBezTo>
                  <a:cubicBezTo>
                    <a:pt x="1229" y="882"/>
                    <a:pt x="1205" y="906"/>
                    <a:pt x="1205" y="906"/>
                  </a:cubicBezTo>
                  <a:cubicBezTo>
                    <a:pt x="1169" y="1014"/>
                    <a:pt x="1081" y="997"/>
                    <a:pt x="1001" y="1050"/>
                  </a:cubicBezTo>
                  <a:cubicBezTo>
                    <a:pt x="949" y="1046"/>
                    <a:pt x="897" y="1044"/>
                    <a:pt x="845" y="1038"/>
                  </a:cubicBezTo>
                  <a:cubicBezTo>
                    <a:pt x="805" y="1033"/>
                    <a:pt x="809" y="1020"/>
                    <a:pt x="773" y="1002"/>
                  </a:cubicBezTo>
                  <a:cubicBezTo>
                    <a:pt x="726" y="978"/>
                    <a:pt x="680" y="959"/>
                    <a:pt x="629" y="942"/>
                  </a:cubicBezTo>
                  <a:cubicBezTo>
                    <a:pt x="544" y="914"/>
                    <a:pt x="438" y="915"/>
                    <a:pt x="353" y="894"/>
                  </a:cubicBezTo>
                  <a:cubicBezTo>
                    <a:pt x="253" y="869"/>
                    <a:pt x="151" y="855"/>
                    <a:pt x="53" y="822"/>
                  </a:cubicBezTo>
                  <a:cubicBezTo>
                    <a:pt x="0" y="716"/>
                    <a:pt x="1" y="646"/>
                    <a:pt x="29" y="510"/>
                  </a:cubicBezTo>
                  <a:cubicBezTo>
                    <a:pt x="35" y="482"/>
                    <a:pt x="64" y="464"/>
                    <a:pt x="77" y="438"/>
                  </a:cubicBezTo>
                  <a:cubicBezTo>
                    <a:pt x="106" y="380"/>
                    <a:pt x="132" y="302"/>
                    <a:pt x="197" y="270"/>
                  </a:cubicBezTo>
                  <a:cubicBezTo>
                    <a:pt x="268" y="234"/>
                    <a:pt x="324" y="208"/>
                    <a:pt x="401" y="186"/>
                  </a:cubicBezTo>
                  <a:cubicBezTo>
                    <a:pt x="441" y="175"/>
                    <a:pt x="437" y="186"/>
                    <a:pt x="437" y="162"/>
                  </a:cubicBezTo>
                  <a:close/>
                </a:path>
              </a:pathLst>
            </a:custGeom>
            <a:noFill/>
            <a:ln w="28575" cap="flat" cmpd="sng">
              <a:solidFill>
                <a:srgbClr val="CC6600"/>
              </a:solidFill>
              <a:prstDash val="dash"/>
              <a:round/>
              <a:headEnd/>
              <a:tailEnd/>
            </a:ln>
            <a:effectLst/>
          </p:spPr>
          <p:txBody>
            <a:bodyPr wrap="none" anchor="ctr"/>
            <a:lstStyle/>
            <a:p>
              <a:endParaRPr lang="zh-CN" altLang="en-US" sz="2400"/>
            </a:p>
          </p:txBody>
        </p:sp>
        <p:sp>
          <p:nvSpPr>
            <p:cNvPr id="28691" name="Line 19"/>
            <p:cNvSpPr>
              <a:spLocks noChangeShapeType="1"/>
            </p:cNvSpPr>
            <p:nvPr/>
          </p:nvSpPr>
          <p:spPr bwMode="auto">
            <a:xfrm flipH="1">
              <a:off x="748" y="572"/>
              <a:ext cx="144" cy="144"/>
            </a:xfrm>
            <a:prstGeom prst="line">
              <a:avLst/>
            </a:prstGeom>
            <a:noFill/>
            <a:ln w="28575">
              <a:solidFill>
                <a:srgbClr val="D60093"/>
              </a:solidFill>
              <a:round/>
              <a:headEnd/>
              <a:tailEnd type="triangle" w="sm" len="lg"/>
            </a:ln>
            <a:effectLst/>
          </p:spPr>
          <p:txBody>
            <a:bodyPr wrap="none" anchor="ctr"/>
            <a:lstStyle/>
            <a:p>
              <a:endParaRPr lang="zh-CN" altLang="en-US" sz="2400"/>
            </a:p>
          </p:txBody>
        </p:sp>
        <p:sp>
          <p:nvSpPr>
            <p:cNvPr id="28692" name="Line 20"/>
            <p:cNvSpPr>
              <a:spLocks noChangeShapeType="1"/>
            </p:cNvSpPr>
            <p:nvPr/>
          </p:nvSpPr>
          <p:spPr bwMode="auto">
            <a:xfrm flipV="1">
              <a:off x="508" y="763"/>
              <a:ext cx="144" cy="144"/>
            </a:xfrm>
            <a:prstGeom prst="line">
              <a:avLst/>
            </a:prstGeom>
            <a:noFill/>
            <a:ln w="28575">
              <a:solidFill>
                <a:srgbClr val="D60093"/>
              </a:solidFill>
              <a:round/>
              <a:headEnd/>
              <a:tailEnd type="triangle" w="sm" len="lg"/>
            </a:ln>
            <a:effectLst/>
          </p:spPr>
          <p:txBody>
            <a:bodyPr wrap="none" anchor="ctr"/>
            <a:lstStyle/>
            <a:p>
              <a:endParaRPr lang="zh-CN" altLang="en-US" sz="2400"/>
            </a:p>
          </p:txBody>
        </p:sp>
        <p:sp>
          <p:nvSpPr>
            <p:cNvPr id="28693" name="Line 21"/>
            <p:cNvSpPr>
              <a:spLocks noChangeShapeType="1"/>
            </p:cNvSpPr>
            <p:nvPr/>
          </p:nvSpPr>
          <p:spPr bwMode="auto">
            <a:xfrm flipH="1" flipV="1">
              <a:off x="652" y="46"/>
              <a:ext cx="240" cy="478"/>
            </a:xfrm>
            <a:prstGeom prst="line">
              <a:avLst/>
            </a:prstGeom>
            <a:noFill/>
            <a:ln w="28575">
              <a:solidFill>
                <a:srgbClr val="0000FF"/>
              </a:solidFill>
              <a:round/>
              <a:headEnd/>
              <a:tailEnd type="triangle" w="sm" len="lg"/>
            </a:ln>
            <a:effectLst/>
          </p:spPr>
          <p:txBody>
            <a:bodyPr wrap="none" anchor="ctr"/>
            <a:lstStyle/>
            <a:p>
              <a:endParaRPr lang="zh-CN" altLang="en-US" sz="2400"/>
            </a:p>
          </p:txBody>
        </p:sp>
        <p:sp>
          <p:nvSpPr>
            <p:cNvPr id="28694" name="Line 22"/>
            <p:cNvSpPr>
              <a:spLocks noChangeShapeType="1"/>
            </p:cNvSpPr>
            <p:nvPr/>
          </p:nvSpPr>
          <p:spPr bwMode="auto">
            <a:xfrm flipH="1">
              <a:off x="28" y="955"/>
              <a:ext cx="432" cy="239"/>
            </a:xfrm>
            <a:prstGeom prst="line">
              <a:avLst/>
            </a:prstGeom>
            <a:noFill/>
            <a:ln w="28575">
              <a:solidFill>
                <a:srgbClr val="0000FF"/>
              </a:solidFill>
              <a:round/>
              <a:headEnd/>
              <a:tailEnd type="triangle" w="sm" len="lg"/>
            </a:ln>
            <a:effectLst/>
          </p:spPr>
          <p:txBody>
            <a:bodyPr wrap="none" anchor="ctr"/>
            <a:lstStyle/>
            <a:p>
              <a:endParaRPr lang="zh-CN" altLang="en-US" sz="2400"/>
            </a:p>
          </p:txBody>
        </p:sp>
        <p:sp>
          <p:nvSpPr>
            <p:cNvPr id="28695" name="Line 23"/>
            <p:cNvSpPr>
              <a:spLocks noChangeShapeType="1"/>
            </p:cNvSpPr>
            <p:nvPr/>
          </p:nvSpPr>
          <p:spPr bwMode="auto">
            <a:xfrm flipV="1">
              <a:off x="1372" y="524"/>
              <a:ext cx="624" cy="287"/>
            </a:xfrm>
            <a:prstGeom prst="line">
              <a:avLst/>
            </a:prstGeom>
            <a:noFill/>
            <a:ln w="28575">
              <a:solidFill>
                <a:srgbClr val="0000FF"/>
              </a:solidFill>
              <a:round/>
              <a:headEnd/>
              <a:tailEnd type="triangle" w="sm" len="lg"/>
            </a:ln>
            <a:effectLst/>
          </p:spPr>
          <p:txBody>
            <a:bodyPr wrap="none" anchor="ctr"/>
            <a:lstStyle/>
            <a:p>
              <a:endParaRPr lang="zh-CN" altLang="en-US" sz="2400"/>
            </a:p>
          </p:txBody>
        </p:sp>
        <p:sp>
          <p:nvSpPr>
            <p:cNvPr id="28696" name="Line 24"/>
            <p:cNvSpPr>
              <a:spLocks noChangeShapeType="1"/>
            </p:cNvSpPr>
            <p:nvPr/>
          </p:nvSpPr>
          <p:spPr bwMode="auto">
            <a:xfrm flipV="1">
              <a:off x="508" y="907"/>
              <a:ext cx="288" cy="48"/>
            </a:xfrm>
            <a:prstGeom prst="line">
              <a:avLst/>
            </a:prstGeom>
            <a:noFill/>
            <a:ln w="28575">
              <a:solidFill>
                <a:srgbClr val="D60093"/>
              </a:solidFill>
              <a:round/>
              <a:headEnd/>
              <a:tailEnd type="triangle" w="sm" len="lg"/>
            </a:ln>
            <a:effectLst/>
          </p:spPr>
          <p:txBody>
            <a:bodyPr wrap="none" anchor="ctr"/>
            <a:lstStyle/>
            <a:p>
              <a:endParaRPr lang="zh-CN" altLang="en-US" sz="2400"/>
            </a:p>
          </p:txBody>
        </p:sp>
        <p:sp>
          <p:nvSpPr>
            <p:cNvPr id="28697" name="Line 25"/>
            <p:cNvSpPr>
              <a:spLocks noChangeShapeType="1"/>
            </p:cNvSpPr>
            <p:nvPr/>
          </p:nvSpPr>
          <p:spPr bwMode="auto">
            <a:xfrm flipH="1">
              <a:off x="1036" y="811"/>
              <a:ext cx="288" cy="48"/>
            </a:xfrm>
            <a:prstGeom prst="line">
              <a:avLst/>
            </a:prstGeom>
            <a:noFill/>
            <a:ln w="28575">
              <a:solidFill>
                <a:srgbClr val="D60093"/>
              </a:solidFill>
              <a:round/>
              <a:headEnd/>
              <a:tailEnd type="triangle" w="sm" len="lg"/>
            </a:ln>
            <a:effectLst/>
          </p:spPr>
          <p:txBody>
            <a:bodyPr wrap="none" anchor="ctr"/>
            <a:lstStyle/>
            <a:p>
              <a:endParaRPr lang="zh-CN" altLang="en-US" sz="2400"/>
            </a:p>
          </p:txBody>
        </p:sp>
        <p:graphicFrame>
          <p:nvGraphicFramePr>
            <p:cNvPr id="28698" name="Object 26"/>
            <p:cNvGraphicFramePr>
              <a:graphicFrameLocks noChangeAspect="1"/>
            </p:cNvGraphicFramePr>
            <p:nvPr/>
          </p:nvGraphicFramePr>
          <p:xfrm>
            <a:off x="1024" y="381"/>
            <a:ext cx="252" cy="299"/>
          </p:xfrm>
          <a:graphic>
            <a:graphicData uri="http://schemas.openxmlformats.org/presentationml/2006/ole">
              <mc:AlternateContent xmlns:mc="http://schemas.openxmlformats.org/markup-compatibility/2006">
                <mc:Choice xmlns:v="urn:schemas-microsoft-com:vml" Requires="v">
                  <p:oleObj spid="_x0000_s363006" r:id="rId6" imgW="266670" imgH="317404" progId="Equation.3">
                    <p:embed/>
                  </p:oleObj>
                </mc:Choice>
                <mc:Fallback>
                  <p:oleObj r:id="rId6" imgW="266670" imgH="317404" progId="Equation.3">
                    <p:embed/>
                    <p:pic>
                      <p:nvPicPr>
                        <p:cNvPr id="0" name="Picture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4" y="381"/>
                          <a:ext cx="252"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9" name="Object 27"/>
            <p:cNvGraphicFramePr>
              <a:graphicFrameLocks noChangeAspect="1"/>
            </p:cNvGraphicFramePr>
            <p:nvPr/>
          </p:nvGraphicFramePr>
          <p:xfrm>
            <a:off x="472" y="907"/>
            <a:ext cx="276" cy="299"/>
          </p:xfrm>
          <a:graphic>
            <a:graphicData uri="http://schemas.openxmlformats.org/presentationml/2006/ole">
              <mc:AlternateContent xmlns:mc="http://schemas.openxmlformats.org/markup-compatibility/2006">
                <mc:Choice xmlns:v="urn:schemas-microsoft-com:vml" Requires="v">
                  <p:oleObj spid="_x0000_s363007" r:id="rId8" imgW="292164" imgH="317542" progId="Equation.3">
                    <p:embed/>
                  </p:oleObj>
                </mc:Choice>
                <mc:Fallback>
                  <p:oleObj r:id="rId8" imgW="292164" imgH="317542" progId="Equation.3">
                    <p:embed/>
                    <p:pic>
                      <p:nvPicPr>
                        <p:cNvPr id="0"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 y="907"/>
                          <a:ext cx="276"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0" name="Object 28"/>
            <p:cNvGraphicFramePr>
              <a:graphicFrameLocks noChangeAspect="1"/>
            </p:cNvGraphicFramePr>
            <p:nvPr/>
          </p:nvGraphicFramePr>
          <p:xfrm>
            <a:off x="1324" y="811"/>
            <a:ext cx="252" cy="312"/>
          </p:xfrm>
          <a:graphic>
            <a:graphicData uri="http://schemas.openxmlformats.org/presentationml/2006/ole">
              <mc:AlternateContent xmlns:mc="http://schemas.openxmlformats.org/markup-compatibility/2006">
                <mc:Choice xmlns:v="urn:schemas-microsoft-com:vml" Requires="v">
                  <p:oleObj spid="_x0000_s363008" r:id="rId10" imgW="266670" imgH="330088" progId="Equation.3">
                    <p:embed/>
                  </p:oleObj>
                </mc:Choice>
                <mc:Fallback>
                  <p:oleObj r:id="rId10" imgW="266670" imgH="330088" progId="Equation.3">
                    <p:embed/>
                    <p:pic>
                      <p:nvPicPr>
                        <p:cNvPr id="0" name="Picture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24" y="811"/>
                          <a:ext cx="252"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1" name="Object 29"/>
            <p:cNvGraphicFramePr>
              <a:graphicFrameLocks noChangeAspect="1"/>
            </p:cNvGraphicFramePr>
            <p:nvPr/>
          </p:nvGraphicFramePr>
          <p:xfrm>
            <a:off x="1660" y="185"/>
            <a:ext cx="384" cy="344"/>
          </p:xfrm>
          <a:graphic>
            <a:graphicData uri="http://schemas.openxmlformats.org/presentationml/2006/ole">
              <mc:AlternateContent xmlns:mc="http://schemas.openxmlformats.org/markup-compatibility/2006">
                <mc:Choice xmlns:v="urn:schemas-microsoft-com:vml" Requires="v">
                  <p:oleObj spid="_x0000_s363009" r:id="rId12" imgW="508317" imgH="457517" progId="Equation.3">
                    <p:embed/>
                  </p:oleObj>
                </mc:Choice>
                <mc:Fallback>
                  <p:oleObj r:id="rId12" imgW="508317" imgH="457517" progId="Equation.3">
                    <p:embed/>
                    <p:pic>
                      <p:nvPicPr>
                        <p:cNvPr id="0" name="Picture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60" y="185"/>
                          <a:ext cx="384"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2" name="Object 30"/>
            <p:cNvGraphicFramePr>
              <a:graphicFrameLocks noChangeAspect="1"/>
            </p:cNvGraphicFramePr>
            <p:nvPr/>
          </p:nvGraphicFramePr>
          <p:xfrm>
            <a:off x="892" y="859"/>
            <a:ext cx="383" cy="383"/>
          </p:xfrm>
          <a:graphic>
            <a:graphicData uri="http://schemas.openxmlformats.org/presentationml/2006/ole">
              <mc:AlternateContent xmlns:mc="http://schemas.openxmlformats.org/markup-compatibility/2006">
                <mc:Choice xmlns:v="urn:schemas-microsoft-com:vml" Requires="v">
                  <p:oleObj spid="_x0000_s363010" r:id="rId14" imgW="457517" imgH="457517" progId="Equation.3">
                    <p:embed/>
                  </p:oleObj>
                </mc:Choice>
                <mc:Fallback>
                  <p:oleObj r:id="rId14" imgW="457517" imgH="457517" progId="Equation.3">
                    <p:embed/>
                    <p:pic>
                      <p:nvPicPr>
                        <p:cNvPr id="0" name="Picture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2" y="859"/>
                          <a:ext cx="383"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3" name="Object 31"/>
            <p:cNvGraphicFramePr>
              <a:graphicFrameLocks noChangeAspect="1"/>
            </p:cNvGraphicFramePr>
            <p:nvPr/>
          </p:nvGraphicFramePr>
          <p:xfrm>
            <a:off x="364" y="237"/>
            <a:ext cx="141" cy="144"/>
          </p:xfrm>
          <a:graphic>
            <a:graphicData uri="http://schemas.openxmlformats.org/presentationml/2006/ole">
              <mc:AlternateContent xmlns:mc="http://schemas.openxmlformats.org/markup-compatibility/2006">
                <mc:Choice xmlns:v="urn:schemas-microsoft-com:vml" Requires="v">
                  <p:oleObj spid="_x0000_s363011" r:id="rId16" imgW="380852" imgH="390270" progId="">
                    <p:embed/>
                  </p:oleObj>
                </mc:Choice>
                <mc:Fallback>
                  <p:oleObj r:id="rId16" imgW="380852" imgH="390270" progId="">
                    <p:embed/>
                    <p:pic>
                      <p:nvPicPr>
                        <p:cNvPr id="0" name="Picture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4" y="237"/>
                          <a:ext cx="141"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4" name="Object 32"/>
            <p:cNvGraphicFramePr>
              <a:graphicFrameLocks noChangeAspect="1"/>
            </p:cNvGraphicFramePr>
            <p:nvPr/>
          </p:nvGraphicFramePr>
          <p:xfrm>
            <a:off x="652" y="1385"/>
            <a:ext cx="141" cy="143"/>
          </p:xfrm>
          <a:graphic>
            <a:graphicData uri="http://schemas.openxmlformats.org/presentationml/2006/ole">
              <mc:AlternateContent xmlns:mc="http://schemas.openxmlformats.org/markup-compatibility/2006">
                <mc:Choice xmlns:v="urn:schemas-microsoft-com:vml" Requires="v">
                  <p:oleObj spid="_x0000_s363012" r:id="rId18" imgW="380852" imgH="390270" progId="">
                    <p:embed/>
                  </p:oleObj>
                </mc:Choice>
                <mc:Fallback>
                  <p:oleObj r:id="rId18" imgW="380852" imgH="390270" progId="">
                    <p:embed/>
                    <p:pic>
                      <p:nvPicPr>
                        <p:cNvPr id="0" name="Picture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2" y="1385"/>
                          <a:ext cx="141" cy="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5" name="Object 33"/>
            <p:cNvGraphicFramePr>
              <a:graphicFrameLocks noChangeAspect="1"/>
            </p:cNvGraphicFramePr>
            <p:nvPr/>
          </p:nvGraphicFramePr>
          <p:xfrm>
            <a:off x="1708" y="907"/>
            <a:ext cx="141" cy="143"/>
          </p:xfrm>
          <a:graphic>
            <a:graphicData uri="http://schemas.openxmlformats.org/presentationml/2006/ole">
              <mc:AlternateContent xmlns:mc="http://schemas.openxmlformats.org/markup-compatibility/2006">
                <mc:Choice xmlns:v="urn:schemas-microsoft-com:vml" Requires="v">
                  <p:oleObj spid="_x0000_s363013" r:id="rId19" imgW="380852" imgH="390270" progId="">
                    <p:embed/>
                  </p:oleObj>
                </mc:Choice>
                <mc:Fallback>
                  <p:oleObj r:id="rId19" imgW="380852" imgH="390270" progId="">
                    <p:embed/>
                    <p:pic>
                      <p:nvPicPr>
                        <p:cNvPr id="0" name="Picture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08" y="907"/>
                          <a:ext cx="141" cy="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6" name="Object 34"/>
            <p:cNvGraphicFramePr>
              <a:graphicFrameLocks noChangeAspect="1"/>
            </p:cNvGraphicFramePr>
            <p:nvPr/>
          </p:nvGraphicFramePr>
          <p:xfrm>
            <a:off x="412" y="907"/>
            <a:ext cx="141" cy="143"/>
          </p:xfrm>
          <a:graphic>
            <a:graphicData uri="http://schemas.openxmlformats.org/presentationml/2006/ole">
              <mc:AlternateContent xmlns:mc="http://schemas.openxmlformats.org/markup-compatibility/2006">
                <mc:Choice xmlns:v="urn:schemas-microsoft-com:vml" Requires="v">
                  <p:oleObj spid="_x0000_s363014" r:id="rId20" imgW="380852" imgH="390270" progId="">
                    <p:embed/>
                  </p:oleObj>
                </mc:Choice>
                <mc:Fallback>
                  <p:oleObj r:id="rId20" imgW="380852" imgH="390270" progId="">
                    <p:embed/>
                    <p:pic>
                      <p:nvPicPr>
                        <p:cNvPr id="0" name="Picture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2" y="907"/>
                          <a:ext cx="141" cy="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7" name="Object 35"/>
            <p:cNvGraphicFramePr>
              <a:graphicFrameLocks noChangeAspect="1"/>
            </p:cNvGraphicFramePr>
            <p:nvPr/>
          </p:nvGraphicFramePr>
          <p:xfrm>
            <a:off x="1324" y="237"/>
            <a:ext cx="141" cy="144"/>
          </p:xfrm>
          <a:graphic>
            <a:graphicData uri="http://schemas.openxmlformats.org/presentationml/2006/ole">
              <mc:AlternateContent xmlns:mc="http://schemas.openxmlformats.org/markup-compatibility/2006">
                <mc:Choice xmlns:v="urn:schemas-microsoft-com:vml" Requires="v">
                  <p:oleObj spid="_x0000_s363015" r:id="rId22" imgW="380852" imgH="390270" progId="">
                    <p:embed/>
                  </p:oleObj>
                </mc:Choice>
                <mc:Fallback>
                  <p:oleObj r:id="rId22" imgW="380852" imgH="390270" progId="">
                    <p:embed/>
                    <p:pic>
                      <p:nvPicPr>
                        <p:cNvPr id="0" name="Picture 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24" y="237"/>
                          <a:ext cx="141"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8" name="Object 36"/>
            <p:cNvGraphicFramePr>
              <a:graphicFrameLocks noChangeAspect="1"/>
            </p:cNvGraphicFramePr>
            <p:nvPr/>
          </p:nvGraphicFramePr>
          <p:xfrm>
            <a:off x="1468" y="1289"/>
            <a:ext cx="141" cy="144"/>
          </p:xfrm>
          <a:graphic>
            <a:graphicData uri="http://schemas.openxmlformats.org/presentationml/2006/ole">
              <mc:AlternateContent xmlns:mc="http://schemas.openxmlformats.org/markup-compatibility/2006">
                <mc:Choice xmlns:v="urn:schemas-microsoft-com:vml" Requires="v">
                  <p:oleObj spid="_x0000_s363016" r:id="rId23" imgW="380852" imgH="390270" progId="">
                    <p:embed/>
                  </p:oleObj>
                </mc:Choice>
                <mc:Fallback>
                  <p:oleObj r:id="rId23" imgW="380852" imgH="390270" progId="">
                    <p:embed/>
                    <p:pic>
                      <p:nvPicPr>
                        <p:cNvPr id="0" name="Picture 3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68" y="1289"/>
                          <a:ext cx="141"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9" name="Line 37"/>
            <p:cNvSpPr>
              <a:spLocks noChangeShapeType="1"/>
            </p:cNvSpPr>
            <p:nvPr/>
          </p:nvSpPr>
          <p:spPr bwMode="auto">
            <a:xfrm rot="1203202">
              <a:off x="892" y="572"/>
              <a:ext cx="240" cy="48"/>
            </a:xfrm>
            <a:prstGeom prst="line">
              <a:avLst/>
            </a:prstGeom>
            <a:noFill/>
            <a:ln w="28575">
              <a:solidFill>
                <a:srgbClr val="D60093"/>
              </a:solidFill>
              <a:round/>
              <a:headEnd/>
              <a:tailEnd type="triangle" w="sm" len="lg"/>
            </a:ln>
            <a:effectLst/>
          </p:spPr>
          <p:txBody>
            <a:bodyPr wrap="none" anchor="ctr"/>
            <a:lstStyle/>
            <a:p>
              <a:endParaRPr lang="zh-CN" altLang="en-US" sz="2400"/>
            </a:p>
          </p:txBody>
        </p:sp>
        <p:sp>
          <p:nvSpPr>
            <p:cNvPr id="28710" name="Line 38"/>
            <p:cNvSpPr>
              <a:spLocks noChangeShapeType="1"/>
            </p:cNvSpPr>
            <p:nvPr/>
          </p:nvSpPr>
          <p:spPr bwMode="auto">
            <a:xfrm rot="1529831" flipH="1" flipV="1">
              <a:off x="1129" y="726"/>
              <a:ext cx="240" cy="47"/>
            </a:xfrm>
            <a:prstGeom prst="line">
              <a:avLst/>
            </a:prstGeom>
            <a:noFill/>
            <a:ln w="28575">
              <a:solidFill>
                <a:srgbClr val="D60093"/>
              </a:solidFill>
              <a:round/>
              <a:headEnd/>
              <a:tailEnd type="triangle" w="sm" len="lg"/>
            </a:ln>
            <a:effectLst/>
          </p:spPr>
          <p:txBody>
            <a:bodyPr wrap="none" anchor="ctr"/>
            <a:lstStyle/>
            <a:p>
              <a:endParaRPr lang="zh-CN" altLang="en-US" sz="2400"/>
            </a:p>
          </p:txBody>
        </p:sp>
        <p:graphicFrame>
          <p:nvGraphicFramePr>
            <p:cNvPr id="28711" name="Object 39"/>
            <p:cNvGraphicFramePr>
              <a:graphicFrameLocks noChangeAspect="1"/>
            </p:cNvGraphicFramePr>
            <p:nvPr/>
          </p:nvGraphicFramePr>
          <p:xfrm>
            <a:off x="844" y="477"/>
            <a:ext cx="141" cy="143"/>
          </p:xfrm>
          <a:graphic>
            <a:graphicData uri="http://schemas.openxmlformats.org/presentationml/2006/ole">
              <mc:AlternateContent xmlns:mc="http://schemas.openxmlformats.org/markup-compatibility/2006">
                <mc:Choice xmlns:v="urn:schemas-microsoft-com:vml" Requires="v">
                  <p:oleObj spid="_x0000_s363017" r:id="rId24" imgW="380852" imgH="390270" progId="">
                    <p:embed/>
                  </p:oleObj>
                </mc:Choice>
                <mc:Fallback>
                  <p:oleObj r:id="rId24" imgW="380852" imgH="390270" progId="">
                    <p:embed/>
                    <p:pic>
                      <p:nvPicPr>
                        <p:cNvPr id="0" name="Picture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44" y="477"/>
                          <a:ext cx="141" cy="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12" name="Object 40"/>
            <p:cNvGraphicFramePr>
              <a:graphicFrameLocks noChangeAspect="1"/>
            </p:cNvGraphicFramePr>
            <p:nvPr/>
          </p:nvGraphicFramePr>
          <p:xfrm>
            <a:off x="1276" y="763"/>
            <a:ext cx="141" cy="144"/>
          </p:xfrm>
          <a:graphic>
            <a:graphicData uri="http://schemas.openxmlformats.org/presentationml/2006/ole">
              <mc:AlternateContent xmlns:mc="http://schemas.openxmlformats.org/markup-compatibility/2006">
                <mc:Choice xmlns:v="urn:schemas-microsoft-com:vml" Requires="v">
                  <p:oleObj spid="_x0000_s363018" r:id="rId25" imgW="380852" imgH="390270" progId="">
                    <p:embed/>
                  </p:oleObj>
                </mc:Choice>
                <mc:Fallback>
                  <p:oleObj r:id="rId25" imgW="380852" imgH="390270" progId="">
                    <p:embed/>
                    <p:pic>
                      <p:nvPicPr>
                        <p:cNvPr id="0" name="Picture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76" y="763"/>
                          <a:ext cx="141" cy="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13" name="Group 41"/>
          <p:cNvGrpSpPr>
            <a:grpSpLocks/>
          </p:cNvGrpSpPr>
          <p:nvPr/>
        </p:nvGrpSpPr>
        <p:grpSpPr bwMode="auto">
          <a:xfrm>
            <a:off x="476133" y="4161099"/>
            <a:ext cx="8178404" cy="626269"/>
            <a:chOff x="0" y="0"/>
            <a:chExt cx="6869" cy="526"/>
          </a:xfrm>
        </p:grpSpPr>
        <p:sp>
          <p:nvSpPr>
            <p:cNvPr id="28714" name="Text Box 42"/>
            <p:cNvSpPr txBox="1">
              <a:spLocks noChangeArrowheads="1"/>
            </p:cNvSpPr>
            <p:nvPr/>
          </p:nvSpPr>
          <p:spPr bwMode="auto">
            <a:xfrm>
              <a:off x="1081" y="107"/>
              <a:ext cx="5788" cy="349"/>
            </a:xfrm>
            <a:prstGeom prst="rect">
              <a:avLst/>
            </a:prstGeom>
            <a:noFill/>
            <a:ln w="9525">
              <a:noFill/>
              <a:miter lim="800000"/>
              <a:headEnd/>
              <a:tailEnd/>
            </a:ln>
            <a:effectLst/>
          </p:spPr>
          <p:txBody>
            <a:bodyPr wrap="square">
              <a:spAutoFit/>
            </a:bodyPr>
            <a:lstStyle/>
            <a:p>
              <a:pPr>
                <a:spcBef>
                  <a:spcPct val="50000"/>
                </a:spcBef>
              </a:pPr>
              <a:r>
                <a:rPr lang="zh-CN" altLang="en-US" sz="2100" dirty="0">
                  <a:solidFill>
                    <a:srgbClr val="1C1C1C"/>
                  </a:solidFill>
                </a:rPr>
                <a:t>内力可以改变质点系</a:t>
              </a:r>
              <a:r>
                <a:rPr lang="zh-CN" altLang="en-US" sz="2100" dirty="0" smtClean="0">
                  <a:solidFill>
                    <a:srgbClr val="1C1C1C"/>
                  </a:solidFill>
                </a:rPr>
                <a:t>的</a:t>
              </a:r>
              <a:r>
                <a:rPr lang="zh-CN" altLang="en-US" sz="2100" dirty="0" smtClean="0">
                  <a:solidFill>
                    <a:srgbClr val="0000FF"/>
                  </a:solidFill>
                </a:rPr>
                <a:t>总动能</a:t>
              </a:r>
              <a:r>
                <a:rPr lang="zh-CN" altLang="en-US" sz="2100" dirty="0" smtClean="0">
                  <a:solidFill>
                    <a:srgbClr val="1C1C1C"/>
                  </a:solidFill>
                </a:rPr>
                <a:t>，但不改变质点系的</a:t>
              </a:r>
              <a:r>
                <a:rPr lang="zh-CN" altLang="en-US" sz="2100" dirty="0" smtClean="0">
                  <a:solidFill>
                    <a:srgbClr val="0000FF"/>
                  </a:solidFill>
                </a:rPr>
                <a:t>总动量</a:t>
              </a:r>
              <a:r>
                <a:rPr lang="zh-CN" altLang="en-US" sz="2100" dirty="0" smtClean="0">
                  <a:solidFill>
                    <a:srgbClr val="1C1C1C"/>
                  </a:solidFill>
                </a:rPr>
                <a:t>。</a:t>
              </a:r>
              <a:endParaRPr lang="zh-CN" altLang="en-US" sz="2100" dirty="0">
                <a:solidFill>
                  <a:srgbClr val="1C1C1C"/>
                </a:solidFill>
              </a:endParaRPr>
            </a:p>
          </p:txBody>
        </p:sp>
        <p:grpSp>
          <p:nvGrpSpPr>
            <p:cNvPr id="28715" name="Group 43"/>
            <p:cNvGrpSpPr>
              <a:grpSpLocks/>
            </p:cNvGrpSpPr>
            <p:nvPr/>
          </p:nvGrpSpPr>
          <p:grpSpPr bwMode="auto">
            <a:xfrm>
              <a:off x="0" y="0"/>
              <a:ext cx="1056" cy="526"/>
              <a:chOff x="0" y="0"/>
              <a:chExt cx="1056" cy="526"/>
            </a:xfrm>
          </p:grpSpPr>
          <p:sp>
            <p:nvSpPr>
              <p:cNvPr id="28716" name="AutoShape 44"/>
              <p:cNvSpPr>
                <a:spLocks noChangeArrowheads="1"/>
              </p:cNvSpPr>
              <p:nvPr/>
            </p:nvSpPr>
            <p:spPr bwMode="auto">
              <a:xfrm>
                <a:off x="0" y="0"/>
                <a:ext cx="1056" cy="526"/>
              </a:xfrm>
              <a:prstGeom prst="irregularSeal1">
                <a:avLst/>
              </a:prstGeom>
              <a:gradFill rotWithShape="1">
                <a:gsLst>
                  <a:gs pos="0">
                    <a:srgbClr val="EDFFD2"/>
                  </a:gs>
                  <a:gs pos="50000">
                    <a:srgbClr val="FFFFFF"/>
                  </a:gs>
                  <a:gs pos="100000">
                    <a:srgbClr val="EDFFD2"/>
                  </a:gs>
                </a:gsLst>
                <a:lin ang="5400000" scaled="1"/>
              </a:gradFill>
              <a:ln w="12700">
                <a:solidFill>
                  <a:srgbClr val="008080"/>
                </a:solidFill>
                <a:miter lim="800000"/>
                <a:headEnd/>
                <a:tailEnd/>
              </a:ln>
              <a:effectLst/>
            </p:spPr>
            <p:txBody>
              <a:bodyPr wrap="none" anchor="ctr"/>
              <a:lstStyle/>
              <a:p>
                <a:endParaRPr lang="zh-CN" altLang="en-US" sz="2100"/>
              </a:p>
            </p:txBody>
          </p:sp>
          <p:sp>
            <p:nvSpPr>
              <p:cNvPr id="28717" name="Text Box 45"/>
              <p:cNvSpPr txBox="1">
                <a:spLocks noChangeArrowheads="1"/>
              </p:cNvSpPr>
              <p:nvPr/>
            </p:nvSpPr>
            <p:spPr bwMode="auto">
              <a:xfrm>
                <a:off x="200" y="39"/>
                <a:ext cx="660" cy="349"/>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注意</a:t>
                </a:r>
              </a:p>
            </p:txBody>
          </p:sp>
        </p:grpSp>
      </p:grpSp>
      <p:grpSp>
        <p:nvGrpSpPr>
          <p:cNvPr id="28718" name="Group 46"/>
          <p:cNvGrpSpPr>
            <a:grpSpLocks/>
          </p:cNvGrpSpPr>
          <p:nvPr/>
        </p:nvGrpSpPr>
        <p:grpSpPr bwMode="auto">
          <a:xfrm>
            <a:off x="396716" y="2855002"/>
            <a:ext cx="5711429" cy="573880"/>
            <a:chOff x="0" y="0"/>
            <a:chExt cx="4797" cy="482"/>
          </a:xfrm>
        </p:grpSpPr>
        <p:graphicFrame>
          <p:nvGraphicFramePr>
            <p:cNvPr id="28719" name="Object 47"/>
            <p:cNvGraphicFramePr>
              <a:graphicFrameLocks noChangeAspect="1"/>
            </p:cNvGraphicFramePr>
            <p:nvPr>
              <p:extLst>
                <p:ext uri="{D42A27DB-BD31-4B8C-83A1-F6EECF244321}">
                  <p14:modId xmlns:p14="http://schemas.microsoft.com/office/powerpoint/2010/main" val="209204039"/>
                </p:ext>
              </p:extLst>
            </p:nvPr>
          </p:nvGraphicFramePr>
          <p:xfrm>
            <a:off x="1217" y="1"/>
            <a:ext cx="3580" cy="481"/>
          </p:xfrm>
          <a:graphic>
            <a:graphicData uri="http://schemas.openxmlformats.org/presentationml/2006/ole">
              <mc:AlternateContent xmlns:mc="http://schemas.openxmlformats.org/markup-compatibility/2006">
                <mc:Choice xmlns:v="urn:schemas-microsoft-com:vml" Requires="v">
                  <p:oleObj spid="_x0000_s363019" r:id="rId26" imgW="2755021" imgH="343068" progId="Equation.3">
                    <p:embed/>
                  </p:oleObj>
                </mc:Choice>
                <mc:Fallback>
                  <p:oleObj r:id="rId26" imgW="2755021" imgH="343068" progId="Equation.3">
                    <p:embed/>
                    <p:pic>
                      <p:nvPicPr>
                        <p:cNvPr id="0" name="Picture 4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217" y="1"/>
                          <a:ext cx="3580" cy="481"/>
                        </a:xfrm>
                        <a:prstGeom prst="rect">
                          <a:avLst/>
                        </a:prstGeom>
                        <a:noFill/>
                        <a:extLst/>
                      </p:spPr>
                    </p:pic>
                  </p:oleObj>
                </mc:Fallback>
              </mc:AlternateContent>
            </a:graphicData>
          </a:graphic>
        </p:graphicFrame>
        <p:sp>
          <p:nvSpPr>
            <p:cNvPr id="28720" name="Text Box 48"/>
            <p:cNvSpPr txBox="1">
              <a:spLocks noChangeArrowheads="1"/>
            </p:cNvSpPr>
            <p:nvPr/>
          </p:nvSpPr>
          <p:spPr bwMode="auto">
            <a:xfrm>
              <a:off x="0" y="0"/>
              <a:ext cx="2222" cy="349"/>
            </a:xfrm>
            <a:prstGeom prst="rect">
              <a:avLst/>
            </a:prstGeom>
            <a:noFill/>
            <a:ln w="9525">
              <a:noFill/>
              <a:miter lim="800000"/>
              <a:headEnd/>
              <a:tailEnd/>
            </a:ln>
            <a:effectLst/>
          </p:spPr>
          <p:txBody>
            <a:bodyPr>
              <a:spAutoFit/>
            </a:bodyPr>
            <a:lstStyle/>
            <a:p>
              <a:pPr>
                <a:spcBef>
                  <a:spcPct val="50000"/>
                </a:spcBef>
                <a:buFont typeface="Arial" charset="0"/>
                <a:buBlip>
                  <a:blip r:embed="rId3"/>
                </a:buBlip>
              </a:pPr>
              <a:r>
                <a:rPr lang="zh-CN" altLang="en-US" sz="2100">
                  <a:solidFill>
                    <a:srgbClr val="1C1C1C"/>
                  </a:solidFill>
                </a:rPr>
                <a:t> 对质点</a:t>
              </a:r>
              <a:r>
                <a:rPr lang="zh-CN" altLang="en-US" sz="2100" smtClean="0">
                  <a:solidFill>
                    <a:srgbClr val="1C1C1C"/>
                  </a:solidFill>
                </a:rPr>
                <a:t>系</a:t>
              </a:r>
              <a:endParaRPr lang="zh-CN" altLang="en-US" sz="2100">
                <a:solidFill>
                  <a:srgbClr val="1C1C1C"/>
                </a:solidFill>
              </a:endParaRPr>
            </a:p>
          </p:txBody>
        </p:sp>
      </p:grpSp>
      <p:grpSp>
        <p:nvGrpSpPr>
          <p:cNvPr id="28721" name="Group 49"/>
          <p:cNvGrpSpPr>
            <a:grpSpLocks/>
          </p:cNvGrpSpPr>
          <p:nvPr/>
        </p:nvGrpSpPr>
        <p:grpSpPr bwMode="auto">
          <a:xfrm>
            <a:off x="335756" y="1493997"/>
            <a:ext cx="4711303" cy="466725"/>
            <a:chOff x="-1172" y="173"/>
            <a:chExt cx="3957" cy="392"/>
          </a:xfrm>
        </p:grpSpPr>
        <p:graphicFrame>
          <p:nvGraphicFramePr>
            <p:cNvPr id="28722" name="Object 50"/>
            <p:cNvGraphicFramePr>
              <a:graphicFrameLocks noChangeAspect="1"/>
            </p:cNvGraphicFramePr>
            <p:nvPr>
              <p:extLst>
                <p:ext uri="{D42A27DB-BD31-4B8C-83A1-F6EECF244321}">
                  <p14:modId xmlns:p14="http://schemas.microsoft.com/office/powerpoint/2010/main" val="1153081439"/>
                </p:ext>
              </p:extLst>
            </p:nvPr>
          </p:nvGraphicFramePr>
          <p:xfrm>
            <a:off x="485" y="173"/>
            <a:ext cx="2300" cy="392"/>
          </p:xfrm>
          <a:graphic>
            <a:graphicData uri="http://schemas.openxmlformats.org/presentationml/2006/ole">
              <mc:AlternateContent xmlns:mc="http://schemas.openxmlformats.org/markup-compatibility/2006">
                <mc:Choice xmlns:v="urn:schemas-microsoft-com:vml" Requires="v">
                  <p:oleObj spid="_x0000_s363020" r:id="rId28" imgW="1358627" imgH="241512" progId="Equation.3">
                    <p:embed/>
                  </p:oleObj>
                </mc:Choice>
                <mc:Fallback>
                  <p:oleObj r:id="rId28" imgW="1358627" imgH="241512" progId="Equation.3">
                    <p:embed/>
                    <p:pic>
                      <p:nvPicPr>
                        <p:cNvPr id="0" name="Picture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85" y="173"/>
                          <a:ext cx="2300" cy="392"/>
                        </a:xfrm>
                        <a:prstGeom prst="rect">
                          <a:avLst/>
                        </a:prstGeom>
                        <a:noFill/>
                        <a:extLst/>
                      </p:spPr>
                    </p:pic>
                  </p:oleObj>
                </mc:Fallback>
              </mc:AlternateContent>
            </a:graphicData>
          </a:graphic>
        </p:graphicFrame>
        <p:grpSp>
          <p:nvGrpSpPr>
            <p:cNvPr id="28723" name="Group 51"/>
            <p:cNvGrpSpPr>
              <a:grpSpLocks/>
            </p:cNvGrpSpPr>
            <p:nvPr/>
          </p:nvGrpSpPr>
          <p:grpSpPr bwMode="auto">
            <a:xfrm>
              <a:off x="-1172" y="183"/>
              <a:ext cx="2613" cy="368"/>
              <a:chOff x="-1172" y="183"/>
              <a:chExt cx="2613" cy="368"/>
            </a:xfrm>
          </p:grpSpPr>
          <p:sp>
            <p:nvSpPr>
              <p:cNvPr id="28724" name="Text Box 52"/>
              <p:cNvSpPr txBox="1">
                <a:spLocks noChangeArrowheads="1"/>
              </p:cNvSpPr>
              <p:nvPr/>
            </p:nvSpPr>
            <p:spPr bwMode="auto">
              <a:xfrm>
                <a:off x="-1172" y="183"/>
                <a:ext cx="2613" cy="349"/>
              </a:xfrm>
              <a:prstGeom prst="rect">
                <a:avLst/>
              </a:prstGeom>
              <a:noFill/>
              <a:ln w="9525">
                <a:noFill/>
                <a:miter lim="800000"/>
                <a:headEnd/>
                <a:tailEnd/>
              </a:ln>
              <a:effectLst/>
            </p:spPr>
            <p:txBody>
              <a:bodyPr>
                <a:spAutoFit/>
              </a:bodyPr>
              <a:lstStyle/>
              <a:p>
                <a:pPr>
                  <a:spcBef>
                    <a:spcPct val="50000"/>
                  </a:spcBef>
                  <a:buFont typeface="Arial" charset="0"/>
                  <a:buBlip>
                    <a:blip r:embed="rId3"/>
                  </a:buBlip>
                </a:pPr>
                <a:r>
                  <a:rPr lang="zh-CN" altLang="en-US" sz="2100">
                    <a:solidFill>
                      <a:srgbClr val="1C1C1C"/>
                    </a:solidFill>
                  </a:rPr>
                  <a:t> 对第   个质</a:t>
                </a:r>
                <a:r>
                  <a:rPr lang="zh-CN" altLang="en-US" sz="2100" smtClean="0">
                    <a:solidFill>
                      <a:srgbClr val="1C1C1C"/>
                    </a:solidFill>
                  </a:rPr>
                  <a:t>点</a:t>
                </a:r>
                <a:endParaRPr lang="zh-CN" altLang="en-US" sz="2100">
                  <a:solidFill>
                    <a:srgbClr val="1C1C1C"/>
                  </a:solidFill>
                </a:endParaRPr>
              </a:p>
            </p:txBody>
          </p:sp>
          <p:graphicFrame>
            <p:nvGraphicFramePr>
              <p:cNvPr id="28725" name="Object 53"/>
              <p:cNvGraphicFramePr>
                <a:graphicFrameLocks noChangeAspect="1"/>
              </p:cNvGraphicFramePr>
              <p:nvPr>
                <p:extLst>
                  <p:ext uri="{D42A27DB-BD31-4B8C-83A1-F6EECF244321}">
                    <p14:modId xmlns:p14="http://schemas.microsoft.com/office/powerpoint/2010/main" val="2466285649"/>
                  </p:ext>
                </p:extLst>
              </p:nvPr>
            </p:nvGraphicFramePr>
            <p:xfrm>
              <a:off x="-374" y="211"/>
              <a:ext cx="183" cy="340"/>
            </p:xfrm>
            <a:graphic>
              <a:graphicData uri="http://schemas.openxmlformats.org/presentationml/2006/ole">
                <mc:AlternateContent xmlns:mc="http://schemas.openxmlformats.org/markup-compatibility/2006">
                  <mc:Choice xmlns:v="urn:schemas-microsoft-com:vml" Requires="v">
                    <p:oleObj spid="_x0000_s363021" r:id="rId30" imgW="88871" imgH="164775" progId="Equation.3">
                      <p:embed/>
                    </p:oleObj>
                  </mc:Choice>
                  <mc:Fallback>
                    <p:oleObj r:id="rId30" imgW="88871" imgH="164775" progId="Equation.3">
                      <p:embed/>
                      <p:pic>
                        <p:nvPicPr>
                          <p:cNvPr id="0" name="Picture 5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74" y="211"/>
                            <a:ext cx="183" cy="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28726" name="Text Box 54"/>
          <p:cNvSpPr txBox="1">
            <a:spLocks noChangeArrowheads="1"/>
          </p:cNvSpPr>
          <p:nvPr/>
        </p:nvSpPr>
        <p:spPr bwMode="auto">
          <a:xfrm>
            <a:off x="2543890" y="230267"/>
            <a:ext cx="4112023" cy="415498"/>
          </a:xfrm>
          <a:prstGeom prst="rect">
            <a:avLst/>
          </a:prstGeom>
          <a:noFill/>
          <a:ln w="9525">
            <a:noFill/>
            <a:miter lim="800000"/>
            <a:headEnd/>
            <a:tailEnd/>
          </a:ln>
          <a:effectLst/>
        </p:spPr>
        <p:txBody>
          <a:bodyPr wrap="none">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-6   </a:t>
            </a:r>
            <a:r>
              <a:rPr kumimoji="1" lang="zh-CN" altLang="en-US" sz="2100">
                <a:latin typeface="Times New Roman" pitchFamily="18" charset="0"/>
                <a:ea typeface="华文中宋" pitchFamily="2" charset="-122"/>
              </a:rPr>
              <a:t>功能原理   机械能守恒定律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721"/>
                                        </p:tgtEl>
                                        <p:attrNameLst>
                                          <p:attrName>style.visibility</p:attrName>
                                        </p:attrNameLst>
                                      </p:cBhvr>
                                      <p:to>
                                        <p:strVal val="visible"/>
                                      </p:to>
                                    </p:set>
                                    <p:animEffect transition="in" filter="blinds(horizontal)">
                                      <p:cBhvr>
                                        <p:cTn id="7" dur="500"/>
                                        <p:tgtEl>
                                          <p:spTgt spid="287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867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8718"/>
                                        </p:tgtEl>
                                        <p:attrNameLst>
                                          <p:attrName>style.visibility</p:attrName>
                                        </p:attrNameLst>
                                      </p:cBhvr>
                                      <p:to>
                                        <p:strVal val="visible"/>
                                      </p:to>
                                    </p:set>
                                    <p:animEffect transition="in" filter="blinds(horizontal)">
                                      <p:cBhvr>
                                        <p:cTn id="16" dur="500"/>
                                        <p:tgtEl>
                                          <p:spTgt spid="2871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8680"/>
                                        </p:tgtEl>
                                        <p:attrNameLst>
                                          <p:attrName>style.visibility</p:attrName>
                                        </p:attrNameLst>
                                      </p:cBhvr>
                                      <p:to>
                                        <p:strVal val="visible"/>
                                      </p:to>
                                    </p:set>
                                    <p:animEffect transition="in" filter="blinds(horizontal)">
                                      <p:cBhvr>
                                        <p:cTn id="21" dur="500"/>
                                        <p:tgtEl>
                                          <p:spTgt spid="28680"/>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8713"/>
                                        </p:tgtEl>
                                        <p:attrNameLst>
                                          <p:attrName>style.visibility</p:attrName>
                                        </p:attrNameLst>
                                      </p:cBhvr>
                                      <p:to>
                                        <p:strVal val="visible"/>
                                      </p:to>
                                    </p:set>
                                    <p:animEffect transition="in" filter="checkerboard(across)">
                                      <p:cBhvr>
                                        <p:cTn id="26" dur="500"/>
                                        <p:tgtEl>
                                          <p:spTgt spid="28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1"/>
          <p:cNvSpPr>
            <a:spLocks noGrp="1"/>
          </p:cNvSpPr>
          <p:nvPr>
            <p:ph type="sldNum" sz="quarter" idx="10"/>
          </p:nvPr>
        </p:nvSpPr>
        <p:spPr/>
        <p:txBody>
          <a:bodyPr/>
          <a:lstStyle/>
          <a:p>
            <a:fld id="{FCB6EB8A-B10D-453F-B966-C2F3C37DD353}" type="slidenum">
              <a:rPr lang="zh-CN" altLang="en-US"/>
              <a:pPr/>
              <a:t>13</a:t>
            </a:fld>
            <a:endParaRPr lang="en-US"/>
          </a:p>
        </p:txBody>
      </p:sp>
      <p:graphicFrame>
        <p:nvGraphicFramePr>
          <p:cNvPr id="29698" name="Object 2"/>
          <p:cNvGraphicFramePr>
            <a:graphicFrameLocks noChangeAspect="1"/>
          </p:cNvGraphicFramePr>
          <p:nvPr>
            <p:extLst>
              <p:ext uri="{D42A27DB-BD31-4B8C-83A1-F6EECF244321}">
                <p14:modId xmlns:p14="http://schemas.microsoft.com/office/powerpoint/2010/main" val="2878775656"/>
              </p:ext>
            </p:extLst>
          </p:nvPr>
        </p:nvGraphicFramePr>
        <p:xfrm>
          <a:off x="1003618" y="4001452"/>
          <a:ext cx="5145722" cy="601405"/>
        </p:xfrm>
        <a:graphic>
          <a:graphicData uri="http://schemas.openxmlformats.org/presentationml/2006/ole">
            <mc:AlternateContent xmlns:mc="http://schemas.openxmlformats.org/markup-compatibility/2006">
              <mc:Choice xmlns:v="urn:schemas-microsoft-com:vml" Requires="v">
                <p:oleObj spid="_x0000_s30062" name="Equation" r:id="rId3" imgW="2286000" imgH="253800" progId="Equation.DSMT4">
                  <p:embed/>
                </p:oleObj>
              </mc:Choice>
              <mc:Fallback>
                <p:oleObj name="Equation" r:id="rId3" imgW="2286000" imgH="253800" progId="Equation.DSMT4">
                  <p:embed/>
                  <p:pic>
                    <p:nvPicPr>
                      <p:cNvPr id="0" name="Picture 2"/>
                      <p:cNvPicPr>
                        <a:picLocks noChangeAspect="1" noChangeArrowheads="1"/>
                      </p:cNvPicPr>
                      <p:nvPr/>
                    </p:nvPicPr>
                    <p:blipFill>
                      <a:blip r:embed="rId4"/>
                      <a:srcRect/>
                      <a:stretch>
                        <a:fillRect/>
                      </a:stretch>
                    </p:blipFill>
                    <p:spPr bwMode="auto">
                      <a:xfrm>
                        <a:off x="1003618" y="4001452"/>
                        <a:ext cx="5145722" cy="601405"/>
                      </a:xfrm>
                      <a:prstGeom prst="rect">
                        <a:avLst/>
                      </a:prstGeom>
                      <a:noFill/>
                      <a:extLst/>
                    </p:spPr>
                  </p:pic>
                </p:oleObj>
              </mc:Fallback>
            </mc:AlternateContent>
          </a:graphicData>
        </a:graphic>
      </p:graphicFrame>
      <p:graphicFrame>
        <p:nvGraphicFramePr>
          <p:cNvPr id="29699" name="Object 3"/>
          <p:cNvGraphicFramePr>
            <a:graphicFrameLocks noChangeAspect="1"/>
          </p:cNvGraphicFramePr>
          <p:nvPr>
            <p:extLst>
              <p:ext uri="{D42A27DB-BD31-4B8C-83A1-F6EECF244321}">
                <p14:modId xmlns:p14="http://schemas.microsoft.com/office/powerpoint/2010/main" val="3879569045"/>
              </p:ext>
            </p:extLst>
          </p:nvPr>
        </p:nvGraphicFramePr>
        <p:xfrm>
          <a:off x="1145858" y="1010253"/>
          <a:ext cx="2970610" cy="545306"/>
        </p:xfrm>
        <a:graphic>
          <a:graphicData uri="http://schemas.openxmlformats.org/presentationml/2006/ole">
            <mc:AlternateContent xmlns:mc="http://schemas.openxmlformats.org/markup-compatibility/2006">
              <mc:Choice xmlns:v="urn:schemas-microsoft-com:vml" Requires="v">
                <p:oleObj spid="_x0000_s30063" r:id="rId5" imgW="1307849" imgH="241512" progId="Equation.3">
                  <p:embed/>
                </p:oleObj>
              </mc:Choice>
              <mc:Fallback>
                <p:oleObj r:id="rId5" imgW="1307849" imgH="241512"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5858" y="1010253"/>
                        <a:ext cx="2970610" cy="545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4" name="Object 8"/>
          <p:cNvGraphicFramePr>
            <a:graphicFrameLocks noChangeAspect="1"/>
          </p:cNvGraphicFramePr>
          <p:nvPr>
            <p:extLst>
              <p:ext uri="{D42A27DB-BD31-4B8C-83A1-F6EECF244321}">
                <p14:modId xmlns:p14="http://schemas.microsoft.com/office/powerpoint/2010/main" val="2754576635"/>
              </p:ext>
            </p:extLst>
          </p:nvPr>
        </p:nvGraphicFramePr>
        <p:xfrm>
          <a:off x="2060973" y="2541014"/>
          <a:ext cx="3235325" cy="530225"/>
        </p:xfrm>
        <a:graphic>
          <a:graphicData uri="http://schemas.openxmlformats.org/presentationml/2006/ole">
            <mc:AlternateContent xmlns:mc="http://schemas.openxmlformats.org/markup-compatibility/2006">
              <mc:Choice xmlns:v="urn:schemas-microsoft-com:vml" Requires="v">
                <p:oleObj spid="_x0000_s30064" name="Equation" r:id="rId7" imgW="1473120" imgH="253800" progId="Equation.DSMT4">
                  <p:embed/>
                </p:oleObj>
              </mc:Choice>
              <mc:Fallback>
                <p:oleObj name="Equation" r:id="rId7" imgW="1473120" imgH="253800" progId="Equation.DSMT4">
                  <p:embed/>
                  <p:pic>
                    <p:nvPicPr>
                      <p:cNvPr id="0" name="Picture 8"/>
                      <p:cNvPicPr>
                        <a:picLocks noChangeAspect="1" noChangeArrowheads="1"/>
                      </p:cNvPicPr>
                      <p:nvPr/>
                    </p:nvPicPr>
                    <p:blipFill>
                      <a:blip r:embed="rId8"/>
                      <a:srcRect/>
                      <a:stretch>
                        <a:fillRect/>
                      </a:stretch>
                    </p:blipFill>
                    <p:spPr bwMode="auto">
                      <a:xfrm>
                        <a:off x="2060973" y="2541014"/>
                        <a:ext cx="3235325" cy="530225"/>
                      </a:xfrm>
                      <a:prstGeom prst="rect">
                        <a:avLst/>
                      </a:prstGeom>
                      <a:noFill/>
                      <a:extLst/>
                    </p:spPr>
                  </p:pic>
                </p:oleObj>
              </mc:Fallback>
            </mc:AlternateContent>
          </a:graphicData>
        </a:graphic>
      </p:graphicFrame>
      <p:sp>
        <p:nvSpPr>
          <p:cNvPr id="29705" name="Text Box 9"/>
          <p:cNvSpPr txBox="1">
            <a:spLocks noChangeArrowheads="1"/>
          </p:cNvSpPr>
          <p:nvPr/>
        </p:nvSpPr>
        <p:spPr bwMode="auto">
          <a:xfrm>
            <a:off x="454819" y="307479"/>
            <a:ext cx="4213622"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rPr>
              <a:t>二、质点系的功能原理</a:t>
            </a:r>
            <a:endParaRPr lang="zh-CN" altLang="en-US" sz="2400" b="0">
              <a:solidFill>
                <a:srgbClr val="CC0000"/>
              </a:solidFill>
            </a:endParaRPr>
          </a:p>
        </p:txBody>
      </p:sp>
      <p:graphicFrame>
        <p:nvGraphicFramePr>
          <p:cNvPr id="11" name="Object 8"/>
          <p:cNvGraphicFramePr>
            <a:graphicFrameLocks noChangeAspect="1"/>
          </p:cNvGraphicFramePr>
          <p:nvPr>
            <p:extLst>
              <p:ext uri="{D42A27DB-BD31-4B8C-83A1-F6EECF244321}">
                <p14:modId xmlns:p14="http://schemas.microsoft.com/office/powerpoint/2010/main" val="1355285690"/>
              </p:ext>
            </p:extLst>
          </p:nvPr>
        </p:nvGraphicFramePr>
        <p:xfrm>
          <a:off x="1628458" y="1796668"/>
          <a:ext cx="2565400" cy="503237"/>
        </p:xfrm>
        <a:graphic>
          <a:graphicData uri="http://schemas.openxmlformats.org/presentationml/2006/ole">
            <mc:AlternateContent xmlns:mc="http://schemas.openxmlformats.org/markup-compatibility/2006">
              <mc:Choice xmlns:v="urn:schemas-microsoft-com:vml" Requires="v">
                <p:oleObj spid="_x0000_s30065" name="Equation" r:id="rId9" imgW="1168200" imgH="241200" progId="Equation.DSMT4">
                  <p:embed/>
                </p:oleObj>
              </mc:Choice>
              <mc:Fallback>
                <p:oleObj name="Equation" r:id="rId9" imgW="1168200" imgH="241200" progId="Equation.DSMT4">
                  <p:embed/>
                  <p:pic>
                    <p:nvPicPr>
                      <p:cNvPr id="29704" name="Object 8"/>
                      <p:cNvPicPr>
                        <a:picLocks noChangeAspect="1" noChangeArrowheads="1"/>
                      </p:cNvPicPr>
                      <p:nvPr/>
                    </p:nvPicPr>
                    <p:blipFill>
                      <a:blip r:embed="rId10"/>
                      <a:srcRect/>
                      <a:stretch>
                        <a:fillRect/>
                      </a:stretch>
                    </p:blipFill>
                    <p:spPr bwMode="auto">
                      <a:xfrm>
                        <a:off x="1628458" y="1796668"/>
                        <a:ext cx="2565400" cy="503237"/>
                      </a:xfrm>
                      <a:prstGeom prst="rect">
                        <a:avLst/>
                      </a:prstGeom>
                      <a:noFill/>
                      <a:extLst/>
                    </p:spPr>
                  </p:pic>
                </p:oleObj>
              </mc:Fallback>
            </mc:AlternateContent>
          </a:graphicData>
        </a:graphic>
      </p:graphicFrame>
      <p:grpSp>
        <p:nvGrpSpPr>
          <p:cNvPr id="3" name="组合 2"/>
          <p:cNvGrpSpPr/>
          <p:nvPr/>
        </p:nvGrpSpPr>
        <p:grpSpPr>
          <a:xfrm>
            <a:off x="5094963" y="1122864"/>
            <a:ext cx="1976397" cy="806395"/>
            <a:chOff x="5148303" y="1473500"/>
            <a:chExt cx="1976397" cy="806395"/>
          </a:xfrm>
        </p:grpSpPr>
        <p:sp>
          <p:nvSpPr>
            <p:cNvPr id="29702" name="Text Box 6"/>
            <p:cNvSpPr txBox="1">
              <a:spLocks noChangeArrowheads="1"/>
            </p:cNvSpPr>
            <p:nvPr/>
          </p:nvSpPr>
          <p:spPr bwMode="auto">
            <a:xfrm>
              <a:off x="5272862" y="1706140"/>
              <a:ext cx="1851838"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solidFill>
                    <a:srgbClr val="CC0000"/>
                  </a:solidFill>
                  <a:latin typeface="Times New Roman" pitchFamily="18" charset="0"/>
                </a:rPr>
                <a:t>非</a:t>
              </a:r>
              <a:r>
                <a:rPr lang="zh-CN" altLang="en-US" sz="2000" dirty="0" smtClean="0">
                  <a:solidFill>
                    <a:srgbClr val="CC0000"/>
                  </a:solidFill>
                  <a:latin typeface="Times New Roman" pitchFamily="18" charset="0"/>
                </a:rPr>
                <a:t>保守力做功</a:t>
              </a:r>
              <a:endParaRPr lang="zh-CN" altLang="en-US" sz="2000" dirty="0">
                <a:solidFill>
                  <a:srgbClr val="CC0000"/>
                </a:solidFill>
                <a:latin typeface="Times New Roman" pitchFamily="18" charset="0"/>
              </a:endParaRPr>
            </a:p>
          </p:txBody>
        </p:sp>
        <p:sp>
          <p:nvSpPr>
            <p:cNvPr id="2" name="椭圆形标注 1"/>
            <p:cNvSpPr/>
            <p:nvPr/>
          </p:nvSpPr>
          <p:spPr bwMode="auto">
            <a:xfrm>
              <a:off x="5148303" y="1473500"/>
              <a:ext cx="1976397" cy="806395"/>
            </a:xfrm>
            <a:prstGeom prst="wedgeEllipseCallout">
              <a:avLst>
                <a:gd name="adj1" fmla="val -97162"/>
                <a:gd name="adj2" fmla="val 76628"/>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grpSp>
      <p:graphicFrame>
        <p:nvGraphicFramePr>
          <p:cNvPr id="14" name="Object 3"/>
          <p:cNvGraphicFramePr>
            <a:graphicFrameLocks noChangeAspect="1"/>
          </p:cNvGraphicFramePr>
          <p:nvPr>
            <p:extLst>
              <p:ext uri="{D42A27DB-BD31-4B8C-83A1-F6EECF244321}">
                <p14:modId xmlns:p14="http://schemas.microsoft.com/office/powerpoint/2010/main" val="1299434256"/>
              </p:ext>
            </p:extLst>
          </p:nvPr>
        </p:nvGraphicFramePr>
        <p:xfrm>
          <a:off x="1003618" y="3312348"/>
          <a:ext cx="4446905" cy="546800"/>
        </p:xfrm>
        <a:graphic>
          <a:graphicData uri="http://schemas.openxmlformats.org/presentationml/2006/ole">
            <mc:AlternateContent xmlns:mc="http://schemas.openxmlformats.org/markup-compatibility/2006">
              <mc:Choice xmlns:v="urn:schemas-microsoft-com:vml" Requires="v">
                <p:oleObj spid="_x0000_s30066" name="Equation" r:id="rId11" imgW="2057400" imgH="253800" progId="Equation.DSMT4">
                  <p:embed/>
                </p:oleObj>
              </mc:Choice>
              <mc:Fallback>
                <p:oleObj name="Equation" r:id="rId11" imgW="2057400" imgH="253800" progId="Equation.DSMT4">
                  <p:embed/>
                  <p:pic>
                    <p:nvPicPr>
                      <p:cNvPr id="29699" name="Object 3"/>
                      <p:cNvPicPr>
                        <a:picLocks noChangeAspect="1" noChangeArrowheads="1"/>
                      </p:cNvPicPr>
                      <p:nvPr/>
                    </p:nvPicPr>
                    <p:blipFill>
                      <a:blip r:embed="rId12"/>
                      <a:srcRect/>
                      <a:stretch>
                        <a:fillRect/>
                      </a:stretch>
                    </p:blipFill>
                    <p:spPr bwMode="auto">
                      <a:xfrm>
                        <a:off x="1003618" y="3312348"/>
                        <a:ext cx="4446905" cy="546800"/>
                      </a:xfrm>
                      <a:prstGeom prst="rect">
                        <a:avLst/>
                      </a:prstGeom>
                      <a:noFill/>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704"/>
                                        </p:tgtEl>
                                        <p:attrNameLst>
                                          <p:attrName>style.visibility</p:attrName>
                                        </p:attrNameLst>
                                      </p:cBhvr>
                                      <p:to>
                                        <p:strVal val="visible"/>
                                      </p:to>
                                    </p:set>
                                    <p:animEffect transition="in" filter="blinds(horizontal)">
                                      <p:cBhvr>
                                        <p:cTn id="17" dur="500"/>
                                        <p:tgtEl>
                                          <p:spTgt spid="297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9698"/>
                                        </p:tgtEl>
                                        <p:attrNameLst>
                                          <p:attrName>style.visibility</p:attrName>
                                        </p:attrNameLst>
                                      </p:cBhvr>
                                      <p:to>
                                        <p:strVal val="visible"/>
                                      </p:to>
                                    </p:set>
                                    <p:animEffect transition="in" filter="blinds(horizontal)">
                                      <p:cBhvr>
                                        <p:cTn id="27" dur="500"/>
                                        <p:tgtEl>
                                          <p:spTgt spid="296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0"/>
          </p:nvPr>
        </p:nvSpPr>
        <p:spPr/>
        <p:txBody>
          <a:bodyPr/>
          <a:lstStyle/>
          <a:p>
            <a:fld id="{0E6F95B2-1FBC-4E5F-AFCC-EAD2D61D3B42}" type="slidenum">
              <a:rPr lang="zh-CN" altLang="en-US"/>
              <a:pPr/>
              <a:t>14</a:t>
            </a:fld>
            <a:endParaRPr lang="en-US"/>
          </a:p>
        </p:txBody>
      </p:sp>
      <p:sp>
        <p:nvSpPr>
          <p:cNvPr id="30722" name="Text Box 2"/>
          <p:cNvSpPr txBox="1">
            <a:spLocks noChangeArrowheads="1"/>
          </p:cNvSpPr>
          <p:nvPr/>
        </p:nvSpPr>
        <p:spPr bwMode="auto">
          <a:xfrm>
            <a:off x="629603" y="1557814"/>
            <a:ext cx="1296591"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rPr>
              <a:t>机械能</a:t>
            </a:r>
          </a:p>
        </p:txBody>
      </p:sp>
      <p:graphicFrame>
        <p:nvGraphicFramePr>
          <p:cNvPr id="30723" name="Object 3"/>
          <p:cNvGraphicFramePr>
            <a:graphicFrameLocks noChangeAspect="1"/>
          </p:cNvGraphicFramePr>
          <p:nvPr>
            <p:extLst>
              <p:ext uri="{D42A27DB-BD31-4B8C-83A1-F6EECF244321}">
                <p14:modId xmlns:p14="http://schemas.microsoft.com/office/powerpoint/2010/main" val="4037535013"/>
              </p:ext>
            </p:extLst>
          </p:nvPr>
        </p:nvGraphicFramePr>
        <p:xfrm>
          <a:off x="1695689" y="1573054"/>
          <a:ext cx="1674019" cy="541735"/>
        </p:xfrm>
        <a:graphic>
          <a:graphicData uri="http://schemas.openxmlformats.org/presentationml/2006/ole">
            <mc:AlternateContent xmlns:mc="http://schemas.openxmlformats.org/markup-compatibility/2006">
              <mc:Choice xmlns:v="urn:schemas-microsoft-com:vml" Requires="v">
                <p:oleObj spid="_x0000_s30985" r:id="rId3" imgW="761986" imgH="241512" progId="Equation.3">
                  <p:embed/>
                </p:oleObj>
              </mc:Choice>
              <mc:Fallback>
                <p:oleObj r:id="rId3" imgW="761986" imgH="241512"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689" y="1573054"/>
                        <a:ext cx="1674019" cy="5417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4"/>
          <p:cNvGraphicFramePr>
            <a:graphicFrameLocks noChangeAspect="1"/>
          </p:cNvGraphicFramePr>
          <p:nvPr>
            <p:extLst>
              <p:ext uri="{D42A27DB-BD31-4B8C-83A1-F6EECF244321}">
                <p14:modId xmlns:p14="http://schemas.microsoft.com/office/powerpoint/2010/main" val="4036744471"/>
              </p:ext>
            </p:extLst>
          </p:nvPr>
        </p:nvGraphicFramePr>
        <p:xfrm>
          <a:off x="1792288" y="2483763"/>
          <a:ext cx="2593181" cy="548879"/>
        </p:xfrm>
        <a:graphic>
          <a:graphicData uri="http://schemas.openxmlformats.org/presentationml/2006/ole">
            <mc:AlternateContent xmlns:mc="http://schemas.openxmlformats.org/markup-compatibility/2006">
              <mc:Choice xmlns:v="urn:schemas-microsoft-com:vml" Requires="v">
                <p:oleObj spid="_x0000_s30986" r:id="rId5" imgW="1193599" imgH="241512" progId="Equation.3">
                  <p:embed/>
                </p:oleObj>
              </mc:Choice>
              <mc:Fallback>
                <p:oleObj r:id="rId5" imgW="1193599" imgH="241512"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2288" y="2483763"/>
                        <a:ext cx="2593181" cy="548879"/>
                      </a:xfrm>
                      <a:prstGeom prst="rect">
                        <a:avLst/>
                      </a:prstGeom>
                      <a:gradFill rotWithShape="0">
                        <a:gsLst>
                          <a:gs pos="0">
                            <a:srgbClr val="CCECFF"/>
                          </a:gs>
                          <a:gs pos="50000">
                            <a:srgbClr val="FFFFFF"/>
                          </a:gs>
                          <a:gs pos="100000">
                            <a:srgbClr val="CCECFF"/>
                          </a:gs>
                        </a:gsLst>
                        <a:lin ang="5400000" scaled="1"/>
                      </a:gradFill>
                      <a:ln w="6350">
                        <a:solidFill>
                          <a:schemeClr val="tx2"/>
                        </a:solidFill>
                        <a:miter lim="800000"/>
                        <a:headEnd/>
                        <a:tailEnd/>
                      </a:ln>
                    </p:spPr>
                  </p:pic>
                </p:oleObj>
              </mc:Fallback>
            </mc:AlternateContent>
          </a:graphicData>
        </a:graphic>
      </p:graphicFrame>
      <p:sp>
        <p:nvSpPr>
          <p:cNvPr id="30725" name="Rectangle 5"/>
          <p:cNvSpPr>
            <a:spLocks noChangeArrowheads="1"/>
          </p:cNvSpPr>
          <p:nvPr/>
        </p:nvSpPr>
        <p:spPr bwMode="auto">
          <a:xfrm>
            <a:off x="0" y="3401616"/>
            <a:ext cx="8671559" cy="1200329"/>
          </a:xfrm>
          <a:prstGeom prst="rect">
            <a:avLst/>
          </a:prstGeom>
          <a:noFill/>
          <a:ln w="9525">
            <a:noFill/>
            <a:miter lim="800000"/>
            <a:headEnd/>
            <a:tailEnd/>
          </a:ln>
          <a:effectLst/>
        </p:spPr>
        <p:txBody>
          <a:bodyPr wrap="square">
            <a:spAutoFit/>
          </a:bodyPr>
          <a:lstStyle/>
          <a:p>
            <a:pPr>
              <a:lnSpc>
                <a:spcPct val="150000"/>
              </a:lnSpc>
            </a:pPr>
            <a:r>
              <a:rPr lang="zh-CN" altLang="en-US" sz="2400"/>
              <a:t>       质点系的机械能的增量等于</a:t>
            </a:r>
            <a:r>
              <a:rPr lang="zh-CN" altLang="en-US" sz="2400">
                <a:solidFill>
                  <a:srgbClr val="0000FF"/>
                </a:solidFill>
              </a:rPr>
              <a:t>外力</a:t>
            </a:r>
            <a:r>
              <a:rPr lang="zh-CN" altLang="en-US" sz="2400"/>
              <a:t>与</a:t>
            </a:r>
            <a:r>
              <a:rPr lang="zh-CN" altLang="en-US" sz="2400">
                <a:solidFill>
                  <a:srgbClr val="0000FF"/>
                </a:solidFill>
              </a:rPr>
              <a:t>非保守内力</a:t>
            </a:r>
            <a:r>
              <a:rPr lang="zh-CN" altLang="en-US" sz="2400"/>
              <a:t>作功之</a:t>
            </a:r>
            <a:r>
              <a:rPr lang="zh-CN" altLang="en-US" sz="2400" smtClean="0"/>
              <a:t>和</a:t>
            </a:r>
            <a:r>
              <a:rPr lang="en-US" altLang="zh-CN" sz="2400" smtClean="0"/>
              <a:t>.</a:t>
            </a:r>
          </a:p>
          <a:p>
            <a:pPr algn="r">
              <a:lnSpc>
                <a:spcPct val="150000"/>
              </a:lnSpc>
            </a:pPr>
            <a:r>
              <a:rPr lang="en-US" altLang="zh-CN" sz="2400" smtClean="0">
                <a:solidFill>
                  <a:srgbClr val="C00000"/>
                </a:solidFill>
                <a:latin typeface="Times New Roman" pitchFamily="18" charset="0"/>
                <a:ea typeface="楷体_GB2312" pitchFamily="49" charset="-122"/>
              </a:rPr>
              <a:t>——</a:t>
            </a:r>
            <a:r>
              <a:rPr lang="zh-CN" altLang="en-US" sz="2400">
                <a:solidFill>
                  <a:srgbClr val="C00000"/>
                </a:solidFill>
              </a:rPr>
              <a:t>质点系的功能原理</a:t>
            </a:r>
            <a:r>
              <a:rPr lang="en-US" altLang="zh-CN" sz="2400">
                <a:solidFill>
                  <a:srgbClr val="C00000"/>
                </a:solidFill>
              </a:rPr>
              <a:t>.</a:t>
            </a:r>
          </a:p>
        </p:txBody>
      </p:sp>
      <p:graphicFrame>
        <p:nvGraphicFramePr>
          <p:cNvPr id="30726" name="Object 6"/>
          <p:cNvGraphicFramePr>
            <a:graphicFrameLocks noGrp="1" noChangeAspect="1"/>
          </p:cNvGraphicFramePr>
          <p:nvPr>
            <p:ph/>
            <p:extLst>
              <p:ext uri="{D42A27DB-BD31-4B8C-83A1-F6EECF244321}">
                <p14:modId xmlns:p14="http://schemas.microsoft.com/office/powerpoint/2010/main" val="2119214124"/>
              </p:ext>
            </p:extLst>
          </p:nvPr>
        </p:nvGraphicFramePr>
        <p:xfrm>
          <a:off x="1792288" y="763588"/>
          <a:ext cx="4911725" cy="577850"/>
        </p:xfrm>
        <a:graphic>
          <a:graphicData uri="http://schemas.openxmlformats.org/presentationml/2006/ole">
            <mc:AlternateContent xmlns:mc="http://schemas.openxmlformats.org/markup-compatibility/2006">
              <mc:Choice xmlns:v="urn:schemas-microsoft-com:vml" Requires="v">
                <p:oleObj spid="_x0000_s30987" name="Equation" r:id="rId7" imgW="2158920" imgH="253800" progId="Equation.DSMT4">
                  <p:embed/>
                </p:oleObj>
              </mc:Choice>
              <mc:Fallback>
                <p:oleObj name="Equation" r:id="rId7" imgW="2158920" imgH="253800" progId="Equation.DSMT4">
                  <p:embed/>
                  <p:pic>
                    <p:nvPicPr>
                      <p:cNvPr id="0" name="Picture 6"/>
                      <p:cNvPicPr>
                        <a:picLocks noGrp="1" noChangeAspect="1" noChangeArrowheads="1"/>
                      </p:cNvPicPr>
                      <p:nvPr/>
                    </p:nvPicPr>
                    <p:blipFill>
                      <a:blip r:embed="rId8"/>
                      <a:srcRect/>
                      <a:stretch>
                        <a:fillRect/>
                      </a:stretch>
                    </p:blipFill>
                    <p:spPr bwMode="auto">
                      <a:xfrm>
                        <a:off x="1792288" y="763588"/>
                        <a:ext cx="4911725" cy="57785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vertic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5"/>
                                        </p:tgtEl>
                                        <p:attrNameLst>
                                          <p:attrName>style.visibility</p:attrName>
                                        </p:attrNameLst>
                                      </p:cBhvr>
                                      <p:to>
                                        <p:strVal val="visible"/>
                                      </p:to>
                                    </p:set>
                                    <p:animEffect transition="in" filter="blinds(horizontal)">
                                      <p:cBhvr>
                                        <p:cTn id="12"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0"/>
          </p:nvPr>
        </p:nvSpPr>
        <p:spPr/>
        <p:txBody>
          <a:bodyPr/>
          <a:lstStyle/>
          <a:p>
            <a:fld id="{C079DD0C-24AC-4F4D-8659-F4B9D31A2D0A}" type="slidenum">
              <a:rPr lang="zh-CN" altLang="en-US"/>
              <a:pPr/>
              <a:t>15</a:t>
            </a:fld>
            <a:endParaRPr lang="en-US"/>
          </a:p>
        </p:txBody>
      </p:sp>
      <p:sp>
        <p:nvSpPr>
          <p:cNvPr id="31746" name="Rectangle 2"/>
          <p:cNvSpPr>
            <a:spLocks noChangeArrowheads="1"/>
          </p:cNvSpPr>
          <p:nvPr/>
        </p:nvSpPr>
        <p:spPr bwMode="auto">
          <a:xfrm>
            <a:off x="332779" y="349241"/>
            <a:ext cx="3433763" cy="461665"/>
          </a:xfrm>
          <a:prstGeom prst="rect">
            <a:avLst/>
          </a:prstGeom>
          <a:noFill/>
          <a:ln w="9525">
            <a:noFill/>
            <a:miter lim="800000"/>
            <a:headEnd/>
            <a:tailEnd/>
          </a:ln>
          <a:effectLst/>
        </p:spPr>
        <p:txBody>
          <a:bodyPr>
            <a:spAutoFit/>
          </a:bodyPr>
          <a:lstStyle/>
          <a:p>
            <a:r>
              <a:rPr lang="zh-CN" altLang="en-US" sz="2400">
                <a:solidFill>
                  <a:srgbClr val="CC0000"/>
                </a:solidFill>
              </a:rPr>
              <a:t>三、机械能守恒定律</a:t>
            </a:r>
          </a:p>
        </p:txBody>
      </p:sp>
      <p:grpSp>
        <p:nvGrpSpPr>
          <p:cNvPr id="31747" name="Group 3"/>
          <p:cNvGrpSpPr>
            <a:grpSpLocks/>
          </p:cNvGrpSpPr>
          <p:nvPr/>
        </p:nvGrpSpPr>
        <p:grpSpPr bwMode="auto">
          <a:xfrm>
            <a:off x="1606391" y="1020157"/>
            <a:ext cx="4624388" cy="538163"/>
            <a:chOff x="0" y="0"/>
            <a:chExt cx="3884" cy="452"/>
          </a:xfrm>
        </p:grpSpPr>
        <p:sp>
          <p:nvSpPr>
            <p:cNvPr id="31748" name="Text Box 4"/>
            <p:cNvSpPr txBox="1">
              <a:spLocks noChangeArrowheads="1"/>
            </p:cNvSpPr>
            <p:nvPr/>
          </p:nvSpPr>
          <p:spPr bwMode="auto">
            <a:xfrm>
              <a:off x="0" y="16"/>
              <a:ext cx="437"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000000"/>
                  </a:solidFill>
                </a:rPr>
                <a:t>当</a:t>
              </a:r>
              <a:endParaRPr lang="zh-CN" altLang="en-US" sz="2400" b="0">
                <a:solidFill>
                  <a:srgbClr val="000000"/>
                </a:solidFill>
              </a:endParaRPr>
            </a:p>
          </p:txBody>
        </p:sp>
        <p:graphicFrame>
          <p:nvGraphicFramePr>
            <p:cNvPr id="31749" name="Object 5"/>
            <p:cNvGraphicFramePr>
              <a:graphicFrameLocks noChangeAspect="1"/>
            </p:cNvGraphicFramePr>
            <p:nvPr/>
          </p:nvGraphicFramePr>
          <p:xfrm>
            <a:off x="354" y="0"/>
            <a:ext cx="1807" cy="452"/>
          </p:xfrm>
          <a:graphic>
            <a:graphicData uri="http://schemas.openxmlformats.org/presentationml/2006/ole">
              <mc:AlternateContent xmlns:mc="http://schemas.openxmlformats.org/markup-compatibility/2006">
                <mc:Choice xmlns:v="urn:schemas-microsoft-com:vml" Requires="v">
                  <p:oleObj spid="_x0000_s32186" r:id="rId3" imgW="888931" imgH="241512" progId="Equation.3">
                    <p:embed/>
                  </p:oleObj>
                </mc:Choice>
                <mc:Fallback>
                  <p:oleObj r:id="rId3" imgW="888931" imgH="241512"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 y="0"/>
                          <a:ext cx="1807" cy="452"/>
                        </a:xfrm>
                        <a:prstGeom prst="rect">
                          <a:avLst/>
                        </a:prstGeom>
                        <a:gradFill rotWithShape="1">
                          <a:gsLst>
                            <a:gs pos="0">
                              <a:srgbClr val="CCECFF"/>
                            </a:gs>
                            <a:gs pos="50000">
                              <a:schemeClr val="bg1"/>
                            </a:gs>
                            <a:gs pos="100000">
                              <a:srgbClr val="CCECFF"/>
                            </a:gs>
                          </a:gsLst>
                          <a:lin ang="5400000" scaled="1"/>
                        </a:gradFill>
                        <a:ln w="12700">
                          <a:solidFill>
                            <a:srgbClr val="008080"/>
                          </a:solidFill>
                          <a:miter lim="800000"/>
                          <a:headEnd/>
                          <a:tailEnd/>
                        </a:ln>
                      </p:spPr>
                    </p:pic>
                  </p:oleObj>
                </mc:Fallback>
              </mc:AlternateContent>
            </a:graphicData>
          </a:graphic>
        </p:graphicFrame>
        <p:graphicFrame>
          <p:nvGraphicFramePr>
            <p:cNvPr id="31750" name="Object 6"/>
            <p:cNvGraphicFramePr>
              <a:graphicFrameLocks noChangeAspect="1"/>
            </p:cNvGraphicFramePr>
            <p:nvPr/>
          </p:nvGraphicFramePr>
          <p:xfrm>
            <a:off x="2977" y="35"/>
            <a:ext cx="907" cy="370"/>
          </p:xfrm>
          <a:graphic>
            <a:graphicData uri="http://schemas.openxmlformats.org/presentationml/2006/ole">
              <mc:AlternateContent xmlns:mc="http://schemas.openxmlformats.org/markup-compatibility/2006">
                <mc:Choice xmlns:v="urn:schemas-microsoft-com:vml" Requires="v">
                  <p:oleObj spid="_x0000_s32187" r:id="rId5" imgW="711208" imgH="330374" progId="Equation.3">
                    <p:embed/>
                  </p:oleObj>
                </mc:Choice>
                <mc:Fallback>
                  <p:oleObj r:id="rId5" imgW="711208" imgH="330374"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7" y="35"/>
                          <a:ext cx="907" cy="370"/>
                        </a:xfrm>
                        <a:prstGeom prst="rect">
                          <a:avLst/>
                        </a:prstGeom>
                        <a:gradFill rotWithShape="1">
                          <a:gsLst>
                            <a:gs pos="0">
                              <a:srgbClr val="CCECFF"/>
                            </a:gs>
                            <a:gs pos="50000">
                              <a:srgbClr val="FFFFFF"/>
                            </a:gs>
                            <a:gs pos="100000">
                              <a:srgbClr val="CCECFF"/>
                            </a:gs>
                          </a:gsLst>
                          <a:lin ang="5400000" scaled="1"/>
                        </a:gradFill>
                        <a:ln w="9525">
                          <a:solidFill>
                            <a:srgbClr val="008080"/>
                          </a:solidFill>
                          <a:miter lim="800000"/>
                          <a:headEnd/>
                          <a:tailEnd/>
                        </a:ln>
                      </p:spPr>
                    </p:pic>
                  </p:oleObj>
                </mc:Fallback>
              </mc:AlternateContent>
            </a:graphicData>
          </a:graphic>
        </p:graphicFrame>
        <p:sp>
          <p:nvSpPr>
            <p:cNvPr id="31751" name="Text Box 7"/>
            <p:cNvSpPr txBox="1">
              <a:spLocks noChangeArrowheads="1"/>
            </p:cNvSpPr>
            <p:nvPr/>
          </p:nvSpPr>
          <p:spPr bwMode="auto">
            <a:xfrm>
              <a:off x="2131" y="16"/>
              <a:ext cx="1073"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1C1C1C"/>
                  </a:solidFill>
                  <a:latin typeface="Times New Roman" pitchFamily="18" charset="0"/>
                </a:rPr>
                <a:t>时，</a:t>
              </a:r>
              <a:r>
                <a:rPr lang="zh-CN" altLang="en-US" sz="2400">
                  <a:solidFill>
                    <a:srgbClr val="000000"/>
                  </a:solidFill>
                  <a:latin typeface="Times New Roman" pitchFamily="18" charset="0"/>
                </a:rPr>
                <a:t>有</a:t>
              </a:r>
            </a:p>
          </p:txBody>
        </p:sp>
      </p:grpSp>
      <p:sp>
        <p:nvSpPr>
          <p:cNvPr id="31752" name="Rectangle 8"/>
          <p:cNvSpPr>
            <a:spLocks noChangeArrowheads="1"/>
          </p:cNvSpPr>
          <p:nvPr/>
        </p:nvSpPr>
        <p:spPr bwMode="auto">
          <a:xfrm>
            <a:off x="929640" y="1767571"/>
            <a:ext cx="8122920" cy="978729"/>
          </a:xfrm>
          <a:prstGeom prst="rect">
            <a:avLst/>
          </a:prstGeom>
          <a:noFill/>
          <a:ln w="9525">
            <a:noFill/>
            <a:miter lim="800000"/>
            <a:headEnd/>
            <a:tailEnd/>
          </a:ln>
          <a:effectLst/>
        </p:spPr>
        <p:txBody>
          <a:bodyPr wrap="square">
            <a:spAutoFit/>
          </a:bodyPr>
          <a:lstStyle/>
          <a:p>
            <a:pPr>
              <a:lnSpc>
                <a:spcPct val="120000"/>
              </a:lnSpc>
            </a:pPr>
            <a:r>
              <a:rPr lang="zh-CN" altLang="en-US" sz="2400" dirty="0" smtClean="0">
                <a:solidFill>
                  <a:srgbClr val="0000FF"/>
                </a:solidFill>
              </a:rPr>
              <a:t>只</a:t>
            </a:r>
            <a:r>
              <a:rPr lang="zh-CN" altLang="en-US" sz="2400" dirty="0">
                <a:solidFill>
                  <a:srgbClr val="0000FF"/>
                </a:solidFill>
              </a:rPr>
              <a:t>有保守内力</a:t>
            </a:r>
            <a:r>
              <a:rPr lang="zh-CN" altLang="en-US" sz="2400" dirty="0">
                <a:solidFill>
                  <a:srgbClr val="1C1C1C"/>
                </a:solidFill>
              </a:rPr>
              <a:t>作功的情况下，质点系的机械能保持不变</a:t>
            </a:r>
            <a:r>
              <a:rPr lang="zh-CN" altLang="en-US" sz="2400" dirty="0" smtClean="0">
                <a:solidFill>
                  <a:srgbClr val="1C1C1C"/>
                </a:solidFill>
              </a:rPr>
              <a:t>．</a:t>
            </a:r>
            <a:endParaRPr lang="en-US" altLang="zh-CN" sz="2400" dirty="0" smtClean="0">
              <a:solidFill>
                <a:srgbClr val="1C1C1C"/>
              </a:solidFill>
            </a:endParaRPr>
          </a:p>
          <a:p>
            <a:pPr algn="r">
              <a:lnSpc>
                <a:spcPct val="120000"/>
              </a:lnSpc>
            </a:pPr>
            <a:r>
              <a:rPr lang="en-US" altLang="zh-CN" sz="2400" dirty="0" smtClean="0">
                <a:solidFill>
                  <a:srgbClr val="C00000"/>
                </a:solidFill>
              </a:rPr>
              <a:t>——</a:t>
            </a:r>
            <a:r>
              <a:rPr lang="zh-CN" altLang="en-US" sz="2400" dirty="0" smtClean="0">
                <a:solidFill>
                  <a:srgbClr val="C00000"/>
                </a:solidFill>
              </a:rPr>
              <a:t>机械能守恒定律</a:t>
            </a:r>
            <a:endParaRPr lang="zh-CN" altLang="en-US" sz="2400" dirty="0">
              <a:solidFill>
                <a:srgbClr val="C00000"/>
              </a:solidFill>
            </a:endParaRPr>
          </a:p>
        </p:txBody>
      </p:sp>
      <p:graphicFrame>
        <p:nvGraphicFramePr>
          <p:cNvPr id="31753" name="Object 9"/>
          <p:cNvGraphicFramePr>
            <a:graphicFrameLocks noChangeAspect="1"/>
          </p:cNvGraphicFramePr>
          <p:nvPr>
            <p:extLst>
              <p:ext uri="{D42A27DB-BD31-4B8C-83A1-F6EECF244321}">
                <p14:modId xmlns:p14="http://schemas.microsoft.com/office/powerpoint/2010/main" val="440094315"/>
              </p:ext>
            </p:extLst>
          </p:nvPr>
        </p:nvGraphicFramePr>
        <p:xfrm>
          <a:off x="4801314" y="3268040"/>
          <a:ext cx="1885950" cy="548878"/>
        </p:xfrm>
        <a:graphic>
          <a:graphicData uri="http://schemas.openxmlformats.org/presentationml/2006/ole">
            <mc:AlternateContent xmlns:mc="http://schemas.openxmlformats.org/markup-compatibility/2006">
              <mc:Choice xmlns:v="urn:schemas-microsoft-com:vml" Requires="v">
                <p:oleObj spid="_x0000_s32188" r:id="rId7" imgW="774681" imgH="241512" progId="Equation.3">
                  <p:embed/>
                </p:oleObj>
              </mc:Choice>
              <mc:Fallback>
                <p:oleObj r:id="rId7" imgW="774681" imgH="241512" progId="Equation.3">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1314" y="3268040"/>
                        <a:ext cx="1885950" cy="548878"/>
                      </a:xfrm>
                      <a:prstGeom prst="rect">
                        <a:avLst/>
                      </a:prstGeom>
                      <a:gradFill rotWithShape="0">
                        <a:gsLst>
                          <a:gs pos="0">
                            <a:srgbClr val="CCECFF"/>
                          </a:gs>
                          <a:gs pos="50000">
                            <a:srgbClr val="FFFFFF"/>
                          </a:gs>
                          <a:gs pos="100000">
                            <a:srgbClr val="CCECFF"/>
                          </a:gs>
                        </a:gsLst>
                        <a:lin ang="5400000" scaled="1"/>
                      </a:gradFill>
                      <a:ln w="6350">
                        <a:solidFill>
                          <a:schemeClr val="tx2"/>
                        </a:solidFill>
                        <a:miter lim="800000"/>
                        <a:headEnd/>
                        <a:tailEnd/>
                      </a:ln>
                    </p:spPr>
                  </p:pic>
                </p:oleObj>
              </mc:Fallback>
            </mc:AlternateContent>
          </a:graphicData>
        </a:graphic>
      </p:graphicFrame>
      <p:graphicFrame>
        <p:nvGraphicFramePr>
          <p:cNvPr id="31755" name="Object 11"/>
          <p:cNvGraphicFramePr>
            <a:graphicFrameLocks noChangeAspect="1"/>
          </p:cNvGraphicFramePr>
          <p:nvPr>
            <p:extLst>
              <p:ext uri="{D42A27DB-BD31-4B8C-83A1-F6EECF244321}">
                <p14:modId xmlns:p14="http://schemas.microsoft.com/office/powerpoint/2010/main" val="1325106911"/>
              </p:ext>
            </p:extLst>
          </p:nvPr>
        </p:nvGraphicFramePr>
        <p:xfrm>
          <a:off x="2027872" y="3271017"/>
          <a:ext cx="1675210" cy="542925"/>
        </p:xfrm>
        <a:graphic>
          <a:graphicData uri="http://schemas.openxmlformats.org/presentationml/2006/ole">
            <mc:AlternateContent xmlns:mc="http://schemas.openxmlformats.org/markup-compatibility/2006">
              <mc:Choice xmlns:v="urn:schemas-microsoft-com:vml" Requires="v">
                <p:oleObj spid="_x0000_s32189" r:id="rId9" imgW="761986" imgH="241512" progId="Equation.3">
                  <p:embed/>
                </p:oleObj>
              </mc:Choice>
              <mc:Fallback>
                <p:oleObj r:id="rId9" imgW="761986" imgH="241512" progId="Equation.3">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27872" y="3271017"/>
                        <a:ext cx="1675210"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8"/>
          <p:cNvSpPr>
            <a:spLocks noChangeArrowheads="1"/>
          </p:cNvSpPr>
          <p:nvPr/>
        </p:nvSpPr>
        <p:spPr bwMode="auto">
          <a:xfrm>
            <a:off x="929640" y="4022658"/>
            <a:ext cx="8122920" cy="491481"/>
          </a:xfrm>
          <a:prstGeom prst="rect">
            <a:avLst/>
          </a:prstGeom>
          <a:noFill/>
          <a:ln w="9525">
            <a:noFill/>
            <a:miter lim="800000"/>
            <a:headEnd/>
            <a:tailEnd/>
          </a:ln>
          <a:effectLst/>
        </p:spPr>
        <p:txBody>
          <a:bodyPr wrap="square">
            <a:spAutoFit/>
          </a:bodyPr>
          <a:lstStyle/>
          <a:p>
            <a:pPr>
              <a:lnSpc>
                <a:spcPct val="120000"/>
              </a:lnSpc>
            </a:pPr>
            <a:r>
              <a:rPr lang="zh-CN" altLang="en-US" sz="2400" dirty="0" smtClean="0"/>
              <a:t>机械能守恒：动能增加的量等于势能减少的量，反之亦然。</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ox(in)">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52"/>
                                        </p:tgtEl>
                                        <p:attrNameLst>
                                          <p:attrName>style.visibility</p:attrName>
                                        </p:attrNameLst>
                                      </p:cBhvr>
                                      <p:to>
                                        <p:strVal val="visible"/>
                                      </p:to>
                                    </p:set>
                                    <p:animEffect transition="in" filter="blinds(horizontal)">
                                      <p:cBhvr>
                                        <p:cTn id="12" dur="500"/>
                                        <p:tgtEl>
                                          <p:spTgt spid="3175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755"/>
                                        </p:tgtEl>
                                        <p:attrNameLst>
                                          <p:attrName>style.visibility</p:attrName>
                                        </p:attrNameLst>
                                      </p:cBhvr>
                                      <p:to>
                                        <p:strVal val="visible"/>
                                      </p:to>
                                    </p:set>
                                    <p:animEffect transition="in" filter="blinds(horizontal)">
                                      <p:cBhvr>
                                        <p:cTn id="17" dur="500"/>
                                        <p:tgtEl>
                                          <p:spTgt spid="3175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1753"/>
                                        </p:tgtEl>
                                        <p:attrNameLst>
                                          <p:attrName>style.visibility</p:attrName>
                                        </p:attrNameLst>
                                      </p:cBhvr>
                                      <p:to>
                                        <p:strVal val="visible"/>
                                      </p:to>
                                    </p:set>
                                    <p:animEffect transition="in" filter="blinds(vertical)">
                                      <p:cBhvr>
                                        <p:cTn id="22" dur="500"/>
                                        <p:tgtEl>
                                          <p:spTgt spid="317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2" grpId="0" autoUpdateAnimBg="0"/>
      <p:bldP spid="1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p:cNvSpPr>
            <a:spLocks noGrp="1"/>
          </p:cNvSpPr>
          <p:nvPr>
            <p:ph type="sldNum" sz="quarter" idx="10"/>
          </p:nvPr>
        </p:nvSpPr>
        <p:spPr/>
        <p:txBody>
          <a:bodyPr/>
          <a:lstStyle/>
          <a:p>
            <a:fld id="{D7BE71C6-23BF-46DC-9A84-30865A16D68D}" type="slidenum">
              <a:rPr lang="zh-CN" altLang="en-US"/>
              <a:pPr/>
              <a:t>16</a:t>
            </a:fld>
            <a:endParaRPr lang="en-US"/>
          </a:p>
        </p:txBody>
      </p:sp>
      <p:sp>
        <p:nvSpPr>
          <p:cNvPr id="32770" name="Text Box 2"/>
          <p:cNvSpPr txBox="1">
            <a:spLocks noChangeArrowheads="1"/>
          </p:cNvSpPr>
          <p:nvPr/>
        </p:nvSpPr>
        <p:spPr bwMode="auto">
          <a:xfrm>
            <a:off x="529772" y="410283"/>
            <a:ext cx="8128000" cy="1421928"/>
          </a:xfrm>
          <a:prstGeom prst="rect">
            <a:avLst/>
          </a:prstGeom>
          <a:noFill/>
          <a:ln w="9525">
            <a:noFill/>
            <a:miter lim="800000"/>
            <a:headEnd/>
            <a:tailEnd/>
          </a:ln>
          <a:effectLst/>
        </p:spPr>
        <p:txBody>
          <a:bodyPr wrap="square">
            <a:spAutoFit/>
          </a:bodyPr>
          <a:lstStyle/>
          <a:p>
            <a:pPr>
              <a:lnSpc>
                <a:spcPct val="120000"/>
              </a:lnSpc>
            </a:pPr>
            <a:r>
              <a:rPr lang="zh-CN" altLang="en-US" sz="2400" smtClean="0">
                <a:solidFill>
                  <a:srgbClr val="C00000"/>
                </a:solidFill>
                <a:latin typeface="Times New Roman" panose="02020603050405020304" pitchFamily="18" charset="0"/>
                <a:ea typeface="+mn-ea"/>
                <a:cs typeface="Times New Roman" panose="02020603050405020304" pitchFamily="18" charset="0"/>
              </a:rPr>
              <a:t>例 </a:t>
            </a:r>
            <a:r>
              <a:rPr lang="en-US" altLang="zh-CN" sz="2400" dirty="0">
                <a:solidFill>
                  <a:srgbClr val="C00000"/>
                </a:solidFill>
                <a:latin typeface="Times New Roman" panose="02020603050405020304" pitchFamily="18" charset="0"/>
                <a:ea typeface="+mn-ea"/>
                <a:cs typeface="Times New Roman" panose="02020603050405020304" pitchFamily="18" charset="0"/>
              </a:rPr>
              <a:t>1  </a:t>
            </a:r>
            <a:r>
              <a:rPr lang="zh-CN" altLang="en-US" sz="2400" dirty="0">
                <a:solidFill>
                  <a:srgbClr val="1C1C1C"/>
                </a:solidFill>
                <a:latin typeface="Times New Roman" panose="02020603050405020304" pitchFamily="18" charset="0"/>
                <a:ea typeface="+mn-ea"/>
                <a:cs typeface="Times New Roman" panose="02020603050405020304" pitchFamily="18" charset="0"/>
              </a:rPr>
              <a:t>雪橇从高</a:t>
            </a:r>
            <a:r>
              <a:rPr lang="en-US" altLang="zh-CN" sz="2400" b="0" dirty="0">
                <a:solidFill>
                  <a:srgbClr val="1C1C1C"/>
                </a:solidFill>
                <a:latin typeface="Times New Roman" panose="02020603050405020304" pitchFamily="18" charset="0"/>
                <a:ea typeface="+mn-ea"/>
                <a:cs typeface="Times New Roman" panose="02020603050405020304" pitchFamily="18" charset="0"/>
              </a:rPr>
              <a:t>50 m</a:t>
            </a:r>
            <a:r>
              <a:rPr lang="zh-CN" altLang="en-US" sz="2400" dirty="0">
                <a:solidFill>
                  <a:srgbClr val="1C1C1C"/>
                </a:solidFill>
                <a:latin typeface="Times New Roman" panose="02020603050405020304" pitchFamily="18" charset="0"/>
                <a:ea typeface="+mn-ea"/>
                <a:cs typeface="Times New Roman" panose="02020603050405020304" pitchFamily="18" charset="0"/>
              </a:rPr>
              <a:t>的山顶</a:t>
            </a:r>
            <a:r>
              <a:rPr lang="en-US" altLang="zh-CN" sz="2400" b="0" i="1" dirty="0">
                <a:solidFill>
                  <a:srgbClr val="1C1C1C"/>
                </a:solidFill>
                <a:latin typeface="Times New Roman" panose="02020603050405020304" pitchFamily="18" charset="0"/>
                <a:ea typeface="+mn-ea"/>
                <a:cs typeface="Times New Roman" panose="02020603050405020304" pitchFamily="18" charset="0"/>
              </a:rPr>
              <a:t>A</a:t>
            </a:r>
            <a:r>
              <a:rPr lang="zh-CN" altLang="en-US" sz="2400" dirty="0">
                <a:solidFill>
                  <a:srgbClr val="1C1C1C"/>
                </a:solidFill>
                <a:latin typeface="Times New Roman" panose="02020603050405020304" pitchFamily="18" charset="0"/>
                <a:ea typeface="+mn-ea"/>
                <a:cs typeface="Times New Roman" panose="02020603050405020304" pitchFamily="18" charset="0"/>
              </a:rPr>
              <a:t>点沿冰道由静止下滑</a:t>
            </a:r>
            <a:r>
              <a:rPr lang="en-US" altLang="zh-CN" sz="2400" dirty="0">
                <a:solidFill>
                  <a:srgbClr val="1C1C1C"/>
                </a:solidFill>
                <a:latin typeface="Times New Roman" panose="02020603050405020304" pitchFamily="18" charset="0"/>
                <a:ea typeface="+mn-ea"/>
                <a:cs typeface="Times New Roman" panose="02020603050405020304" pitchFamily="18" charset="0"/>
              </a:rPr>
              <a:t>, </a:t>
            </a:r>
            <a:r>
              <a:rPr lang="zh-CN" altLang="en-US" sz="2400" dirty="0">
                <a:solidFill>
                  <a:srgbClr val="1C1C1C"/>
                </a:solidFill>
                <a:latin typeface="Times New Roman" panose="02020603050405020304" pitchFamily="18" charset="0"/>
                <a:ea typeface="+mn-ea"/>
                <a:cs typeface="Times New Roman" panose="02020603050405020304" pitchFamily="18" charset="0"/>
              </a:rPr>
              <a:t>坡道</a:t>
            </a:r>
            <a:r>
              <a:rPr lang="en-US" altLang="zh-CN" sz="2400" b="0" i="1" dirty="0">
                <a:solidFill>
                  <a:srgbClr val="1C1C1C"/>
                </a:solidFill>
                <a:latin typeface="Times New Roman" panose="02020603050405020304" pitchFamily="18" charset="0"/>
                <a:ea typeface="+mn-ea"/>
                <a:cs typeface="Times New Roman" panose="02020603050405020304" pitchFamily="18" charset="0"/>
              </a:rPr>
              <a:t>AB</a:t>
            </a:r>
            <a:r>
              <a:rPr lang="zh-CN" altLang="en-US" sz="2400" dirty="0">
                <a:solidFill>
                  <a:srgbClr val="1C1C1C"/>
                </a:solidFill>
                <a:latin typeface="Times New Roman" panose="02020603050405020304" pitchFamily="18" charset="0"/>
                <a:ea typeface="+mn-ea"/>
                <a:cs typeface="Times New Roman" panose="02020603050405020304" pitchFamily="18" charset="0"/>
              </a:rPr>
              <a:t>长</a:t>
            </a:r>
            <a:r>
              <a:rPr lang="en-US" altLang="zh-CN" sz="2400" b="0" dirty="0">
                <a:solidFill>
                  <a:srgbClr val="1C1C1C"/>
                </a:solidFill>
                <a:latin typeface="Times New Roman" panose="02020603050405020304" pitchFamily="18" charset="0"/>
                <a:ea typeface="+mn-ea"/>
                <a:cs typeface="Times New Roman" panose="02020603050405020304" pitchFamily="18" charset="0"/>
              </a:rPr>
              <a:t>500 m</a:t>
            </a:r>
            <a:r>
              <a:rPr lang="zh-CN" altLang="en-US" sz="2400" dirty="0">
                <a:solidFill>
                  <a:srgbClr val="1C1C1C"/>
                </a:solidFill>
                <a:latin typeface="Times New Roman" panose="02020603050405020304" pitchFamily="18" charset="0"/>
                <a:ea typeface="+mn-ea"/>
                <a:cs typeface="Times New Roman" panose="02020603050405020304" pitchFamily="18" charset="0"/>
              </a:rPr>
              <a:t>．滑至点</a:t>
            </a:r>
            <a:r>
              <a:rPr lang="en-US" altLang="zh-CN" sz="2400" b="0" i="1" dirty="0">
                <a:solidFill>
                  <a:srgbClr val="1C1C1C"/>
                </a:solidFill>
                <a:latin typeface="Times New Roman" panose="02020603050405020304" pitchFamily="18" charset="0"/>
                <a:ea typeface="+mn-ea"/>
                <a:cs typeface="Times New Roman" panose="02020603050405020304" pitchFamily="18" charset="0"/>
              </a:rPr>
              <a:t>B</a:t>
            </a:r>
            <a:r>
              <a:rPr lang="zh-CN" altLang="en-US" sz="2400" dirty="0">
                <a:solidFill>
                  <a:srgbClr val="1C1C1C"/>
                </a:solidFill>
                <a:latin typeface="Times New Roman" panose="02020603050405020304" pitchFamily="18" charset="0"/>
                <a:ea typeface="+mn-ea"/>
                <a:cs typeface="Times New Roman" panose="02020603050405020304" pitchFamily="18" charset="0"/>
              </a:rPr>
              <a:t>后，又沿水平冰道继续滑行若干米后停止在</a:t>
            </a:r>
            <a:r>
              <a:rPr lang="en-US" altLang="zh-CN" sz="2400" b="0" i="1" dirty="0">
                <a:solidFill>
                  <a:srgbClr val="1C1C1C"/>
                </a:solidFill>
                <a:latin typeface="Times New Roman" panose="02020603050405020304" pitchFamily="18" charset="0"/>
                <a:ea typeface="+mn-ea"/>
                <a:cs typeface="Times New Roman" panose="02020603050405020304" pitchFamily="18" charset="0"/>
              </a:rPr>
              <a:t>C</a:t>
            </a:r>
            <a:r>
              <a:rPr lang="zh-CN" altLang="en-US" sz="2400" dirty="0">
                <a:solidFill>
                  <a:srgbClr val="1C1C1C"/>
                </a:solidFill>
                <a:latin typeface="Times New Roman" panose="02020603050405020304" pitchFamily="18" charset="0"/>
                <a:ea typeface="+mn-ea"/>
                <a:cs typeface="Times New Roman" panose="02020603050405020304" pitchFamily="18" charset="0"/>
              </a:rPr>
              <a:t>处</a:t>
            </a:r>
            <a:r>
              <a:rPr lang="en-US" altLang="zh-CN" sz="2400" dirty="0">
                <a:solidFill>
                  <a:srgbClr val="1C1C1C"/>
                </a:solidFill>
                <a:latin typeface="Times New Roman" panose="02020603050405020304" pitchFamily="18" charset="0"/>
                <a:ea typeface="+mn-ea"/>
                <a:cs typeface="Times New Roman" panose="02020603050405020304" pitchFamily="18" charset="0"/>
              </a:rPr>
              <a:t>. </a:t>
            </a:r>
            <a:r>
              <a:rPr lang="zh-CN" altLang="en-US" sz="2400" dirty="0">
                <a:solidFill>
                  <a:srgbClr val="1C1C1C"/>
                </a:solidFill>
                <a:latin typeface="Times New Roman" panose="02020603050405020304" pitchFamily="18" charset="0"/>
                <a:ea typeface="+mn-ea"/>
                <a:cs typeface="Times New Roman" panose="02020603050405020304" pitchFamily="18" charset="0"/>
              </a:rPr>
              <a:t>若</a:t>
            </a:r>
            <a:r>
              <a:rPr lang="en-US" altLang="zh-CN" sz="2400" b="0" i="1" dirty="0">
                <a:solidFill>
                  <a:srgbClr val="1C1C1C"/>
                </a:solidFill>
                <a:latin typeface="Times New Roman" panose="02020603050405020304" pitchFamily="18" charset="0"/>
                <a:ea typeface="+mn-ea"/>
                <a:cs typeface="Times New Roman" panose="02020603050405020304" pitchFamily="18" charset="0"/>
              </a:rPr>
              <a:t>μ=</a:t>
            </a:r>
            <a:r>
              <a:rPr lang="en-US" altLang="zh-CN" sz="2400" b="0" dirty="0">
                <a:solidFill>
                  <a:srgbClr val="1C1C1C"/>
                </a:solidFill>
                <a:latin typeface="Times New Roman" panose="02020603050405020304" pitchFamily="18" charset="0"/>
                <a:ea typeface="+mn-ea"/>
                <a:cs typeface="Times New Roman" panose="02020603050405020304" pitchFamily="18" charset="0"/>
              </a:rPr>
              <a:t>0.050</a:t>
            </a:r>
            <a:r>
              <a:rPr lang="zh-CN" altLang="en-US" sz="2400">
                <a:solidFill>
                  <a:srgbClr val="1C1C1C"/>
                </a:solidFill>
                <a:latin typeface="Times New Roman" panose="02020603050405020304" pitchFamily="18" charset="0"/>
                <a:ea typeface="+mn-ea"/>
                <a:cs typeface="Times New Roman" panose="02020603050405020304" pitchFamily="18" charset="0"/>
              </a:rPr>
              <a:t>．</a:t>
            </a:r>
            <a:r>
              <a:rPr lang="zh-CN" altLang="en-US" sz="2400" smtClean="0">
                <a:solidFill>
                  <a:srgbClr val="C00000"/>
                </a:solidFill>
                <a:latin typeface="Times New Roman" panose="02020603050405020304" pitchFamily="18" charset="0"/>
                <a:ea typeface="+mn-ea"/>
                <a:cs typeface="Times New Roman" panose="02020603050405020304" pitchFamily="18" charset="0"/>
              </a:rPr>
              <a:t>求：</a:t>
            </a:r>
            <a:r>
              <a:rPr lang="zh-CN" altLang="en-US" sz="2400" smtClean="0">
                <a:solidFill>
                  <a:srgbClr val="1C1C1C"/>
                </a:solidFill>
                <a:latin typeface="Times New Roman" panose="02020603050405020304" pitchFamily="18" charset="0"/>
                <a:ea typeface="+mn-ea"/>
                <a:cs typeface="Times New Roman" panose="02020603050405020304" pitchFamily="18" charset="0"/>
              </a:rPr>
              <a:t>雪</a:t>
            </a:r>
            <a:r>
              <a:rPr lang="zh-CN" altLang="en-US" sz="2400" dirty="0">
                <a:solidFill>
                  <a:srgbClr val="1C1C1C"/>
                </a:solidFill>
                <a:latin typeface="Times New Roman" panose="02020603050405020304" pitchFamily="18" charset="0"/>
                <a:ea typeface="+mn-ea"/>
                <a:cs typeface="Times New Roman" panose="02020603050405020304" pitchFamily="18" charset="0"/>
              </a:rPr>
              <a:t>橇沿水平冰道滑行的路程</a:t>
            </a:r>
            <a:r>
              <a:rPr lang="en-US" altLang="zh-CN" sz="2400" dirty="0">
                <a:solidFill>
                  <a:srgbClr val="1C1C1C"/>
                </a:solidFill>
                <a:latin typeface="Times New Roman" panose="02020603050405020304" pitchFamily="18" charset="0"/>
                <a:ea typeface="+mn-ea"/>
                <a:cs typeface="Times New Roman" panose="02020603050405020304" pitchFamily="18" charset="0"/>
              </a:rPr>
              <a:t>. </a:t>
            </a:r>
          </a:p>
        </p:txBody>
      </p:sp>
      <p:pic>
        <p:nvPicPr>
          <p:cNvPr id="32772" name="Picture 4" descr="zjj"/>
          <p:cNvPicPr>
            <a:picLocks noChangeAspect="1" noChangeArrowheads="1"/>
          </p:cNvPicPr>
          <p:nvPr/>
        </p:nvPicPr>
        <p:blipFill>
          <a:blip r:embed="rId2" cstate="print"/>
          <a:srcRect/>
          <a:stretch>
            <a:fillRect/>
          </a:stretch>
        </p:blipFill>
        <p:spPr bwMode="auto">
          <a:xfrm>
            <a:off x="2417254" y="2324102"/>
            <a:ext cx="4649390" cy="1983581"/>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1"/>
          <p:cNvSpPr>
            <a:spLocks noGrp="1"/>
          </p:cNvSpPr>
          <p:nvPr>
            <p:ph type="sldNum" sz="quarter" idx="10"/>
          </p:nvPr>
        </p:nvSpPr>
        <p:spPr/>
        <p:txBody>
          <a:bodyPr/>
          <a:lstStyle/>
          <a:p>
            <a:fld id="{2F3922FD-0A5B-4C3D-84DD-A21A62B41EE6}" type="slidenum">
              <a:rPr lang="zh-CN" altLang="en-US"/>
              <a:pPr/>
              <a:t>17</a:t>
            </a:fld>
            <a:endParaRPr lang="en-US"/>
          </a:p>
        </p:txBody>
      </p:sp>
      <p:pic>
        <p:nvPicPr>
          <p:cNvPr id="33796" name="Picture 4" descr="zjj"/>
          <p:cNvPicPr>
            <a:picLocks noChangeAspect="1" noChangeArrowheads="1"/>
          </p:cNvPicPr>
          <p:nvPr/>
        </p:nvPicPr>
        <p:blipFill>
          <a:blip r:embed="rId3" cstate="print"/>
          <a:srcRect/>
          <a:stretch>
            <a:fillRect/>
          </a:stretch>
        </p:blipFill>
        <p:spPr bwMode="auto">
          <a:xfrm>
            <a:off x="1651826" y="3226164"/>
            <a:ext cx="3045951" cy="1534815"/>
          </a:xfrm>
          <a:prstGeom prst="rect">
            <a:avLst/>
          </a:prstGeom>
          <a:solidFill>
            <a:schemeClr val="bg1"/>
          </a:solidFill>
          <a:ln w="9525">
            <a:noFill/>
            <a:miter lim="800000"/>
            <a:headEnd/>
            <a:tailEnd/>
          </a:ln>
        </p:spPr>
      </p:pic>
      <p:sp>
        <p:nvSpPr>
          <p:cNvPr id="33797" name="Line 5"/>
          <p:cNvSpPr>
            <a:spLocks noChangeShapeType="1"/>
          </p:cNvSpPr>
          <p:nvPr/>
        </p:nvSpPr>
        <p:spPr bwMode="auto">
          <a:xfrm flipV="1">
            <a:off x="7239000" y="2988896"/>
            <a:ext cx="285750" cy="628650"/>
          </a:xfrm>
          <a:prstGeom prst="line">
            <a:avLst/>
          </a:prstGeom>
          <a:noFill/>
          <a:ln w="31750">
            <a:solidFill>
              <a:srgbClr val="CC00CC"/>
            </a:solidFill>
            <a:round/>
            <a:headEnd/>
            <a:tailEnd type="triangle" w="sm" len="lg"/>
          </a:ln>
          <a:effectLst/>
        </p:spPr>
        <p:txBody>
          <a:bodyPr wrap="none"/>
          <a:lstStyle/>
          <a:p>
            <a:endParaRPr lang="zh-CN" altLang="en-US" sz="2400">
              <a:solidFill>
                <a:srgbClr val="000000"/>
              </a:solidFill>
            </a:endParaRPr>
          </a:p>
        </p:txBody>
      </p:sp>
      <p:sp>
        <p:nvSpPr>
          <p:cNvPr id="33798" name="Line 6"/>
          <p:cNvSpPr>
            <a:spLocks noChangeShapeType="1"/>
          </p:cNvSpPr>
          <p:nvPr/>
        </p:nvSpPr>
        <p:spPr bwMode="auto">
          <a:xfrm>
            <a:off x="7239000" y="3617546"/>
            <a:ext cx="0" cy="857250"/>
          </a:xfrm>
          <a:prstGeom prst="line">
            <a:avLst/>
          </a:prstGeom>
          <a:noFill/>
          <a:ln w="31750">
            <a:solidFill>
              <a:srgbClr val="FF0000"/>
            </a:solidFill>
            <a:round/>
            <a:headEnd/>
            <a:tailEnd type="triangle" w="sm" len="lg"/>
          </a:ln>
          <a:effectLst/>
        </p:spPr>
        <p:txBody>
          <a:bodyPr wrap="none"/>
          <a:lstStyle/>
          <a:p>
            <a:endParaRPr lang="zh-CN" altLang="en-US" sz="2400">
              <a:solidFill>
                <a:srgbClr val="000000"/>
              </a:solidFill>
            </a:endParaRPr>
          </a:p>
        </p:txBody>
      </p:sp>
      <p:sp>
        <p:nvSpPr>
          <p:cNvPr id="33799" name="Line 7"/>
          <p:cNvSpPr>
            <a:spLocks noChangeShapeType="1"/>
          </p:cNvSpPr>
          <p:nvPr/>
        </p:nvSpPr>
        <p:spPr bwMode="auto">
          <a:xfrm flipH="1" flipV="1">
            <a:off x="7010400" y="3503246"/>
            <a:ext cx="228600" cy="114300"/>
          </a:xfrm>
          <a:prstGeom prst="line">
            <a:avLst/>
          </a:prstGeom>
          <a:noFill/>
          <a:ln w="31750">
            <a:solidFill>
              <a:srgbClr val="0000FF"/>
            </a:solidFill>
            <a:round/>
            <a:headEnd/>
            <a:tailEnd type="triangle" w="sm" len="lg"/>
          </a:ln>
          <a:effectLst/>
        </p:spPr>
        <p:txBody>
          <a:bodyPr wrap="none"/>
          <a:lstStyle/>
          <a:p>
            <a:endParaRPr lang="zh-CN" altLang="en-US" sz="2400">
              <a:solidFill>
                <a:srgbClr val="000000"/>
              </a:solidFill>
            </a:endParaRPr>
          </a:p>
        </p:txBody>
      </p:sp>
      <p:graphicFrame>
        <p:nvGraphicFramePr>
          <p:cNvPr id="33800" name="Object 8"/>
          <p:cNvGraphicFramePr>
            <a:graphicFrameLocks noChangeAspect="1"/>
          </p:cNvGraphicFramePr>
          <p:nvPr>
            <p:extLst>
              <p:ext uri="{D42A27DB-BD31-4B8C-83A1-F6EECF244321}">
                <p14:modId xmlns:p14="http://schemas.microsoft.com/office/powerpoint/2010/main" val="2898275605"/>
              </p:ext>
            </p:extLst>
          </p:nvPr>
        </p:nvGraphicFramePr>
        <p:xfrm>
          <a:off x="7467600" y="2904362"/>
          <a:ext cx="358379" cy="421481"/>
        </p:xfrm>
        <a:graphic>
          <a:graphicData uri="http://schemas.openxmlformats.org/presentationml/2006/ole">
            <mc:AlternateContent xmlns:mc="http://schemas.openxmlformats.org/markup-compatibility/2006">
              <mc:Choice xmlns:v="urn:schemas-microsoft-com:vml" Requires="v">
                <p:oleObj spid="_x0000_s366701" r:id="rId4" imgW="203341" imgH="241408" progId="Equation.3">
                  <p:embed/>
                </p:oleObj>
              </mc:Choice>
              <mc:Fallback>
                <p:oleObj r:id="rId4" imgW="203341" imgH="241408"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0" y="2904362"/>
                        <a:ext cx="358379" cy="421481"/>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aphicFrame>
        <p:nvGraphicFramePr>
          <p:cNvPr id="33801" name="Object 9"/>
          <p:cNvGraphicFramePr>
            <a:graphicFrameLocks noChangeAspect="1"/>
          </p:cNvGraphicFramePr>
          <p:nvPr>
            <p:extLst>
              <p:ext uri="{D42A27DB-BD31-4B8C-83A1-F6EECF244321}">
                <p14:modId xmlns:p14="http://schemas.microsoft.com/office/powerpoint/2010/main" val="3520465050"/>
              </p:ext>
            </p:extLst>
          </p:nvPr>
        </p:nvGraphicFramePr>
        <p:xfrm>
          <a:off x="6768704" y="3218687"/>
          <a:ext cx="313134" cy="398860"/>
        </p:xfrm>
        <a:graphic>
          <a:graphicData uri="http://schemas.openxmlformats.org/presentationml/2006/ole">
            <mc:AlternateContent xmlns:mc="http://schemas.openxmlformats.org/markup-compatibility/2006">
              <mc:Choice xmlns:v="urn:schemas-microsoft-com:vml" Requires="v">
                <p:oleObj spid="_x0000_s366702" r:id="rId6" imgW="177809" imgH="228521" progId="Equation.3">
                  <p:embed/>
                </p:oleObj>
              </mc:Choice>
              <mc:Fallback>
                <p:oleObj r:id="rId6" imgW="177809" imgH="228521"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68704" y="3218687"/>
                        <a:ext cx="313134" cy="39886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aphicFrame>
        <p:nvGraphicFramePr>
          <p:cNvPr id="33802" name="Object 10"/>
          <p:cNvGraphicFramePr>
            <a:graphicFrameLocks noChangeAspect="1"/>
          </p:cNvGraphicFramePr>
          <p:nvPr>
            <p:extLst>
              <p:ext uri="{D42A27DB-BD31-4B8C-83A1-F6EECF244321}">
                <p14:modId xmlns:p14="http://schemas.microsoft.com/office/powerpoint/2010/main" val="309969605"/>
              </p:ext>
            </p:extLst>
          </p:nvPr>
        </p:nvGraphicFramePr>
        <p:xfrm>
          <a:off x="7239001" y="4190237"/>
          <a:ext cx="307181" cy="381000"/>
        </p:xfrm>
        <a:graphic>
          <a:graphicData uri="http://schemas.openxmlformats.org/presentationml/2006/ole">
            <mc:AlternateContent xmlns:mc="http://schemas.openxmlformats.org/markup-compatibility/2006">
              <mc:Choice xmlns:v="urn:schemas-microsoft-com:vml" Requires="v">
                <p:oleObj spid="_x0000_s366703" r:id="rId8" imgW="152585" imgH="190652" progId="Equation.3">
                  <p:embed/>
                </p:oleObj>
              </mc:Choice>
              <mc:Fallback>
                <p:oleObj r:id="rId8" imgW="152585" imgH="190652"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39001" y="4190237"/>
                        <a:ext cx="307181" cy="38100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sp>
        <p:nvSpPr>
          <p:cNvPr id="33803" name="Line 11"/>
          <p:cNvSpPr>
            <a:spLocks noChangeShapeType="1"/>
          </p:cNvSpPr>
          <p:nvPr/>
        </p:nvSpPr>
        <p:spPr bwMode="auto">
          <a:xfrm rot="21514156">
            <a:off x="7240191" y="3613975"/>
            <a:ext cx="341709" cy="230981"/>
          </a:xfrm>
          <a:prstGeom prst="line">
            <a:avLst/>
          </a:prstGeom>
          <a:noFill/>
          <a:ln w="22225">
            <a:solidFill>
              <a:srgbClr val="FF0000"/>
            </a:solidFill>
            <a:prstDash val="sysDash"/>
            <a:round/>
            <a:headEnd/>
            <a:tailEnd type="triangle" w="sm" len="lg"/>
          </a:ln>
          <a:effectLst/>
        </p:spPr>
        <p:txBody>
          <a:bodyPr wrap="none"/>
          <a:lstStyle/>
          <a:p>
            <a:endParaRPr lang="zh-CN" altLang="en-US" sz="2400">
              <a:solidFill>
                <a:srgbClr val="000000"/>
              </a:solidFill>
            </a:endParaRPr>
          </a:p>
        </p:txBody>
      </p:sp>
      <p:sp>
        <p:nvSpPr>
          <p:cNvPr id="33804" name="Line 12"/>
          <p:cNvSpPr>
            <a:spLocks noChangeShapeType="1"/>
          </p:cNvSpPr>
          <p:nvPr/>
        </p:nvSpPr>
        <p:spPr bwMode="auto">
          <a:xfrm flipH="1">
            <a:off x="6896100" y="3617546"/>
            <a:ext cx="342900" cy="742950"/>
          </a:xfrm>
          <a:prstGeom prst="line">
            <a:avLst/>
          </a:prstGeom>
          <a:noFill/>
          <a:ln w="25400">
            <a:solidFill>
              <a:srgbClr val="FF0000"/>
            </a:solidFill>
            <a:prstDash val="sysDash"/>
            <a:round/>
            <a:headEnd/>
            <a:tailEnd type="triangle" w="sm" len="lg"/>
          </a:ln>
          <a:effectLst/>
        </p:spPr>
        <p:txBody>
          <a:bodyPr wrap="none"/>
          <a:lstStyle/>
          <a:p>
            <a:endParaRPr lang="zh-CN" altLang="en-US" sz="2400">
              <a:solidFill>
                <a:srgbClr val="000000"/>
              </a:solidFill>
            </a:endParaRPr>
          </a:p>
        </p:txBody>
      </p:sp>
      <p:graphicFrame>
        <p:nvGraphicFramePr>
          <p:cNvPr id="33805" name="Object 13"/>
          <p:cNvGraphicFramePr>
            <a:graphicFrameLocks noChangeAspect="1"/>
          </p:cNvGraphicFramePr>
          <p:nvPr>
            <p:extLst>
              <p:ext uri="{D42A27DB-BD31-4B8C-83A1-F6EECF244321}">
                <p14:modId xmlns:p14="http://schemas.microsoft.com/office/powerpoint/2010/main" val="1816020969"/>
              </p:ext>
            </p:extLst>
          </p:nvPr>
        </p:nvGraphicFramePr>
        <p:xfrm>
          <a:off x="7627144" y="3741372"/>
          <a:ext cx="534591" cy="244078"/>
        </p:xfrm>
        <a:graphic>
          <a:graphicData uri="http://schemas.openxmlformats.org/presentationml/2006/ole">
            <mc:AlternateContent xmlns:mc="http://schemas.openxmlformats.org/markup-compatibility/2006">
              <mc:Choice xmlns:v="urn:schemas-microsoft-com:vml" Requires="v">
                <p:oleObj spid="_x0000_s366704" r:id="rId10" imgW="456725" imgH="177809" progId="Equation.3">
                  <p:embed/>
                </p:oleObj>
              </mc:Choice>
              <mc:Fallback>
                <p:oleObj r:id="rId10" imgW="456725" imgH="177809" progId="Equation.3">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7144" y="3741372"/>
                        <a:ext cx="534591" cy="244078"/>
                      </a:xfrm>
                      <a:prstGeom prst="rect">
                        <a:avLst/>
                      </a:prstGeom>
                      <a:solidFill>
                        <a:schemeClr val="bg1"/>
                      </a:solidFill>
                    </p:spPr>
                  </p:pic>
                </p:oleObj>
              </mc:Fallback>
            </mc:AlternateContent>
          </a:graphicData>
        </a:graphic>
      </p:graphicFrame>
      <p:graphicFrame>
        <p:nvGraphicFramePr>
          <p:cNvPr id="33806" name="Object 14"/>
          <p:cNvGraphicFramePr>
            <a:graphicFrameLocks noChangeAspect="1"/>
          </p:cNvGraphicFramePr>
          <p:nvPr>
            <p:extLst>
              <p:ext uri="{D42A27DB-BD31-4B8C-83A1-F6EECF244321}">
                <p14:modId xmlns:p14="http://schemas.microsoft.com/office/powerpoint/2010/main" val="3005206726"/>
              </p:ext>
            </p:extLst>
          </p:nvPr>
        </p:nvGraphicFramePr>
        <p:xfrm>
          <a:off x="6324600" y="3788996"/>
          <a:ext cx="742950" cy="290513"/>
        </p:xfrm>
        <a:graphic>
          <a:graphicData uri="http://schemas.openxmlformats.org/presentationml/2006/ole">
            <mc:AlternateContent xmlns:mc="http://schemas.openxmlformats.org/markup-compatibility/2006">
              <mc:Choice xmlns:v="urn:schemas-microsoft-com:vml" Requires="v">
                <p:oleObj spid="_x0000_s366705" r:id="rId12" imgW="469403" imgH="177809" progId="Equation.3">
                  <p:embed/>
                </p:oleObj>
              </mc:Choice>
              <mc:Fallback>
                <p:oleObj r:id="rId12" imgW="469403" imgH="177809" progId="Equation.3">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24600" y="3788996"/>
                        <a:ext cx="742950" cy="290513"/>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pSp>
        <p:nvGrpSpPr>
          <p:cNvPr id="3" name="Group 15"/>
          <p:cNvGrpSpPr>
            <a:grpSpLocks/>
          </p:cNvGrpSpPr>
          <p:nvPr/>
        </p:nvGrpSpPr>
        <p:grpSpPr bwMode="auto">
          <a:xfrm>
            <a:off x="5924550" y="3274646"/>
            <a:ext cx="2171700" cy="971550"/>
            <a:chOff x="0" y="0"/>
            <a:chExt cx="1824" cy="816"/>
          </a:xfrm>
        </p:grpSpPr>
        <p:sp>
          <p:nvSpPr>
            <p:cNvPr id="33808" name="Line 16"/>
            <p:cNvSpPr>
              <a:spLocks noChangeShapeType="1"/>
            </p:cNvSpPr>
            <p:nvPr/>
          </p:nvSpPr>
          <p:spPr bwMode="auto">
            <a:xfrm>
              <a:off x="288" y="0"/>
              <a:ext cx="1536" cy="768"/>
            </a:xfrm>
            <a:prstGeom prst="line">
              <a:avLst/>
            </a:prstGeom>
            <a:noFill/>
            <a:ln w="38100">
              <a:solidFill>
                <a:srgbClr val="000000"/>
              </a:solidFill>
              <a:round/>
              <a:headEnd/>
              <a:tailEnd/>
            </a:ln>
            <a:effectLst/>
          </p:spPr>
          <p:txBody>
            <a:bodyPr wrap="none"/>
            <a:lstStyle/>
            <a:p>
              <a:endParaRPr lang="zh-CN" altLang="en-US" sz="2400">
                <a:solidFill>
                  <a:srgbClr val="000000"/>
                </a:solidFill>
              </a:endParaRPr>
            </a:p>
          </p:txBody>
        </p:sp>
        <p:sp>
          <p:nvSpPr>
            <p:cNvPr id="33809" name="Line 17"/>
            <p:cNvSpPr>
              <a:spLocks noChangeShapeType="1"/>
            </p:cNvSpPr>
            <p:nvPr/>
          </p:nvSpPr>
          <p:spPr bwMode="auto">
            <a:xfrm flipH="1">
              <a:off x="240" y="768"/>
              <a:ext cx="1584" cy="0"/>
            </a:xfrm>
            <a:prstGeom prst="line">
              <a:avLst/>
            </a:prstGeom>
            <a:noFill/>
            <a:ln w="9525">
              <a:solidFill>
                <a:srgbClr val="000000"/>
              </a:solidFill>
              <a:prstDash val="dash"/>
              <a:round/>
              <a:headEnd/>
              <a:tailEnd/>
            </a:ln>
            <a:effectLst/>
          </p:spPr>
          <p:txBody>
            <a:bodyPr wrap="none"/>
            <a:lstStyle/>
            <a:p>
              <a:endParaRPr lang="zh-CN" altLang="en-US" sz="2400">
                <a:solidFill>
                  <a:srgbClr val="000000"/>
                </a:solidFill>
              </a:endParaRPr>
            </a:p>
          </p:txBody>
        </p:sp>
        <p:sp>
          <p:nvSpPr>
            <p:cNvPr id="33810" name="Freeform 18"/>
            <p:cNvSpPr>
              <a:spLocks/>
            </p:cNvSpPr>
            <p:nvPr/>
          </p:nvSpPr>
          <p:spPr bwMode="auto">
            <a:xfrm rot="456189">
              <a:off x="1392" y="576"/>
              <a:ext cx="48" cy="189"/>
            </a:xfrm>
            <a:custGeom>
              <a:avLst/>
              <a:gdLst/>
              <a:ahLst/>
              <a:cxnLst>
                <a:cxn ang="0">
                  <a:pos x="73" y="0"/>
                </a:cxn>
                <a:cxn ang="0">
                  <a:pos x="27" y="49"/>
                </a:cxn>
                <a:cxn ang="0">
                  <a:pos x="2" y="106"/>
                </a:cxn>
                <a:cxn ang="0">
                  <a:pos x="17" y="147"/>
                </a:cxn>
                <a:cxn ang="0">
                  <a:pos x="83" y="189"/>
                </a:cxn>
              </a:cxnLst>
              <a:rect l="0" t="0" r="r" b="b"/>
              <a:pathLst>
                <a:path w="83" h="189">
                  <a:moveTo>
                    <a:pt x="73" y="0"/>
                  </a:moveTo>
                  <a:cubicBezTo>
                    <a:pt x="64" y="8"/>
                    <a:pt x="39" y="31"/>
                    <a:pt x="27" y="49"/>
                  </a:cubicBezTo>
                  <a:cubicBezTo>
                    <a:pt x="15" y="67"/>
                    <a:pt x="4" y="89"/>
                    <a:pt x="2" y="106"/>
                  </a:cubicBezTo>
                  <a:cubicBezTo>
                    <a:pt x="0" y="123"/>
                    <a:pt x="4" y="133"/>
                    <a:pt x="17" y="147"/>
                  </a:cubicBezTo>
                  <a:cubicBezTo>
                    <a:pt x="30" y="161"/>
                    <a:pt x="69" y="180"/>
                    <a:pt x="83" y="189"/>
                  </a:cubicBezTo>
                </a:path>
              </a:pathLst>
            </a:custGeom>
            <a:noFill/>
            <a:ln w="28575" cmpd="sng">
              <a:solidFill>
                <a:schemeClr val="tx1"/>
              </a:solidFill>
              <a:round/>
              <a:headEnd/>
              <a:tailEnd/>
            </a:ln>
            <a:effectLst/>
          </p:spPr>
          <p:txBody>
            <a:bodyPr wrap="none"/>
            <a:lstStyle/>
            <a:p>
              <a:endParaRPr lang="zh-CN" altLang="en-US" sz="2400">
                <a:solidFill>
                  <a:srgbClr val="000000"/>
                </a:solidFill>
              </a:endParaRPr>
            </a:p>
          </p:txBody>
        </p:sp>
        <p:graphicFrame>
          <p:nvGraphicFramePr>
            <p:cNvPr id="33811" name="Object 19"/>
            <p:cNvGraphicFramePr>
              <a:graphicFrameLocks noChangeAspect="1"/>
            </p:cNvGraphicFramePr>
            <p:nvPr/>
          </p:nvGraphicFramePr>
          <p:xfrm>
            <a:off x="1200" y="528"/>
            <a:ext cx="206" cy="288"/>
          </p:xfrm>
          <a:graphic>
            <a:graphicData uri="http://schemas.openxmlformats.org/presentationml/2006/ole">
              <mc:AlternateContent xmlns:mc="http://schemas.openxmlformats.org/markup-compatibility/2006">
                <mc:Choice xmlns:v="urn:schemas-microsoft-com:vml" Requires="v">
                  <p:oleObj spid="_x0000_s366706" r:id="rId14" imgW="127042" imgH="177732" progId="Equation.3">
                    <p:embed/>
                  </p:oleObj>
                </mc:Choice>
                <mc:Fallback>
                  <p:oleObj r:id="rId14" imgW="127042" imgH="177732" progId="Equation.3">
                    <p:embed/>
                    <p:pic>
                      <p:nvPicPr>
                        <p:cNvPr id="0"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00" y="528"/>
                          <a:ext cx="20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2" name="Line 20"/>
            <p:cNvSpPr>
              <a:spLocks noChangeShapeType="1"/>
            </p:cNvSpPr>
            <p:nvPr/>
          </p:nvSpPr>
          <p:spPr bwMode="auto">
            <a:xfrm flipH="1">
              <a:off x="0" y="0"/>
              <a:ext cx="240" cy="0"/>
            </a:xfrm>
            <a:prstGeom prst="line">
              <a:avLst/>
            </a:prstGeom>
            <a:noFill/>
            <a:ln w="9525">
              <a:solidFill>
                <a:schemeClr val="tx1"/>
              </a:solidFill>
              <a:round/>
              <a:headEnd/>
              <a:tailEnd/>
            </a:ln>
            <a:effectLst/>
          </p:spPr>
          <p:txBody>
            <a:bodyPr wrap="none"/>
            <a:lstStyle/>
            <a:p>
              <a:endParaRPr lang="zh-CN" altLang="en-US" sz="2400">
                <a:solidFill>
                  <a:srgbClr val="000000"/>
                </a:solidFill>
              </a:endParaRPr>
            </a:p>
          </p:txBody>
        </p:sp>
        <p:sp>
          <p:nvSpPr>
            <p:cNvPr id="33813" name="Line 21"/>
            <p:cNvSpPr>
              <a:spLocks noChangeShapeType="1"/>
            </p:cNvSpPr>
            <p:nvPr/>
          </p:nvSpPr>
          <p:spPr bwMode="auto">
            <a:xfrm flipH="1">
              <a:off x="0" y="768"/>
              <a:ext cx="240" cy="0"/>
            </a:xfrm>
            <a:prstGeom prst="line">
              <a:avLst/>
            </a:prstGeom>
            <a:noFill/>
            <a:ln w="9525">
              <a:solidFill>
                <a:schemeClr val="tx1"/>
              </a:solidFill>
              <a:round/>
              <a:headEnd/>
              <a:tailEnd/>
            </a:ln>
            <a:effectLst/>
          </p:spPr>
          <p:txBody>
            <a:bodyPr wrap="none"/>
            <a:lstStyle/>
            <a:p>
              <a:endParaRPr lang="zh-CN" altLang="en-US" sz="2400">
                <a:solidFill>
                  <a:srgbClr val="000000"/>
                </a:solidFill>
              </a:endParaRPr>
            </a:p>
          </p:txBody>
        </p:sp>
        <p:sp>
          <p:nvSpPr>
            <p:cNvPr id="33814" name="Line 22"/>
            <p:cNvSpPr>
              <a:spLocks noChangeShapeType="1"/>
            </p:cNvSpPr>
            <p:nvPr/>
          </p:nvSpPr>
          <p:spPr bwMode="auto">
            <a:xfrm>
              <a:off x="144" y="528"/>
              <a:ext cx="0" cy="240"/>
            </a:xfrm>
            <a:prstGeom prst="line">
              <a:avLst/>
            </a:prstGeom>
            <a:noFill/>
            <a:ln w="19050">
              <a:solidFill>
                <a:srgbClr val="000000"/>
              </a:solidFill>
              <a:round/>
              <a:headEnd/>
              <a:tailEnd type="triangle" w="sm" len="lg"/>
            </a:ln>
            <a:effectLst/>
          </p:spPr>
          <p:txBody>
            <a:bodyPr wrap="none"/>
            <a:lstStyle/>
            <a:p>
              <a:endParaRPr lang="zh-CN" altLang="en-US" sz="2400">
                <a:solidFill>
                  <a:srgbClr val="000000"/>
                </a:solidFill>
              </a:endParaRPr>
            </a:p>
          </p:txBody>
        </p:sp>
        <p:sp>
          <p:nvSpPr>
            <p:cNvPr id="33815" name="Line 23"/>
            <p:cNvSpPr>
              <a:spLocks noChangeShapeType="1"/>
            </p:cNvSpPr>
            <p:nvPr/>
          </p:nvSpPr>
          <p:spPr bwMode="auto">
            <a:xfrm flipV="1">
              <a:off x="144" y="0"/>
              <a:ext cx="0" cy="288"/>
            </a:xfrm>
            <a:prstGeom prst="line">
              <a:avLst/>
            </a:prstGeom>
            <a:noFill/>
            <a:ln w="19050">
              <a:solidFill>
                <a:srgbClr val="000000"/>
              </a:solidFill>
              <a:round/>
              <a:headEnd/>
              <a:tailEnd type="triangle" w="sm" len="lg"/>
            </a:ln>
            <a:effectLst/>
          </p:spPr>
          <p:txBody>
            <a:bodyPr wrap="none"/>
            <a:lstStyle/>
            <a:p>
              <a:endParaRPr lang="zh-CN" altLang="en-US" sz="2400">
                <a:solidFill>
                  <a:srgbClr val="000000"/>
                </a:solidFill>
              </a:endParaRPr>
            </a:p>
          </p:txBody>
        </p:sp>
        <p:graphicFrame>
          <p:nvGraphicFramePr>
            <p:cNvPr id="33816" name="Object 24"/>
            <p:cNvGraphicFramePr>
              <a:graphicFrameLocks noChangeAspect="1"/>
            </p:cNvGraphicFramePr>
            <p:nvPr/>
          </p:nvGraphicFramePr>
          <p:xfrm>
            <a:off x="34" y="240"/>
            <a:ext cx="206" cy="288"/>
          </p:xfrm>
          <a:graphic>
            <a:graphicData uri="http://schemas.openxmlformats.org/presentationml/2006/ole">
              <mc:AlternateContent xmlns:mc="http://schemas.openxmlformats.org/markup-compatibility/2006">
                <mc:Choice xmlns:v="urn:schemas-microsoft-com:vml" Requires="v">
                  <p:oleObj spid="_x0000_s366707" r:id="rId16" imgW="127042" imgH="177732" progId="Equation.3">
                    <p:embed/>
                  </p:oleObj>
                </mc:Choice>
                <mc:Fallback>
                  <p:oleObj r:id="rId16" imgW="127042" imgH="177732" progId="Equation.3">
                    <p:embed/>
                    <p:pic>
                      <p:nvPicPr>
                        <p:cNvPr id="0" name="Picture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 y="240"/>
                          <a:ext cx="20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817" name="Line 25"/>
          <p:cNvSpPr>
            <a:spLocks noChangeShapeType="1"/>
          </p:cNvSpPr>
          <p:nvPr/>
        </p:nvSpPr>
        <p:spPr bwMode="auto">
          <a:xfrm flipV="1">
            <a:off x="6278166" y="2840068"/>
            <a:ext cx="227409" cy="453629"/>
          </a:xfrm>
          <a:prstGeom prst="line">
            <a:avLst/>
          </a:prstGeom>
          <a:noFill/>
          <a:ln w="9525">
            <a:solidFill>
              <a:srgbClr val="000000"/>
            </a:solidFill>
            <a:round/>
            <a:headEnd/>
            <a:tailEnd/>
          </a:ln>
          <a:effectLst/>
        </p:spPr>
        <p:txBody>
          <a:bodyPr wrap="none"/>
          <a:lstStyle/>
          <a:p>
            <a:endParaRPr lang="zh-CN" altLang="en-US" sz="2400">
              <a:solidFill>
                <a:srgbClr val="000000"/>
              </a:solidFill>
            </a:endParaRPr>
          </a:p>
        </p:txBody>
      </p:sp>
      <p:sp>
        <p:nvSpPr>
          <p:cNvPr id="33818" name="Line 26"/>
          <p:cNvSpPr>
            <a:spLocks noChangeShapeType="1"/>
          </p:cNvSpPr>
          <p:nvPr/>
        </p:nvSpPr>
        <p:spPr bwMode="auto">
          <a:xfrm flipV="1">
            <a:off x="8096251" y="3704462"/>
            <a:ext cx="230981" cy="460772"/>
          </a:xfrm>
          <a:prstGeom prst="line">
            <a:avLst/>
          </a:prstGeom>
          <a:noFill/>
          <a:ln w="9525">
            <a:solidFill>
              <a:srgbClr val="000000"/>
            </a:solidFill>
            <a:round/>
            <a:headEnd/>
            <a:tailEnd/>
          </a:ln>
          <a:effectLst/>
        </p:spPr>
        <p:txBody>
          <a:bodyPr wrap="none"/>
          <a:lstStyle/>
          <a:p>
            <a:endParaRPr lang="zh-CN" altLang="en-US" sz="2400">
              <a:solidFill>
                <a:srgbClr val="000000"/>
              </a:solidFill>
            </a:endParaRPr>
          </a:p>
        </p:txBody>
      </p:sp>
      <p:sp>
        <p:nvSpPr>
          <p:cNvPr id="33819" name="Line 27"/>
          <p:cNvSpPr>
            <a:spLocks noChangeShapeType="1"/>
          </p:cNvSpPr>
          <p:nvPr/>
        </p:nvSpPr>
        <p:spPr bwMode="auto">
          <a:xfrm>
            <a:off x="7240191" y="3298459"/>
            <a:ext cx="1028700" cy="514350"/>
          </a:xfrm>
          <a:prstGeom prst="line">
            <a:avLst/>
          </a:prstGeom>
          <a:noFill/>
          <a:ln w="19050">
            <a:solidFill>
              <a:srgbClr val="000000"/>
            </a:solidFill>
            <a:round/>
            <a:headEnd/>
            <a:tailEnd type="triangle" w="sm" len="lg"/>
          </a:ln>
          <a:effectLst/>
        </p:spPr>
        <p:txBody>
          <a:bodyPr wrap="none"/>
          <a:lstStyle/>
          <a:p>
            <a:endParaRPr lang="zh-CN" altLang="en-US" sz="2400">
              <a:solidFill>
                <a:srgbClr val="000000"/>
              </a:solidFill>
            </a:endParaRPr>
          </a:p>
        </p:txBody>
      </p:sp>
      <p:sp>
        <p:nvSpPr>
          <p:cNvPr id="33820" name="Line 28"/>
          <p:cNvSpPr>
            <a:spLocks noChangeShapeType="1"/>
          </p:cNvSpPr>
          <p:nvPr/>
        </p:nvSpPr>
        <p:spPr bwMode="auto">
          <a:xfrm flipH="1" flipV="1">
            <a:off x="6465094" y="2913887"/>
            <a:ext cx="457200" cy="228600"/>
          </a:xfrm>
          <a:prstGeom prst="line">
            <a:avLst/>
          </a:prstGeom>
          <a:noFill/>
          <a:ln w="19050">
            <a:solidFill>
              <a:srgbClr val="000000"/>
            </a:solidFill>
            <a:round/>
            <a:headEnd/>
            <a:tailEnd type="triangle" w="sm" len="lg"/>
          </a:ln>
          <a:effectLst/>
        </p:spPr>
        <p:txBody>
          <a:bodyPr wrap="none"/>
          <a:lstStyle/>
          <a:p>
            <a:endParaRPr lang="zh-CN" altLang="en-US" sz="2400">
              <a:solidFill>
                <a:srgbClr val="000000"/>
              </a:solidFill>
            </a:endParaRPr>
          </a:p>
        </p:txBody>
      </p:sp>
      <p:graphicFrame>
        <p:nvGraphicFramePr>
          <p:cNvPr id="33821" name="Object 29"/>
          <p:cNvGraphicFramePr>
            <a:graphicFrameLocks noChangeAspect="1"/>
          </p:cNvGraphicFramePr>
          <p:nvPr>
            <p:extLst>
              <p:ext uri="{D42A27DB-BD31-4B8C-83A1-F6EECF244321}">
                <p14:modId xmlns:p14="http://schemas.microsoft.com/office/powerpoint/2010/main" val="1909216366"/>
              </p:ext>
            </p:extLst>
          </p:nvPr>
        </p:nvGraphicFramePr>
        <p:xfrm>
          <a:off x="6973491" y="2971037"/>
          <a:ext cx="321469" cy="409575"/>
        </p:xfrm>
        <a:graphic>
          <a:graphicData uri="http://schemas.openxmlformats.org/presentationml/2006/ole">
            <mc:AlternateContent xmlns:mc="http://schemas.openxmlformats.org/markup-compatibility/2006">
              <mc:Choice xmlns:v="urn:schemas-microsoft-com:vml" Requires="v">
                <p:oleObj spid="_x0000_s366708" r:id="rId18" imgW="139775" imgH="177809" progId="Equation.3">
                  <p:embed/>
                </p:oleObj>
              </mc:Choice>
              <mc:Fallback>
                <p:oleObj r:id="rId18" imgW="139775" imgH="177809" progId="Equation.3">
                  <p:embed/>
                  <p:pic>
                    <p:nvPicPr>
                      <p:cNvPr id="0" name="Picture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73491" y="2971037"/>
                        <a:ext cx="321469"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3" name="Text Box 31"/>
          <p:cNvSpPr txBox="1">
            <a:spLocks noChangeArrowheads="1"/>
          </p:cNvSpPr>
          <p:nvPr/>
        </p:nvSpPr>
        <p:spPr bwMode="auto">
          <a:xfrm>
            <a:off x="738188" y="245123"/>
            <a:ext cx="1714500"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C00000"/>
                </a:solidFill>
                <a:latin typeface="Times New Roman" pitchFamily="18" charset="0"/>
              </a:rPr>
              <a:t>已</a:t>
            </a:r>
            <a:r>
              <a:rPr lang="zh-CN" altLang="en-US" sz="2400" smtClean="0">
                <a:solidFill>
                  <a:srgbClr val="C00000"/>
                </a:solidFill>
                <a:latin typeface="Times New Roman" pitchFamily="18" charset="0"/>
              </a:rPr>
              <a:t>知：</a:t>
            </a:r>
            <a:endParaRPr lang="zh-CN" altLang="en-US" sz="2400">
              <a:solidFill>
                <a:srgbClr val="C00000"/>
              </a:solidFill>
              <a:latin typeface="Times New Roman" pitchFamily="18" charset="0"/>
            </a:endParaRPr>
          </a:p>
        </p:txBody>
      </p:sp>
      <p:graphicFrame>
        <p:nvGraphicFramePr>
          <p:cNvPr id="33824" name="Object 32"/>
          <p:cNvGraphicFramePr>
            <a:graphicFrameLocks noChangeAspect="1"/>
          </p:cNvGraphicFramePr>
          <p:nvPr>
            <p:extLst>
              <p:ext uri="{D42A27DB-BD31-4B8C-83A1-F6EECF244321}">
                <p14:modId xmlns:p14="http://schemas.microsoft.com/office/powerpoint/2010/main" val="1900375942"/>
              </p:ext>
            </p:extLst>
          </p:nvPr>
        </p:nvGraphicFramePr>
        <p:xfrm>
          <a:off x="1622823" y="299892"/>
          <a:ext cx="4792265" cy="456010"/>
        </p:xfrm>
        <a:graphic>
          <a:graphicData uri="http://schemas.openxmlformats.org/presentationml/2006/ole">
            <mc:AlternateContent xmlns:mc="http://schemas.openxmlformats.org/markup-compatibility/2006">
              <mc:Choice xmlns:v="urn:schemas-microsoft-com:vml" Requires="v">
                <p:oleObj spid="_x0000_s366709" r:id="rId20" imgW="2068622" imgH="203341" progId="Equation.3">
                  <p:embed/>
                </p:oleObj>
              </mc:Choice>
              <mc:Fallback>
                <p:oleObj r:id="rId20" imgW="2068622" imgH="203341" progId="Equation.3">
                  <p:embed/>
                  <p:pic>
                    <p:nvPicPr>
                      <p:cNvPr id="0" name="Picture 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22823" y="299892"/>
                        <a:ext cx="4792265" cy="456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5" name="Text Box 33"/>
          <p:cNvSpPr txBox="1">
            <a:spLocks noChangeArrowheads="1"/>
          </p:cNvSpPr>
          <p:nvPr/>
        </p:nvSpPr>
        <p:spPr bwMode="auto">
          <a:xfrm>
            <a:off x="6298406" y="242742"/>
            <a:ext cx="920354" cy="461665"/>
          </a:xfrm>
          <a:prstGeom prst="rect">
            <a:avLst/>
          </a:prstGeom>
          <a:noFill/>
          <a:ln w="9525">
            <a:noFill/>
            <a:miter lim="800000"/>
            <a:headEnd/>
            <a:tailEnd/>
          </a:ln>
          <a:effectLst/>
        </p:spPr>
        <p:txBody>
          <a:bodyPr>
            <a:spAutoFit/>
          </a:bodyPr>
          <a:lstStyle/>
          <a:p>
            <a:r>
              <a:rPr lang="zh-CN" altLang="en-US" sz="2400">
                <a:solidFill>
                  <a:srgbClr val="CC0000"/>
                </a:solidFill>
                <a:latin typeface="Times New Roman" pitchFamily="18" charset="0"/>
              </a:rPr>
              <a:t>求</a:t>
            </a:r>
          </a:p>
        </p:txBody>
      </p:sp>
      <p:graphicFrame>
        <p:nvGraphicFramePr>
          <p:cNvPr id="33826" name="Object 34"/>
          <p:cNvGraphicFramePr>
            <a:graphicFrameLocks noChangeAspect="1"/>
          </p:cNvGraphicFramePr>
          <p:nvPr>
            <p:extLst>
              <p:ext uri="{D42A27DB-BD31-4B8C-83A1-F6EECF244321}">
                <p14:modId xmlns:p14="http://schemas.microsoft.com/office/powerpoint/2010/main" val="1588471822"/>
              </p:ext>
            </p:extLst>
          </p:nvPr>
        </p:nvGraphicFramePr>
        <p:xfrm>
          <a:off x="6679660" y="311740"/>
          <a:ext cx="451247" cy="342900"/>
        </p:xfrm>
        <a:graphic>
          <a:graphicData uri="http://schemas.openxmlformats.org/presentationml/2006/ole">
            <mc:AlternateContent xmlns:mc="http://schemas.openxmlformats.org/markup-compatibility/2006">
              <mc:Choice xmlns:v="urn:schemas-microsoft-com:vml" Requires="v">
                <p:oleObj spid="_x0000_s366710" r:id="rId22" imgW="165202" imgH="139835" progId="Equation.3">
                  <p:embed/>
                </p:oleObj>
              </mc:Choice>
              <mc:Fallback>
                <p:oleObj r:id="rId22" imgW="165202" imgH="139835" progId="Equation.3">
                  <p:embed/>
                  <p:pic>
                    <p:nvPicPr>
                      <p:cNvPr id="0" name="Picture 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679660" y="311740"/>
                        <a:ext cx="451247"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7" name="Text Box 35"/>
          <p:cNvSpPr txBox="1">
            <a:spLocks noChangeArrowheads="1"/>
          </p:cNvSpPr>
          <p:nvPr/>
        </p:nvSpPr>
        <p:spPr bwMode="auto">
          <a:xfrm>
            <a:off x="846535" y="884063"/>
            <a:ext cx="914400" cy="461665"/>
          </a:xfrm>
          <a:prstGeom prst="rect">
            <a:avLst/>
          </a:prstGeom>
          <a:noFill/>
          <a:ln w="9525">
            <a:noFill/>
            <a:miter lim="800000"/>
            <a:headEnd/>
            <a:tailEnd/>
          </a:ln>
          <a:effectLst/>
        </p:spPr>
        <p:txBody>
          <a:bodyPr>
            <a:spAutoFit/>
          </a:bodyPr>
          <a:lstStyle/>
          <a:p>
            <a:pPr>
              <a:spcBef>
                <a:spcPct val="50000"/>
              </a:spcBef>
            </a:pPr>
            <a:r>
              <a:rPr lang="zh-CN" altLang="en-US" sz="2400" smtClean="0">
                <a:solidFill>
                  <a:srgbClr val="C00000"/>
                </a:solidFill>
                <a:latin typeface="Times New Roman" pitchFamily="18" charset="0"/>
              </a:rPr>
              <a:t>解：</a:t>
            </a:r>
            <a:r>
              <a:rPr lang="zh-CN" altLang="en-US" sz="2400" dirty="0">
                <a:solidFill>
                  <a:srgbClr val="C00000"/>
                </a:solidFill>
                <a:latin typeface="Times New Roman" pitchFamily="18" charset="0"/>
              </a:rPr>
              <a:t>　</a:t>
            </a:r>
          </a:p>
        </p:txBody>
      </p:sp>
      <p:graphicFrame>
        <p:nvGraphicFramePr>
          <p:cNvPr id="33828" name="Object 36"/>
          <p:cNvGraphicFramePr>
            <a:graphicFrameLocks noChangeAspect="1"/>
          </p:cNvGraphicFramePr>
          <p:nvPr>
            <p:extLst>
              <p:ext uri="{D42A27DB-BD31-4B8C-83A1-F6EECF244321}">
                <p14:modId xmlns:p14="http://schemas.microsoft.com/office/powerpoint/2010/main" val="2911762166"/>
              </p:ext>
            </p:extLst>
          </p:nvPr>
        </p:nvGraphicFramePr>
        <p:xfrm>
          <a:off x="1558765" y="884063"/>
          <a:ext cx="6289835" cy="495300"/>
        </p:xfrm>
        <a:graphic>
          <a:graphicData uri="http://schemas.openxmlformats.org/presentationml/2006/ole">
            <mc:AlternateContent xmlns:mc="http://schemas.openxmlformats.org/markup-compatibility/2006">
              <mc:Choice xmlns:v="urn:schemas-microsoft-com:vml" Requires="v">
                <p:oleObj spid="_x0000_s366711" r:id="rId24" imgW="2613115" imgH="215936" progId="Equation.3">
                  <p:embed/>
                </p:oleObj>
              </mc:Choice>
              <mc:Fallback>
                <p:oleObj r:id="rId24" imgW="2613115" imgH="215936" progId="Equation.3">
                  <p:embed/>
                  <p:pic>
                    <p:nvPicPr>
                      <p:cNvPr id="0" name="Picture 1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58765" y="884063"/>
                        <a:ext cx="6289835" cy="495300"/>
                      </a:xfrm>
                      <a:prstGeom prst="rect">
                        <a:avLst/>
                      </a:prstGeom>
                      <a:noFill/>
                      <a:extLst/>
                    </p:spPr>
                  </p:pic>
                </p:oleObj>
              </mc:Fallback>
            </mc:AlternateContent>
          </a:graphicData>
        </a:graphic>
      </p:graphicFrame>
      <p:graphicFrame>
        <p:nvGraphicFramePr>
          <p:cNvPr id="33830" name="Object 38"/>
          <p:cNvGraphicFramePr>
            <a:graphicFrameLocks noChangeAspect="1"/>
          </p:cNvGraphicFramePr>
          <p:nvPr>
            <p:extLst>
              <p:ext uri="{D42A27DB-BD31-4B8C-83A1-F6EECF244321}">
                <p14:modId xmlns:p14="http://schemas.microsoft.com/office/powerpoint/2010/main" val="108111138"/>
              </p:ext>
            </p:extLst>
          </p:nvPr>
        </p:nvGraphicFramePr>
        <p:xfrm>
          <a:off x="1752895" y="2121985"/>
          <a:ext cx="2461022" cy="956072"/>
        </p:xfrm>
        <a:graphic>
          <a:graphicData uri="http://schemas.openxmlformats.org/presentationml/2006/ole">
            <mc:AlternateContent xmlns:mc="http://schemas.openxmlformats.org/markup-compatibility/2006">
              <mc:Choice xmlns:v="urn:schemas-microsoft-com:vml" Requires="v">
                <p:oleObj spid="_x0000_s366712" r:id="rId26" imgW="1168717" imgH="419417" progId="Equation.3">
                  <p:embed/>
                </p:oleObj>
              </mc:Choice>
              <mc:Fallback>
                <p:oleObj r:id="rId26" imgW="1168717" imgH="419417" progId="Equation.3">
                  <p:embed/>
                  <p:pic>
                    <p:nvPicPr>
                      <p:cNvPr id="0" name="Picture 1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752895" y="2121985"/>
                        <a:ext cx="2461022" cy="956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1" name="Object 39"/>
          <p:cNvGraphicFramePr>
            <a:graphicFrameLocks noChangeAspect="1"/>
          </p:cNvGraphicFramePr>
          <p:nvPr>
            <p:extLst>
              <p:ext uri="{D42A27DB-BD31-4B8C-83A1-F6EECF244321}">
                <p14:modId xmlns:p14="http://schemas.microsoft.com/office/powerpoint/2010/main" val="3082834172"/>
              </p:ext>
            </p:extLst>
          </p:nvPr>
        </p:nvGraphicFramePr>
        <p:xfrm>
          <a:off x="3031463" y="1559138"/>
          <a:ext cx="3169444" cy="529828"/>
        </p:xfrm>
        <a:graphic>
          <a:graphicData uri="http://schemas.openxmlformats.org/presentationml/2006/ole">
            <mc:AlternateContent xmlns:mc="http://schemas.openxmlformats.org/markup-compatibility/2006">
              <mc:Choice xmlns:v="urn:schemas-microsoft-com:vml" Requires="v">
                <p:oleObj spid="_x0000_s366713" r:id="rId28" imgW="1307880" imgH="228600" progId="Equation.DSMT4">
                  <p:embed/>
                </p:oleObj>
              </mc:Choice>
              <mc:Fallback>
                <p:oleObj r:id="rId28" imgW="1307880" imgH="228600" progId="Equation.DSMT4">
                  <p:embed/>
                  <p:pic>
                    <p:nvPicPr>
                      <p:cNvPr id="0" name="Picture 1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31463" y="1559138"/>
                        <a:ext cx="3169444" cy="5298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 Box 35"/>
          <p:cNvSpPr txBox="1">
            <a:spLocks noChangeArrowheads="1"/>
          </p:cNvSpPr>
          <p:nvPr/>
        </p:nvSpPr>
        <p:spPr bwMode="auto">
          <a:xfrm>
            <a:off x="837469" y="1559138"/>
            <a:ext cx="3915435" cy="461665"/>
          </a:xfrm>
          <a:prstGeom prst="rect">
            <a:avLst/>
          </a:prstGeom>
          <a:noFill/>
          <a:ln w="9525">
            <a:noFill/>
            <a:miter lim="800000"/>
            <a:headEnd/>
            <a:tailEnd/>
          </a:ln>
          <a:effectLst/>
        </p:spPr>
        <p:txBody>
          <a:bodyPr wrap="square">
            <a:spAutoFit/>
          </a:bodyPr>
          <a:lstStyle/>
          <a:p>
            <a:pPr>
              <a:spcBef>
                <a:spcPct val="50000"/>
              </a:spcBef>
            </a:pPr>
            <a:r>
              <a:rPr lang="zh-CN" altLang="en-US" sz="2400" dirty="0">
                <a:solidFill>
                  <a:srgbClr val="C00000"/>
                </a:solidFill>
                <a:latin typeface="Times New Roman" pitchFamily="18" charset="0"/>
              </a:rPr>
              <a:t>由功能原理得：　</a:t>
            </a:r>
          </a:p>
        </p:txBody>
      </p:sp>
      <p:sp>
        <p:nvSpPr>
          <p:cNvPr id="42" name="Text Box 35"/>
          <p:cNvSpPr txBox="1">
            <a:spLocks noChangeArrowheads="1"/>
          </p:cNvSpPr>
          <p:nvPr/>
        </p:nvSpPr>
        <p:spPr bwMode="auto">
          <a:xfrm>
            <a:off x="756923" y="2332909"/>
            <a:ext cx="3915435" cy="461665"/>
          </a:xfrm>
          <a:prstGeom prst="rect">
            <a:avLst/>
          </a:prstGeom>
          <a:noFill/>
          <a:ln w="9525">
            <a:noFill/>
            <a:miter lim="800000"/>
            <a:headEnd/>
            <a:tailEnd/>
          </a:ln>
          <a:effectLst/>
        </p:spPr>
        <p:txBody>
          <a:bodyPr wrap="square">
            <a:spAutoFit/>
          </a:bodyPr>
          <a:lstStyle/>
          <a:p>
            <a:pPr>
              <a:spcBef>
                <a:spcPct val="50000"/>
              </a:spcBef>
            </a:pPr>
            <a:r>
              <a:rPr lang="zh-CN" altLang="en-US" sz="2400" dirty="0">
                <a:solidFill>
                  <a:srgbClr val="C00000"/>
                </a:solidFill>
                <a:latin typeface="Times New Roman" pitchFamily="18" charset="0"/>
              </a:rPr>
              <a:t>解得：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828"/>
                                        </p:tgtEl>
                                        <p:attrNameLst>
                                          <p:attrName>style.visibility</p:attrName>
                                        </p:attrNameLst>
                                      </p:cBhvr>
                                      <p:to>
                                        <p:strVal val="visible"/>
                                      </p:to>
                                    </p:set>
                                    <p:animEffect transition="in" filter="blinds(horizontal)">
                                      <p:cBhvr>
                                        <p:cTn id="7" dur="500"/>
                                        <p:tgtEl>
                                          <p:spTgt spid="338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left)">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338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par>
                                <p:cTn id="22" presetID="1" presetClass="entr" presetSubtype="0" fill="hold" nodeType="withEffect">
                                  <p:stCondLst>
                                    <p:cond delay="0"/>
                                  </p:stCondLst>
                                  <p:childTnLst>
                                    <p:set>
                                      <p:cBhvr>
                                        <p:cTn id="23" dur="1" fill="hold">
                                          <p:stCondLst>
                                            <p:cond delay="499"/>
                                          </p:stCondLst>
                                        </p:cTn>
                                        <p:tgtEl>
                                          <p:spTgt spid="33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灯片编号占位符 1"/>
          <p:cNvSpPr>
            <a:spLocks noGrp="1"/>
          </p:cNvSpPr>
          <p:nvPr>
            <p:ph type="sldNum" sz="quarter" idx="10"/>
          </p:nvPr>
        </p:nvSpPr>
        <p:spPr/>
        <p:txBody>
          <a:bodyPr/>
          <a:lstStyle/>
          <a:p>
            <a:fld id="{5D4AA9EC-D240-4039-B902-ED03F1AC0278}" type="slidenum">
              <a:rPr lang="zh-CN" altLang="en-US"/>
              <a:pPr/>
              <a:t>18</a:t>
            </a:fld>
            <a:endParaRPr lang="en-US"/>
          </a:p>
        </p:txBody>
      </p:sp>
      <p:sp>
        <p:nvSpPr>
          <p:cNvPr id="34818" name="Text Box 2"/>
          <p:cNvSpPr txBox="1">
            <a:spLocks noChangeArrowheads="1"/>
          </p:cNvSpPr>
          <p:nvPr/>
        </p:nvSpPr>
        <p:spPr bwMode="auto">
          <a:xfrm>
            <a:off x="231697" y="190866"/>
            <a:ext cx="8424415" cy="2308324"/>
          </a:xfrm>
          <a:prstGeom prst="rect">
            <a:avLst/>
          </a:prstGeom>
          <a:noFill/>
          <a:ln w="9525">
            <a:noFill/>
            <a:miter lim="800000"/>
            <a:headEnd/>
            <a:tailEnd/>
          </a:ln>
          <a:effectLst/>
        </p:spPr>
        <p:txBody>
          <a:bodyPr wrap="square">
            <a:spAutoFit/>
          </a:bodyPr>
          <a:lstStyle/>
          <a:p>
            <a:pPr>
              <a:lnSpc>
                <a:spcPct val="120000"/>
              </a:lnSpc>
            </a:pPr>
            <a:r>
              <a:rPr lang="zh-CN" altLang="en-US" sz="2400" smtClean="0">
                <a:solidFill>
                  <a:srgbClr val="C00000"/>
                </a:solidFill>
                <a:latin typeface="Times New Roman" panose="02020603050405020304" pitchFamily="18" charset="0"/>
                <a:cs typeface="Times New Roman" panose="02020603050405020304" pitchFamily="18" charset="0"/>
              </a:rPr>
              <a:t>例 </a:t>
            </a:r>
            <a:r>
              <a:rPr lang="en-US" altLang="zh-CN" sz="2400">
                <a:solidFill>
                  <a:srgbClr val="C00000"/>
                </a:solidFill>
                <a:latin typeface="Times New Roman" panose="02020603050405020304" pitchFamily="18" charset="0"/>
                <a:cs typeface="Times New Roman" panose="02020603050405020304" pitchFamily="18" charset="0"/>
              </a:rPr>
              <a:t>2 </a:t>
            </a:r>
            <a:r>
              <a:rPr lang="en-US" altLang="zh-CN" sz="2400" smtClean="0">
                <a:solidFill>
                  <a:srgbClr val="C00000"/>
                </a:solidFill>
                <a:latin typeface="Times New Roman" panose="02020603050405020304" pitchFamily="18" charset="0"/>
                <a:cs typeface="Times New Roman" panose="02020603050405020304" pitchFamily="18" charset="0"/>
              </a:rPr>
              <a:t> </a:t>
            </a:r>
            <a:r>
              <a:rPr lang="zh-CN" altLang="en-US" sz="2400">
                <a:solidFill>
                  <a:srgbClr val="1C1C1C"/>
                </a:solidFill>
                <a:latin typeface="Times New Roman" panose="02020603050405020304" pitchFamily="18" charset="0"/>
                <a:cs typeface="Times New Roman" panose="02020603050405020304" pitchFamily="18" charset="0"/>
              </a:rPr>
              <a:t>一轻弹簧</a:t>
            </a:r>
            <a:r>
              <a:rPr lang="en-US" altLang="zh-CN" sz="2400">
                <a:solidFill>
                  <a:srgbClr val="1C1C1C"/>
                </a:solidFill>
                <a:latin typeface="Times New Roman" panose="02020603050405020304" pitchFamily="18" charset="0"/>
                <a:cs typeface="Times New Roman" panose="02020603050405020304" pitchFamily="18" charset="0"/>
              </a:rPr>
              <a:t>,  </a:t>
            </a:r>
            <a:r>
              <a:rPr lang="zh-CN" altLang="en-US" sz="2400">
                <a:solidFill>
                  <a:srgbClr val="1C1C1C"/>
                </a:solidFill>
                <a:latin typeface="Times New Roman" panose="02020603050405020304" pitchFamily="18" charset="0"/>
                <a:cs typeface="Times New Roman" panose="02020603050405020304" pitchFamily="18" charset="0"/>
              </a:rPr>
              <a:t>其一端系在铅直放置的圆环的顶点</a:t>
            </a:r>
            <a:r>
              <a:rPr lang="en-US" altLang="zh-CN" sz="2400" b="0" i="1">
                <a:solidFill>
                  <a:srgbClr val="1C1C1C"/>
                </a:solidFill>
                <a:latin typeface="Times New Roman" panose="02020603050405020304" pitchFamily="18" charset="0"/>
                <a:cs typeface="Times New Roman" panose="02020603050405020304" pitchFamily="18" charset="0"/>
              </a:rPr>
              <a:t>P</a:t>
            </a:r>
            <a:r>
              <a:rPr lang="zh-CN" altLang="en-US" sz="2400">
                <a:solidFill>
                  <a:srgbClr val="1C1C1C"/>
                </a:solidFill>
                <a:latin typeface="Times New Roman" panose="02020603050405020304" pitchFamily="18" charset="0"/>
                <a:cs typeface="Times New Roman" panose="02020603050405020304" pitchFamily="18" charset="0"/>
              </a:rPr>
              <a:t>，另一端系一质量为</a:t>
            </a:r>
            <a:r>
              <a:rPr lang="en-US" altLang="zh-CN" sz="2400" b="0" i="1">
                <a:solidFill>
                  <a:srgbClr val="1C1C1C"/>
                </a:solidFill>
                <a:latin typeface="Times New Roman" panose="02020603050405020304" pitchFamily="18" charset="0"/>
                <a:cs typeface="Times New Roman" panose="02020603050405020304" pitchFamily="18" charset="0"/>
              </a:rPr>
              <a:t>m</a:t>
            </a:r>
            <a:r>
              <a:rPr lang="en-US" altLang="zh-CN" sz="2400" i="1">
                <a:solidFill>
                  <a:srgbClr val="1C1C1C"/>
                </a:solidFill>
                <a:latin typeface="Times New Roman" panose="02020603050405020304" pitchFamily="18" charset="0"/>
                <a:cs typeface="Times New Roman" panose="02020603050405020304" pitchFamily="18" charset="0"/>
              </a:rPr>
              <a:t> </a:t>
            </a:r>
            <a:r>
              <a:rPr lang="zh-CN" altLang="en-US" sz="2400">
                <a:solidFill>
                  <a:srgbClr val="1C1C1C"/>
                </a:solidFill>
                <a:latin typeface="Times New Roman" panose="02020603050405020304" pitchFamily="18" charset="0"/>
                <a:cs typeface="Times New Roman" panose="02020603050405020304" pitchFamily="18" charset="0"/>
              </a:rPr>
              <a:t>的小球</a:t>
            </a:r>
            <a:r>
              <a:rPr lang="en-US" altLang="zh-CN" sz="2400">
                <a:solidFill>
                  <a:srgbClr val="1C1C1C"/>
                </a:solidFill>
                <a:latin typeface="Times New Roman" panose="02020603050405020304" pitchFamily="18" charset="0"/>
                <a:cs typeface="Times New Roman" panose="02020603050405020304" pitchFamily="18" charset="0"/>
              </a:rPr>
              <a:t>,  </a:t>
            </a:r>
            <a:r>
              <a:rPr lang="zh-CN" altLang="en-US" sz="2400">
                <a:solidFill>
                  <a:srgbClr val="1C1C1C"/>
                </a:solidFill>
                <a:latin typeface="Times New Roman" panose="02020603050405020304" pitchFamily="18" charset="0"/>
                <a:cs typeface="Times New Roman" panose="02020603050405020304" pitchFamily="18" charset="0"/>
              </a:rPr>
              <a:t>小球穿过圆环并在环上运</a:t>
            </a:r>
            <a:r>
              <a:rPr lang="zh-CN" altLang="en-US" sz="2400" smtClean="0">
                <a:solidFill>
                  <a:srgbClr val="1C1C1C"/>
                </a:solidFill>
                <a:latin typeface="Times New Roman" panose="02020603050405020304" pitchFamily="18" charset="0"/>
                <a:cs typeface="Times New Roman" panose="02020603050405020304" pitchFamily="18" charset="0"/>
              </a:rPr>
              <a:t>动 </a:t>
            </a:r>
            <a:r>
              <a:rPr lang="en-US" altLang="zh-CN" sz="2400" smtClean="0">
                <a:solidFill>
                  <a:srgbClr val="1C1C1C"/>
                </a:solidFill>
                <a:latin typeface="Times New Roman" panose="02020603050405020304" pitchFamily="18" charset="0"/>
                <a:cs typeface="Times New Roman" panose="02020603050405020304" pitchFamily="18" charset="0"/>
              </a:rPr>
              <a:t>(</a:t>
            </a:r>
            <a:r>
              <a:rPr lang="en-US" altLang="zh-CN" sz="2400" b="0" i="1">
                <a:solidFill>
                  <a:srgbClr val="1C1C1C"/>
                </a:solidFill>
                <a:latin typeface="Times New Roman" panose="02020603050405020304" pitchFamily="18" charset="0"/>
                <a:cs typeface="Times New Roman" panose="02020603050405020304" pitchFamily="18" charset="0"/>
              </a:rPr>
              <a:t>μ</a:t>
            </a:r>
            <a:r>
              <a:rPr lang="en-US" altLang="zh-CN" sz="2400" b="0">
                <a:solidFill>
                  <a:srgbClr val="1C1C1C"/>
                </a:solidFill>
                <a:latin typeface="Times New Roman" panose="02020603050405020304" pitchFamily="18" charset="0"/>
                <a:cs typeface="Times New Roman" panose="02020603050405020304" pitchFamily="18" charset="0"/>
              </a:rPr>
              <a:t>=0</a:t>
            </a:r>
            <a:r>
              <a:rPr lang="en-US" altLang="zh-CN" sz="2400">
                <a:solidFill>
                  <a:srgbClr val="1C1C1C"/>
                </a:solidFill>
                <a:latin typeface="Times New Roman" panose="02020603050405020304" pitchFamily="18" charset="0"/>
                <a:cs typeface="Times New Roman" panose="02020603050405020304" pitchFamily="18" charset="0"/>
              </a:rPr>
              <a:t>)</a:t>
            </a:r>
            <a:r>
              <a:rPr lang="zh-CN" altLang="en-US" sz="2400" smtClean="0">
                <a:solidFill>
                  <a:srgbClr val="1C1C1C"/>
                </a:solidFill>
                <a:latin typeface="Times New Roman" panose="02020603050405020304" pitchFamily="18" charset="0"/>
                <a:cs typeface="Times New Roman" panose="02020603050405020304" pitchFamily="18" charset="0"/>
              </a:rPr>
              <a:t>．</a:t>
            </a:r>
            <a:endParaRPr lang="en-US" altLang="zh-CN" sz="2400" smtClean="0">
              <a:solidFill>
                <a:srgbClr val="1C1C1C"/>
              </a:solidFill>
              <a:latin typeface="Times New Roman" panose="02020603050405020304" pitchFamily="18" charset="0"/>
              <a:cs typeface="Times New Roman" panose="02020603050405020304" pitchFamily="18" charset="0"/>
            </a:endParaRPr>
          </a:p>
          <a:p>
            <a:pPr>
              <a:lnSpc>
                <a:spcPct val="120000"/>
              </a:lnSpc>
            </a:pPr>
            <a:r>
              <a:rPr lang="zh-CN" altLang="en-US" sz="2400" smtClean="0">
                <a:solidFill>
                  <a:srgbClr val="1C1C1C"/>
                </a:solidFill>
                <a:latin typeface="Times New Roman" panose="02020603050405020304" pitchFamily="18" charset="0"/>
                <a:cs typeface="Times New Roman" panose="02020603050405020304" pitchFamily="18" charset="0"/>
              </a:rPr>
              <a:t>开</a:t>
            </a:r>
            <a:r>
              <a:rPr lang="zh-CN" altLang="en-US" sz="2400">
                <a:solidFill>
                  <a:srgbClr val="1C1C1C"/>
                </a:solidFill>
                <a:latin typeface="Times New Roman" panose="02020603050405020304" pitchFamily="18" charset="0"/>
                <a:cs typeface="Times New Roman" panose="02020603050405020304" pitchFamily="18" charset="0"/>
              </a:rPr>
              <a:t>始球静止于点 </a:t>
            </a:r>
            <a:r>
              <a:rPr lang="en-US" altLang="zh-CN" sz="2400" b="0" i="1">
                <a:solidFill>
                  <a:srgbClr val="1C1C1C"/>
                </a:solidFill>
                <a:latin typeface="Times New Roman" panose="02020603050405020304" pitchFamily="18" charset="0"/>
                <a:cs typeface="Times New Roman" panose="02020603050405020304" pitchFamily="18" charset="0"/>
              </a:rPr>
              <a:t>A</a:t>
            </a:r>
            <a:r>
              <a:rPr lang="en-US" altLang="zh-CN" sz="2400">
                <a:solidFill>
                  <a:srgbClr val="1C1C1C"/>
                </a:solidFill>
                <a:latin typeface="Times New Roman" panose="02020603050405020304" pitchFamily="18" charset="0"/>
                <a:cs typeface="Times New Roman" panose="02020603050405020304" pitchFamily="18" charset="0"/>
              </a:rPr>
              <a:t>,  </a:t>
            </a:r>
            <a:r>
              <a:rPr lang="zh-CN" altLang="en-US" sz="2400">
                <a:solidFill>
                  <a:srgbClr val="1C1C1C"/>
                </a:solidFill>
                <a:latin typeface="Times New Roman" panose="02020603050405020304" pitchFamily="18" charset="0"/>
                <a:cs typeface="Times New Roman" panose="02020603050405020304" pitchFamily="18" charset="0"/>
              </a:rPr>
              <a:t>弹簧处于自然状态，其长为环半径</a:t>
            </a:r>
            <a:r>
              <a:rPr lang="en-US" altLang="zh-CN" sz="2400" b="0" i="1">
                <a:solidFill>
                  <a:srgbClr val="1C1C1C"/>
                </a:solidFill>
                <a:latin typeface="Times New Roman" panose="02020603050405020304" pitchFamily="18" charset="0"/>
                <a:cs typeface="Times New Roman" panose="02020603050405020304" pitchFamily="18" charset="0"/>
              </a:rPr>
              <a:t>R</a:t>
            </a:r>
            <a:r>
              <a:rPr lang="en-US" altLang="zh-CN" sz="2400" smtClean="0">
                <a:solidFill>
                  <a:srgbClr val="1C1C1C"/>
                </a:solidFill>
                <a:latin typeface="Times New Roman" panose="02020603050405020304" pitchFamily="18" charset="0"/>
                <a:cs typeface="Times New Roman" panose="02020603050405020304" pitchFamily="18" charset="0"/>
              </a:rPr>
              <a:t>;</a:t>
            </a:r>
            <a:r>
              <a:rPr lang="zh-CN" altLang="en-US" sz="2400">
                <a:solidFill>
                  <a:srgbClr val="1C1C1C"/>
                </a:solidFill>
              </a:rPr>
              <a:t>当球运动到环的底端点</a:t>
            </a:r>
            <a:r>
              <a:rPr lang="en-US" altLang="zh-CN" sz="2400" b="0" i="1">
                <a:solidFill>
                  <a:srgbClr val="1C1C1C"/>
                </a:solidFill>
                <a:latin typeface="Times New Roman" pitchFamily="18" charset="0"/>
              </a:rPr>
              <a:t>B</a:t>
            </a:r>
            <a:r>
              <a:rPr lang="zh-CN" altLang="en-US" sz="2400">
                <a:solidFill>
                  <a:srgbClr val="1C1C1C"/>
                </a:solidFill>
              </a:rPr>
              <a:t>时，球对环没有压力</a:t>
            </a:r>
            <a:r>
              <a:rPr lang="zh-CN" altLang="en-US" sz="2400" smtClean="0">
                <a:solidFill>
                  <a:srgbClr val="1C1C1C"/>
                </a:solidFill>
              </a:rPr>
              <a:t>．</a:t>
            </a:r>
            <a:endParaRPr lang="en-US" altLang="zh-CN" sz="2400" smtClean="0">
              <a:solidFill>
                <a:srgbClr val="1C1C1C"/>
              </a:solidFill>
            </a:endParaRPr>
          </a:p>
          <a:p>
            <a:pPr>
              <a:lnSpc>
                <a:spcPct val="120000"/>
              </a:lnSpc>
            </a:pPr>
            <a:r>
              <a:rPr lang="zh-CN" altLang="en-US" sz="2400" smtClean="0">
                <a:solidFill>
                  <a:srgbClr val="C00000"/>
                </a:solidFill>
              </a:rPr>
              <a:t>求</a:t>
            </a:r>
            <a:r>
              <a:rPr lang="en-US" altLang="zh-CN" sz="2400" smtClean="0">
                <a:solidFill>
                  <a:srgbClr val="C00000"/>
                </a:solidFill>
              </a:rPr>
              <a:t>:</a:t>
            </a:r>
            <a:r>
              <a:rPr lang="zh-CN" altLang="en-US" sz="2400" smtClean="0">
                <a:solidFill>
                  <a:srgbClr val="1C1C1C"/>
                </a:solidFill>
              </a:rPr>
              <a:t>弹</a:t>
            </a:r>
            <a:r>
              <a:rPr lang="zh-CN" altLang="en-US" sz="2400">
                <a:solidFill>
                  <a:srgbClr val="1C1C1C"/>
                </a:solidFill>
              </a:rPr>
              <a:t>簧的劲度系数</a:t>
            </a:r>
            <a:r>
              <a:rPr lang="zh-CN" altLang="en-US" sz="2400" smtClean="0">
                <a:solidFill>
                  <a:srgbClr val="1C1C1C"/>
                </a:solidFill>
              </a:rPr>
              <a:t>．</a:t>
            </a:r>
            <a:endParaRPr lang="en-US" altLang="zh-CN" sz="2400">
              <a:solidFill>
                <a:srgbClr val="1C1C1C"/>
              </a:solidFill>
              <a:latin typeface="Times New Roman" panose="02020603050405020304" pitchFamily="18" charset="0"/>
              <a:cs typeface="Times New Roman" panose="02020603050405020304" pitchFamily="18" charset="0"/>
            </a:endParaRPr>
          </a:p>
        </p:txBody>
      </p:sp>
      <p:grpSp>
        <p:nvGrpSpPr>
          <p:cNvPr id="5" name="组合 4"/>
          <p:cNvGrpSpPr/>
          <p:nvPr/>
        </p:nvGrpSpPr>
        <p:grpSpPr>
          <a:xfrm>
            <a:off x="5988368" y="2116217"/>
            <a:ext cx="2333625" cy="2646760"/>
            <a:chOff x="5988368" y="2116217"/>
            <a:chExt cx="2333625" cy="2646760"/>
          </a:xfrm>
        </p:grpSpPr>
        <p:sp>
          <p:nvSpPr>
            <p:cNvPr id="4" name="椭圆 3"/>
            <p:cNvSpPr/>
            <p:nvPr/>
          </p:nvSpPr>
          <p:spPr bwMode="auto">
            <a:xfrm>
              <a:off x="6997440" y="3430645"/>
              <a:ext cx="36000" cy="360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sp>
          <p:nvSpPr>
            <p:cNvPr id="34820" name="Line 4"/>
            <p:cNvSpPr>
              <a:spLocks noChangeShapeType="1"/>
            </p:cNvSpPr>
            <p:nvPr/>
          </p:nvSpPr>
          <p:spPr bwMode="auto">
            <a:xfrm flipH="1">
              <a:off x="7250431" y="3219927"/>
              <a:ext cx="735806" cy="0"/>
            </a:xfrm>
            <a:prstGeom prst="line">
              <a:avLst/>
            </a:prstGeom>
            <a:noFill/>
            <a:ln w="19050">
              <a:solidFill>
                <a:srgbClr val="000000"/>
              </a:solidFill>
              <a:prstDash val="dash"/>
              <a:round/>
              <a:headEnd/>
              <a:tailEnd/>
            </a:ln>
            <a:effectLst/>
          </p:spPr>
          <p:txBody>
            <a:bodyPr wrap="none"/>
            <a:lstStyle/>
            <a:p>
              <a:endParaRPr lang="zh-CN" altLang="en-US" sz="2400"/>
            </a:p>
          </p:txBody>
        </p:sp>
        <p:sp>
          <p:nvSpPr>
            <p:cNvPr id="34821" name="AutoShape 5"/>
            <p:cNvSpPr>
              <a:spLocks noChangeArrowheads="1"/>
            </p:cNvSpPr>
            <p:nvPr/>
          </p:nvSpPr>
          <p:spPr bwMode="auto">
            <a:xfrm>
              <a:off x="5988368" y="2431733"/>
              <a:ext cx="2050256" cy="2050257"/>
            </a:xfrm>
            <a:custGeom>
              <a:avLst/>
              <a:gdLst>
                <a:gd name="G0" fmla="+- 588 0 0"/>
                <a:gd name="G1" fmla="+- 21600 0 588"/>
                <a:gd name="G2" fmla="+- 21600 0 588"/>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88" y="10800"/>
                  </a:moveTo>
                  <a:cubicBezTo>
                    <a:pt x="588" y="16440"/>
                    <a:pt x="5160" y="21012"/>
                    <a:pt x="10800" y="21012"/>
                  </a:cubicBezTo>
                  <a:cubicBezTo>
                    <a:pt x="16440" y="21012"/>
                    <a:pt x="21012" y="16440"/>
                    <a:pt x="21012" y="10800"/>
                  </a:cubicBezTo>
                  <a:cubicBezTo>
                    <a:pt x="21012" y="5160"/>
                    <a:pt x="16440" y="588"/>
                    <a:pt x="10800" y="588"/>
                  </a:cubicBezTo>
                  <a:cubicBezTo>
                    <a:pt x="5160" y="588"/>
                    <a:pt x="588" y="5160"/>
                    <a:pt x="588" y="10800"/>
                  </a:cubicBezTo>
                  <a:close/>
                </a:path>
              </a:pathLst>
            </a:custGeom>
            <a:solidFill>
              <a:srgbClr val="3399FF"/>
            </a:solidFill>
            <a:ln w="9525">
              <a:solidFill>
                <a:schemeClr val="tx1"/>
              </a:solidFill>
              <a:round/>
              <a:headEnd/>
              <a:tailEnd/>
            </a:ln>
            <a:effectLst/>
          </p:spPr>
          <p:txBody>
            <a:bodyPr wrap="none" anchor="ctr"/>
            <a:lstStyle/>
            <a:p>
              <a:endParaRPr lang="zh-CN" altLang="en-US" sz="2400"/>
            </a:p>
          </p:txBody>
        </p:sp>
        <p:graphicFrame>
          <p:nvGraphicFramePr>
            <p:cNvPr id="34822" name="Object 6"/>
            <p:cNvGraphicFramePr>
              <a:graphicFrameLocks noChangeAspect="1"/>
            </p:cNvGraphicFramePr>
            <p:nvPr>
              <p:extLst>
                <p:ext uri="{D42A27DB-BD31-4B8C-83A1-F6EECF244321}">
                  <p14:modId xmlns:p14="http://schemas.microsoft.com/office/powerpoint/2010/main" val="3865026034"/>
                </p:ext>
              </p:extLst>
            </p:nvPr>
          </p:nvGraphicFramePr>
          <p:xfrm>
            <a:off x="7144465" y="2975848"/>
            <a:ext cx="421481" cy="297656"/>
          </p:xfrm>
          <a:graphic>
            <a:graphicData uri="http://schemas.openxmlformats.org/presentationml/2006/ole">
              <mc:AlternateContent xmlns:mc="http://schemas.openxmlformats.org/markup-compatibility/2006">
                <mc:Choice xmlns:v="urn:schemas-microsoft-com:vml" Requires="v">
                  <p:oleObj spid="_x0000_s35464" r:id="rId3" imgW="253877" imgH="177809" progId="Equation.3">
                    <p:embed/>
                  </p:oleObj>
                </mc:Choice>
                <mc:Fallback>
                  <p:oleObj r:id="rId3" imgW="253877" imgH="177809"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4465" y="2975848"/>
                          <a:ext cx="421481" cy="297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3" name="Oval 7"/>
            <p:cNvSpPr>
              <a:spLocks noChangeArrowheads="1"/>
            </p:cNvSpPr>
            <p:nvPr/>
          </p:nvSpPr>
          <p:spPr bwMode="auto">
            <a:xfrm>
              <a:off x="6961109" y="2379345"/>
              <a:ext cx="104775" cy="104775"/>
            </a:xfrm>
            <a:prstGeom prst="ellipse">
              <a:avLst/>
            </a:prstGeom>
            <a:solidFill>
              <a:srgbClr val="000000"/>
            </a:solidFill>
            <a:ln w="19050">
              <a:solidFill>
                <a:schemeClr val="tx1"/>
              </a:solidFill>
              <a:round/>
              <a:headEnd/>
              <a:tailEnd/>
            </a:ln>
            <a:effectLst/>
          </p:spPr>
          <p:txBody>
            <a:bodyPr wrap="none" anchor="ctr"/>
            <a:lstStyle/>
            <a:p>
              <a:endParaRPr lang="zh-CN" altLang="en-US" sz="2400"/>
            </a:p>
          </p:txBody>
        </p:sp>
        <p:grpSp>
          <p:nvGrpSpPr>
            <p:cNvPr id="34824" name="Group 8"/>
            <p:cNvGrpSpPr>
              <a:grpSpLocks/>
            </p:cNvGrpSpPr>
            <p:nvPr/>
          </p:nvGrpSpPr>
          <p:grpSpPr bwMode="auto">
            <a:xfrm rot="2271646">
              <a:off x="6963490" y="2754392"/>
              <a:ext cx="1078706" cy="185738"/>
              <a:chOff x="0" y="0"/>
              <a:chExt cx="2005" cy="302"/>
            </a:xfrm>
          </p:grpSpPr>
          <p:sp>
            <p:nvSpPr>
              <p:cNvPr id="34825" name="Line 9"/>
              <p:cNvSpPr>
                <a:spLocks noChangeShapeType="1"/>
              </p:cNvSpPr>
              <p:nvPr/>
            </p:nvSpPr>
            <p:spPr bwMode="auto">
              <a:xfrm rot="10403698" flipH="1">
                <a:off x="0" y="115"/>
                <a:ext cx="79" cy="0"/>
              </a:xfrm>
              <a:prstGeom prst="line">
                <a:avLst/>
              </a:prstGeom>
              <a:noFill/>
              <a:ln w="19050">
                <a:solidFill>
                  <a:srgbClr val="000000"/>
                </a:solidFill>
                <a:round/>
                <a:headEnd/>
                <a:tailEnd/>
              </a:ln>
              <a:effectLst/>
            </p:spPr>
            <p:txBody>
              <a:bodyPr wrap="none" anchor="ctr"/>
              <a:lstStyle/>
              <a:p>
                <a:endParaRPr lang="zh-CN" altLang="en-US" sz="2400"/>
              </a:p>
            </p:txBody>
          </p:sp>
          <p:grpSp>
            <p:nvGrpSpPr>
              <p:cNvPr id="34826" name="Group 10"/>
              <p:cNvGrpSpPr>
                <a:grpSpLocks/>
              </p:cNvGrpSpPr>
              <p:nvPr/>
            </p:nvGrpSpPr>
            <p:grpSpPr bwMode="auto">
              <a:xfrm>
                <a:off x="93" y="0"/>
                <a:ext cx="1806" cy="302"/>
                <a:chOff x="0" y="0"/>
                <a:chExt cx="2434" cy="302"/>
              </a:xfrm>
            </p:grpSpPr>
            <p:grpSp>
              <p:nvGrpSpPr>
                <p:cNvPr id="34827" name="Group 11"/>
                <p:cNvGrpSpPr>
                  <a:grpSpLocks/>
                </p:cNvGrpSpPr>
                <p:nvPr/>
              </p:nvGrpSpPr>
              <p:grpSpPr bwMode="auto">
                <a:xfrm>
                  <a:off x="977" y="7"/>
                  <a:ext cx="497" cy="295"/>
                  <a:chOff x="0" y="0"/>
                  <a:chExt cx="1152" cy="240"/>
                </a:xfrm>
              </p:grpSpPr>
              <p:grpSp>
                <p:nvGrpSpPr>
                  <p:cNvPr id="34828" name="Group 12"/>
                  <p:cNvGrpSpPr>
                    <a:grpSpLocks/>
                  </p:cNvGrpSpPr>
                  <p:nvPr/>
                </p:nvGrpSpPr>
                <p:grpSpPr bwMode="auto">
                  <a:xfrm>
                    <a:off x="0" y="0"/>
                    <a:ext cx="384" cy="240"/>
                    <a:chOff x="0" y="0"/>
                    <a:chExt cx="384" cy="240"/>
                  </a:xfrm>
                </p:grpSpPr>
                <p:sp>
                  <p:nvSpPr>
                    <p:cNvPr id="34829" name="Line 1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30" name="Line 1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31" name="Group 15"/>
                  <p:cNvGrpSpPr>
                    <a:grpSpLocks/>
                  </p:cNvGrpSpPr>
                  <p:nvPr/>
                </p:nvGrpSpPr>
                <p:grpSpPr bwMode="auto">
                  <a:xfrm>
                    <a:off x="384" y="0"/>
                    <a:ext cx="384" cy="240"/>
                    <a:chOff x="0" y="0"/>
                    <a:chExt cx="384" cy="240"/>
                  </a:xfrm>
                </p:grpSpPr>
                <p:sp>
                  <p:nvSpPr>
                    <p:cNvPr id="34832" name="Line 1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33" name="Line 1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34" name="Group 18"/>
                  <p:cNvGrpSpPr>
                    <a:grpSpLocks/>
                  </p:cNvGrpSpPr>
                  <p:nvPr/>
                </p:nvGrpSpPr>
                <p:grpSpPr bwMode="auto">
                  <a:xfrm>
                    <a:off x="768" y="0"/>
                    <a:ext cx="384" cy="240"/>
                    <a:chOff x="0" y="0"/>
                    <a:chExt cx="384" cy="240"/>
                  </a:xfrm>
                </p:grpSpPr>
                <p:sp>
                  <p:nvSpPr>
                    <p:cNvPr id="34835" name="Line 1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36" name="Line 2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34837" name="Group 21"/>
                <p:cNvGrpSpPr>
                  <a:grpSpLocks/>
                </p:cNvGrpSpPr>
                <p:nvPr/>
              </p:nvGrpSpPr>
              <p:grpSpPr bwMode="auto">
                <a:xfrm>
                  <a:off x="1457" y="0"/>
                  <a:ext cx="497" cy="295"/>
                  <a:chOff x="0" y="0"/>
                  <a:chExt cx="1152" cy="240"/>
                </a:xfrm>
              </p:grpSpPr>
              <p:grpSp>
                <p:nvGrpSpPr>
                  <p:cNvPr id="34838" name="Group 22"/>
                  <p:cNvGrpSpPr>
                    <a:grpSpLocks/>
                  </p:cNvGrpSpPr>
                  <p:nvPr/>
                </p:nvGrpSpPr>
                <p:grpSpPr bwMode="auto">
                  <a:xfrm>
                    <a:off x="0" y="0"/>
                    <a:ext cx="384" cy="240"/>
                    <a:chOff x="0" y="0"/>
                    <a:chExt cx="384" cy="240"/>
                  </a:xfrm>
                </p:grpSpPr>
                <p:sp>
                  <p:nvSpPr>
                    <p:cNvPr id="34839" name="Line 2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40" name="Line 2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41" name="Group 25"/>
                  <p:cNvGrpSpPr>
                    <a:grpSpLocks/>
                  </p:cNvGrpSpPr>
                  <p:nvPr/>
                </p:nvGrpSpPr>
                <p:grpSpPr bwMode="auto">
                  <a:xfrm>
                    <a:off x="384" y="0"/>
                    <a:ext cx="384" cy="240"/>
                    <a:chOff x="0" y="0"/>
                    <a:chExt cx="384" cy="240"/>
                  </a:xfrm>
                </p:grpSpPr>
                <p:sp>
                  <p:nvSpPr>
                    <p:cNvPr id="34842" name="Line 2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43" name="Line 2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44" name="Group 28"/>
                  <p:cNvGrpSpPr>
                    <a:grpSpLocks/>
                  </p:cNvGrpSpPr>
                  <p:nvPr/>
                </p:nvGrpSpPr>
                <p:grpSpPr bwMode="auto">
                  <a:xfrm>
                    <a:off x="768" y="0"/>
                    <a:ext cx="384" cy="240"/>
                    <a:chOff x="0" y="0"/>
                    <a:chExt cx="384" cy="240"/>
                  </a:xfrm>
                </p:grpSpPr>
                <p:sp>
                  <p:nvSpPr>
                    <p:cNvPr id="34845" name="Line 2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46" name="Line 3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34847" name="Group 31"/>
                <p:cNvGrpSpPr>
                  <a:grpSpLocks/>
                </p:cNvGrpSpPr>
                <p:nvPr/>
              </p:nvGrpSpPr>
              <p:grpSpPr bwMode="auto">
                <a:xfrm>
                  <a:off x="480" y="7"/>
                  <a:ext cx="497" cy="295"/>
                  <a:chOff x="0" y="0"/>
                  <a:chExt cx="1152" cy="240"/>
                </a:xfrm>
              </p:grpSpPr>
              <p:grpSp>
                <p:nvGrpSpPr>
                  <p:cNvPr id="34848" name="Group 32"/>
                  <p:cNvGrpSpPr>
                    <a:grpSpLocks/>
                  </p:cNvGrpSpPr>
                  <p:nvPr/>
                </p:nvGrpSpPr>
                <p:grpSpPr bwMode="auto">
                  <a:xfrm>
                    <a:off x="0" y="0"/>
                    <a:ext cx="384" cy="240"/>
                    <a:chOff x="0" y="0"/>
                    <a:chExt cx="384" cy="240"/>
                  </a:xfrm>
                </p:grpSpPr>
                <p:sp>
                  <p:nvSpPr>
                    <p:cNvPr id="34849" name="Line 3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50" name="Line 3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51" name="Group 35"/>
                  <p:cNvGrpSpPr>
                    <a:grpSpLocks/>
                  </p:cNvGrpSpPr>
                  <p:nvPr/>
                </p:nvGrpSpPr>
                <p:grpSpPr bwMode="auto">
                  <a:xfrm>
                    <a:off x="384" y="0"/>
                    <a:ext cx="384" cy="240"/>
                    <a:chOff x="0" y="0"/>
                    <a:chExt cx="384" cy="240"/>
                  </a:xfrm>
                </p:grpSpPr>
                <p:sp>
                  <p:nvSpPr>
                    <p:cNvPr id="34852" name="Line 3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53" name="Line 3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54" name="Group 38"/>
                  <p:cNvGrpSpPr>
                    <a:grpSpLocks/>
                  </p:cNvGrpSpPr>
                  <p:nvPr/>
                </p:nvGrpSpPr>
                <p:grpSpPr bwMode="auto">
                  <a:xfrm>
                    <a:off x="768" y="0"/>
                    <a:ext cx="384" cy="240"/>
                    <a:chOff x="0" y="0"/>
                    <a:chExt cx="384" cy="240"/>
                  </a:xfrm>
                </p:grpSpPr>
                <p:sp>
                  <p:nvSpPr>
                    <p:cNvPr id="34855" name="Line 3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56" name="Line 4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34857" name="Group 41"/>
                <p:cNvGrpSpPr>
                  <a:grpSpLocks/>
                </p:cNvGrpSpPr>
                <p:nvPr/>
              </p:nvGrpSpPr>
              <p:grpSpPr bwMode="auto">
                <a:xfrm>
                  <a:off x="0" y="0"/>
                  <a:ext cx="497" cy="295"/>
                  <a:chOff x="0" y="0"/>
                  <a:chExt cx="1152" cy="240"/>
                </a:xfrm>
              </p:grpSpPr>
              <p:grpSp>
                <p:nvGrpSpPr>
                  <p:cNvPr id="34858" name="Group 42"/>
                  <p:cNvGrpSpPr>
                    <a:grpSpLocks/>
                  </p:cNvGrpSpPr>
                  <p:nvPr/>
                </p:nvGrpSpPr>
                <p:grpSpPr bwMode="auto">
                  <a:xfrm>
                    <a:off x="0" y="0"/>
                    <a:ext cx="384" cy="240"/>
                    <a:chOff x="0" y="0"/>
                    <a:chExt cx="384" cy="240"/>
                  </a:xfrm>
                </p:grpSpPr>
                <p:sp>
                  <p:nvSpPr>
                    <p:cNvPr id="34859" name="Line 4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60" name="Line 4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61" name="Group 45"/>
                  <p:cNvGrpSpPr>
                    <a:grpSpLocks/>
                  </p:cNvGrpSpPr>
                  <p:nvPr/>
                </p:nvGrpSpPr>
                <p:grpSpPr bwMode="auto">
                  <a:xfrm>
                    <a:off x="384" y="0"/>
                    <a:ext cx="384" cy="240"/>
                    <a:chOff x="0" y="0"/>
                    <a:chExt cx="384" cy="240"/>
                  </a:xfrm>
                </p:grpSpPr>
                <p:sp>
                  <p:nvSpPr>
                    <p:cNvPr id="34862" name="Line 4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63" name="Line 4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64" name="Group 48"/>
                  <p:cNvGrpSpPr>
                    <a:grpSpLocks/>
                  </p:cNvGrpSpPr>
                  <p:nvPr/>
                </p:nvGrpSpPr>
                <p:grpSpPr bwMode="auto">
                  <a:xfrm>
                    <a:off x="768" y="0"/>
                    <a:ext cx="384" cy="240"/>
                    <a:chOff x="0" y="0"/>
                    <a:chExt cx="384" cy="240"/>
                  </a:xfrm>
                </p:grpSpPr>
                <p:sp>
                  <p:nvSpPr>
                    <p:cNvPr id="34865" name="Line 4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66" name="Line 5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34867" name="Group 51"/>
                <p:cNvGrpSpPr>
                  <a:grpSpLocks/>
                </p:cNvGrpSpPr>
                <p:nvPr/>
              </p:nvGrpSpPr>
              <p:grpSpPr bwMode="auto">
                <a:xfrm>
                  <a:off x="1937" y="0"/>
                  <a:ext cx="497" cy="295"/>
                  <a:chOff x="0" y="0"/>
                  <a:chExt cx="1152" cy="240"/>
                </a:xfrm>
              </p:grpSpPr>
              <p:grpSp>
                <p:nvGrpSpPr>
                  <p:cNvPr id="34868" name="Group 52"/>
                  <p:cNvGrpSpPr>
                    <a:grpSpLocks/>
                  </p:cNvGrpSpPr>
                  <p:nvPr/>
                </p:nvGrpSpPr>
                <p:grpSpPr bwMode="auto">
                  <a:xfrm>
                    <a:off x="0" y="0"/>
                    <a:ext cx="384" cy="240"/>
                    <a:chOff x="0" y="0"/>
                    <a:chExt cx="384" cy="240"/>
                  </a:xfrm>
                </p:grpSpPr>
                <p:sp>
                  <p:nvSpPr>
                    <p:cNvPr id="34869" name="Line 5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70" name="Line 5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71" name="Group 55"/>
                  <p:cNvGrpSpPr>
                    <a:grpSpLocks/>
                  </p:cNvGrpSpPr>
                  <p:nvPr/>
                </p:nvGrpSpPr>
                <p:grpSpPr bwMode="auto">
                  <a:xfrm>
                    <a:off x="384" y="0"/>
                    <a:ext cx="384" cy="240"/>
                    <a:chOff x="0" y="0"/>
                    <a:chExt cx="384" cy="240"/>
                  </a:xfrm>
                </p:grpSpPr>
                <p:sp>
                  <p:nvSpPr>
                    <p:cNvPr id="34872" name="Line 5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73" name="Line 5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74" name="Group 58"/>
                  <p:cNvGrpSpPr>
                    <a:grpSpLocks/>
                  </p:cNvGrpSpPr>
                  <p:nvPr/>
                </p:nvGrpSpPr>
                <p:grpSpPr bwMode="auto">
                  <a:xfrm>
                    <a:off x="768" y="0"/>
                    <a:ext cx="384" cy="240"/>
                    <a:chOff x="0" y="0"/>
                    <a:chExt cx="384" cy="240"/>
                  </a:xfrm>
                </p:grpSpPr>
                <p:sp>
                  <p:nvSpPr>
                    <p:cNvPr id="34875" name="Line 5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34876" name="Line 6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sp>
            <p:nvSpPr>
              <p:cNvPr id="34877" name="Line 61"/>
              <p:cNvSpPr>
                <a:spLocks noChangeShapeType="1"/>
              </p:cNvSpPr>
              <p:nvPr/>
            </p:nvSpPr>
            <p:spPr bwMode="auto">
              <a:xfrm flipV="1">
                <a:off x="1899" y="103"/>
                <a:ext cx="27" cy="177"/>
              </a:xfrm>
              <a:prstGeom prst="line">
                <a:avLst/>
              </a:prstGeom>
              <a:noFill/>
              <a:ln w="19050">
                <a:solidFill>
                  <a:srgbClr val="000000"/>
                </a:solidFill>
                <a:round/>
                <a:headEnd/>
                <a:tailEnd/>
              </a:ln>
              <a:effectLst/>
            </p:spPr>
            <p:txBody>
              <a:bodyPr wrap="none" anchor="ctr"/>
              <a:lstStyle/>
              <a:p>
                <a:endParaRPr lang="zh-CN" altLang="en-US" sz="2400"/>
              </a:p>
            </p:txBody>
          </p:sp>
          <p:sp>
            <p:nvSpPr>
              <p:cNvPr id="34878" name="Line 62"/>
              <p:cNvSpPr>
                <a:spLocks noChangeShapeType="1"/>
              </p:cNvSpPr>
              <p:nvPr/>
            </p:nvSpPr>
            <p:spPr bwMode="auto">
              <a:xfrm>
                <a:off x="1926" y="103"/>
                <a:ext cx="79" cy="0"/>
              </a:xfrm>
              <a:prstGeom prst="line">
                <a:avLst/>
              </a:prstGeom>
              <a:noFill/>
              <a:ln w="19050">
                <a:solidFill>
                  <a:srgbClr val="000000"/>
                </a:solidFill>
                <a:round/>
                <a:headEnd/>
                <a:tailEnd/>
              </a:ln>
              <a:effectLst/>
            </p:spPr>
            <p:txBody>
              <a:bodyPr wrap="none" anchor="ctr"/>
              <a:lstStyle/>
              <a:p>
                <a:endParaRPr lang="zh-CN" altLang="en-US" sz="2400"/>
              </a:p>
            </p:txBody>
          </p:sp>
          <p:sp>
            <p:nvSpPr>
              <p:cNvPr id="34879" name="Line 63"/>
              <p:cNvSpPr>
                <a:spLocks noChangeShapeType="1"/>
              </p:cNvSpPr>
              <p:nvPr/>
            </p:nvSpPr>
            <p:spPr bwMode="auto">
              <a:xfrm rot="20382100" flipV="1">
                <a:off x="69" y="103"/>
                <a:ext cx="27" cy="177"/>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34880" name="Group 64"/>
            <p:cNvGrpSpPr>
              <a:grpSpLocks/>
            </p:cNvGrpSpPr>
            <p:nvPr/>
          </p:nvGrpSpPr>
          <p:grpSpPr bwMode="auto">
            <a:xfrm rot="5393769">
              <a:off x="6093143" y="3428286"/>
              <a:ext cx="1837135" cy="157163"/>
              <a:chOff x="0" y="0"/>
              <a:chExt cx="2005" cy="302"/>
            </a:xfrm>
          </p:grpSpPr>
          <p:sp>
            <p:nvSpPr>
              <p:cNvPr id="34881" name="Line 65"/>
              <p:cNvSpPr>
                <a:spLocks noChangeShapeType="1"/>
              </p:cNvSpPr>
              <p:nvPr/>
            </p:nvSpPr>
            <p:spPr bwMode="auto">
              <a:xfrm rot="10403698" flipH="1">
                <a:off x="0" y="115"/>
                <a:ext cx="79" cy="0"/>
              </a:xfrm>
              <a:prstGeom prst="line">
                <a:avLst/>
              </a:prstGeom>
              <a:noFill/>
              <a:ln w="22225">
                <a:solidFill>
                  <a:srgbClr val="000000"/>
                </a:solidFill>
                <a:round/>
                <a:headEnd/>
                <a:tailEnd/>
              </a:ln>
              <a:effectLst/>
            </p:spPr>
            <p:txBody>
              <a:bodyPr wrap="none" anchor="ctr"/>
              <a:lstStyle/>
              <a:p>
                <a:endParaRPr lang="zh-CN" altLang="en-US" sz="2400"/>
              </a:p>
            </p:txBody>
          </p:sp>
          <p:grpSp>
            <p:nvGrpSpPr>
              <p:cNvPr id="34882" name="Group 66"/>
              <p:cNvGrpSpPr>
                <a:grpSpLocks/>
              </p:cNvGrpSpPr>
              <p:nvPr/>
            </p:nvGrpSpPr>
            <p:grpSpPr bwMode="auto">
              <a:xfrm>
                <a:off x="93" y="0"/>
                <a:ext cx="1806" cy="302"/>
                <a:chOff x="0" y="0"/>
                <a:chExt cx="2434" cy="302"/>
              </a:xfrm>
            </p:grpSpPr>
            <p:grpSp>
              <p:nvGrpSpPr>
                <p:cNvPr id="34883" name="Group 67"/>
                <p:cNvGrpSpPr>
                  <a:grpSpLocks/>
                </p:cNvGrpSpPr>
                <p:nvPr/>
              </p:nvGrpSpPr>
              <p:grpSpPr bwMode="auto">
                <a:xfrm>
                  <a:off x="977" y="7"/>
                  <a:ext cx="497" cy="295"/>
                  <a:chOff x="0" y="0"/>
                  <a:chExt cx="1152" cy="240"/>
                </a:xfrm>
              </p:grpSpPr>
              <p:grpSp>
                <p:nvGrpSpPr>
                  <p:cNvPr id="34884" name="Group 68"/>
                  <p:cNvGrpSpPr>
                    <a:grpSpLocks/>
                  </p:cNvGrpSpPr>
                  <p:nvPr/>
                </p:nvGrpSpPr>
                <p:grpSpPr bwMode="auto">
                  <a:xfrm>
                    <a:off x="0" y="0"/>
                    <a:ext cx="384" cy="240"/>
                    <a:chOff x="0" y="0"/>
                    <a:chExt cx="384" cy="240"/>
                  </a:xfrm>
                </p:grpSpPr>
                <p:sp>
                  <p:nvSpPr>
                    <p:cNvPr id="34885" name="Line 6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886" name="Line 7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887" name="Group 71"/>
                  <p:cNvGrpSpPr>
                    <a:grpSpLocks/>
                  </p:cNvGrpSpPr>
                  <p:nvPr/>
                </p:nvGrpSpPr>
                <p:grpSpPr bwMode="auto">
                  <a:xfrm>
                    <a:off x="384" y="0"/>
                    <a:ext cx="384" cy="240"/>
                    <a:chOff x="0" y="0"/>
                    <a:chExt cx="384" cy="240"/>
                  </a:xfrm>
                </p:grpSpPr>
                <p:sp>
                  <p:nvSpPr>
                    <p:cNvPr id="34888" name="Line 7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889" name="Line 7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890" name="Group 74"/>
                  <p:cNvGrpSpPr>
                    <a:grpSpLocks/>
                  </p:cNvGrpSpPr>
                  <p:nvPr/>
                </p:nvGrpSpPr>
                <p:grpSpPr bwMode="auto">
                  <a:xfrm>
                    <a:off x="768" y="0"/>
                    <a:ext cx="384" cy="240"/>
                    <a:chOff x="0" y="0"/>
                    <a:chExt cx="384" cy="240"/>
                  </a:xfrm>
                </p:grpSpPr>
                <p:sp>
                  <p:nvSpPr>
                    <p:cNvPr id="34891" name="Line 7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892" name="Line 7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34893" name="Group 77"/>
                <p:cNvGrpSpPr>
                  <a:grpSpLocks/>
                </p:cNvGrpSpPr>
                <p:nvPr/>
              </p:nvGrpSpPr>
              <p:grpSpPr bwMode="auto">
                <a:xfrm>
                  <a:off x="1457" y="0"/>
                  <a:ext cx="497" cy="295"/>
                  <a:chOff x="0" y="0"/>
                  <a:chExt cx="1152" cy="240"/>
                </a:xfrm>
              </p:grpSpPr>
              <p:grpSp>
                <p:nvGrpSpPr>
                  <p:cNvPr id="34894" name="Group 78"/>
                  <p:cNvGrpSpPr>
                    <a:grpSpLocks/>
                  </p:cNvGrpSpPr>
                  <p:nvPr/>
                </p:nvGrpSpPr>
                <p:grpSpPr bwMode="auto">
                  <a:xfrm>
                    <a:off x="0" y="0"/>
                    <a:ext cx="384" cy="240"/>
                    <a:chOff x="0" y="0"/>
                    <a:chExt cx="384" cy="240"/>
                  </a:xfrm>
                </p:grpSpPr>
                <p:sp>
                  <p:nvSpPr>
                    <p:cNvPr id="34895" name="Line 7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896" name="Line 8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897" name="Group 81"/>
                  <p:cNvGrpSpPr>
                    <a:grpSpLocks/>
                  </p:cNvGrpSpPr>
                  <p:nvPr/>
                </p:nvGrpSpPr>
                <p:grpSpPr bwMode="auto">
                  <a:xfrm>
                    <a:off x="384" y="0"/>
                    <a:ext cx="384" cy="240"/>
                    <a:chOff x="0" y="0"/>
                    <a:chExt cx="384" cy="240"/>
                  </a:xfrm>
                </p:grpSpPr>
                <p:sp>
                  <p:nvSpPr>
                    <p:cNvPr id="34898" name="Line 8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899" name="Line 8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00" name="Group 84"/>
                  <p:cNvGrpSpPr>
                    <a:grpSpLocks/>
                  </p:cNvGrpSpPr>
                  <p:nvPr/>
                </p:nvGrpSpPr>
                <p:grpSpPr bwMode="auto">
                  <a:xfrm>
                    <a:off x="768" y="0"/>
                    <a:ext cx="384" cy="240"/>
                    <a:chOff x="0" y="0"/>
                    <a:chExt cx="384" cy="240"/>
                  </a:xfrm>
                </p:grpSpPr>
                <p:sp>
                  <p:nvSpPr>
                    <p:cNvPr id="34901" name="Line 8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02" name="Line 8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34903" name="Group 87"/>
                <p:cNvGrpSpPr>
                  <a:grpSpLocks/>
                </p:cNvGrpSpPr>
                <p:nvPr/>
              </p:nvGrpSpPr>
              <p:grpSpPr bwMode="auto">
                <a:xfrm>
                  <a:off x="480" y="7"/>
                  <a:ext cx="497" cy="295"/>
                  <a:chOff x="0" y="0"/>
                  <a:chExt cx="1152" cy="240"/>
                </a:xfrm>
              </p:grpSpPr>
              <p:grpSp>
                <p:nvGrpSpPr>
                  <p:cNvPr id="34904" name="Group 88"/>
                  <p:cNvGrpSpPr>
                    <a:grpSpLocks/>
                  </p:cNvGrpSpPr>
                  <p:nvPr/>
                </p:nvGrpSpPr>
                <p:grpSpPr bwMode="auto">
                  <a:xfrm>
                    <a:off x="0" y="0"/>
                    <a:ext cx="384" cy="240"/>
                    <a:chOff x="0" y="0"/>
                    <a:chExt cx="384" cy="240"/>
                  </a:xfrm>
                </p:grpSpPr>
                <p:sp>
                  <p:nvSpPr>
                    <p:cNvPr id="34905" name="Line 8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06" name="Line 9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07" name="Group 91"/>
                  <p:cNvGrpSpPr>
                    <a:grpSpLocks/>
                  </p:cNvGrpSpPr>
                  <p:nvPr/>
                </p:nvGrpSpPr>
                <p:grpSpPr bwMode="auto">
                  <a:xfrm>
                    <a:off x="384" y="0"/>
                    <a:ext cx="384" cy="240"/>
                    <a:chOff x="0" y="0"/>
                    <a:chExt cx="384" cy="240"/>
                  </a:xfrm>
                </p:grpSpPr>
                <p:sp>
                  <p:nvSpPr>
                    <p:cNvPr id="34908" name="Line 9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09" name="Line 9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10" name="Group 94"/>
                  <p:cNvGrpSpPr>
                    <a:grpSpLocks/>
                  </p:cNvGrpSpPr>
                  <p:nvPr/>
                </p:nvGrpSpPr>
                <p:grpSpPr bwMode="auto">
                  <a:xfrm>
                    <a:off x="768" y="0"/>
                    <a:ext cx="384" cy="240"/>
                    <a:chOff x="0" y="0"/>
                    <a:chExt cx="384" cy="240"/>
                  </a:xfrm>
                </p:grpSpPr>
                <p:sp>
                  <p:nvSpPr>
                    <p:cNvPr id="34911" name="Line 9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12" name="Line 9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34913" name="Group 97"/>
                <p:cNvGrpSpPr>
                  <a:grpSpLocks/>
                </p:cNvGrpSpPr>
                <p:nvPr/>
              </p:nvGrpSpPr>
              <p:grpSpPr bwMode="auto">
                <a:xfrm>
                  <a:off x="0" y="0"/>
                  <a:ext cx="497" cy="295"/>
                  <a:chOff x="0" y="0"/>
                  <a:chExt cx="1152" cy="240"/>
                </a:xfrm>
              </p:grpSpPr>
              <p:grpSp>
                <p:nvGrpSpPr>
                  <p:cNvPr id="34914" name="Group 98"/>
                  <p:cNvGrpSpPr>
                    <a:grpSpLocks/>
                  </p:cNvGrpSpPr>
                  <p:nvPr/>
                </p:nvGrpSpPr>
                <p:grpSpPr bwMode="auto">
                  <a:xfrm>
                    <a:off x="0" y="0"/>
                    <a:ext cx="384" cy="240"/>
                    <a:chOff x="0" y="0"/>
                    <a:chExt cx="384" cy="240"/>
                  </a:xfrm>
                </p:grpSpPr>
                <p:sp>
                  <p:nvSpPr>
                    <p:cNvPr id="34915" name="Line 9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16" name="Line 10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17" name="Group 101"/>
                  <p:cNvGrpSpPr>
                    <a:grpSpLocks/>
                  </p:cNvGrpSpPr>
                  <p:nvPr/>
                </p:nvGrpSpPr>
                <p:grpSpPr bwMode="auto">
                  <a:xfrm>
                    <a:off x="384" y="0"/>
                    <a:ext cx="384" cy="240"/>
                    <a:chOff x="0" y="0"/>
                    <a:chExt cx="384" cy="240"/>
                  </a:xfrm>
                </p:grpSpPr>
                <p:sp>
                  <p:nvSpPr>
                    <p:cNvPr id="34918" name="Line 10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19" name="Line 10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20" name="Group 104"/>
                  <p:cNvGrpSpPr>
                    <a:grpSpLocks/>
                  </p:cNvGrpSpPr>
                  <p:nvPr/>
                </p:nvGrpSpPr>
                <p:grpSpPr bwMode="auto">
                  <a:xfrm>
                    <a:off x="768" y="0"/>
                    <a:ext cx="384" cy="240"/>
                    <a:chOff x="0" y="0"/>
                    <a:chExt cx="384" cy="240"/>
                  </a:xfrm>
                </p:grpSpPr>
                <p:sp>
                  <p:nvSpPr>
                    <p:cNvPr id="34921" name="Line 10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22" name="Line 10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34923" name="Group 107"/>
                <p:cNvGrpSpPr>
                  <a:grpSpLocks/>
                </p:cNvGrpSpPr>
                <p:nvPr/>
              </p:nvGrpSpPr>
              <p:grpSpPr bwMode="auto">
                <a:xfrm>
                  <a:off x="1937" y="0"/>
                  <a:ext cx="497" cy="295"/>
                  <a:chOff x="0" y="0"/>
                  <a:chExt cx="1152" cy="240"/>
                </a:xfrm>
              </p:grpSpPr>
              <p:grpSp>
                <p:nvGrpSpPr>
                  <p:cNvPr id="34924" name="Group 108"/>
                  <p:cNvGrpSpPr>
                    <a:grpSpLocks/>
                  </p:cNvGrpSpPr>
                  <p:nvPr/>
                </p:nvGrpSpPr>
                <p:grpSpPr bwMode="auto">
                  <a:xfrm>
                    <a:off x="0" y="0"/>
                    <a:ext cx="384" cy="240"/>
                    <a:chOff x="0" y="0"/>
                    <a:chExt cx="384" cy="240"/>
                  </a:xfrm>
                </p:grpSpPr>
                <p:sp>
                  <p:nvSpPr>
                    <p:cNvPr id="34925" name="Line 10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26" name="Line 11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27" name="Group 111"/>
                  <p:cNvGrpSpPr>
                    <a:grpSpLocks/>
                  </p:cNvGrpSpPr>
                  <p:nvPr/>
                </p:nvGrpSpPr>
                <p:grpSpPr bwMode="auto">
                  <a:xfrm>
                    <a:off x="384" y="0"/>
                    <a:ext cx="384" cy="240"/>
                    <a:chOff x="0" y="0"/>
                    <a:chExt cx="384" cy="240"/>
                  </a:xfrm>
                </p:grpSpPr>
                <p:sp>
                  <p:nvSpPr>
                    <p:cNvPr id="34928" name="Line 11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29" name="Line 11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34930" name="Group 114"/>
                  <p:cNvGrpSpPr>
                    <a:grpSpLocks/>
                  </p:cNvGrpSpPr>
                  <p:nvPr/>
                </p:nvGrpSpPr>
                <p:grpSpPr bwMode="auto">
                  <a:xfrm>
                    <a:off x="768" y="0"/>
                    <a:ext cx="384" cy="240"/>
                    <a:chOff x="0" y="0"/>
                    <a:chExt cx="384" cy="240"/>
                  </a:xfrm>
                </p:grpSpPr>
                <p:sp>
                  <p:nvSpPr>
                    <p:cNvPr id="34931" name="Line 11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34932" name="Line 11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sp>
            <p:nvSpPr>
              <p:cNvPr id="34933" name="Line 117"/>
              <p:cNvSpPr>
                <a:spLocks noChangeShapeType="1"/>
              </p:cNvSpPr>
              <p:nvPr/>
            </p:nvSpPr>
            <p:spPr bwMode="auto">
              <a:xfrm flipV="1">
                <a:off x="1899" y="103"/>
                <a:ext cx="27" cy="177"/>
              </a:xfrm>
              <a:prstGeom prst="line">
                <a:avLst/>
              </a:prstGeom>
              <a:noFill/>
              <a:ln w="22225">
                <a:solidFill>
                  <a:srgbClr val="000000"/>
                </a:solidFill>
                <a:round/>
                <a:headEnd/>
                <a:tailEnd/>
              </a:ln>
              <a:effectLst/>
            </p:spPr>
            <p:txBody>
              <a:bodyPr wrap="none" anchor="ctr"/>
              <a:lstStyle/>
              <a:p>
                <a:endParaRPr lang="zh-CN" altLang="en-US" sz="2400"/>
              </a:p>
            </p:txBody>
          </p:sp>
          <p:sp>
            <p:nvSpPr>
              <p:cNvPr id="34934" name="Line 118"/>
              <p:cNvSpPr>
                <a:spLocks noChangeShapeType="1"/>
              </p:cNvSpPr>
              <p:nvPr/>
            </p:nvSpPr>
            <p:spPr bwMode="auto">
              <a:xfrm>
                <a:off x="1926" y="103"/>
                <a:ext cx="79" cy="0"/>
              </a:xfrm>
              <a:prstGeom prst="line">
                <a:avLst/>
              </a:prstGeom>
              <a:noFill/>
              <a:ln w="22225">
                <a:solidFill>
                  <a:srgbClr val="000000"/>
                </a:solidFill>
                <a:round/>
                <a:headEnd/>
                <a:tailEnd/>
              </a:ln>
              <a:effectLst/>
            </p:spPr>
            <p:txBody>
              <a:bodyPr wrap="none" anchor="ctr"/>
              <a:lstStyle/>
              <a:p>
                <a:endParaRPr lang="zh-CN" altLang="en-US" sz="2400"/>
              </a:p>
            </p:txBody>
          </p:sp>
          <p:sp>
            <p:nvSpPr>
              <p:cNvPr id="34935" name="Line 119"/>
              <p:cNvSpPr>
                <a:spLocks noChangeShapeType="1"/>
              </p:cNvSpPr>
              <p:nvPr/>
            </p:nvSpPr>
            <p:spPr bwMode="auto">
              <a:xfrm rot="20382100" flipV="1">
                <a:off x="69" y="103"/>
                <a:ext cx="27" cy="177"/>
              </a:xfrm>
              <a:prstGeom prst="line">
                <a:avLst/>
              </a:prstGeom>
              <a:noFill/>
              <a:ln w="22225">
                <a:solidFill>
                  <a:srgbClr val="000000"/>
                </a:solidFill>
                <a:round/>
                <a:headEnd/>
                <a:tailEnd/>
              </a:ln>
              <a:effectLst/>
            </p:spPr>
            <p:txBody>
              <a:bodyPr wrap="none" anchor="ctr"/>
              <a:lstStyle/>
              <a:p>
                <a:endParaRPr lang="zh-CN" altLang="en-US" sz="2400"/>
              </a:p>
            </p:txBody>
          </p:sp>
        </p:grpSp>
        <p:sp>
          <p:nvSpPr>
            <p:cNvPr id="34936" name="Oval 120"/>
            <p:cNvSpPr>
              <a:spLocks noChangeArrowheads="1"/>
            </p:cNvSpPr>
            <p:nvPr/>
          </p:nvSpPr>
          <p:spPr bwMode="auto">
            <a:xfrm>
              <a:off x="7913609" y="3136583"/>
              <a:ext cx="157163" cy="158353"/>
            </a:xfrm>
            <a:prstGeom prst="ellipse">
              <a:avLst/>
            </a:prstGeom>
            <a:solidFill>
              <a:srgbClr val="CC0000"/>
            </a:solidFill>
            <a:ln w="19050">
              <a:solidFill>
                <a:srgbClr val="000000"/>
              </a:solidFill>
              <a:round/>
              <a:headEnd/>
              <a:tailEnd/>
            </a:ln>
            <a:effectLst/>
          </p:spPr>
          <p:txBody>
            <a:bodyPr wrap="none" anchor="ctr"/>
            <a:lstStyle/>
            <a:p>
              <a:endParaRPr lang="zh-CN" altLang="en-US" sz="2400"/>
            </a:p>
          </p:txBody>
        </p:sp>
        <p:sp>
          <p:nvSpPr>
            <p:cNvPr id="34937" name="Oval 121"/>
            <p:cNvSpPr>
              <a:spLocks noChangeArrowheads="1"/>
            </p:cNvSpPr>
            <p:nvPr/>
          </p:nvSpPr>
          <p:spPr bwMode="auto">
            <a:xfrm>
              <a:off x="6934915" y="4377214"/>
              <a:ext cx="157163" cy="157163"/>
            </a:xfrm>
            <a:prstGeom prst="ellipse">
              <a:avLst/>
            </a:prstGeom>
            <a:solidFill>
              <a:srgbClr val="CC0000"/>
            </a:solidFill>
            <a:ln w="22225">
              <a:solidFill>
                <a:srgbClr val="000000"/>
              </a:solidFill>
              <a:round/>
              <a:headEnd/>
              <a:tailEnd/>
            </a:ln>
            <a:effectLst/>
          </p:spPr>
          <p:txBody>
            <a:bodyPr wrap="none" anchor="ctr"/>
            <a:lstStyle/>
            <a:p>
              <a:endParaRPr lang="zh-CN" altLang="en-US" sz="2400"/>
            </a:p>
          </p:txBody>
        </p:sp>
        <p:sp>
          <p:nvSpPr>
            <p:cNvPr id="34938" name="Line 122"/>
            <p:cNvSpPr>
              <a:spLocks noChangeShapeType="1"/>
            </p:cNvSpPr>
            <p:nvPr/>
          </p:nvSpPr>
          <p:spPr bwMode="auto">
            <a:xfrm flipH="1" flipV="1">
              <a:off x="7039690" y="2484120"/>
              <a:ext cx="104775" cy="104775"/>
            </a:xfrm>
            <a:prstGeom prst="line">
              <a:avLst/>
            </a:prstGeom>
            <a:noFill/>
            <a:ln w="19050">
              <a:solidFill>
                <a:srgbClr val="000000"/>
              </a:solidFill>
              <a:round/>
              <a:headEnd/>
              <a:tailEnd/>
            </a:ln>
            <a:effectLst/>
          </p:spPr>
          <p:txBody>
            <a:bodyPr wrap="none"/>
            <a:lstStyle/>
            <a:p>
              <a:endParaRPr lang="zh-CN" altLang="en-US" sz="2400"/>
            </a:p>
          </p:txBody>
        </p:sp>
        <p:sp>
          <p:nvSpPr>
            <p:cNvPr id="34939" name="Line 123"/>
            <p:cNvSpPr>
              <a:spLocks noChangeShapeType="1"/>
            </p:cNvSpPr>
            <p:nvPr/>
          </p:nvSpPr>
          <p:spPr bwMode="auto">
            <a:xfrm flipV="1">
              <a:off x="7018259" y="2484120"/>
              <a:ext cx="0" cy="158353"/>
            </a:xfrm>
            <a:prstGeom prst="line">
              <a:avLst/>
            </a:prstGeom>
            <a:noFill/>
            <a:ln w="19050">
              <a:solidFill>
                <a:srgbClr val="000000"/>
              </a:solidFill>
              <a:round/>
              <a:headEnd/>
              <a:tailEnd/>
            </a:ln>
            <a:effectLst/>
          </p:spPr>
          <p:txBody>
            <a:bodyPr wrap="none"/>
            <a:lstStyle/>
            <a:p>
              <a:endParaRPr lang="zh-CN" altLang="en-US" sz="2400"/>
            </a:p>
          </p:txBody>
        </p:sp>
        <p:sp>
          <p:nvSpPr>
            <p:cNvPr id="34940" name="Freeform 124"/>
            <p:cNvSpPr>
              <a:spLocks/>
            </p:cNvSpPr>
            <p:nvPr/>
          </p:nvSpPr>
          <p:spPr bwMode="auto">
            <a:xfrm>
              <a:off x="7611190" y="3062764"/>
              <a:ext cx="59531" cy="157163"/>
            </a:xfrm>
            <a:custGeom>
              <a:avLst/>
              <a:gdLst/>
              <a:ahLst/>
              <a:cxnLst>
                <a:cxn ang="0">
                  <a:pos x="201" y="0"/>
                </a:cxn>
                <a:cxn ang="0">
                  <a:pos x="142" y="20"/>
                </a:cxn>
                <a:cxn ang="0">
                  <a:pos x="34" y="106"/>
                </a:cxn>
                <a:cxn ang="0">
                  <a:pos x="3" y="188"/>
                </a:cxn>
                <a:cxn ang="0">
                  <a:pos x="13" y="308"/>
                </a:cxn>
                <a:cxn ang="0">
                  <a:pos x="42" y="377"/>
                </a:cxn>
              </a:cxnLst>
              <a:rect l="0" t="0" r="r" b="b"/>
              <a:pathLst>
                <a:path w="201" h="377">
                  <a:moveTo>
                    <a:pt x="201" y="0"/>
                  </a:moveTo>
                  <a:cubicBezTo>
                    <a:pt x="191" y="5"/>
                    <a:pt x="170" y="2"/>
                    <a:pt x="142" y="20"/>
                  </a:cubicBezTo>
                  <a:cubicBezTo>
                    <a:pt x="114" y="38"/>
                    <a:pt x="57" y="78"/>
                    <a:pt x="34" y="106"/>
                  </a:cubicBezTo>
                  <a:cubicBezTo>
                    <a:pt x="11" y="134"/>
                    <a:pt x="6" y="154"/>
                    <a:pt x="3" y="188"/>
                  </a:cubicBezTo>
                  <a:cubicBezTo>
                    <a:pt x="0" y="222"/>
                    <a:pt x="7" y="277"/>
                    <a:pt x="13" y="308"/>
                  </a:cubicBezTo>
                  <a:cubicBezTo>
                    <a:pt x="19" y="339"/>
                    <a:pt x="36" y="363"/>
                    <a:pt x="42" y="377"/>
                  </a:cubicBezTo>
                </a:path>
              </a:pathLst>
            </a:custGeom>
            <a:noFill/>
            <a:ln w="19050" cmpd="sng">
              <a:solidFill>
                <a:srgbClr val="FF0000"/>
              </a:solidFill>
              <a:round/>
              <a:headEnd/>
              <a:tailEnd/>
            </a:ln>
            <a:effectLst/>
          </p:spPr>
          <p:txBody>
            <a:bodyPr wrap="none"/>
            <a:lstStyle/>
            <a:p>
              <a:endParaRPr lang="zh-CN" altLang="en-US" sz="2400"/>
            </a:p>
          </p:txBody>
        </p:sp>
        <p:graphicFrame>
          <p:nvGraphicFramePr>
            <p:cNvPr id="34942" name="Object 126"/>
            <p:cNvGraphicFramePr>
              <a:graphicFrameLocks noChangeAspect="1"/>
            </p:cNvGraphicFramePr>
            <p:nvPr>
              <p:extLst>
                <p:ext uri="{D42A27DB-BD31-4B8C-83A1-F6EECF244321}">
                  <p14:modId xmlns:p14="http://schemas.microsoft.com/office/powerpoint/2010/main" val="442649041"/>
                </p:ext>
              </p:extLst>
            </p:nvPr>
          </p:nvGraphicFramePr>
          <p:xfrm>
            <a:off x="6701874" y="3305530"/>
            <a:ext cx="285750" cy="317897"/>
          </p:xfrm>
          <a:graphic>
            <a:graphicData uri="http://schemas.openxmlformats.org/presentationml/2006/ole">
              <mc:AlternateContent xmlns:mc="http://schemas.openxmlformats.org/markup-compatibility/2006">
                <mc:Choice xmlns:v="urn:schemas-microsoft-com:vml" Requires="v">
                  <p:oleObj spid="_x0000_s35465" r:id="rId5" imgW="127042" imgH="139714" progId="Equation.3">
                    <p:embed/>
                  </p:oleObj>
                </mc:Choice>
                <mc:Fallback>
                  <p:oleObj r:id="rId5" imgW="127042" imgH="139714" progId="Equation.3">
                    <p:embed/>
                    <p:pic>
                      <p:nvPicPr>
                        <p:cNvPr id="0" name="Picture 1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1874" y="3305530"/>
                          <a:ext cx="285750" cy="3178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43" name="Object 127"/>
            <p:cNvGraphicFramePr>
              <a:graphicFrameLocks noChangeAspect="1"/>
            </p:cNvGraphicFramePr>
            <p:nvPr>
              <p:extLst>
                <p:ext uri="{D42A27DB-BD31-4B8C-83A1-F6EECF244321}">
                  <p14:modId xmlns:p14="http://schemas.microsoft.com/office/powerpoint/2010/main" val="2710529707"/>
                </p:ext>
              </p:extLst>
            </p:nvPr>
          </p:nvGraphicFramePr>
          <p:xfrm>
            <a:off x="6647974" y="2116217"/>
            <a:ext cx="342900" cy="375047"/>
          </p:xfrm>
          <a:graphic>
            <a:graphicData uri="http://schemas.openxmlformats.org/presentationml/2006/ole">
              <mc:AlternateContent xmlns:mc="http://schemas.openxmlformats.org/markup-compatibility/2006">
                <mc:Choice xmlns:v="urn:schemas-microsoft-com:vml" Requires="v">
                  <p:oleObj spid="_x0000_s35466" r:id="rId7" imgW="152519" imgH="165202" progId="Equation.3">
                    <p:embed/>
                  </p:oleObj>
                </mc:Choice>
                <mc:Fallback>
                  <p:oleObj r:id="rId7" imgW="152519" imgH="165202" progId="Equation.3">
                    <p:embed/>
                    <p:pic>
                      <p:nvPicPr>
                        <p:cNvPr id="0" name="Picture 1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7974" y="2116217"/>
                          <a:ext cx="342900" cy="375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44" name="Object 128"/>
            <p:cNvGraphicFramePr>
              <a:graphicFrameLocks noChangeAspect="1"/>
            </p:cNvGraphicFramePr>
            <p:nvPr>
              <p:extLst>
                <p:ext uri="{D42A27DB-BD31-4B8C-83A1-F6EECF244321}">
                  <p14:modId xmlns:p14="http://schemas.microsoft.com/office/powerpoint/2010/main" val="4249823306"/>
                </p:ext>
              </p:extLst>
            </p:nvPr>
          </p:nvGraphicFramePr>
          <p:xfrm>
            <a:off x="6672977" y="4418886"/>
            <a:ext cx="314325" cy="344091"/>
          </p:xfrm>
          <a:graphic>
            <a:graphicData uri="http://schemas.openxmlformats.org/presentationml/2006/ole">
              <mc:AlternateContent xmlns:mc="http://schemas.openxmlformats.org/markup-compatibility/2006">
                <mc:Choice xmlns:v="urn:schemas-microsoft-com:vml" Requires="v">
                  <p:oleObj spid="_x0000_s35467" r:id="rId9" imgW="152519" imgH="165202" progId="Equation.3">
                    <p:embed/>
                  </p:oleObj>
                </mc:Choice>
                <mc:Fallback>
                  <p:oleObj r:id="rId9" imgW="152519" imgH="165202" progId="Equation.3">
                    <p:embed/>
                    <p:pic>
                      <p:nvPicPr>
                        <p:cNvPr id="0" name="Picture 1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72977" y="4418886"/>
                          <a:ext cx="314325" cy="344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45" name="Object 129"/>
            <p:cNvGraphicFramePr>
              <a:graphicFrameLocks noChangeAspect="1"/>
            </p:cNvGraphicFramePr>
            <p:nvPr>
              <p:extLst>
                <p:ext uri="{D42A27DB-BD31-4B8C-83A1-F6EECF244321}">
                  <p14:modId xmlns:p14="http://schemas.microsoft.com/office/powerpoint/2010/main" val="4028870928"/>
                </p:ext>
              </p:extLst>
            </p:nvPr>
          </p:nvGraphicFramePr>
          <p:xfrm>
            <a:off x="7620715" y="2332911"/>
            <a:ext cx="314325" cy="344091"/>
          </p:xfrm>
          <a:graphic>
            <a:graphicData uri="http://schemas.openxmlformats.org/presentationml/2006/ole">
              <mc:AlternateContent xmlns:mc="http://schemas.openxmlformats.org/markup-compatibility/2006">
                <mc:Choice xmlns:v="urn:schemas-microsoft-com:vml" Requires="v">
                  <p:oleObj spid="_x0000_s35468" r:id="rId11" imgW="152519" imgH="165202" progId="Equation.3">
                    <p:embed/>
                  </p:oleObj>
                </mc:Choice>
                <mc:Fallback>
                  <p:oleObj r:id="rId11" imgW="152519" imgH="165202" progId="Equation.3">
                    <p:embed/>
                    <p:pic>
                      <p:nvPicPr>
                        <p:cNvPr id="0" name="Picture 1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715" y="2332911"/>
                          <a:ext cx="314325" cy="344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947" name="Object 131"/>
            <p:cNvGraphicFramePr>
              <a:graphicFrameLocks noChangeAspect="1"/>
            </p:cNvGraphicFramePr>
            <p:nvPr>
              <p:extLst>
                <p:ext uri="{D42A27DB-BD31-4B8C-83A1-F6EECF244321}">
                  <p14:modId xmlns:p14="http://schemas.microsoft.com/office/powerpoint/2010/main" val="3719230383"/>
                </p:ext>
              </p:extLst>
            </p:nvPr>
          </p:nvGraphicFramePr>
          <p:xfrm>
            <a:off x="8005287" y="3030617"/>
            <a:ext cx="316706" cy="342900"/>
          </p:xfrm>
          <a:graphic>
            <a:graphicData uri="http://schemas.openxmlformats.org/presentationml/2006/ole">
              <mc:AlternateContent xmlns:mc="http://schemas.openxmlformats.org/markup-compatibility/2006">
                <mc:Choice xmlns:v="urn:schemas-microsoft-com:vml" Requires="v">
                  <p:oleObj spid="_x0000_s35469" r:id="rId13" imgW="152519" imgH="165202" progId="Equation.3">
                    <p:embed/>
                  </p:oleObj>
                </mc:Choice>
                <mc:Fallback>
                  <p:oleObj r:id="rId13" imgW="152519" imgH="165202" progId="Equation.3">
                    <p:embed/>
                    <p:pic>
                      <p:nvPicPr>
                        <p:cNvPr id="0" name="Picture 1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05287" y="3030617"/>
                          <a:ext cx="316706"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 name="灯片编号占位符 4"/>
          <p:cNvSpPr>
            <a:spLocks noGrp="1"/>
          </p:cNvSpPr>
          <p:nvPr>
            <p:ph type="sldNum" sz="quarter" idx="10"/>
          </p:nvPr>
        </p:nvSpPr>
        <p:spPr/>
        <p:txBody>
          <a:bodyPr/>
          <a:lstStyle/>
          <a:p>
            <a:fld id="{BAEFA380-BBB0-482A-83F5-4ADF7C8B2313}" type="slidenum">
              <a:rPr lang="zh-CN" altLang="en-US"/>
              <a:pPr/>
              <a:t>19</a:t>
            </a:fld>
            <a:endParaRPr lang="en-US"/>
          </a:p>
        </p:txBody>
      </p:sp>
      <p:sp>
        <p:nvSpPr>
          <p:cNvPr id="35842" name="Text Box 2"/>
          <p:cNvSpPr txBox="1">
            <a:spLocks noChangeArrowheads="1"/>
          </p:cNvSpPr>
          <p:nvPr/>
        </p:nvSpPr>
        <p:spPr bwMode="auto">
          <a:xfrm>
            <a:off x="543889" y="383486"/>
            <a:ext cx="7480118" cy="535531"/>
          </a:xfrm>
          <a:prstGeom prst="rect">
            <a:avLst/>
          </a:prstGeom>
          <a:noFill/>
          <a:ln w="9525">
            <a:noFill/>
            <a:miter lim="800000"/>
            <a:headEnd/>
            <a:tailEnd/>
          </a:ln>
          <a:effectLst/>
        </p:spPr>
        <p:txBody>
          <a:bodyPr wrap="square">
            <a:spAutoFit/>
          </a:bodyPr>
          <a:lstStyle/>
          <a:p>
            <a:pPr>
              <a:lnSpc>
                <a:spcPct val="120000"/>
              </a:lnSpc>
              <a:buFont typeface="Arial" charset="0"/>
              <a:buNone/>
            </a:pPr>
            <a:r>
              <a:rPr lang="zh-CN" altLang="en-US" sz="2400" dirty="0">
                <a:solidFill>
                  <a:srgbClr val="CC0000"/>
                </a:solidFill>
                <a:latin typeface="Times New Roman" pitchFamily="18" charset="0"/>
              </a:rPr>
              <a:t>解：</a:t>
            </a:r>
            <a:r>
              <a:rPr lang="zh-CN" altLang="en-US" sz="2400" dirty="0">
                <a:solidFill>
                  <a:srgbClr val="000000"/>
                </a:solidFill>
                <a:latin typeface="Times New Roman" pitchFamily="18" charset="0"/>
              </a:rPr>
              <a:t>以弹簧、小球和地球为一个系统</a:t>
            </a:r>
            <a:r>
              <a:rPr lang="en-US" altLang="zh-CN" sz="2400" dirty="0">
                <a:solidFill>
                  <a:srgbClr val="000000"/>
                </a:solidFill>
                <a:latin typeface="Times New Roman" pitchFamily="18" charset="0"/>
              </a:rPr>
              <a:t>.</a:t>
            </a:r>
            <a:endParaRPr lang="zh-CN" altLang="en-US" sz="2400" dirty="0">
              <a:solidFill>
                <a:srgbClr val="000000"/>
              </a:solidFill>
              <a:latin typeface="Times New Roman" pitchFamily="18" charset="0"/>
            </a:endParaRPr>
          </a:p>
        </p:txBody>
      </p:sp>
      <p:grpSp>
        <p:nvGrpSpPr>
          <p:cNvPr id="2" name="Group 3"/>
          <p:cNvGrpSpPr>
            <a:grpSpLocks/>
          </p:cNvGrpSpPr>
          <p:nvPr/>
        </p:nvGrpSpPr>
        <p:grpSpPr bwMode="auto">
          <a:xfrm>
            <a:off x="815133" y="1064801"/>
            <a:ext cx="3877865" cy="461962"/>
            <a:chOff x="0" y="0"/>
            <a:chExt cx="3257" cy="388"/>
          </a:xfrm>
        </p:grpSpPr>
        <p:graphicFrame>
          <p:nvGraphicFramePr>
            <p:cNvPr id="35844" name="Object 4"/>
            <p:cNvGraphicFramePr>
              <a:graphicFrameLocks noChangeAspect="1"/>
            </p:cNvGraphicFramePr>
            <p:nvPr/>
          </p:nvGraphicFramePr>
          <p:xfrm>
            <a:off x="0" y="44"/>
            <a:ext cx="1020" cy="310"/>
          </p:xfrm>
          <a:graphic>
            <a:graphicData uri="http://schemas.openxmlformats.org/presentationml/2006/ole">
              <mc:AlternateContent xmlns:mc="http://schemas.openxmlformats.org/markup-compatibility/2006">
                <mc:Choice xmlns:v="urn:schemas-microsoft-com:vml" Requires="v">
                  <p:oleObj spid="_x0000_s365690" r:id="rId3" imgW="583505" imgH="177809" progId="Equation.3">
                    <p:embed/>
                  </p:oleObj>
                </mc:Choice>
                <mc:Fallback>
                  <p:oleObj r:id="rId3" imgW="583505" imgH="177809" progId="Equation.3">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4"/>
                          <a:ext cx="1020" cy="3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5" name="Text Box 5"/>
            <p:cNvSpPr txBox="1">
              <a:spLocks noChangeArrowheads="1"/>
            </p:cNvSpPr>
            <p:nvPr/>
          </p:nvSpPr>
          <p:spPr bwMode="auto">
            <a:xfrm>
              <a:off x="944" y="0"/>
              <a:ext cx="2313" cy="388"/>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a:solidFill>
                    <a:srgbClr val="1C1C1C"/>
                  </a:solidFill>
                  <a:latin typeface="Times New Roman" pitchFamily="18" charset="0"/>
                </a:rPr>
                <a:t>只有保守内力做功</a:t>
              </a:r>
            </a:p>
          </p:txBody>
        </p:sp>
      </p:grpSp>
      <p:grpSp>
        <p:nvGrpSpPr>
          <p:cNvPr id="3" name="Group 6"/>
          <p:cNvGrpSpPr>
            <a:grpSpLocks/>
          </p:cNvGrpSpPr>
          <p:nvPr/>
        </p:nvGrpSpPr>
        <p:grpSpPr bwMode="auto">
          <a:xfrm>
            <a:off x="744532" y="1672547"/>
            <a:ext cx="1933575" cy="508159"/>
            <a:chOff x="0" y="21"/>
            <a:chExt cx="1624" cy="388"/>
          </a:xfrm>
        </p:grpSpPr>
        <p:sp>
          <p:nvSpPr>
            <p:cNvPr id="35847" name="Text Box 7"/>
            <p:cNvSpPr txBox="1">
              <a:spLocks noChangeArrowheads="1"/>
            </p:cNvSpPr>
            <p:nvPr/>
          </p:nvSpPr>
          <p:spPr bwMode="auto">
            <a:xfrm>
              <a:off x="216" y="21"/>
              <a:ext cx="681" cy="388"/>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a:solidFill>
                    <a:srgbClr val="1C1C1C"/>
                  </a:solidFill>
                  <a:latin typeface="Times New Roman" pitchFamily="18" charset="0"/>
                </a:rPr>
                <a:t>系统</a:t>
              </a:r>
            </a:p>
          </p:txBody>
        </p:sp>
        <p:graphicFrame>
          <p:nvGraphicFramePr>
            <p:cNvPr id="35848" name="Object 8"/>
            <p:cNvGraphicFramePr>
              <a:graphicFrameLocks noChangeAspect="1"/>
            </p:cNvGraphicFramePr>
            <p:nvPr/>
          </p:nvGraphicFramePr>
          <p:xfrm>
            <a:off x="0" y="93"/>
            <a:ext cx="290" cy="263"/>
          </p:xfrm>
          <a:graphic>
            <a:graphicData uri="http://schemas.openxmlformats.org/presentationml/2006/ole">
              <mc:AlternateContent xmlns:mc="http://schemas.openxmlformats.org/markup-compatibility/2006">
                <mc:Choice xmlns:v="urn:schemas-microsoft-com:vml" Requires="v">
                  <p:oleObj spid="_x0000_s365691" r:id="rId5" imgW="139714" imgH="127042" progId="Equation.3">
                    <p:embed/>
                  </p:oleObj>
                </mc:Choice>
                <mc:Fallback>
                  <p:oleObj r:id="rId5" imgW="139714" imgH="127042" progId="Equation.3">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93"/>
                          <a:ext cx="290"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extLst>
                <p:ext uri="{D42A27DB-BD31-4B8C-83A1-F6EECF244321}">
                  <p14:modId xmlns:p14="http://schemas.microsoft.com/office/powerpoint/2010/main" val="1456025807"/>
                </p:ext>
              </p:extLst>
            </p:nvPr>
          </p:nvGraphicFramePr>
          <p:xfrm>
            <a:off x="786" y="46"/>
            <a:ext cx="838" cy="337"/>
          </p:xfrm>
          <a:graphic>
            <a:graphicData uri="http://schemas.openxmlformats.org/presentationml/2006/ole">
              <mc:AlternateContent xmlns:mc="http://schemas.openxmlformats.org/markup-compatibility/2006">
                <mc:Choice xmlns:v="urn:schemas-microsoft-com:vml" Requires="v">
                  <p:oleObj spid="_x0000_s365692" r:id="rId7" imgW="533023" imgH="215936" progId="Equation.3">
                    <p:embed/>
                  </p:oleObj>
                </mc:Choice>
                <mc:Fallback>
                  <p:oleObj r:id="rId7" imgW="533023" imgH="215936"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6" y="46"/>
                          <a:ext cx="838" cy="337"/>
                        </a:xfrm>
                        <a:prstGeom prst="rect">
                          <a:avLst/>
                        </a:prstGeom>
                        <a:noFill/>
                        <a:extLst/>
                      </p:spPr>
                    </p:pic>
                  </p:oleObj>
                </mc:Fallback>
              </mc:AlternateContent>
            </a:graphicData>
          </a:graphic>
        </p:graphicFrame>
      </p:grpSp>
      <p:grpSp>
        <p:nvGrpSpPr>
          <p:cNvPr id="4" name="Group 10"/>
          <p:cNvGrpSpPr>
            <a:grpSpLocks/>
          </p:cNvGrpSpPr>
          <p:nvPr/>
        </p:nvGrpSpPr>
        <p:grpSpPr bwMode="auto">
          <a:xfrm>
            <a:off x="716905" y="2980434"/>
            <a:ext cx="4398169" cy="765573"/>
            <a:chOff x="0" y="71"/>
            <a:chExt cx="3694" cy="643"/>
          </a:xfrm>
        </p:grpSpPr>
        <p:sp>
          <p:nvSpPr>
            <p:cNvPr id="35851" name="Text Box 11"/>
            <p:cNvSpPr txBox="1">
              <a:spLocks noChangeArrowheads="1"/>
            </p:cNvSpPr>
            <p:nvPr/>
          </p:nvSpPr>
          <p:spPr bwMode="auto">
            <a:xfrm>
              <a:off x="0" y="198"/>
              <a:ext cx="528" cy="388"/>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a:solidFill>
                    <a:srgbClr val="1C1C1C"/>
                  </a:solidFill>
                  <a:latin typeface="Times New Roman" pitchFamily="18" charset="0"/>
                </a:rPr>
                <a:t>即</a:t>
              </a:r>
            </a:p>
          </p:txBody>
        </p:sp>
        <p:graphicFrame>
          <p:nvGraphicFramePr>
            <p:cNvPr id="35852" name="Object 12"/>
            <p:cNvGraphicFramePr>
              <a:graphicFrameLocks noChangeAspect="1"/>
            </p:cNvGraphicFramePr>
            <p:nvPr>
              <p:extLst>
                <p:ext uri="{D42A27DB-BD31-4B8C-83A1-F6EECF244321}">
                  <p14:modId xmlns:p14="http://schemas.microsoft.com/office/powerpoint/2010/main" val="1170091105"/>
                </p:ext>
              </p:extLst>
            </p:nvPr>
          </p:nvGraphicFramePr>
          <p:xfrm>
            <a:off x="385" y="71"/>
            <a:ext cx="3309" cy="643"/>
          </p:xfrm>
          <a:graphic>
            <a:graphicData uri="http://schemas.openxmlformats.org/presentationml/2006/ole">
              <mc:AlternateContent xmlns:mc="http://schemas.openxmlformats.org/markup-compatibility/2006">
                <mc:Choice xmlns:v="urn:schemas-microsoft-com:vml" Requires="v">
                  <p:oleObj spid="_x0000_s365693" r:id="rId9" imgW="2094908" imgH="393846" progId="Equation.3">
                    <p:embed/>
                  </p:oleObj>
                </mc:Choice>
                <mc:Fallback>
                  <p:oleObj r:id="rId9" imgW="2094908" imgH="393846" progId="Equation.3">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 y="71"/>
                          <a:ext cx="3309" cy="643"/>
                        </a:xfrm>
                        <a:prstGeom prst="rect">
                          <a:avLst/>
                        </a:prstGeom>
                        <a:noFill/>
                        <a:extLst/>
                      </p:spPr>
                    </p:pic>
                  </p:oleObj>
                </mc:Fallback>
              </mc:AlternateContent>
            </a:graphicData>
          </a:graphic>
        </p:graphicFrame>
      </p:grpSp>
      <p:graphicFrame>
        <p:nvGraphicFramePr>
          <p:cNvPr id="35853" name="Object 13"/>
          <p:cNvGraphicFramePr>
            <a:graphicFrameLocks noGrp="1" noChangeAspect="1"/>
          </p:cNvGraphicFramePr>
          <p:nvPr>
            <p:ph sz="half" idx="1"/>
            <p:extLst>
              <p:ext uri="{D42A27DB-BD31-4B8C-83A1-F6EECF244321}">
                <p14:modId xmlns:p14="http://schemas.microsoft.com/office/powerpoint/2010/main" val="3914583846"/>
              </p:ext>
            </p:extLst>
          </p:nvPr>
        </p:nvGraphicFramePr>
        <p:xfrm>
          <a:off x="1175296" y="3879005"/>
          <a:ext cx="2025387" cy="839330"/>
        </p:xfrm>
        <a:graphic>
          <a:graphicData uri="http://schemas.openxmlformats.org/presentationml/2006/ole">
            <mc:AlternateContent xmlns:mc="http://schemas.openxmlformats.org/markup-compatibility/2006">
              <mc:Choice xmlns:v="urn:schemas-microsoft-com:vml" Requires="v">
                <p:oleObj spid="_x0000_s365694" r:id="rId11" imgW="1016317" imgH="419417" progId="Equation.3">
                  <p:embed/>
                </p:oleObj>
              </mc:Choice>
              <mc:Fallback>
                <p:oleObj r:id="rId11" imgW="1016317" imgH="419417" progId="Equation.3">
                  <p:embed/>
                  <p:pic>
                    <p:nvPicPr>
                      <p:cNvPr id="0" name="Picture 2"/>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75296" y="3879005"/>
                        <a:ext cx="2025387" cy="839330"/>
                      </a:xfrm>
                      <a:prstGeom prst="rect">
                        <a:avLst/>
                      </a:prstGeom>
                      <a:noFill/>
                      <a:effectLst/>
                      <a:extLst/>
                    </p:spPr>
                  </p:pic>
                </p:oleObj>
              </mc:Fallback>
            </mc:AlternateContent>
          </a:graphicData>
        </a:graphic>
      </p:graphicFrame>
      <p:sp>
        <p:nvSpPr>
          <p:cNvPr id="35854" name="Text Box 14"/>
          <p:cNvSpPr txBox="1">
            <a:spLocks noChangeArrowheads="1"/>
          </p:cNvSpPr>
          <p:nvPr/>
        </p:nvSpPr>
        <p:spPr bwMode="auto">
          <a:xfrm>
            <a:off x="727417" y="4067838"/>
            <a:ext cx="628650" cy="461665"/>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dirty="0">
                <a:solidFill>
                  <a:srgbClr val="1C1C1C"/>
                </a:solidFill>
                <a:latin typeface="Times New Roman" pitchFamily="18" charset="0"/>
              </a:rPr>
              <a:t>又</a:t>
            </a:r>
          </a:p>
        </p:txBody>
      </p:sp>
      <p:graphicFrame>
        <p:nvGraphicFramePr>
          <p:cNvPr id="35855" name="Object 15"/>
          <p:cNvGraphicFramePr>
            <a:graphicFrameLocks noGrp="1" noChangeAspect="1"/>
          </p:cNvGraphicFramePr>
          <p:nvPr>
            <p:ph sz="half" idx="2"/>
            <p:extLst>
              <p:ext uri="{D42A27DB-BD31-4B8C-83A1-F6EECF244321}">
                <p14:modId xmlns:p14="http://schemas.microsoft.com/office/powerpoint/2010/main" val="3667765634"/>
              </p:ext>
            </p:extLst>
          </p:nvPr>
        </p:nvGraphicFramePr>
        <p:xfrm>
          <a:off x="4430107" y="3901220"/>
          <a:ext cx="1178213" cy="794901"/>
        </p:xfrm>
        <a:graphic>
          <a:graphicData uri="http://schemas.openxmlformats.org/presentationml/2006/ole">
            <mc:AlternateContent xmlns:mc="http://schemas.openxmlformats.org/markup-compatibility/2006">
              <mc:Choice xmlns:v="urn:schemas-microsoft-com:vml" Requires="v">
                <p:oleObj spid="_x0000_s365695" r:id="rId13" imgW="584264" imgH="393846" progId="Equation.3">
                  <p:embed/>
                </p:oleObj>
              </mc:Choice>
              <mc:Fallback>
                <p:oleObj r:id="rId13" imgW="584264" imgH="393846" progId="Equation.3">
                  <p:embed/>
                  <p:pic>
                    <p:nvPicPr>
                      <p:cNvPr id="0" name="Picture 3"/>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30107" y="3901220"/>
                        <a:ext cx="1178213" cy="794901"/>
                      </a:xfrm>
                      <a:prstGeom prst="rect">
                        <a:avLst/>
                      </a:prstGeom>
                      <a:noFill/>
                      <a:effectLst/>
                      <a:extLst/>
                    </p:spPr>
                  </p:pic>
                </p:oleObj>
              </mc:Fallback>
            </mc:AlternateContent>
          </a:graphicData>
        </a:graphic>
      </p:graphicFrame>
      <p:sp>
        <p:nvSpPr>
          <p:cNvPr id="35856" name="Text Box 16"/>
          <p:cNvSpPr txBox="1">
            <a:spLocks noChangeArrowheads="1"/>
          </p:cNvSpPr>
          <p:nvPr/>
        </p:nvSpPr>
        <p:spPr bwMode="auto">
          <a:xfrm>
            <a:off x="3717757" y="4067838"/>
            <a:ext cx="864394" cy="461665"/>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a:solidFill>
                  <a:srgbClr val="1C1C1C"/>
                </a:solidFill>
                <a:latin typeface="Times New Roman" pitchFamily="18" charset="0"/>
              </a:rPr>
              <a:t>所以</a:t>
            </a:r>
          </a:p>
        </p:txBody>
      </p:sp>
      <p:sp>
        <p:nvSpPr>
          <p:cNvPr id="35858" name="Text Box 18"/>
          <p:cNvSpPr txBox="1">
            <a:spLocks noChangeArrowheads="1"/>
          </p:cNvSpPr>
          <p:nvPr/>
        </p:nvSpPr>
        <p:spPr bwMode="auto">
          <a:xfrm>
            <a:off x="702691" y="2326490"/>
            <a:ext cx="3563541" cy="508159"/>
          </a:xfrm>
          <a:prstGeom prst="rect">
            <a:avLst/>
          </a:prstGeom>
          <a:noFill/>
          <a:ln w="9525">
            <a:noFill/>
            <a:miter lim="800000"/>
            <a:headEnd/>
            <a:tailEnd/>
          </a:ln>
          <a:effectLst/>
        </p:spPr>
        <p:txBody>
          <a:bodyPr>
            <a:spAutoFit/>
          </a:bodyPr>
          <a:lstStyle/>
          <a:p>
            <a:pPr>
              <a:spcBef>
                <a:spcPct val="50000"/>
              </a:spcBef>
              <a:buFont typeface="Arial" charset="0"/>
              <a:buNone/>
            </a:pPr>
            <a:r>
              <a:rPr lang="zh-CN" altLang="en-US" sz="2400" dirty="0">
                <a:solidFill>
                  <a:srgbClr val="1C1C1C"/>
                </a:solidFill>
                <a:latin typeface="Times New Roman" pitchFamily="18" charset="0"/>
              </a:rPr>
              <a:t>取点</a:t>
            </a:r>
            <a:r>
              <a:rPr lang="en-US" altLang="zh-CN" sz="2400" b="0" i="1" dirty="0">
                <a:solidFill>
                  <a:srgbClr val="FF0000"/>
                </a:solidFill>
                <a:latin typeface="Times New Roman" pitchFamily="18" charset="0"/>
              </a:rPr>
              <a:t>B</a:t>
            </a:r>
            <a:r>
              <a:rPr lang="zh-CN" altLang="en-US" sz="2400" dirty="0">
                <a:solidFill>
                  <a:srgbClr val="1C1C1C"/>
                </a:solidFill>
                <a:latin typeface="Times New Roman" pitchFamily="18" charset="0"/>
              </a:rPr>
              <a:t>为重力势能</a:t>
            </a:r>
            <a:r>
              <a:rPr lang="zh-CN" altLang="en-US" sz="2400" dirty="0">
                <a:solidFill>
                  <a:srgbClr val="FF0000"/>
                </a:solidFill>
                <a:latin typeface="Times New Roman" pitchFamily="18" charset="0"/>
              </a:rPr>
              <a:t>零点</a:t>
            </a:r>
          </a:p>
        </p:txBody>
      </p:sp>
      <p:grpSp>
        <p:nvGrpSpPr>
          <p:cNvPr id="6" name="Group 19"/>
          <p:cNvGrpSpPr>
            <a:grpSpLocks/>
          </p:cNvGrpSpPr>
          <p:nvPr/>
        </p:nvGrpSpPr>
        <p:grpSpPr bwMode="auto">
          <a:xfrm>
            <a:off x="6244022" y="3155643"/>
            <a:ext cx="2440555" cy="421482"/>
            <a:chOff x="970" y="-165"/>
            <a:chExt cx="2030" cy="325"/>
          </a:xfrm>
        </p:grpSpPr>
        <p:sp>
          <p:nvSpPr>
            <p:cNvPr id="35860" name="Line 20"/>
            <p:cNvSpPr>
              <a:spLocks noChangeShapeType="1"/>
            </p:cNvSpPr>
            <p:nvPr/>
          </p:nvSpPr>
          <p:spPr bwMode="auto">
            <a:xfrm>
              <a:off x="970" y="-60"/>
              <a:ext cx="1344" cy="0"/>
            </a:xfrm>
            <a:prstGeom prst="line">
              <a:avLst/>
            </a:prstGeom>
            <a:noFill/>
            <a:ln w="9525">
              <a:solidFill>
                <a:srgbClr val="000000"/>
              </a:solidFill>
              <a:prstDash val="dash"/>
              <a:round/>
              <a:headEnd/>
              <a:tailEnd/>
            </a:ln>
            <a:effectLst/>
          </p:spPr>
          <p:txBody>
            <a:bodyPr wrap="none"/>
            <a:lstStyle/>
            <a:p>
              <a:pPr>
                <a:buFont typeface="Arial" charset="0"/>
                <a:buNone/>
              </a:pPr>
              <a:endParaRPr lang="zh-CN" altLang="en-US" sz="2400">
                <a:solidFill>
                  <a:srgbClr val="000000"/>
                </a:solidFill>
              </a:endParaRPr>
            </a:p>
          </p:txBody>
        </p:sp>
        <p:graphicFrame>
          <p:nvGraphicFramePr>
            <p:cNvPr id="35861" name="Object 21"/>
            <p:cNvGraphicFramePr>
              <a:graphicFrameLocks noChangeAspect="1"/>
            </p:cNvGraphicFramePr>
            <p:nvPr>
              <p:extLst>
                <p:ext uri="{D42A27DB-BD31-4B8C-83A1-F6EECF244321}">
                  <p14:modId xmlns:p14="http://schemas.microsoft.com/office/powerpoint/2010/main" val="1899099657"/>
                </p:ext>
              </p:extLst>
            </p:nvPr>
          </p:nvGraphicFramePr>
          <p:xfrm>
            <a:off x="2345" y="-165"/>
            <a:ext cx="655" cy="325"/>
          </p:xfrm>
          <a:graphic>
            <a:graphicData uri="http://schemas.openxmlformats.org/presentationml/2006/ole">
              <mc:AlternateContent xmlns:mc="http://schemas.openxmlformats.org/markup-compatibility/2006">
                <mc:Choice xmlns:v="urn:schemas-microsoft-com:vml" Requires="v">
                  <p:oleObj spid="_x0000_s365696" r:id="rId15" imgW="838517" imgH="419417" progId="Equation.3">
                    <p:embed/>
                  </p:oleObj>
                </mc:Choice>
                <mc:Fallback>
                  <p:oleObj r:id="rId15" imgW="838517" imgH="419417" progId="Equation.3">
                    <p:embed/>
                    <p:pic>
                      <p:nvPicPr>
                        <p:cNvPr id="0"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45" y="-165"/>
                          <a:ext cx="655" cy="325"/>
                        </a:xfrm>
                        <a:prstGeom prst="rect">
                          <a:avLst/>
                        </a:prstGeom>
                        <a:noFill/>
                        <a:extLst/>
                      </p:spPr>
                    </p:pic>
                  </p:oleObj>
                </mc:Fallback>
              </mc:AlternateContent>
            </a:graphicData>
          </a:graphic>
        </p:graphicFrame>
      </p:grpSp>
      <p:grpSp>
        <p:nvGrpSpPr>
          <p:cNvPr id="153" name="组合 152"/>
          <p:cNvGrpSpPr/>
          <p:nvPr/>
        </p:nvGrpSpPr>
        <p:grpSpPr>
          <a:xfrm>
            <a:off x="6152344" y="947308"/>
            <a:ext cx="2333625" cy="2758363"/>
            <a:chOff x="5988368" y="2116217"/>
            <a:chExt cx="2333625" cy="2758363"/>
          </a:xfrm>
        </p:grpSpPr>
        <p:sp>
          <p:nvSpPr>
            <p:cNvPr id="154" name="椭圆 153"/>
            <p:cNvSpPr/>
            <p:nvPr/>
          </p:nvSpPr>
          <p:spPr bwMode="auto">
            <a:xfrm>
              <a:off x="6997440" y="3430645"/>
              <a:ext cx="36000" cy="36000"/>
            </a:xfrm>
            <a:prstGeom prst="ellipse">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sp>
          <p:nvSpPr>
            <p:cNvPr id="155" name="Line 4"/>
            <p:cNvSpPr>
              <a:spLocks noChangeShapeType="1"/>
            </p:cNvSpPr>
            <p:nvPr/>
          </p:nvSpPr>
          <p:spPr bwMode="auto">
            <a:xfrm flipH="1">
              <a:off x="7250431" y="3219927"/>
              <a:ext cx="735806" cy="0"/>
            </a:xfrm>
            <a:prstGeom prst="line">
              <a:avLst/>
            </a:prstGeom>
            <a:noFill/>
            <a:ln w="19050">
              <a:solidFill>
                <a:srgbClr val="000000"/>
              </a:solidFill>
              <a:prstDash val="dash"/>
              <a:round/>
              <a:headEnd/>
              <a:tailEnd/>
            </a:ln>
            <a:effectLst/>
          </p:spPr>
          <p:txBody>
            <a:bodyPr wrap="none"/>
            <a:lstStyle/>
            <a:p>
              <a:endParaRPr lang="zh-CN" altLang="en-US" sz="2400"/>
            </a:p>
          </p:txBody>
        </p:sp>
        <p:sp>
          <p:nvSpPr>
            <p:cNvPr id="156" name="AutoShape 5"/>
            <p:cNvSpPr>
              <a:spLocks noChangeArrowheads="1"/>
            </p:cNvSpPr>
            <p:nvPr/>
          </p:nvSpPr>
          <p:spPr bwMode="auto">
            <a:xfrm>
              <a:off x="5988368" y="2431733"/>
              <a:ext cx="2050256" cy="2050257"/>
            </a:xfrm>
            <a:custGeom>
              <a:avLst/>
              <a:gdLst>
                <a:gd name="G0" fmla="+- 588 0 0"/>
                <a:gd name="G1" fmla="+- 21600 0 588"/>
                <a:gd name="G2" fmla="+- 21600 0 588"/>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88" y="10800"/>
                  </a:moveTo>
                  <a:cubicBezTo>
                    <a:pt x="588" y="16440"/>
                    <a:pt x="5160" y="21012"/>
                    <a:pt x="10800" y="21012"/>
                  </a:cubicBezTo>
                  <a:cubicBezTo>
                    <a:pt x="16440" y="21012"/>
                    <a:pt x="21012" y="16440"/>
                    <a:pt x="21012" y="10800"/>
                  </a:cubicBezTo>
                  <a:cubicBezTo>
                    <a:pt x="21012" y="5160"/>
                    <a:pt x="16440" y="588"/>
                    <a:pt x="10800" y="588"/>
                  </a:cubicBezTo>
                  <a:cubicBezTo>
                    <a:pt x="5160" y="588"/>
                    <a:pt x="588" y="5160"/>
                    <a:pt x="588" y="10800"/>
                  </a:cubicBezTo>
                  <a:close/>
                </a:path>
              </a:pathLst>
            </a:custGeom>
            <a:solidFill>
              <a:srgbClr val="3399FF"/>
            </a:solidFill>
            <a:ln w="9525">
              <a:solidFill>
                <a:schemeClr val="tx1"/>
              </a:solidFill>
              <a:round/>
              <a:headEnd/>
              <a:tailEnd/>
            </a:ln>
            <a:effectLst/>
          </p:spPr>
          <p:txBody>
            <a:bodyPr wrap="none" anchor="ctr"/>
            <a:lstStyle/>
            <a:p>
              <a:endParaRPr lang="zh-CN" altLang="en-US" sz="2400"/>
            </a:p>
          </p:txBody>
        </p:sp>
        <p:graphicFrame>
          <p:nvGraphicFramePr>
            <p:cNvPr id="157" name="Object 6"/>
            <p:cNvGraphicFramePr>
              <a:graphicFrameLocks noChangeAspect="1"/>
            </p:cNvGraphicFramePr>
            <p:nvPr>
              <p:extLst>
                <p:ext uri="{D42A27DB-BD31-4B8C-83A1-F6EECF244321}">
                  <p14:modId xmlns:p14="http://schemas.microsoft.com/office/powerpoint/2010/main" val="3809847920"/>
                </p:ext>
              </p:extLst>
            </p:nvPr>
          </p:nvGraphicFramePr>
          <p:xfrm>
            <a:off x="7144465" y="2975848"/>
            <a:ext cx="421481" cy="297656"/>
          </p:xfrm>
          <a:graphic>
            <a:graphicData uri="http://schemas.openxmlformats.org/presentationml/2006/ole">
              <mc:AlternateContent xmlns:mc="http://schemas.openxmlformats.org/markup-compatibility/2006">
                <mc:Choice xmlns:v="urn:schemas-microsoft-com:vml" Requires="v">
                  <p:oleObj spid="_x0000_s365697" r:id="rId17" imgW="253877" imgH="177809" progId="Equation.3">
                    <p:embed/>
                  </p:oleObj>
                </mc:Choice>
                <mc:Fallback>
                  <p:oleObj r:id="rId17" imgW="253877" imgH="177809" progId="Equation.3">
                    <p:embed/>
                    <p:pic>
                      <p:nvPicPr>
                        <p:cNvPr id="34822" name="Object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44465" y="2975848"/>
                          <a:ext cx="421481" cy="2976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 name="Oval 7"/>
            <p:cNvSpPr>
              <a:spLocks noChangeArrowheads="1"/>
            </p:cNvSpPr>
            <p:nvPr/>
          </p:nvSpPr>
          <p:spPr bwMode="auto">
            <a:xfrm>
              <a:off x="6961109" y="2379345"/>
              <a:ext cx="104775" cy="104775"/>
            </a:xfrm>
            <a:prstGeom prst="ellipse">
              <a:avLst/>
            </a:prstGeom>
            <a:solidFill>
              <a:srgbClr val="000000"/>
            </a:solidFill>
            <a:ln w="19050">
              <a:solidFill>
                <a:schemeClr val="tx1"/>
              </a:solidFill>
              <a:round/>
              <a:headEnd/>
              <a:tailEnd/>
            </a:ln>
            <a:effectLst/>
          </p:spPr>
          <p:txBody>
            <a:bodyPr wrap="none" anchor="ctr"/>
            <a:lstStyle/>
            <a:p>
              <a:endParaRPr lang="zh-CN" altLang="en-US" sz="2400"/>
            </a:p>
          </p:txBody>
        </p:sp>
        <p:grpSp>
          <p:nvGrpSpPr>
            <p:cNvPr id="159" name="Group 8"/>
            <p:cNvGrpSpPr>
              <a:grpSpLocks/>
            </p:cNvGrpSpPr>
            <p:nvPr/>
          </p:nvGrpSpPr>
          <p:grpSpPr bwMode="auto">
            <a:xfrm rot="2271646">
              <a:off x="6963490" y="2754392"/>
              <a:ext cx="1078706" cy="185738"/>
              <a:chOff x="0" y="0"/>
              <a:chExt cx="2005" cy="302"/>
            </a:xfrm>
          </p:grpSpPr>
          <p:sp>
            <p:nvSpPr>
              <p:cNvPr id="226" name="Line 9"/>
              <p:cNvSpPr>
                <a:spLocks noChangeShapeType="1"/>
              </p:cNvSpPr>
              <p:nvPr/>
            </p:nvSpPr>
            <p:spPr bwMode="auto">
              <a:xfrm rot="10403698" flipH="1">
                <a:off x="0" y="115"/>
                <a:ext cx="79" cy="0"/>
              </a:xfrm>
              <a:prstGeom prst="line">
                <a:avLst/>
              </a:prstGeom>
              <a:noFill/>
              <a:ln w="19050">
                <a:solidFill>
                  <a:srgbClr val="000000"/>
                </a:solidFill>
                <a:round/>
                <a:headEnd/>
                <a:tailEnd/>
              </a:ln>
              <a:effectLst/>
            </p:spPr>
            <p:txBody>
              <a:bodyPr wrap="none" anchor="ctr"/>
              <a:lstStyle/>
              <a:p>
                <a:endParaRPr lang="zh-CN" altLang="en-US" sz="2400"/>
              </a:p>
            </p:txBody>
          </p:sp>
          <p:grpSp>
            <p:nvGrpSpPr>
              <p:cNvPr id="227" name="Group 10"/>
              <p:cNvGrpSpPr>
                <a:grpSpLocks/>
              </p:cNvGrpSpPr>
              <p:nvPr/>
            </p:nvGrpSpPr>
            <p:grpSpPr bwMode="auto">
              <a:xfrm>
                <a:off x="93" y="0"/>
                <a:ext cx="1806" cy="302"/>
                <a:chOff x="0" y="0"/>
                <a:chExt cx="2434" cy="302"/>
              </a:xfrm>
            </p:grpSpPr>
            <p:grpSp>
              <p:nvGrpSpPr>
                <p:cNvPr id="231" name="Group 11"/>
                <p:cNvGrpSpPr>
                  <a:grpSpLocks/>
                </p:cNvGrpSpPr>
                <p:nvPr/>
              </p:nvGrpSpPr>
              <p:grpSpPr bwMode="auto">
                <a:xfrm>
                  <a:off x="977" y="7"/>
                  <a:ext cx="497" cy="295"/>
                  <a:chOff x="0" y="0"/>
                  <a:chExt cx="1152" cy="240"/>
                </a:xfrm>
              </p:grpSpPr>
              <p:grpSp>
                <p:nvGrpSpPr>
                  <p:cNvPr id="272" name="Group 12"/>
                  <p:cNvGrpSpPr>
                    <a:grpSpLocks/>
                  </p:cNvGrpSpPr>
                  <p:nvPr/>
                </p:nvGrpSpPr>
                <p:grpSpPr bwMode="auto">
                  <a:xfrm>
                    <a:off x="0" y="0"/>
                    <a:ext cx="384" cy="240"/>
                    <a:chOff x="0" y="0"/>
                    <a:chExt cx="384" cy="240"/>
                  </a:xfrm>
                </p:grpSpPr>
                <p:sp>
                  <p:nvSpPr>
                    <p:cNvPr id="279" name="Line 1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80" name="Line 1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73" name="Group 15"/>
                  <p:cNvGrpSpPr>
                    <a:grpSpLocks/>
                  </p:cNvGrpSpPr>
                  <p:nvPr/>
                </p:nvGrpSpPr>
                <p:grpSpPr bwMode="auto">
                  <a:xfrm>
                    <a:off x="384" y="0"/>
                    <a:ext cx="384" cy="240"/>
                    <a:chOff x="0" y="0"/>
                    <a:chExt cx="384" cy="240"/>
                  </a:xfrm>
                </p:grpSpPr>
                <p:sp>
                  <p:nvSpPr>
                    <p:cNvPr id="277" name="Line 1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78" name="Line 1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74" name="Group 18"/>
                  <p:cNvGrpSpPr>
                    <a:grpSpLocks/>
                  </p:cNvGrpSpPr>
                  <p:nvPr/>
                </p:nvGrpSpPr>
                <p:grpSpPr bwMode="auto">
                  <a:xfrm>
                    <a:off x="768" y="0"/>
                    <a:ext cx="384" cy="240"/>
                    <a:chOff x="0" y="0"/>
                    <a:chExt cx="384" cy="240"/>
                  </a:xfrm>
                </p:grpSpPr>
                <p:sp>
                  <p:nvSpPr>
                    <p:cNvPr id="275" name="Line 1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76" name="Line 2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232" name="Group 21"/>
                <p:cNvGrpSpPr>
                  <a:grpSpLocks/>
                </p:cNvGrpSpPr>
                <p:nvPr/>
              </p:nvGrpSpPr>
              <p:grpSpPr bwMode="auto">
                <a:xfrm>
                  <a:off x="1457" y="0"/>
                  <a:ext cx="497" cy="295"/>
                  <a:chOff x="0" y="0"/>
                  <a:chExt cx="1152" cy="240"/>
                </a:xfrm>
              </p:grpSpPr>
              <p:grpSp>
                <p:nvGrpSpPr>
                  <p:cNvPr id="263" name="Group 22"/>
                  <p:cNvGrpSpPr>
                    <a:grpSpLocks/>
                  </p:cNvGrpSpPr>
                  <p:nvPr/>
                </p:nvGrpSpPr>
                <p:grpSpPr bwMode="auto">
                  <a:xfrm>
                    <a:off x="0" y="0"/>
                    <a:ext cx="384" cy="240"/>
                    <a:chOff x="0" y="0"/>
                    <a:chExt cx="384" cy="240"/>
                  </a:xfrm>
                </p:grpSpPr>
                <p:sp>
                  <p:nvSpPr>
                    <p:cNvPr id="270" name="Line 2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71" name="Line 2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64" name="Group 25"/>
                  <p:cNvGrpSpPr>
                    <a:grpSpLocks/>
                  </p:cNvGrpSpPr>
                  <p:nvPr/>
                </p:nvGrpSpPr>
                <p:grpSpPr bwMode="auto">
                  <a:xfrm>
                    <a:off x="384" y="0"/>
                    <a:ext cx="384" cy="240"/>
                    <a:chOff x="0" y="0"/>
                    <a:chExt cx="384" cy="240"/>
                  </a:xfrm>
                </p:grpSpPr>
                <p:sp>
                  <p:nvSpPr>
                    <p:cNvPr id="268" name="Line 2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69" name="Line 2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65" name="Group 28"/>
                  <p:cNvGrpSpPr>
                    <a:grpSpLocks/>
                  </p:cNvGrpSpPr>
                  <p:nvPr/>
                </p:nvGrpSpPr>
                <p:grpSpPr bwMode="auto">
                  <a:xfrm>
                    <a:off x="768" y="0"/>
                    <a:ext cx="384" cy="240"/>
                    <a:chOff x="0" y="0"/>
                    <a:chExt cx="384" cy="240"/>
                  </a:xfrm>
                </p:grpSpPr>
                <p:sp>
                  <p:nvSpPr>
                    <p:cNvPr id="266" name="Line 2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67" name="Line 3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233" name="Group 31"/>
                <p:cNvGrpSpPr>
                  <a:grpSpLocks/>
                </p:cNvGrpSpPr>
                <p:nvPr/>
              </p:nvGrpSpPr>
              <p:grpSpPr bwMode="auto">
                <a:xfrm>
                  <a:off x="480" y="7"/>
                  <a:ext cx="497" cy="295"/>
                  <a:chOff x="0" y="0"/>
                  <a:chExt cx="1152" cy="240"/>
                </a:xfrm>
              </p:grpSpPr>
              <p:grpSp>
                <p:nvGrpSpPr>
                  <p:cNvPr id="254" name="Group 32"/>
                  <p:cNvGrpSpPr>
                    <a:grpSpLocks/>
                  </p:cNvGrpSpPr>
                  <p:nvPr/>
                </p:nvGrpSpPr>
                <p:grpSpPr bwMode="auto">
                  <a:xfrm>
                    <a:off x="0" y="0"/>
                    <a:ext cx="384" cy="240"/>
                    <a:chOff x="0" y="0"/>
                    <a:chExt cx="384" cy="240"/>
                  </a:xfrm>
                </p:grpSpPr>
                <p:sp>
                  <p:nvSpPr>
                    <p:cNvPr id="261" name="Line 3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62" name="Line 3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55" name="Group 35"/>
                  <p:cNvGrpSpPr>
                    <a:grpSpLocks/>
                  </p:cNvGrpSpPr>
                  <p:nvPr/>
                </p:nvGrpSpPr>
                <p:grpSpPr bwMode="auto">
                  <a:xfrm>
                    <a:off x="384" y="0"/>
                    <a:ext cx="384" cy="240"/>
                    <a:chOff x="0" y="0"/>
                    <a:chExt cx="384" cy="240"/>
                  </a:xfrm>
                </p:grpSpPr>
                <p:sp>
                  <p:nvSpPr>
                    <p:cNvPr id="259" name="Line 3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60" name="Line 3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56" name="Group 38"/>
                  <p:cNvGrpSpPr>
                    <a:grpSpLocks/>
                  </p:cNvGrpSpPr>
                  <p:nvPr/>
                </p:nvGrpSpPr>
                <p:grpSpPr bwMode="auto">
                  <a:xfrm>
                    <a:off x="768" y="0"/>
                    <a:ext cx="384" cy="240"/>
                    <a:chOff x="0" y="0"/>
                    <a:chExt cx="384" cy="240"/>
                  </a:xfrm>
                </p:grpSpPr>
                <p:sp>
                  <p:nvSpPr>
                    <p:cNvPr id="257" name="Line 3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58" name="Line 4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234" name="Group 41"/>
                <p:cNvGrpSpPr>
                  <a:grpSpLocks/>
                </p:cNvGrpSpPr>
                <p:nvPr/>
              </p:nvGrpSpPr>
              <p:grpSpPr bwMode="auto">
                <a:xfrm>
                  <a:off x="0" y="0"/>
                  <a:ext cx="497" cy="295"/>
                  <a:chOff x="0" y="0"/>
                  <a:chExt cx="1152" cy="240"/>
                </a:xfrm>
              </p:grpSpPr>
              <p:grpSp>
                <p:nvGrpSpPr>
                  <p:cNvPr id="245" name="Group 42"/>
                  <p:cNvGrpSpPr>
                    <a:grpSpLocks/>
                  </p:cNvGrpSpPr>
                  <p:nvPr/>
                </p:nvGrpSpPr>
                <p:grpSpPr bwMode="auto">
                  <a:xfrm>
                    <a:off x="0" y="0"/>
                    <a:ext cx="384" cy="240"/>
                    <a:chOff x="0" y="0"/>
                    <a:chExt cx="384" cy="240"/>
                  </a:xfrm>
                </p:grpSpPr>
                <p:sp>
                  <p:nvSpPr>
                    <p:cNvPr id="252" name="Line 4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53" name="Line 4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46" name="Group 45"/>
                  <p:cNvGrpSpPr>
                    <a:grpSpLocks/>
                  </p:cNvGrpSpPr>
                  <p:nvPr/>
                </p:nvGrpSpPr>
                <p:grpSpPr bwMode="auto">
                  <a:xfrm>
                    <a:off x="384" y="0"/>
                    <a:ext cx="384" cy="240"/>
                    <a:chOff x="0" y="0"/>
                    <a:chExt cx="384" cy="240"/>
                  </a:xfrm>
                </p:grpSpPr>
                <p:sp>
                  <p:nvSpPr>
                    <p:cNvPr id="250" name="Line 4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51" name="Line 4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47" name="Group 48"/>
                  <p:cNvGrpSpPr>
                    <a:grpSpLocks/>
                  </p:cNvGrpSpPr>
                  <p:nvPr/>
                </p:nvGrpSpPr>
                <p:grpSpPr bwMode="auto">
                  <a:xfrm>
                    <a:off x="768" y="0"/>
                    <a:ext cx="384" cy="240"/>
                    <a:chOff x="0" y="0"/>
                    <a:chExt cx="384" cy="240"/>
                  </a:xfrm>
                </p:grpSpPr>
                <p:sp>
                  <p:nvSpPr>
                    <p:cNvPr id="248" name="Line 4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49" name="Line 5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nvGrpSpPr>
                <p:cNvPr id="235" name="Group 51"/>
                <p:cNvGrpSpPr>
                  <a:grpSpLocks/>
                </p:cNvGrpSpPr>
                <p:nvPr/>
              </p:nvGrpSpPr>
              <p:grpSpPr bwMode="auto">
                <a:xfrm>
                  <a:off x="1937" y="0"/>
                  <a:ext cx="497" cy="295"/>
                  <a:chOff x="0" y="0"/>
                  <a:chExt cx="1152" cy="240"/>
                </a:xfrm>
              </p:grpSpPr>
              <p:grpSp>
                <p:nvGrpSpPr>
                  <p:cNvPr id="236" name="Group 52"/>
                  <p:cNvGrpSpPr>
                    <a:grpSpLocks/>
                  </p:cNvGrpSpPr>
                  <p:nvPr/>
                </p:nvGrpSpPr>
                <p:grpSpPr bwMode="auto">
                  <a:xfrm>
                    <a:off x="0" y="0"/>
                    <a:ext cx="384" cy="240"/>
                    <a:chOff x="0" y="0"/>
                    <a:chExt cx="384" cy="240"/>
                  </a:xfrm>
                </p:grpSpPr>
                <p:sp>
                  <p:nvSpPr>
                    <p:cNvPr id="243" name="Line 53"/>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44" name="Line 54"/>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37" name="Group 55"/>
                  <p:cNvGrpSpPr>
                    <a:grpSpLocks/>
                  </p:cNvGrpSpPr>
                  <p:nvPr/>
                </p:nvGrpSpPr>
                <p:grpSpPr bwMode="auto">
                  <a:xfrm>
                    <a:off x="384" y="0"/>
                    <a:ext cx="384" cy="240"/>
                    <a:chOff x="0" y="0"/>
                    <a:chExt cx="384" cy="240"/>
                  </a:xfrm>
                </p:grpSpPr>
                <p:sp>
                  <p:nvSpPr>
                    <p:cNvPr id="241" name="Line 56"/>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42" name="Line 57"/>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238" name="Group 58"/>
                  <p:cNvGrpSpPr>
                    <a:grpSpLocks/>
                  </p:cNvGrpSpPr>
                  <p:nvPr/>
                </p:nvGrpSpPr>
                <p:grpSpPr bwMode="auto">
                  <a:xfrm>
                    <a:off x="768" y="0"/>
                    <a:ext cx="384" cy="240"/>
                    <a:chOff x="0" y="0"/>
                    <a:chExt cx="384" cy="240"/>
                  </a:xfrm>
                </p:grpSpPr>
                <p:sp>
                  <p:nvSpPr>
                    <p:cNvPr id="239" name="Line 59"/>
                    <p:cNvSpPr>
                      <a:spLocks noChangeShapeType="1"/>
                    </p:cNvSpPr>
                    <p:nvPr/>
                  </p:nvSpPr>
                  <p:spPr bwMode="auto">
                    <a:xfrm flipV="1">
                      <a:off x="0" y="0"/>
                      <a:ext cx="192" cy="240"/>
                    </a:xfrm>
                    <a:prstGeom prst="line">
                      <a:avLst/>
                    </a:prstGeom>
                    <a:noFill/>
                    <a:ln w="19050">
                      <a:solidFill>
                        <a:srgbClr val="000000"/>
                      </a:solidFill>
                      <a:round/>
                      <a:headEnd/>
                      <a:tailEnd/>
                    </a:ln>
                    <a:effectLst/>
                  </p:spPr>
                  <p:txBody>
                    <a:bodyPr wrap="none" anchor="ctr"/>
                    <a:lstStyle/>
                    <a:p>
                      <a:endParaRPr lang="zh-CN" altLang="en-US" sz="2400"/>
                    </a:p>
                  </p:txBody>
                </p:sp>
                <p:sp>
                  <p:nvSpPr>
                    <p:cNvPr id="240" name="Line 60"/>
                    <p:cNvSpPr>
                      <a:spLocks noChangeShapeType="1"/>
                    </p:cNvSpPr>
                    <p:nvPr/>
                  </p:nvSpPr>
                  <p:spPr bwMode="auto">
                    <a:xfrm flipH="1" flipV="1">
                      <a:off x="192" y="0"/>
                      <a:ext cx="192" cy="240"/>
                    </a:xfrm>
                    <a:prstGeom prst="line">
                      <a:avLst/>
                    </a:prstGeom>
                    <a:noFill/>
                    <a:ln w="19050">
                      <a:solidFill>
                        <a:srgbClr val="000000"/>
                      </a:solidFill>
                      <a:round/>
                      <a:headEnd/>
                      <a:tailEnd/>
                    </a:ln>
                    <a:effectLst/>
                  </p:spPr>
                  <p:txBody>
                    <a:bodyPr wrap="none" anchor="ctr"/>
                    <a:lstStyle/>
                    <a:p>
                      <a:endParaRPr lang="zh-CN" altLang="en-US" sz="2400"/>
                    </a:p>
                  </p:txBody>
                </p:sp>
              </p:grpSp>
            </p:grpSp>
          </p:grpSp>
          <p:sp>
            <p:nvSpPr>
              <p:cNvPr id="228" name="Line 61"/>
              <p:cNvSpPr>
                <a:spLocks noChangeShapeType="1"/>
              </p:cNvSpPr>
              <p:nvPr/>
            </p:nvSpPr>
            <p:spPr bwMode="auto">
              <a:xfrm flipV="1">
                <a:off x="1899" y="103"/>
                <a:ext cx="27" cy="177"/>
              </a:xfrm>
              <a:prstGeom prst="line">
                <a:avLst/>
              </a:prstGeom>
              <a:noFill/>
              <a:ln w="19050">
                <a:solidFill>
                  <a:srgbClr val="000000"/>
                </a:solidFill>
                <a:round/>
                <a:headEnd/>
                <a:tailEnd/>
              </a:ln>
              <a:effectLst/>
            </p:spPr>
            <p:txBody>
              <a:bodyPr wrap="none" anchor="ctr"/>
              <a:lstStyle/>
              <a:p>
                <a:endParaRPr lang="zh-CN" altLang="en-US" sz="2400"/>
              </a:p>
            </p:txBody>
          </p:sp>
          <p:sp>
            <p:nvSpPr>
              <p:cNvPr id="229" name="Line 62"/>
              <p:cNvSpPr>
                <a:spLocks noChangeShapeType="1"/>
              </p:cNvSpPr>
              <p:nvPr/>
            </p:nvSpPr>
            <p:spPr bwMode="auto">
              <a:xfrm>
                <a:off x="1926" y="103"/>
                <a:ext cx="79" cy="0"/>
              </a:xfrm>
              <a:prstGeom prst="line">
                <a:avLst/>
              </a:prstGeom>
              <a:noFill/>
              <a:ln w="19050">
                <a:solidFill>
                  <a:srgbClr val="000000"/>
                </a:solidFill>
                <a:round/>
                <a:headEnd/>
                <a:tailEnd/>
              </a:ln>
              <a:effectLst/>
            </p:spPr>
            <p:txBody>
              <a:bodyPr wrap="none" anchor="ctr"/>
              <a:lstStyle/>
              <a:p>
                <a:endParaRPr lang="zh-CN" altLang="en-US" sz="2400"/>
              </a:p>
            </p:txBody>
          </p:sp>
          <p:sp>
            <p:nvSpPr>
              <p:cNvPr id="230" name="Line 63"/>
              <p:cNvSpPr>
                <a:spLocks noChangeShapeType="1"/>
              </p:cNvSpPr>
              <p:nvPr/>
            </p:nvSpPr>
            <p:spPr bwMode="auto">
              <a:xfrm rot="20382100" flipV="1">
                <a:off x="69" y="103"/>
                <a:ext cx="27" cy="177"/>
              </a:xfrm>
              <a:prstGeom prst="line">
                <a:avLst/>
              </a:prstGeom>
              <a:noFill/>
              <a:ln w="19050">
                <a:solidFill>
                  <a:srgbClr val="000000"/>
                </a:solidFill>
                <a:round/>
                <a:headEnd/>
                <a:tailEnd/>
              </a:ln>
              <a:effectLst/>
            </p:spPr>
            <p:txBody>
              <a:bodyPr wrap="none" anchor="ctr"/>
              <a:lstStyle/>
              <a:p>
                <a:endParaRPr lang="zh-CN" altLang="en-US" sz="2400"/>
              </a:p>
            </p:txBody>
          </p:sp>
        </p:grpSp>
        <p:grpSp>
          <p:nvGrpSpPr>
            <p:cNvPr id="160" name="Group 64"/>
            <p:cNvGrpSpPr>
              <a:grpSpLocks/>
            </p:cNvGrpSpPr>
            <p:nvPr/>
          </p:nvGrpSpPr>
          <p:grpSpPr bwMode="auto">
            <a:xfrm rot="5393769">
              <a:off x="6093143" y="3428286"/>
              <a:ext cx="1837135" cy="157163"/>
              <a:chOff x="0" y="0"/>
              <a:chExt cx="2005" cy="302"/>
            </a:xfrm>
          </p:grpSpPr>
          <p:sp>
            <p:nvSpPr>
              <p:cNvPr id="171" name="Line 65"/>
              <p:cNvSpPr>
                <a:spLocks noChangeShapeType="1"/>
              </p:cNvSpPr>
              <p:nvPr/>
            </p:nvSpPr>
            <p:spPr bwMode="auto">
              <a:xfrm rot="10403698" flipH="1">
                <a:off x="0" y="115"/>
                <a:ext cx="79" cy="0"/>
              </a:xfrm>
              <a:prstGeom prst="line">
                <a:avLst/>
              </a:prstGeom>
              <a:noFill/>
              <a:ln w="22225">
                <a:solidFill>
                  <a:srgbClr val="000000"/>
                </a:solidFill>
                <a:round/>
                <a:headEnd/>
                <a:tailEnd/>
              </a:ln>
              <a:effectLst/>
            </p:spPr>
            <p:txBody>
              <a:bodyPr wrap="none" anchor="ctr"/>
              <a:lstStyle/>
              <a:p>
                <a:endParaRPr lang="zh-CN" altLang="en-US" sz="2400"/>
              </a:p>
            </p:txBody>
          </p:sp>
          <p:grpSp>
            <p:nvGrpSpPr>
              <p:cNvPr id="172" name="Group 66"/>
              <p:cNvGrpSpPr>
                <a:grpSpLocks/>
              </p:cNvGrpSpPr>
              <p:nvPr/>
            </p:nvGrpSpPr>
            <p:grpSpPr bwMode="auto">
              <a:xfrm>
                <a:off x="93" y="0"/>
                <a:ext cx="1806" cy="302"/>
                <a:chOff x="0" y="0"/>
                <a:chExt cx="2434" cy="302"/>
              </a:xfrm>
            </p:grpSpPr>
            <p:grpSp>
              <p:nvGrpSpPr>
                <p:cNvPr id="176" name="Group 67"/>
                <p:cNvGrpSpPr>
                  <a:grpSpLocks/>
                </p:cNvGrpSpPr>
                <p:nvPr/>
              </p:nvGrpSpPr>
              <p:grpSpPr bwMode="auto">
                <a:xfrm>
                  <a:off x="977" y="7"/>
                  <a:ext cx="497" cy="295"/>
                  <a:chOff x="0" y="0"/>
                  <a:chExt cx="1152" cy="240"/>
                </a:xfrm>
              </p:grpSpPr>
              <p:grpSp>
                <p:nvGrpSpPr>
                  <p:cNvPr id="217" name="Group 68"/>
                  <p:cNvGrpSpPr>
                    <a:grpSpLocks/>
                  </p:cNvGrpSpPr>
                  <p:nvPr/>
                </p:nvGrpSpPr>
                <p:grpSpPr bwMode="auto">
                  <a:xfrm>
                    <a:off x="0" y="0"/>
                    <a:ext cx="384" cy="240"/>
                    <a:chOff x="0" y="0"/>
                    <a:chExt cx="384" cy="240"/>
                  </a:xfrm>
                </p:grpSpPr>
                <p:sp>
                  <p:nvSpPr>
                    <p:cNvPr id="224" name="Line 6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25" name="Line 7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18" name="Group 71"/>
                  <p:cNvGrpSpPr>
                    <a:grpSpLocks/>
                  </p:cNvGrpSpPr>
                  <p:nvPr/>
                </p:nvGrpSpPr>
                <p:grpSpPr bwMode="auto">
                  <a:xfrm>
                    <a:off x="384" y="0"/>
                    <a:ext cx="384" cy="240"/>
                    <a:chOff x="0" y="0"/>
                    <a:chExt cx="384" cy="240"/>
                  </a:xfrm>
                </p:grpSpPr>
                <p:sp>
                  <p:nvSpPr>
                    <p:cNvPr id="222" name="Line 7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23" name="Line 7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19" name="Group 74"/>
                  <p:cNvGrpSpPr>
                    <a:grpSpLocks/>
                  </p:cNvGrpSpPr>
                  <p:nvPr/>
                </p:nvGrpSpPr>
                <p:grpSpPr bwMode="auto">
                  <a:xfrm>
                    <a:off x="768" y="0"/>
                    <a:ext cx="384" cy="240"/>
                    <a:chOff x="0" y="0"/>
                    <a:chExt cx="384" cy="240"/>
                  </a:xfrm>
                </p:grpSpPr>
                <p:sp>
                  <p:nvSpPr>
                    <p:cNvPr id="220" name="Line 7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21" name="Line 7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177" name="Group 77"/>
                <p:cNvGrpSpPr>
                  <a:grpSpLocks/>
                </p:cNvGrpSpPr>
                <p:nvPr/>
              </p:nvGrpSpPr>
              <p:grpSpPr bwMode="auto">
                <a:xfrm>
                  <a:off x="1457" y="0"/>
                  <a:ext cx="497" cy="295"/>
                  <a:chOff x="0" y="0"/>
                  <a:chExt cx="1152" cy="240"/>
                </a:xfrm>
              </p:grpSpPr>
              <p:grpSp>
                <p:nvGrpSpPr>
                  <p:cNvPr id="208" name="Group 78"/>
                  <p:cNvGrpSpPr>
                    <a:grpSpLocks/>
                  </p:cNvGrpSpPr>
                  <p:nvPr/>
                </p:nvGrpSpPr>
                <p:grpSpPr bwMode="auto">
                  <a:xfrm>
                    <a:off x="0" y="0"/>
                    <a:ext cx="384" cy="240"/>
                    <a:chOff x="0" y="0"/>
                    <a:chExt cx="384" cy="240"/>
                  </a:xfrm>
                </p:grpSpPr>
                <p:sp>
                  <p:nvSpPr>
                    <p:cNvPr id="215" name="Line 7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16" name="Line 8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09" name="Group 81"/>
                  <p:cNvGrpSpPr>
                    <a:grpSpLocks/>
                  </p:cNvGrpSpPr>
                  <p:nvPr/>
                </p:nvGrpSpPr>
                <p:grpSpPr bwMode="auto">
                  <a:xfrm>
                    <a:off x="384" y="0"/>
                    <a:ext cx="384" cy="240"/>
                    <a:chOff x="0" y="0"/>
                    <a:chExt cx="384" cy="240"/>
                  </a:xfrm>
                </p:grpSpPr>
                <p:sp>
                  <p:nvSpPr>
                    <p:cNvPr id="213" name="Line 8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14" name="Line 8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10" name="Group 84"/>
                  <p:cNvGrpSpPr>
                    <a:grpSpLocks/>
                  </p:cNvGrpSpPr>
                  <p:nvPr/>
                </p:nvGrpSpPr>
                <p:grpSpPr bwMode="auto">
                  <a:xfrm>
                    <a:off x="768" y="0"/>
                    <a:ext cx="384" cy="240"/>
                    <a:chOff x="0" y="0"/>
                    <a:chExt cx="384" cy="240"/>
                  </a:xfrm>
                </p:grpSpPr>
                <p:sp>
                  <p:nvSpPr>
                    <p:cNvPr id="211" name="Line 8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12" name="Line 8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178" name="Group 87"/>
                <p:cNvGrpSpPr>
                  <a:grpSpLocks/>
                </p:cNvGrpSpPr>
                <p:nvPr/>
              </p:nvGrpSpPr>
              <p:grpSpPr bwMode="auto">
                <a:xfrm>
                  <a:off x="480" y="7"/>
                  <a:ext cx="497" cy="295"/>
                  <a:chOff x="0" y="0"/>
                  <a:chExt cx="1152" cy="240"/>
                </a:xfrm>
              </p:grpSpPr>
              <p:grpSp>
                <p:nvGrpSpPr>
                  <p:cNvPr id="199" name="Group 88"/>
                  <p:cNvGrpSpPr>
                    <a:grpSpLocks/>
                  </p:cNvGrpSpPr>
                  <p:nvPr/>
                </p:nvGrpSpPr>
                <p:grpSpPr bwMode="auto">
                  <a:xfrm>
                    <a:off x="0" y="0"/>
                    <a:ext cx="384" cy="240"/>
                    <a:chOff x="0" y="0"/>
                    <a:chExt cx="384" cy="240"/>
                  </a:xfrm>
                </p:grpSpPr>
                <p:sp>
                  <p:nvSpPr>
                    <p:cNvPr id="206" name="Line 8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07" name="Line 9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00" name="Group 91"/>
                  <p:cNvGrpSpPr>
                    <a:grpSpLocks/>
                  </p:cNvGrpSpPr>
                  <p:nvPr/>
                </p:nvGrpSpPr>
                <p:grpSpPr bwMode="auto">
                  <a:xfrm>
                    <a:off x="384" y="0"/>
                    <a:ext cx="384" cy="240"/>
                    <a:chOff x="0" y="0"/>
                    <a:chExt cx="384" cy="240"/>
                  </a:xfrm>
                </p:grpSpPr>
                <p:sp>
                  <p:nvSpPr>
                    <p:cNvPr id="204" name="Line 9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05" name="Line 9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201" name="Group 94"/>
                  <p:cNvGrpSpPr>
                    <a:grpSpLocks/>
                  </p:cNvGrpSpPr>
                  <p:nvPr/>
                </p:nvGrpSpPr>
                <p:grpSpPr bwMode="auto">
                  <a:xfrm>
                    <a:off x="768" y="0"/>
                    <a:ext cx="384" cy="240"/>
                    <a:chOff x="0" y="0"/>
                    <a:chExt cx="384" cy="240"/>
                  </a:xfrm>
                </p:grpSpPr>
                <p:sp>
                  <p:nvSpPr>
                    <p:cNvPr id="202" name="Line 9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203" name="Line 9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179" name="Group 97"/>
                <p:cNvGrpSpPr>
                  <a:grpSpLocks/>
                </p:cNvGrpSpPr>
                <p:nvPr/>
              </p:nvGrpSpPr>
              <p:grpSpPr bwMode="auto">
                <a:xfrm>
                  <a:off x="0" y="0"/>
                  <a:ext cx="497" cy="295"/>
                  <a:chOff x="0" y="0"/>
                  <a:chExt cx="1152" cy="240"/>
                </a:xfrm>
              </p:grpSpPr>
              <p:grpSp>
                <p:nvGrpSpPr>
                  <p:cNvPr id="190" name="Group 98"/>
                  <p:cNvGrpSpPr>
                    <a:grpSpLocks/>
                  </p:cNvGrpSpPr>
                  <p:nvPr/>
                </p:nvGrpSpPr>
                <p:grpSpPr bwMode="auto">
                  <a:xfrm>
                    <a:off x="0" y="0"/>
                    <a:ext cx="384" cy="240"/>
                    <a:chOff x="0" y="0"/>
                    <a:chExt cx="384" cy="240"/>
                  </a:xfrm>
                </p:grpSpPr>
                <p:sp>
                  <p:nvSpPr>
                    <p:cNvPr id="197" name="Line 9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98" name="Line 10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191" name="Group 101"/>
                  <p:cNvGrpSpPr>
                    <a:grpSpLocks/>
                  </p:cNvGrpSpPr>
                  <p:nvPr/>
                </p:nvGrpSpPr>
                <p:grpSpPr bwMode="auto">
                  <a:xfrm>
                    <a:off x="384" y="0"/>
                    <a:ext cx="384" cy="240"/>
                    <a:chOff x="0" y="0"/>
                    <a:chExt cx="384" cy="240"/>
                  </a:xfrm>
                </p:grpSpPr>
                <p:sp>
                  <p:nvSpPr>
                    <p:cNvPr id="195" name="Line 10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96" name="Line 10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192" name="Group 104"/>
                  <p:cNvGrpSpPr>
                    <a:grpSpLocks/>
                  </p:cNvGrpSpPr>
                  <p:nvPr/>
                </p:nvGrpSpPr>
                <p:grpSpPr bwMode="auto">
                  <a:xfrm>
                    <a:off x="768" y="0"/>
                    <a:ext cx="384" cy="240"/>
                    <a:chOff x="0" y="0"/>
                    <a:chExt cx="384" cy="240"/>
                  </a:xfrm>
                </p:grpSpPr>
                <p:sp>
                  <p:nvSpPr>
                    <p:cNvPr id="193" name="Line 10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94" name="Line 10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nvGrpSpPr>
                <p:cNvPr id="180" name="Group 107"/>
                <p:cNvGrpSpPr>
                  <a:grpSpLocks/>
                </p:cNvGrpSpPr>
                <p:nvPr/>
              </p:nvGrpSpPr>
              <p:grpSpPr bwMode="auto">
                <a:xfrm>
                  <a:off x="1937" y="0"/>
                  <a:ext cx="497" cy="295"/>
                  <a:chOff x="0" y="0"/>
                  <a:chExt cx="1152" cy="240"/>
                </a:xfrm>
              </p:grpSpPr>
              <p:grpSp>
                <p:nvGrpSpPr>
                  <p:cNvPr id="181" name="Group 108"/>
                  <p:cNvGrpSpPr>
                    <a:grpSpLocks/>
                  </p:cNvGrpSpPr>
                  <p:nvPr/>
                </p:nvGrpSpPr>
                <p:grpSpPr bwMode="auto">
                  <a:xfrm>
                    <a:off x="0" y="0"/>
                    <a:ext cx="384" cy="240"/>
                    <a:chOff x="0" y="0"/>
                    <a:chExt cx="384" cy="240"/>
                  </a:xfrm>
                </p:grpSpPr>
                <p:sp>
                  <p:nvSpPr>
                    <p:cNvPr id="188" name="Line 109"/>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89" name="Line 110"/>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182" name="Group 111"/>
                  <p:cNvGrpSpPr>
                    <a:grpSpLocks/>
                  </p:cNvGrpSpPr>
                  <p:nvPr/>
                </p:nvGrpSpPr>
                <p:grpSpPr bwMode="auto">
                  <a:xfrm>
                    <a:off x="384" y="0"/>
                    <a:ext cx="384" cy="240"/>
                    <a:chOff x="0" y="0"/>
                    <a:chExt cx="384" cy="240"/>
                  </a:xfrm>
                </p:grpSpPr>
                <p:sp>
                  <p:nvSpPr>
                    <p:cNvPr id="186" name="Line 112"/>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87" name="Line 113"/>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nvGrpSpPr>
                  <p:cNvPr id="183" name="Group 114"/>
                  <p:cNvGrpSpPr>
                    <a:grpSpLocks/>
                  </p:cNvGrpSpPr>
                  <p:nvPr/>
                </p:nvGrpSpPr>
                <p:grpSpPr bwMode="auto">
                  <a:xfrm>
                    <a:off x="768" y="0"/>
                    <a:ext cx="384" cy="240"/>
                    <a:chOff x="0" y="0"/>
                    <a:chExt cx="384" cy="240"/>
                  </a:xfrm>
                </p:grpSpPr>
                <p:sp>
                  <p:nvSpPr>
                    <p:cNvPr id="184" name="Line 115"/>
                    <p:cNvSpPr>
                      <a:spLocks noChangeShapeType="1"/>
                    </p:cNvSpPr>
                    <p:nvPr/>
                  </p:nvSpPr>
                  <p:spPr bwMode="auto">
                    <a:xfrm flipV="1">
                      <a:off x="0" y="0"/>
                      <a:ext cx="192" cy="240"/>
                    </a:xfrm>
                    <a:prstGeom prst="line">
                      <a:avLst/>
                    </a:prstGeom>
                    <a:noFill/>
                    <a:ln w="22225">
                      <a:solidFill>
                        <a:srgbClr val="000000"/>
                      </a:solidFill>
                      <a:round/>
                      <a:headEnd/>
                      <a:tailEnd/>
                    </a:ln>
                    <a:effectLst/>
                  </p:spPr>
                  <p:txBody>
                    <a:bodyPr wrap="none" anchor="ctr"/>
                    <a:lstStyle/>
                    <a:p>
                      <a:endParaRPr lang="zh-CN" altLang="en-US" sz="2400"/>
                    </a:p>
                  </p:txBody>
                </p:sp>
                <p:sp>
                  <p:nvSpPr>
                    <p:cNvPr id="185" name="Line 116"/>
                    <p:cNvSpPr>
                      <a:spLocks noChangeShapeType="1"/>
                    </p:cNvSpPr>
                    <p:nvPr/>
                  </p:nvSpPr>
                  <p:spPr bwMode="auto">
                    <a:xfrm flipH="1" flipV="1">
                      <a:off x="192" y="0"/>
                      <a:ext cx="192" cy="240"/>
                    </a:xfrm>
                    <a:prstGeom prst="line">
                      <a:avLst/>
                    </a:prstGeom>
                    <a:noFill/>
                    <a:ln w="22225">
                      <a:solidFill>
                        <a:srgbClr val="000000"/>
                      </a:solidFill>
                      <a:round/>
                      <a:headEnd/>
                      <a:tailEnd/>
                    </a:ln>
                    <a:effectLst/>
                  </p:spPr>
                  <p:txBody>
                    <a:bodyPr wrap="none" anchor="ctr"/>
                    <a:lstStyle/>
                    <a:p>
                      <a:endParaRPr lang="zh-CN" altLang="en-US" sz="2400"/>
                    </a:p>
                  </p:txBody>
                </p:sp>
              </p:grpSp>
            </p:grpSp>
          </p:grpSp>
          <p:sp>
            <p:nvSpPr>
              <p:cNvPr id="173" name="Line 117"/>
              <p:cNvSpPr>
                <a:spLocks noChangeShapeType="1"/>
              </p:cNvSpPr>
              <p:nvPr/>
            </p:nvSpPr>
            <p:spPr bwMode="auto">
              <a:xfrm flipV="1">
                <a:off x="1899" y="103"/>
                <a:ext cx="27" cy="177"/>
              </a:xfrm>
              <a:prstGeom prst="line">
                <a:avLst/>
              </a:prstGeom>
              <a:noFill/>
              <a:ln w="22225">
                <a:solidFill>
                  <a:srgbClr val="000000"/>
                </a:solidFill>
                <a:round/>
                <a:headEnd/>
                <a:tailEnd/>
              </a:ln>
              <a:effectLst/>
            </p:spPr>
            <p:txBody>
              <a:bodyPr wrap="none" anchor="ctr"/>
              <a:lstStyle/>
              <a:p>
                <a:endParaRPr lang="zh-CN" altLang="en-US" sz="2400"/>
              </a:p>
            </p:txBody>
          </p:sp>
          <p:sp>
            <p:nvSpPr>
              <p:cNvPr id="174" name="Line 118"/>
              <p:cNvSpPr>
                <a:spLocks noChangeShapeType="1"/>
              </p:cNvSpPr>
              <p:nvPr/>
            </p:nvSpPr>
            <p:spPr bwMode="auto">
              <a:xfrm>
                <a:off x="1926" y="103"/>
                <a:ext cx="79" cy="0"/>
              </a:xfrm>
              <a:prstGeom prst="line">
                <a:avLst/>
              </a:prstGeom>
              <a:noFill/>
              <a:ln w="22225">
                <a:solidFill>
                  <a:srgbClr val="000000"/>
                </a:solidFill>
                <a:round/>
                <a:headEnd/>
                <a:tailEnd/>
              </a:ln>
              <a:effectLst/>
            </p:spPr>
            <p:txBody>
              <a:bodyPr wrap="none" anchor="ctr"/>
              <a:lstStyle/>
              <a:p>
                <a:endParaRPr lang="zh-CN" altLang="en-US" sz="2400"/>
              </a:p>
            </p:txBody>
          </p:sp>
          <p:sp>
            <p:nvSpPr>
              <p:cNvPr id="175" name="Line 119"/>
              <p:cNvSpPr>
                <a:spLocks noChangeShapeType="1"/>
              </p:cNvSpPr>
              <p:nvPr/>
            </p:nvSpPr>
            <p:spPr bwMode="auto">
              <a:xfrm rot="20382100" flipV="1">
                <a:off x="69" y="103"/>
                <a:ext cx="27" cy="177"/>
              </a:xfrm>
              <a:prstGeom prst="line">
                <a:avLst/>
              </a:prstGeom>
              <a:noFill/>
              <a:ln w="22225">
                <a:solidFill>
                  <a:srgbClr val="000000"/>
                </a:solidFill>
                <a:round/>
                <a:headEnd/>
                <a:tailEnd/>
              </a:ln>
              <a:effectLst/>
            </p:spPr>
            <p:txBody>
              <a:bodyPr wrap="none" anchor="ctr"/>
              <a:lstStyle/>
              <a:p>
                <a:endParaRPr lang="zh-CN" altLang="en-US" sz="2400"/>
              </a:p>
            </p:txBody>
          </p:sp>
        </p:grpSp>
        <p:sp>
          <p:nvSpPr>
            <p:cNvPr id="161" name="Oval 120"/>
            <p:cNvSpPr>
              <a:spLocks noChangeArrowheads="1"/>
            </p:cNvSpPr>
            <p:nvPr/>
          </p:nvSpPr>
          <p:spPr bwMode="auto">
            <a:xfrm>
              <a:off x="7913609" y="3136583"/>
              <a:ext cx="157163" cy="158353"/>
            </a:xfrm>
            <a:prstGeom prst="ellipse">
              <a:avLst/>
            </a:prstGeom>
            <a:solidFill>
              <a:srgbClr val="CC0000"/>
            </a:solidFill>
            <a:ln w="19050">
              <a:solidFill>
                <a:srgbClr val="000000"/>
              </a:solidFill>
              <a:round/>
              <a:headEnd/>
              <a:tailEnd/>
            </a:ln>
            <a:effectLst/>
          </p:spPr>
          <p:txBody>
            <a:bodyPr wrap="none" anchor="ctr"/>
            <a:lstStyle/>
            <a:p>
              <a:endParaRPr lang="zh-CN" altLang="en-US" sz="2400"/>
            </a:p>
          </p:txBody>
        </p:sp>
        <p:sp>
          <p:nvSpPr>
            <p:cNvPr id="162" name="Oval 121"/>
            <p:cNvSpPr>
              <a:spLocks noChangeArrowheads="1"/>
            </p:cNvSpPr>
            <p:nvPr/>
          </p:nvSpPr>
          <p:spPr bwMode="auto">
            <a:xfrm>
              <a:off x="6934915" y="4377214"/>
              <a:ext cx="157163" cy="157163"/>
            </a:xfrm>
            <a:prstGeom prst="ellipse">
              <a:avLst/>
            </a:prstGeom>
            <a:solidFill>
              <a:srgbClr val="CC0000"/>
            </a:solidFill>
            <a:ln w="22225">
              <a:solidFill>
                <a:srgbClr val="000000"/>
              </a:solidFill>
              <a:round/>
              <a:headEnd/>
              <a:tailEnd/>
            </a:ln>
            <a:effectLst/>
          </p:spPr>
          <p:txBody>
            <a:bodyPr wrap="none" anchor="ctr"/>
            <a:lstStyle/>
            <a:p>
              <a:endParaRPr lang="zh-CN" altLang="en-US" sz="2400"/>
            </a:p>
          </p:txBody>
        </p:sp>
        <p:sp>
          <p:nvSpPr>
            <p:cNvPr id="163" name="Line 122"/>
            <p:cNvSpPr>
              <a:spLocks noChangeShapeType="1"/>
            </p:cNvSpPr>
            <p:nvPr/>
          </p:nvSpPr>
          <p:spPr bwMode="auto">
            <a:xfrm flipH="1" flipV="1">
              <a:off x="7039690" y="2484120"/>
              <a:ext cx="104775" cy="104775"/>
            </a:xfrm>
            <a:prstGeom prst="line">
              <a:avLst/>
            </a:prstGeom>
            <a:noFill/>
            <a:ln w="19050">
              <a:solidFill>
                <a:srgbClr val="000000"/>
              </a:solidFill>
              <a:round/>
              <a:headEnd/>
              <a:tailEnd/>
            </a:ln>
            <a:effectLst/>
          </p:spPr>
          <p:txBody>
            <a:bodyPr wrap="none"/>
            <a:lstStyle/>
            <a:p>
              <a:endParaRPr lang="zh-CN" altLang="en-US" sz="2400"/>
            </a:p>
          </p:txBody>
        </p:sp>
        <p:sp>
          <p:nvSpPr>
            <p:cNvPr id="164" name="Line 123"/>
            <p:cNvSpPr>
              <a:spLocks noChangeShapeType="1"/>
            </p:cNvSpPr>
            <p:nvPr/>
          </p:nvSpPr>
          <p:spPr bwMode="auto">
            <a:xfrm flipV="1">
              <a:off x="7018259" y="2484120"/>
              <a:ext cx="0" cy="158353"/>
            </a:xfrm>
            <a:prstGeom prst="line">
              <a:avLst/>
            </a:prstGeom>
            <a:noFill/>
            <a:ln w="19050">
              <a:solidFill>
                <a:srgbClr val="000000"/>
              </a:solidFill>
              <a:round/>
              <a:headEnd/>
              <a:tailEnd/>
            </a:ln>
            <a:effectLst/>
          </p:spPr>
          <p:txBody>
            <a:bodyPr wrap="none"/>
            <a:lstStyle/>
            <a:p>
              <a:endParaRPr lang="zh-CN" altLang="en-US" sz="2400"/>
            </a:p>
          </p:txBody>
        </p:sp>
        <p:sp>
          <p:nvSpPr>
            <p:cNvPr id="165" name="Freeform 124"/>
            <p:cNvSpPr>
              <a:spLocks/>
            </p:cNvSpPr>
            <p:nvPr/>
          </p:nvSpPr>
          <p:spPr bwMode="auto">
            <a:xfrm>
              <a:off x="7611190" y="3062764"/>
              <a:ext cx="59531" cy="157163"/>
            </a:xfrm>
            <a:custGeom>
              <a:avLst/>
              <a:gdLst/>
              <a:ahLst/>
              <a:cxnLst>
                <a:cxn ang="0">
                  <a:pos x="201" y="0"/>
                </a:cxn>
                <a:cxn ang="0">
                  <a:pos x="142" y="20"/>
                </a:cxn>
                <a:cxn ang="0">
                  <a:pos x="34" y="106"/>
                </a:cxn>
                <a:cxn ang="0">
                  <a:pos x="3" y="188"/>
                </a:cxn>
                <a:cxn ang="0">
                  <a:pos x="13" y="308"/>
                </a:cxn>
                <a:cxn ang="0">
                  <a:pos x="42" y="377"/>
                </a:cxn>
              </a:cxnLst>
              <a:rect l="0" t="0" r="r" b="b"/>
              <a:pathLst>
                <a:path w="201" h="377">
                  <a:moveTo>
                    <a:pt x="201" y="0"/>
                  </a:moveTo>
                  <a:cubicBezTo>
                    <a:pt x="191" y="5"/>
                    <a:pt x="170" y="2"/>
                    <a:pt x="142" y="20"/>
                  </a:cubicBezTo>
                  <a:cubicBezTo>
                    <a:pt x="114" y="38"/>
                    <a:pt x="57" y="78"/>
                    <a:pt x="34" y="106"/>
                  </a:cubicBezTo>
                  <a:cubicBezTo>
                    <a:pt x="11" y="134"/>
                    <a:pt x="6" y="154"/>
                    <a:pt x="3" y="188"/>
                  </a:cubicBezTo>
                  <a:cubicBezTo>
                    <a:pt x="0" y="222"/>
                    <a:pt x="7" y="277"/>
                    <a:pt x="13" y="308"/>
                  </a:cubicBezTo>
                  <a:cubicBezTo>
                    <a:pt x="19" y="339"/>
                    <a:pt x="36" y="363"/>
                    <a:pt x="42" y="377"/>
                  </a:cubicBezTo>
                </a:path>
              </a:pathLst>
            </a:custGeom>
            <a:noFill/>
            <a:ln w="19050" cmpd="sng">
              <a:solidFill>
                <a:srgbClr val="FF0000"/>
              </a:solidFill>
              <a:round/>
              <a:headEnd/>
              <a:tailEnd/>
            </a:ln>
            <a:effectLst/>
          </p:spPr>
          <p:txBody>
            <a:bodyPr wrap="none"/>
            <a:lstStyle/>
            <a:p>
              <a:endParaRPr lang="zh-CN" altLang="en-US" sz="2400"/>
            </a:p>
          </p:txBody>
        </p:sp>
        <p:graphicFrame>
          <p:nvGraphicFramePr>
            <p:cNvPr id="166" name="Object 126"/>
            <p:cNvGraphicFramePr>
              <a:graphicFrameLocks noChangeAspect="1"/>
            </p:cNvGraphicFramePr>
            <p:nvPr>
              <p:extLst>
                <p:ext uri="{D42A27DB-BD31-4B8C-83A1-F6EECF244321}">
                  <p14:modId xmlns:p14="http://schemas.microsoft.com/office/powerpoint/2010/main" val="1499726107"/>
                </p:ext>
              </p:extLst>
            </p:nvPr>
          </p:nvGraphicFramePr>
          <p:xfrm>
            <a:off x="6701874" y="3305530"/>
            <a:ext cx="285750" cy="317897"/>
          </p:xfrm>
          <a:graphic>
            <a:graphicData uri="http://schemas.openxmlformats.org/presentationml/2006/ole">
              <mc:AlternateContent xmlns:mc="http://schemas.openxmlformats.org/markup-compatibility/2006">
                <mc:Choice xmlns:v="urn:schemas-microsoft-com:vml" Requires="v">
                  <p:oleObj spid="_x0000_s365698" r:id="rId19" imgW="127042" imgH="139714" progId="Equation.3">
                    <p:embed/>
                  </p:oleObj>
                </mc:Choice>
                <mc:Fallback>
                  <p:oleObj r:id="rId19" imgW="127042" imgH="139714" progId="Equation.3">
                    <p:embed/>
                    <p:pic>
                      <p:nvPicPr>
                        <p:cNvPr id="34942" name="Object 1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01874" y="3305530"/>
                          <a:ext cx="285750" cy="3178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 name="Object 127"/>
            <p:cNvGraphicFramePr>
              <a:graphicFrameLocks noChangeAspect="1"/>
            </p:cNvGraphicFramePr>
            <p:nvPr>
              <p:extLst>
                <p:ext uri="{D42A27DB-BD31-4B8C-83A1-F6EECF244321}">
                  <p14:modId xmlns:p14="http://schemas.microsoft.com/office/powerpoint/2010/main" val="235545689"/>
                </p:ext>
              </p:extLst>
            </p:nvPr>
          </p:nvGraphicFramePr>
          <p:xfrm>
            <a:off x="6647974" y="2116217"/>
            <a:ext cx="342900" cy="375047"/>
          </p:xfrm>
          <a:graphic>
            <a:graphicData uri="http://schemas.openxmlformats.org/presentationml/2006/ole">
              <mc:AlternateContent xmlns:mc="http://schemas.openxmlformats.org/markup-compatibility/2006">
                <mc:Choice xmlns:v="urn:schemas-microsoft-com:vml" Requires="v">
                  <p:oleObj spid="_x0000_s365699" r:id="rId21" imgW="152519" imgH="165202" progId="Equation.3">
                    <p:embed/>
                  </p:oleObj>
                </mc:Choice>
                <mc:Fallback>
                  <p:oleObj r:id="rId21" imgW="152519" imgH="165202" progId="Equation.3">
                    <p:embed/>
                    <p:pic>
                      <p:nvPicPr>
                        <p:cNvPr id="34943" name="Object 1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47974" y="2116217"/>
                          <a:ext cx="342900" cy="375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8" name="Object 128"/>
            <p:cNvGraphicFramePr>
              <a:graphicFrameLocks noChangeAspect="1"/>
            </p:cNvGraphicFramePr>
            <p:nvPr>
              <p:extLst>
                <p:ext uri="{D42A27DB-BD31-4B8C-83A1-F6EECF244321}">
                  <p14:modId xmlns:p14="http://schemas.microsoft.com/office/powerpoint/2010/main" val="2826515960"/>
                </p:ext>
              </p:extLst>
            </p:nvPr>
          </p:nvGraphicFramePr>
          <p:xfrm>
            <a:off x="6825499" y="4530489"/>
            <a:ext cx="314325" cy="344091"/>
          </p:xfrm>
          <a:graphic>
            <a:graphicData uri="http://schemas.openxmlformats.org/presentationml/2006/ole">
              <mc:AlternateContent xmlns:mc="http://schemas.openxmlformats.org/markup-compatibility/2006">
                <mc:Choice xmlns:v="urn:schemas-microsoft-com:vml" Requires="v">
                  <p:oleObj spid="_x0000_s365700" r:id="rId23" imgW="152519" imgH="165202" progId="Equation.3">
                    <p:embed/>
                  </p:oleObj>
                </mc:Choice>
                <mc:Fallback>
                  <p:oleObj r:id="rId23" imgW="152519" imgH="165202" progId="Equation.3">
                    <p:embed/>
                    <p:pic>
                      <p:nvPicPr>
                        <p:cNvPr id="34944" name="Object 1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825499" y="4530489"/>
                          <a:ext cx="314325" cy="344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9" name="Object 129"/>
            <p:cNvGraphicFramePr>
              <a:graphicFrameLocks noChangeAspect="1"/>
            </p:cNvGraphicFramePr>
            <p:nvPr>
              <p:extLst>
                <p:ext uri="{D42A27DB-BD31-4B8C-83A1-F6EECF244321}">
                  <p14:modId xmlns:p14="http://schemas.microsoft.com/office/powerpoint/2010/main" val="2885065038"/>
                </p:ext>
              </p:extLst>
            </p:nvPr>
          </p:nvGraphicFramePr>
          <p:xfrm>
            <a:off x="7620715" y="2332911"/>
            <a:ext cx="314325" cy="344091"/>
          </p:xfrm>
          <a:graphic>
            <a:graphicData uri="http://schemas.openxmlformats.org/presentationml/2006/ole">
              <mc:AlternateContent xmlns:mc="http://schemas.openxmlformats.org/markup-compatibility/2006">
                <mc:Choice xmlns:v="urn:schemas-microsoft-com:vml" Requires="v">
                  <p:oleObj spid="_x0000_s365701" r:id="rId25" imgW="152519" imgH="165202" progId="Equation.3">
                    <p:embed/>
                  </p:oleObj>
                </mc:Choice>
                <mc:Fallback>
                  <p:oleObj r:id="rId25" imgW="152519" imgH="165202" progId="Equation.3">
                    <p:embed/>
                    <p:pic>
                      <p:nvPicPr>
                        <p:cNvPr id="34945" name="Object 1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20715" y="2332911"/>
                          <a:ext cx="314325" cy="3440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0" name="Object 131"/>
            <p:cNvGraphicFramePr>
              <a:graphicFrameLocks noChangeAspect="1"/>
            </p:cNvGraphicFramePr>
            <p:nvPr>
              <p:extLst>
                <p:ext uri="{D42A27DB-BD31-4B8C-83A1-F6EECF244321}">
                  <p14:modId xmlns:p14="http://schemas.microsoft.com/office/powerpoint/2010/main" val="2875602599"/>
                </p:ext>
              </p:extLst>
            </p:nvPr>
          </p:nvGraphicFramePr>
          <p:xfrm>
            <a:off x="8005287" y="3030617"/>
            <a:ext cx="316706" cy="342900"/>
          </p:xfrm>
          <a:graphic>
            <a:graphicData uri="http://schemas.openxmlformats.org/presentationml/2006/ole">
              <mc:AlternateContent xmlns:mc="http://schemas.openxmlformats.org/markup-compatibility/2006">
                <mc:Choice xmlns:v="urn:schemas-microsoft-com:vml" Requires="v">
                  <p:oleObj spid="_x0000_s365702" r:id="rId27" imgW="152519" imgH="165202" progId="Equation.3">
                    <p:embed/>
                  </p:oleObj>
                </mc:Choice>
                <mc:Fallback>
                  <p:oleObj r:id="rId27" imgW="152519" imgH="165202" progId="Equation.3">
                    <p:embed/>
                    <p:pic>
                      <p:nvPicPr>
                        <p:cNvPr id="34947" name="Object 13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005287" y="3030617"/>
                          <a:ext cx="316706"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5858"/>
                                        </p:tgtEl>
                                        <p:attrNameLst>
                                          <p:attrName>style.visibility</p:attrName>
                                        </p:attrNameLst>
                                      </p:cBhvr>
                                      <p:to>
                                        <p:strVal val="visible"/>
                                      </p:to>
                                    </p:set>
                                    <p:animEffect transition="in" filter="wipe(left)">
                                      <p:cBhvr>
                                        <p:cTn id="15" dur="500"/>
                                        <p:tgtEl>
                                          <p:spTgt spid="3585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5854"/>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358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35856"/>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35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autoUpdateAnimBg="0"/>
      <p:bldP spid="35856" grpId="0" autoUpdateAnimBg="0"/>
      <p:bldP spid="3585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
          <p:cNvSpPr>
            <a:spLocks noGrp="1"/>
          </p:cNvSpPr>
          <p:nvPr>
            <p:ph type="sldNum" sz="quarter" idx="10"/>
          </p:nvPr>
        </p:nvSpPr>
        <p:spPr/>
        <p:txBody>
          <a:bodyPr/>
          <a:lstStyle/>
          <a:p>
            <a:fld id="{FD5D3B21-EBB9-4516-8FD1-9A5C28B99B39}" type="slidenum">
              <a:rPr lang="zh-CN" altLang="en-US"/>
              <a:pPr/>
              <a:t>20</a:t>
            </a:fld>
            <a:endParaRPr lang="en-US"/>
          </a:p>
        </p:txBody>
      </p:sp>
      <p:graphicFrame>
        <p:nvGraphicFramePr>
          <p:cNvPr id="41986" name="Object 2"/>
          <p:cNvGraphicFramePr>
            <a:graphicFrameLocks noChangeAspect="1"/>
          </p:cNvGraphicFramePr>
          <p:nvPr>
            <p:extLst>
              <p:ext uri="{D42A27DB-BD31-4B8C-83A1-F6EECF244321}">
                <p14:modId xmlns:p14="http://schemas.microsoft.com/office/powerpoint/2010/main" val="2622775923"/>
              </p:ext>
            </p:extLst>
          </p:nvPr>
        </p:nvGraphicFramePr>
        <p:xfrm>
          <a:off x="3411141" y="1530601"/>
          <a:ext cx="3833813" cy="769144"/>
        </p:xfrm>
        <a:graphic>
          <a:graphicData uri="http://schemas.openxmlformats.org/presentationml/2006/ole">
            <mc:AlternateContent xmlns:mc="http://schemas.openxmlformats.org/markup-compatibility/2006">
              <mc:Choice xmlns:v="urn:schemas-microsoft-com:vml" Requires="v">
                <p:oleObj spid="_x0000_s42074" r:id="rId3" imgW="1663295" imgH="343068" progId="Equation.3">
                  <p:embed/>
                </p:oleObj>
              </mc:Choice>
              <mc:Fallback>
                <p:oleObj r:id="rId3" imgW="1663295" imgH="343068"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1141" y="1530601"/>
                        <a:ext cx="3833813" cy="769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7" name="Text Box 3"/>
          <p:cNvSpPr txBox="1">
            <a:spLocks noChangeArrowheads="1"/>
          </p:cNvSpPr>
          <p:nvPr/>
        </p:nvSpPr>
        <p:spPr bwMode="auto">
          <a:xfrm>
            <a:off x="934165" y="1553461"/>
            <a:ext cx="2734865" cy="461665"/>
          </a:xfrm>
          <a:prstGeom prst="rect">
            <a:avLst/>
          </a:prstGeom>
          <a:noFill/>
          <a:ln w="9525">
            <a:noFill/>
            <a:miter lim="800000"/>
            <a:headEnd/>
            <a:tailEnd/>
          </a:ln>
          <a:effectLst/>
        </p:spPr>
        <p:txBody>
          <a:bodyPr>
            <a:spAutoFit/>
          </a:bodyPr>
          <a:lstStyle/>
          <a:p>
            <a:pPr>
              <a:spcBef>
                <a:spcPct val="50000"/>
              </a:spcBef>
            </a:pPr>
            <a:r>
              <a:rPr lang="zh-CN" altLang="en-US" sz="2400">
                <a:solidFill>
                  <a:srgbClr val="CC0000"/>
                </a:solidFill>
                <a:latin typeface="Times New Roman" pitchFamily="18" charset="0"/>
              </a:rPr>
              <a:t>一般情况碰撞</a:t>
            </a:r>
            <a:endParaRPr lang="zh-CN" altLang="en-US" sz="2400">
              <a:solidFill>
                <a:srgbClr val="1C1C1C"/>
              </a:solidFill>
              <a:latin typeface="Times New Roman" pitchFamily="18" charset="0"/>
            </a:endParaRPr>
          </a:p>
        </p:txBody>
      </p:sp>
      <p:grpSp>
        <p:nvGrpSpPr>
          <p:cNvPr id="2" name="组合 1"/>
          <p:cNvGrpSpPr/>
          <p:nvPr/>
        </p:nvGrpSpPr>
        <p:grpSpPr>
          <a:xfrm>
            <a:off x="698183" y="2386507"/>
            <a:ext cx="7614048" cy="535531"/>
            <a:chOff x="698183" y="1867967"/>
            <a:chExt cx="7614048" cy="535531"/>
          </a:xfrm>
        </p:grpSpPr>
        <p:sp>
          <p:nvSpPr>
            <p:cNvPr id="41988" name="Text Box 4"/>
            <p:cNvSpPr txBox="1">
              <a:spLocks noChangeArrowheads="1"/>
            </p:cNvSpPr>
            <p:nvPr/>
          </p:nvSpPr>
          <p:spPr bwMode="auto">
            <a:xfrm>
              <a:off x="698183" y="1867967"/>
              <a:ext cx="2807494" cy="535531"/>
            </a:xfrm>
            <a:prstGeom prst="rect">
              <a:avLst/>
            </a:prstGeom>
            <a:noFill/>
            <a:ln w="9525">
              <a:noFill/>
              <a:miter lim="800000"/>
              <a:headEnd/>
              <a:tailEnd/>
            </a:ln>
            <a:effectLst/>
          </p:spPr>
          <p:txBody>
            <a:bodyPr>
              <a:spAutoFit/>
            </a:bodyPr>
            <a:lstStyle/>
            <a:p>
              <a:pPr>
                <a:lnSpc>
                  <a:spcPct val="120000"/>
                </a:lnSpc>
              </a:pPr>
              <a:r>
                <a:rPr lang="zh-CN" altLang="en-US" sz="2400">
                  <a:solidFill>
                    <a:srgbClr val="CC0000"/>
                  </a:solidFill>
                  <a:latin typeface="Times New Roman" pitchFamily="18" charset="0"/>
                </a:rPr>
                <a:t>1</a:t>
              </a:r>
              <a:r>
                <a:rPr lang="en-US" altLang="zh-CN" sz="2400">
                  <a:solidFill>
                    <a:srgbClr val="CC0000"/>
                  </a:solidFill>
                  <a:latin typeface="Times New Roman" pitchFamily="18" charset="0"/>
                </a:rPr>
                <a:t>. </a:t>
              </a:r>
              <a:r>
                <a:rPr lang="zh-CN" altLang="en-US" sz="2400">
                  <a:latin typeface="Times New Roman" pitchFamily="18" charset="0"/>
                </a:rPr>
                <a:t>完全弹性碰撞</a:t>
              </a:r>
              <a:endParaRPr lang="zh-CN" altLang="en-US" sz="2400">
                <a:solidFill>
                  <a:srgbClr val="000066"/>
                </a:solidFill>
                <a:latin typeface="Times New Roman" pitchFamily="18" charset="0"/>
              </a:endParaRPr>
            </a:p>
          </p:txBody>
        </p:sp>
        <p:sp>
          <p:nvSpPr>
            <p:cNvPr id="41989" name="Rectangle 5"/>
            <p:cNvSpPr>
              <a:spLocks noChangeArrowheads="1"/>
            </p:cNvSpPr>
            <p:nvPr/>
          </p:nvSpPr>
          <p:spPr bwMode="auto">
            <a:xfrm>
              <a:off x="3505677" y="1867967"/>
              <a:ext cx="4806554" cy="535531"/>
            </a:xfrm>
            <a:prstGeom prst="rect">
              <a:avLst/>
            </a:prstGeom>
            <a:noFill/>
            <a:ln w="9525">
              <a:noFill/>
              <a:miter lim="800000"/>
              <a:headEnd/>
              <a:tailEnd/>
            </a:ln>
            <a:effectLst/>
          </p:spPr>
          <p:txBody>
            <a:bodyPr>
              <a:spAutoFit/>
            </a:bodyPr>
            <a:lstStyle/>
            <a:p>
              <a:pPr>
                <a:lnSpc>
                  <a:spcPct val="120000"/>
                </a:lnSpc>
                <a:buFont typeface="Arial" charset="0"/>
                <a:buBlip>
                  <a:blip r:embed="rId5"/>
                </a:buBlip>
              </a:pPr>
              <a:r>
                <a:rPr lang="zh-CN" altLang="en-US" sz="2400"/>
                <a:t>  系统内动量和机械能均</a:t>
              </a:r>
              <a:r>
                <a:rPr lang="zh-CN" altLang="en-US" sz="2400">
                  <a:solidFill>
                    <a:srgbClr val="CC0000"/>
                  </a:solidFill>
                </a:rPr>
                <a:t>守恒</a:t>
              </a:r>
            </a:p>
          </p:txBody>
        </p:sp>
      </p:grpSp>
      <p:grpSp>
        <p:nvGrpSpPr>
          <p:cNvPr id="3" name="组合 2"/>
          <p:cNvGrpSpPr/>
          <p:nvPr/>
        </p:nvGrpSpPr>
        <p:grpSpPr>
          <a:xfrm>
            <a:off x="698183" y="3185217"/>
            <a:ext cx="7748588" cy="535531"/>
            <a:chOff x="698183" y="2829372"/>
            <a:chExt cx="7748588" cy="535531"/>
          </a:xfrm>
        </p:grpSpPr>
        <p:sp>
          <p:nvSpPr>
            <p:cNvPr id="41990" name="Text Box 6"/>
            <p:cNvSpPr txBox="1">
              <a:spLocks noChangeArrowheads="1"/>
            </p:cNvSpPr>
            <p:nvPr/>
          </p:nvSpPr>
          <p:spPr bwMode="auto">
            <a:xfrm>
              <a:off x="698183" y="2829372"/>
              <a:ext cx="2613422" cy="535531"/>
            </a:xfrm>
            <a:prstGeom prst="rect">
              <a:avLst/>
            </a:prstGeom>
            <a:noFill/>
            <a:ln w="9525">
              <a:noFill/>
              <a:miter lim="800000"/>
              <a:headEnd/>
              <a:tailEnd/>
            </a:ln>
            <a:effectLst/>
          </p:spPr>
          <p:txBody>
            <a:bodyPr>
              <a:spAutoFit/>
            </a:bodyPr>
            <a:lstStyle/>
            <a:p>
              <a:pPr>
                <a:lnSpc>
                  <a:spcPct val="120000"/>
                </a:lnSpc>
              </a:pPr>
              <a:r>
                <a:rPr lang="zh-CN" altLang="en-US" sz="2400">
                  <a:solidFill>
                    <a:srgbClr val="CC0000"/>
                  </a:solidFill>
                  <a:latin typeface="Times New Roman" pitchFamily="18" charset="0"/>
                </a:rPr>
                <a:t>2</a:t>
              </a:r>
              <a:r>
                <a:rPr lang="en-US" altLang="zh-CN" sz="2400">
                  <a:solidFill>
                    <a:srgbClr val="CC0000"/>
                  </a:solidFill>
                  <a:latin typeface="Times New Roman" pitchFamily="18" charset="0"/>
                </a:rPr>
                <a:t>. </a:t>
              </a:r>
              <a:r>
                <a:rPr lang="zh-CN" altLang="en-US" sz="2400">
                  <a:latin typeface="Times New Roman" pitchFamily="18" charset="0"/>
                </a:rPr>
                <a:t>非弹性碰撞</a:t>
              </a:r>
            </a:p>
          </p:txBody>
        </p:sp>
        <p:sp>
          <p:nvSpPr>
            <p:cNvPr id="41991" name="Rectangle 7"/>
            <p:cNvSpPr>
              <a:spLocks noChangeArrowheads="1"/>
            </p:cNvSpPr>
            <p:nvPr/>
          </p:nvSpPr>
          <p:spPr bwMode="auto">
            <a:xfrm>
              <a:off x="3505677" y="2866305"/>
              <a:ext cx="4941094" cy="461665"/>
            </a:xfrm>
            <a:prstGeom prst="rect">
              <a:avLst/>
            </a:prstGeom>
            <a:noFill/>
            <a:ln w="9525">
              <a:noFill/>
              <a:miter lim="800000"/>
              <a:headEnd/>
              <a:tailEnd/>
            </a:ln>
            <a:effectLst/>
          </p:spPr>
          <p:txBody>
            <a:bodyPr>
              <a:spAutoFit/>
            </a:bodyPr>
            <a:lstStyle/>
            <a:p>
              <a:pPr>
                <a:buFont typeface="Arial" charset="0"/>
                <a:buBlip>
                  <a:blip r:embed="rId5"/>
                </a:buBlip>
              </a:pPr>
              <a:r>
                <a:rPr lang="zh-CN" altLang="en-US" sz="2400"/>
                <a:t>  系统内动量</a:t>
              </a:r>
              <a:r>
                <a:rPr lang="zh-CN" altLang="en-US" sz="2400">
                  <a:solidFill>
                    <a:srgbClr val="CC0000"/>
                  </a:solidFill>
                </a:rPr>
                <a:t>守恒</a:t>
              </a:r>
              <a:r>
                <a:rPr lang="zh-CN" altLang="en-US" sz="2400" b="0"/>
                <a:t>，</a:t>
              </a:r>
              <a:r>
                <a:rPr lang="zh-CN" altLang="en-US" sz="2400"/>
                <a:t>机械能</a:t>
              </a:r>
              <a:r>
                <a:rPr lang="zh-CN" altLang="en-US" sz="2400">
                  <a:solidFill>
                    <a:srgbClr val="CC0000"/>
                  </a:solidFill>
                </a:rPr>
                <a:t>不守恒</a:t>
              </a:r>
            </a:p>
          </p:txBody>
        </p:sp>
      </p:grpSp>
      <p:grpSp>
        <p:nvGrpSpPr>
          <p:cNvPr id="4" name="组合 3"/>
          <p:cNvGrpSpPr/>
          <p:nvPr/>
        </p:nvGrpSpPr>
        <p:grpSpPr>
          <a:xfrm>
            <a:off x="698183" y="3983926"/>
            <a:ext cx="7689057" cy="535531"/>
            <a:chOff x="698183" y="3983926"/>
            <a:chExt cx="7689057" cy="535531"/>
          </a:xfrm>
        </p:grpSpPr>
        <p:sp>
          <p:nvSpPr>
            <p:cNvPr id="41992" name="Rectangle 8"/>
            <p:cNvSpPr>
              <a:spLocks noChangeArrowheads="1"/>
            </p:cNvSpPr>
            <p:nvPr/>
          </p:nvSpPr>
          <p:spPr bwMode="auto">
            <a:xfrm>
              <a:off x="698183" y="4020859"/>
              <a:ext cx="3270647" cy="461665"/>
            </a:xfrm>
            <a:prstGeom prst="rect">
              <a:avLst/>
            </a:prstGeom>
            <a:noFill/>
            <a:ln w="9525">
              <a:noFill/>
              <a:miter lim="800000"/>
              <a:headEnd/>
              <a:tailEnd/>
            </a:ln>
            <a:effectLst/>
          </p:spPr>
          <p:txBody>
            <a:bodyPr>
              <a:spAutoFit/>
            </a:bodyPr>
            <a:lstStyle/>
            <a:p>
              <a:r>
                <a:rPr lang="zh-CN" altLang="en-US" sz="2400">
                  <a:solidFill>
                    <a:srgbClr val="CC0000"/>
                  </a:solidFill>
                  <a:latin typeface="Times New Roman" pitchFamily="18" charset="0"/>
                </a:rPr>
                <a:t>3</a:t>
              </a:r>
              <a:r>
                <a:rPr lang="en-US" altLang="zh-CN" sz="2400">
                  <a:solidFill>
                    <a:srgbClr val="CC0000"/>
                  </a:solidFill>
                  <a:latin typeface="Times New Roman" pitchFamily="18" charset="0"/>
                </a:rPr>
                <a:t>. </a:t>
              </a:r>
              <a:r>
                <a:rPr lang="zh-CN" altLang="en-US" sz="2400">
                  <a:latin typeface="Times New Roman" pitchFamily="18" charset="0"/>
                </a:rPr>
                <a:t>完全非弹性碰撞</a:t>
              </a:r>
            </a:p>
          </p:txBody>
        </p:sp>
        <p:sp>
          <p:nvSpPr>
            <p:cNvPr id="41993" name="Rectangle 9"/>
            <p:cNvSpPr>
              <a:spLocks noChangeArrowheads="1"/>
            </p:cNvSpPr>
            <p:nvPr/>
          </p:nvSpPr>
          <p:spPr bwMode="auto">
            <a:xfrm>
              <a:off x="3505677" y="3983926"/>
              <a:ext cx="4881563" cy="535531"/>
            </a:xfrm>
            <a:prstGeom prst="rect">
              <a:avLst/>
            </a:prstGeom>
            <a:noFill/>
            <a:ln w="9525">
              <a:noFill/>
              <a:miter lim="800000"/>
              <a:headEnd/>
              <a:tailEnd/>
            </a:ln>
            <a:effectLst/>
          </p:spPr>
          <p:txBody>
            <a:bodyPr>
              <a:spAutoFit/>
            </a:bodyPr>
            <a:lstStyle/>
            <a:p>
              <a:pPr>
                <a:lnSpc>
                  <a:spcPct val="120000"/>
                </a:lnSpc>
                <a:buFont typeface="Arial" charset="0"/>
                <a:buBlip>
                  <a:blip r:embed="rId5"/>
                </a:buBlip>
              </a:pPr>
              <a:r>
                <a:rPr lang="zh-CN" altLang="en-US" sz="2400"/>
                <a:t>  系统内动量</a:t>
              </a:r>
              <a:r>
                <a:rPr lang="zh-CN" altLang="en-US" sz="2400">
                  <a:solidFill>
                    <a:srgbClr val="CC0000"/>
                  </a:solidFill>
                </a:rPr>
                <a:t>守恒</a:t>
              </a:r>
              <a:r>
                <a:rPr lang="zh-CN" altLang="en-US" sz="2400" b="0"/>
                <a:t>，</a:t>
              </a:r>
              <a:r>
                <a:rPr lang="zh-CN" altLang="en-US" sz="2400"/>
                <a:t>机械能</a:t>
              </a:r>
              <a:r>
                <a:rPr lang="zh-CN" altLang="en-US" sz="2400">
                  <a:solidFill>
                    <a:srgbClr val="CC0000"/>
                  </a:solidFill>
                </a:rPr>
                <a:t>不守恒</a:t>
              </a:r>
            </a:p>
          </p:txBody>
        </p:sp>
      </p:grpSp>
      <p:sp>
        <p:nvSpPr>
          <p:cNvPr id="41994" name="Text Box 10"/>
          <p:cNvSpPr txBox="1">
            <a:spLocks noChangeArrowheads="1"/>
          </p:cNvSpPr>
          <p:nvPr/>
        </p:nvSpPr>
        <p:spPr bwMode="auto">
          <a:xfrm>
            <a:off x="2004894" y="492393"/>
            <a:ext cx="5211683" cy="461665"/>
          </a:xfrm>
          <a:prstGeom prst="rect">
            <a:avLst/>
          </a:prstGeom>
          <a:noFill/>
          <a:ln w="9525">
            <a:noFill/>
            <a:miter lim="800000"/>
            <a:headEnd/>
            <a:tailEnd/>
          </a:ln>
          <a:effectLst/>
        </p:spPr>
        <p:txBody>
          <a:bodyPr wrap="none">
            <a:spAutoFit/>
          </a:bodyPr>
          <a:lstStyle/>
          <a:p>
            <a:pPr>
              <a:buFontTx/>
              <a:buNone/>
            </a:pPr>
            <a:r>
              <a:rPr kumimoji="1" lang="zh-CN" altLang="en-US" sz="2400">
                <a:latin typeface="Times New Roman" pitchFamily="18" charset="0"/>
                <a:ea typeface="华文中宋" pitchFamily="2" charset="-122"/>
              </a:rPr>
              <a:t>3</a:t>
            </a:r>
            <a:r>
              <a:rPr kumimoji="1" lang="en-US" altLang="zh-CN" sz="2400">
                <a:latin typeface="Times New Roman" pitchFamily="18" charset="0"/>
                <a:ea typeface="华文中宋" pitchFamily="2" charset="-122"/>
              </a:rPr>
              <a:t>-7   </a:t>
            </a:r>
            <a:r>
              <a:rPr kumimoji="1" lang="zh-CN" altLang="en-US" sz="2400">
                <a:latin typeface="Times New Roman" pitchFamily="18" charset="0"/>
                <a:ea typeface="华文中宋" pitchFamily="2" charset="-122"/>
              </a:rPr>
              <a:t>完全弹性碰撞   完全非弹性碰撞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fld id="{4C9250A9-D6C5-47D8-9E74-4F03F5AFDAE5}" type="slidenum">
              <a:rPr lang="zh-CN" altLang="en-US"/>
              <a:pPr/>
              <a:t>21</a:t>
            </a:fld>
            <a:endParaRPr lang="en-US"/>
          </a:p>
        </p:txBody>
      </p:sp>
      <p:sp>
        <p:nvSpPr>
          <p:cNvPr id="43010" name="Text Box 2"/>
          <p:cNvSpPr txBox="1">
            <a:spLocks noChangeArrowheads="1"/>
          </p:cNvSpPr>
          <p:nvPr/>
        </p:nvSpPr>
        <p:spPr bwMode="auto">
          <a:xfrm>
            <a:off x="3461147" y="357188"/>
            <a:ext cx="2299097" cy="507831"/>
          </a:xfrm>
          <a:prstGeom prst="rect">
            <a:avLst/>
          </a:prstGeom>
          <a:noFill/>
          <a:ln w="9525">
            <a:noFill/>
            <a:miter lim="800000"/>
            <a:headEnd/>
            <a:tailEnd/>
          </a:ln>
          <a:effectLst/>
        </p:spPr>
        <p:txBody>
          <a:bodyPr>
            <a:spAutoFit/>
          </a:bodyPr>
          <a:lstStyle/>
          <a:p>
            <a:pPr>
              <a:spcBef>
                <a:spcPct val="50000"/>
              </a:spcBef>
            </a:pPr>
            <a:r>
              <a:rPr lang="zh-CN" altLang="en-US" sz="2700">
                <a:solidFill>
                  <a:srgbClr val="CC0000"/>
                </a:solidFill>
                <a:latin typeface="Times New Roman" pitchFamily="18" charset="0"/>
              </a:rPr>
              <a:t>完全弹性碰撞</a:t>
            </a:r>
          </a:p>
        </p:txBody>
      </p:sp>
      <p:sp>
        <p:nvSpPr>
          <p:cNvPr id="43011" name="Text Box 3"/>
          <p:cNvSpPr txBox="1">
            <a:spLocks noChangeArrowheads="1"/>
          </p:cNvSpPr>
          <p:nvPr/>
        </p:nvSpPr>
        <p:spPr bwMode="auto">
          <a:xfrm>
            <a:off x="3165872" y="4384310"/>
            <a:ext cx="2971800" cy="415498"/>
          </a:xfrm>
          <a:prstGeom prst="rect">
            <a:avLst/>
          </a:prstGeom>
          <a:noFill/>
          <a:ln w="9525">
            <a:noFill/>
            <a:miter lim="800000"/>
            <a:headEnd/>
            <a:tailEnd/>
          </a:ln>
          <a:effectLst/>
        </p:spPr>
        <p:txBody>
          <a:bodyPr>
            <a:spAutoFit/>
          </a:bodyPr>
          <a:lstStyle/>
          <a:p>
            <a:pPr>
              <a:spcBef>
                <a:spcPct val="50000"/>
              </a:spcBef>
            </a:pPr>
            <a:r>
              <a:rPr lang="zh-CN" altLang="en-US" sz="2100">
                <a:solidFill>
                  <a:srgbClr val="1C1C1C"/>
                </a:solidFill>
                <a:latin typeface="Times New Roman" pitchFamily="18" charset="0"/>
              </a:rPr>
              <a:t>（五个小球质量全同）</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2899" y="865019"/>
            <a:ext cx="5878674" cy="3365855"/>
          </a:xfrm>
          <a:prstGeom prst="rect">
            <a:avLst/>
          </a:prstGeom>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1"/>
          <p:cNvSpPr>
            <a:spLocks noGrp="1"/>
          </p:cNvSpPr>
          <p:nvPr>
            <p:ph type="sldNum" sz="quarter" idx="10"/>
          </p:nvPr>
        </p:nvSpPr>
        <p:spPr/>
        <p:txBody>
          <a:bodyPr/>
          <a:lstStyle/>
          <a:p>
            <a:fld id="{57911DBB-6499-4D22-8C7B-0DD79CD7BFF5}" type="slidenum">
              <a:rPr lang="zh-CN" altLang="en-US"/>
              <a:pPr/>
              <a:t>22</a:t>
            </a:fld>
            <a:endParaRPr lang="en-US"/>
          </a:p>
        </p:txBody>
      </p:sp>
      <p:grpSp>
        <p:nvGrpSpPr>
          <p:cNvPr id="3" name="组合 2"/>
          <p:cNvGrpSpPr/>
          <p:nvPr/>
        </p:nvGrpSpPr>
        <p:grpSpPr>
          <a:xfrm>
            <a:off x="377309" y="306332"/>
            <a:ext cx="8385691" cy="1754326"/>
            <a:chOff x="453509" y="946412"/>
            <a:chExt cx="8385691" cy="1754326"/>
          </a:xfrm>
        </p:grpSpPr>
        <p:sp>
          <p:nvSpPr>
            <p:cNvPr id="47107" name="Text Box 3"/>
            <p:cNvSpPr txBox="1">
              <a:spLocks noChangeArrowheads="1"/>
            </p:cNvSpPr>
            <p:nvPr/>
          </p:nvSpPr>
          <p:spPr bwMode="auto">
            <a:xfrm>
              <a:off x="453509" y="946412"/>
              <a:ext cx="8385691" cy="1754326"/>
            </a:xfrm>
            <a:prstGeom prst="rect">
              <a:avLst/>
            </a:prstGeom>
            <a:noFill/>
            <a:ln w="9525">
              <a:noFill/>
              <a:miter lim="800000"/>
              <a:headEnd/>
              <a:tailEnd/>
            </a:ln>
            <a:effectLst/>
          </p:spPr>
          <p:txBody>
            <a:bodyPr wrap="square">
              <a:spAutoFit/>
            </a:bodyPr>
            <a:lstStyle/>
            <a:p>
              <a:pPr>
                <a:lnSpc>
                  <a:spcPct val="150000"/>
                </a:lnSpc>
              </a:pPr>
              <a:r>
                <a:rPr lang="zh-CN" altLang="en-US" sz="2400" smtClean="0">
                  <a:solidFill>
                    <a:srgbClr val="CC0000"/>
                  </a:solidFill>
                  <a:latin typeface="Times New Roman" pitchFamily="18" charset="0"/>
                </a:rPr>
                <a:t>例 </a:t>
              </a:r>
              <a:r>
                <a:rPr lang="en-US" altLang="zh-CN" sz="2400" dirty="0">
                  <a:solidFill>
                    <a:srgbClr val="CC0000"/>
                  </a:solidFill>
                  <a:latin typeface="Times New Roman" pitchFamily="18" charset="0"/>
                </a:rPr>
                <a:t>3</a:t>
              </a:r>
              <a:r>
                <a:rPr lang="zh-CN" altLang="en-US" sz="2400" dirty="0">
                  <a:solidFill>
                    <a:srgbClr val="CC0000"/>
                  </a:solidFill>
                  <a:latin typeface="Times New Roman" pitchFamily="18" charset="0"/>
                </a:rPr>
                <a:t>　</a:t>
              </a:r>
              <a:r>
                <a:rPr lang="zh-CN" altLang="en-US" sz="2400" dirty="0">
                  <a:solidFill>
                    <a:srgbClr val="000000"/>
                  </a:solidFill>
                  <a:latin typeface="Times New Roman" pitchFamily="18" charset="0"/>
                </a:rPr>
                <a:t>设有两个质量分别为     和      ，速度分</a:t>
              </a:r>
              <a:r>
                <a:rPr lang="zh-CN" altLang="en-US" sz="2400">
                  <a:solidFill>
                    <a:srgbClr val="000000"/>
                  </a:solidFill>
                  <a:latin typeface="Times New Roman" pitchFamily="18" charset="0"/>
                </a:rPr>
                <a:t>别</a:t>
              </a:r>
              <a:r>
                <a:rPr lang="zh-CN" altLang="en-US" sz="2400" smtClean="0">
                  <a:solidFill>
                    <a:srgbClr val="000000"/>
                  </a:solidFill>
                  <a:latin typeface="Times New Roman" pitchFamily="18" charset="0"/>
                </a:rPr>
                <a:t>为      和       </a:t>
              </a:r>
              <a:r>
                <a:rPr lang="zh-CN" altLang="en-US" sz="2400" dirty="0">
                  <a:solidFill>
                    <a:srgbClr val="000000"/>
                  </a:solidFill>
                  <a:latin typeface="Times New Roman" pitchFamily="18" charset="0"/>
                </a:rPr>
                <a:t>的弹性小球作对心碰撞，两球的速度方向相同．若碰撞是完全弹</a:t>
              </a:r>
              <a:r>
                <a:rPr lang="zh-CN" altLang="en-US" sz="2400">
                  <a:solidFill>
                    <a:srgbClr val="000000"/>
                  </a:solidFill>
                  <a:latin typeface="Times New Roman" pitchFamily="18" charset="0"/>
                </a:rPr>
                <a:t>性</a:t>
              </a:r>
              <a:r>
                <a:rPr lang="zh-CN" altLang="en-US" sz="2400" smtClean="0">
                  <a:solidFill>
                    <a:srgbClr val="000000"/>
                  </a:solidFill>
                  <a:latin typeface="Times New Roman" pitchFamily="18" charset="0"/>
                </a:rPr>
                <a:t>的</a:t>
              </a:r>
              <a:r>
                <a:rPr lang="en-US" altLang="zh-CN" sz="2400" smtClean="0">
                  <a:solidFill>
                    <a:srgbClr val="000000"/>
                  </a:solidFill>
                  <a:latin typeface="Times New Roman" pitchFamily="18" charset="0"/>
                </a:rPr>
                <a:t>.    </a:t>
              </a:r>
              <a:r>
                <a:rPr lang="zh-CN" altLang="en-US" sz="2400" smtClean="0">
                  <a:solidFill>
                    <a:srgbClr val="CC0000"/>
                  </a:solidFill>
                  <a:latin typeface="Times New Roman" pitchFamily="18" charset="0"/>
                </a:rPr>
                <a:t>求</a:t>
              </a:r>
              <a:r>
                <a:rPr lang="en-US" altLang="zh-CN" sz="2400" smtClean="0">
                  <a:solidFill>
                    <a:srgbClr val="CC0000"/>
                  </a:solidFill>
                  <a:latin typeface="Times New Roman" pitchFamily="18" charset="0"/>
                </a:rPr>
                <a:t>:</a:t>
              </a:r>
              <a:r>
                <a:rPr lang="zh-CN" altLang="en-US" sz="2400" smtClean="0">
                  <a:solidFill>
                    <a:srgbClr val="000000"/>
                  </a:solidFill>
                  <a:latin typeface="Times New Roman" pitchFamily="18" charset="0"/>
                </a:rPr>
                <a:t>碰</a:t>
              </a:r>
              <a:r>
                <a:rPr lang="zh-CN" altLang="en-US" sz="2400" dirty="0">
                  <a:solidFill>
                    <a:srgbClr val="000000"/>
                  </a:solidFill>
                  <a:latin typeface="Times New Roman" pitchFamily="18" charset="0"/>
                </a:rPr>
                <a:t>撞后的</a:t>
              </a:r>
              <a:r>
                <a:rPr lang="zh-CN" altLang="en-US" sz="2400">
                  <a:solidFill>
                    <a:srgbClr val="000000"/>
                  </a:solidFill>
                  <a:latin typeface="Times New Roman" pitchFamily="18" charset="0"/>
                </a:rPr>
                <a:t>速</a:t>
              </a:r>
              <a:r>
                <a:rPr lang="zh-CN" altLang="en-US" sz="2400" smtClean="0">
                  <a:solidFill>
                    <a:srgbClr val="000000"/>
                  </a:solidFill>
                  <a:latin typeface="Times New Roman" pitchFamily="18" charset="0"/>
                </a:rPr>
                <a:t>度     、</a:t>
              </a:r>
              <a:endParaRPr lang="zh-CN" altLang="en-US" sz="2400" dirty="0">
                <a:solidFill>
                  <a:srgbClr val="000000"/>
                </a:solidFill>
                <a:latin typeface="Times New Roman" pitchFamily="18" charset="0"/>
              </a:endParaRPr>
            </a:p>
          </p:txBody>
        </p:sp>
        <p:graphicFrame>
          <p:nvGraphicFramePr>
            <p:cNvPr id="47108" name="Object 4"/>
            <p:cNvGraphicFramePr>
              <a:graphicFrameLocks noChangeAspect="1"/>
            </p:cNvGraphicFramePr>
            <p:nvPr>
              <p:extLst>
                <p:ext uri="{D42A27DB-BD31-4B8C-83A1-F6EECF244321}">
                  <p14:modId xmlns:p14="http://schemas.microsoft.com/office/powerpoint/2010/main" val="3825330137"/>
                </p:ext>
              </p:extLst>
            </p:nvPr>
          </p:nvGraphicFramePr>
          <p:xfrm>
            <a:off x="7863126" y="1011316"/>
            <a:ext cx="554831" cy="571500"/>
          </p:xfrm>
          <a:graphic>
            <a:graphicData uri="http://schemas.openxmlformats.org/presentationml/2006/ole">
              <mc:AlternateContent xmlns:mc="http://schemas.openxmlformats.org/markup-compatibility/2006">
                <mc:Choice xmlns:v="urn:schemas-microsoft-com:vml" Requires="v">
                  <p:oleObj spid="_x0000_s360149" r:id="rId3" imgW="216217" imgH="228917" progId="Equation.3">
                    <p:embed/>
                  </p:oleObj>
                </mc:Choice>
                <mc:Fallback>
                  <p:oleObj r:id="rId3" imgW="216217" imgH="228917"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3126" y="1011316"/>
                          <a:ext cx="554831"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9" name="Object 5"/>
            <p:cNvGraphicFramePr>
              <a:graphicFrameLocks noChangeAspect="1"/>
            </p:cNvGraphicFramePr>
            <p:nvPr>
              <p:extLst>
                <p:ext uri="{D42A27DB-BD31-4B8C-83A1-F6EECF244321}">
                  <p14:modId xmlns:p14="http://schemas.microsoft.com/office/powerpoint/2010/main" val="3691132878"/>
                </p:ext>
              </p:extLst>
            </p:nvPr>
          </p:nvGraphicFramePr>
          <p:xfrm>
            <a:off x="4815841" y="1000600"/>
            <a:ext cx="523875" cy="540544"/>
          </p:xfrm>
          <a:graphic>
            <a:graphicData uri="http://schemas.openxmlformats.org/presentationml/2006/ole">
              <mc:AlternateContent xmlns:mc="http://schemas.openxmlformats.org/markup-compatibility/2006">
                <mc:Choice xmlns:v="urn:schemas-microsoft-com:vml" Requires="v">
                  <p:oleObj spid="_x0000_s360150" r:id="rId5" imgW="203253" imgH="215936" progId="Equation.3">
                    <p:embed/>
                  </p:oleObj>
                </mc:Choice>
                <mc:Fallback>
                  <p:oleObj r:id="rId5" imgW="203253" imgH="215936"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5841" y="1000600"/>
                          <a:ext cx="523875" cy="540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0" name="Object 6"/>
            <p:cNvGraphicFramePr>
              <a:graphicFrameLocks noChangeAspect="1"/>
            </p:cNvGraphicFramePr>
            <p:nvPr>
              <p:extLst>
                <p:ext uri="{D42A27DB-BD31-4B8C-83A1-F6EECF244321}">
                  <p14:modId xmlns:p14="http://schemas.microsoft.com/office/powerpoint/2010/main" val="20807752"/>
                </p:ext>
              </p:extLst>
            </p:nvPr>
          </p:nvGraphicFramePr>
          <p:xfrm>
            <a:off x="4125278" y="1011316"/>
            <a:ext cx="491728" cy="539353"/>
          </p:xfrm>
          <a:graphic>
            <a:graphicData uri="http://schemas.openxmlformats.org/presentationml/2006/ole">
              <mc:AlternateContent xmlns:mc="http://schemas.openxmlformats.org/markup-compatibility/2006">
                <mc:Choice xmlns:v="urn:schemas-microsoft-com:vml" Requires="v">
                  <p:oleObj spid="_x0000_s360151" r:id="rId7" imgW="190569" imgH="215936" progId="Equation.3">
                    <p:embed/>
                  </p:oleObj>
                </mc:Choice>
                <mc:Fallback>
                  <p:oleObj r:id="rId7" imgW="190569" imgH="215936"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5278" y="1011316"/>
                          <a:ext cx="491728" cy="539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1" name="Object 7"/>
            <p:cNvGraphicFramePr>
              <a:graphicFrameLocks noChangeAspect="1"/>
            </p:cNvGraphicFramePr>
            <p:nvPr>
              <p:extLst>
                <p:ext uri="{D42A27DB-BD31-4B8C-83A1-F6EECF244321}">
                  <p14:modId xmlns:p14="http://schemas.microsoft.com/office/powerpoint/2010/main" val="3599809838"/>
                </p:ext>
              </p:extLst>
            </p:nvPr>
          </p:nvGraphicFramePr>
          <p:xfrm>
            <a:off x="7098030" y="1011316"/>
            <a:ext cx="554831" cy="571500"/>
          </p:xfrm>
          <a:graphic>
            <a:graphicData uri="http://schemas.openxmlformats.org/presentationml/2006/ole">
              <mc:AlternateContent xmlns:mc="http://schemas.openxmlformats.org/markup-compatibility/2006">
                <mc:Choice xmlns:v="urn:schemas-microsoft-com:vml" Requires="v">
                  <p:oleObj spid="_x0000_s360152" r:id="rId9" imgW="216217" imgH="228917" progId="Equation.3">
                    <p:embed/>
                  </p:oleObj>
                </mc:Choice>
                <mc:Fallback>
                  <p:oleObj r:id="rId9" imgW="216217" imgH="228917"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98030" y="1011316"/>
                          <a:ext cx="554831"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2" name="Object 8"/>
            <p:cNvGraphicFramePr>
              <a:graphicFrameLocks noChangeAspect="1"/>
            </p:cNvGraphicFramePr>
            <p:nvPr>
              <p:extLst>
                <p:ext uri="{D42A27DB-BD31-4B8C-83A1-F6EECF244321}">
                  <p14:modId xmlns:p14="http://schemas.microsoft.com/office/powerpoint/2010/main" val="3066907776"/>
                </p:ext>
              </p:extLst>
            </p:nvPr>
          </p:nvGraphicFramePr>
          <p:xfrm>
            <a:off x="4082655" y="2127884"/>
            <a:ext cx="425053" cy="539353"/>
          </p:xfrm>
          <a:graphic>
            <a:graphicData uri="http://schemas.openxmlformats.org/presentationml/2006/ole">
              <mc:AlternateContent xmlns:mc="http://schemas.openxmlformats.org/markup-compatibility/2006">
                <mc:Choice xmlns:v="urn:schemas-microsoft-com:vml" Requires="v">
                  <p:oleObj spid="_x0000_s360153" r:id="rId11" imgW="165417" imgH="216217" progId="Equation.3">
                    <p:embed/>
                  </p:oleObj>
                </mc:Choice>
                <mc:Fallback>
                  <p:oleObj r:id="rId11" imgW="165417" imgH="216217" progId="Equation.3">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2655" y="2127884"/>
                          <a:ext cx="425053" cy="539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3" name="Object 9"/>
            <p:cNvGraphicFramePr>
              <a:graphicFrameLocks noChangeAspect="1"/>
            </p:cNvGraphicFramePr>
            <p:nvPr>
              <p:extLst>
                <p:ext uri="{D42A27DB-BD31-4B8C-83A1-F6EECF244321}">
                  <p14:modId xmlns:p14="http://schemas.microsoft.com/office/powerpoint/2010/main" val="4006582028"/>
                </p:ext>
              </p:extLst>
            </p:nvPr>
          </p:nvGraphicFramePr>
          <p:xfrm>
            <a:off x="4624626" y="2127884"/>
            <a:ext cx="457200" cy="539353"/>
          </p:xfrm>
          <a:graphic>
            <a:graphicData uri="http://schemas.openxmlformats.org/presentationml/2006/ole">
              <mc:AlternateContent xmlns:mc="http://schemas.openxmlformats.org/markup-compatibility/2006">
                <mc:Choice xmlns:v="urn:schemas-microsoft-com:vml" Requires="v">
                  <p:oleObj spid="_x0000_s360154" r:id="rId13" imgW="178040" imgH="216123" progId="Equation.3">
                    <p:embed/>
                  </p:oleObj>
                </mc:Choice>
                <mc:Fallback>
                  <p:oleObj r:id="rId13" imgW="178040" imgH="216123" progId="Equation.3">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24626" y="2127884"/>
                          <a:ext cx="457200" cy="539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7114" name="Object 10"/>
          <p:cNvGraphicFramePr>
            <a:graphicFrameLocks noChangeAspect="1"/>
          </p:cNvGraphicFramePr>
          <p:nvPr>
            <p:extLst>
              <p:ext uri="{D42A27DB-BD31-4B8C-83A1-F6EECF244321}">
                <p14:modId xmlns:p14="http://schemas.microsoft.com/office/powerpoint/2010/main" val="467194686"/>
              </p:ext>
            </p:extLst>
          </p:nvPr>
        </p:nvGraphicFramePr>
        <p:xfrm>
          <a:off x="6078061" y="2648514"/>
          <a:ext cx="358378" cy="454819"/>
        </p:xfrm>
        <a:graphic>
          <a:graphicData uri="http://schemas.openxmlformats.org/presentationml/2006/ole">
            <mc:AlternateContent xmlns:mc="http://schemas.openxmlformats.org/markup-compatibility/2006">
              <mc:Choice xmlns:v="urn:schemas-microsoft-com:vml" Requires="v">
                <p:oleObj spid="_x0000_s360155" r:id="rId15" imgW="165417" imgH="216217" progId="Equation.3">
                  <p:embed/>
                </p:oleObj>
              </mc:Choice>
              <mc:Fallback>
                <p:oleObj r:id="rId15" imgW="165417" imgH="216217" progId="Equation.3">
                  <p:embed/>
                  <p:pic>
                    <p:nvPicPr>
                      <p:cNvPr id="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78061" y="2648514"/>
                        <a:ext cx="358378"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5" name="Object 11"/>
          <p:cNvGraphicFramePr>
            <a:graphicFrameLocks noChangeAspect="1"/>
          </p:cNvGraphicFramePr>
          <p:nvPr>
            <p:extLst>
              <p:ext uri="{D42A27DB-BD31-4B8C-83A1-F6EECF244321}">
                <p14:modId xmlns:p14="http://schemas.microsoft.com/office/powerpoint/2010/main" val="520816884"/>
              </p:ext>
            </p:extLst>
          </p:nvPr>
        </p:nvGraphicFramePr>
        <p:xfrm>
          <a:off x="6911498" y="2637798"/>
          <a:ext cx="385763" cy="454819"/>
        </p:xfrm>
        <a:graphic>
          <a:graphicData uri="http://schemas.openxmlformats.org/presentationml/2006/ole">
            <mc:AlternateContent xmlns:mc="http://schemas.openxmlformats.org/markup-compatibility/2006">
              <mc:Choice xmlns:v="urn:schemas-microsoft-com:vml" Requires="v">
                <p:oleObj spid="_x0000_s360156" r:id="rId16" imgW="178040" imgH="216123" progId="Equation.3">
                  <p:embed/>
                </p:oleObj>
              </mc:Choice>
              <mc:Fallback>
                <p:oleObj r:id="rId16" imgW="178040" imgH="216123" progId="Equation.3">
                  <p:embed/>
                  <p:pic>
                    <p:nvPicPr>
                      <p:cNvPr id="0"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11498" y="2637798"/>
                        <a:ext cx="385763"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16" name="Object 12"/>
          <p:cNvGraphicFramePr>
            <a:graphicFrameLocks noChangeAspect="1"/>
          </p:cNvGraphicFramePr>
          <p:nvPr>
            <p:extLst>
              <p:ext uri="{D42A27DB-BD31-4B8C-83A1-F6EECF244321}">
                <p14:modId xmlns:p14="http://schemas.microsoft.com/office/powerpoint/2010/main" val="1571424177"/>
              </p:ext>
            </p:extLst>
          </p:nvPr>
        </p:nvGraphicFramePr>
        <p:xfrm>
          <a:off x="5767308" y="2967601"/>
          <a:ext cx="316706" cy="322660"/>
        </p:xfrm>
        <a:graphic>
          <a:graphicData uri="http://schemas.openxmlformats.org/presentationml/2006/ole">
            <mc:AlternateContent xmlns:mc="http://schemas.openxmlformats.org/markup-compatibility/2006">
              <mc:Choice xmlns:v="urn:schemas-microsoft-com:vml" Requires="v">
                <p:oleObj spid="_x0000_s360157" r:id="rId17" imgW="380852" imgH="390270" progId="">
                  <p:embed/>
                </p:oleObj>
              </mc:Choice>
              <mc:Fallback>
                <p:oleObj r:id="rId17" imgW="380852" imgH="390270" progId="">
                  <p:embed/>
                  <p:pic>
                    <p:nvPicPr>
                      <p:cNvPr id="0" name="Picture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7308" y="2967601"/>
                        <a:ext cx="316706"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7" name="Line 13"/>
          <p:cNvSpPr>
            <a:spLocks noChangeShapeType="1"/>
          </p:cNvSpPr>
          <p:nvPr/>
        </p:nvSpPr>
        <p:spPr bwMode="auto">
          <a:xfrm>
            <a:off x="6056630" y="3124763"/>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pSp>
        <p:nvGrpSpPr>
          <p:cNvPr id="47118" name="Group 14"/>
          <p:cNvGrpSpPr>
            <a:grpSpLocks/>
          </p:cNvGrpSpPr>
          <p:nvPr/>
        </p:nvGrpSpPr>
        <p:grpSpPr bwMode="auto">
          <a:xfrm>
            <a:off x="2121851" y="2640523"/>
            <a:ext cx="1985963" cy="1014413"/>
            <a:chOff x="0" y="0"/>
            <a:chExt cx="1668" cy="852"/>
          </a:xfrm>
        </p:grpSpPr>
        <p:sp>
          <p:nvSpPr>
            <p:cNvPr id="47119" name="Line 15"/>
            <p:cNvSpPr>
              <a:spLocks noChangeShapeType="1"/>
            </p:cNvSpPr>
            <p:nvPr/>
          </p:nvSpPr>
          <p:spPr bwMode="auto">
            <a:xfrm>
              <a:off x="912" y="468"/>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sp>
          <p:nvSpPr>
            <p:cNvPr id="47120" name="Line 16"/>
            <p:cNvSpPr>
              <a:spLocks noChangeShapeType="1"/>
            </p:cNvSpPr>
            <p:nvPr/>
          </p:nvSpPr>
          <p:spPr bwMode="auto">
            <a:xfrm>
              <a:off x="239" y="453"/>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47121" name="Object 17"/>
            <p:cNvGraphicFramePr>
              <a:graphicFrameLocks noChangeAspect="1"/>
            </p:cNvGraphicFramePr>
            <p:nvPr/>
          </p:nvGraphicFramePr>
          <p:xfrm>
            <a:off x="69" y="539"/>
            <a:ext cx="323" cy="313"/>
          </p:xfrm>
          <a:graphic>
            <a:graphicData uri="http://schemas.openxmlformats.org/presentationml/2006/ole">
              <mc:AlternateContent xmlns:mc="http://schemas.openxmlformats.org/markup-compatibility/2006">
                <mc:Choice xmlns:v="urn:schemas-microsoft-com:vml" Requires="v">
                  <p:oleObj spid="_x0000_s360158" r:id="rId19" imgW="165489" imgH="165489" progId="Equation.3">
                    <p:embed/>
                  </p:oleObj>
                </mc:Choice>
                <mc:Fallback>
                  <p:oleObj r:id="rId19" imgW="165489" imgH="165489" progId="Equation.3">
                    <p:embed/>
                    <p:pic>
                      <p:nvPicPr>
                        <p:cNvPr id="0" name="Picture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 y="539"/>
                          <a:ext cx="323"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2" name="Object 18"/>
            <p:cNvGraphicFramePr>
              <a:graphicFrameLocks noChangeAspect="1"/>
            </p:cNvGraphicFramePr>
            <p:nvPr/>
          </p:nvGraphicFramePr>
          <p:xfrm>
            <a:off x="860" y="323"/>
            <a:ext cx="254" cy="259"/>
          </p:xfrm>
          <a:graphic>
            <a:graphicData uri="http://schemas.openxmlformats.org/presentationml/2006/ole">
              <mc:AlternateContent xmlns:mc="http://schemas.openxmlformats.org/markup-compatibility/2006">
                <mc:Choice xmlns:v="urn:schemas-microsoft-com:vml" Requires="v">
                  <p:oleObj spid="_x0000_s360159" r:id="rId21" imgW="380852" imgH="390270" progId="">
                    <p:embed/>
                  </p:oleObj>
                </mc:Choice>
                <mc:Fallback>
                  <p:oleObj r:id="rId21" imgW="380852" imgH="390270" progId="">
                    <p:embed/>
                    <p:pic>
                      <p:nvPicPr>
                        <p:cNvPr id="0" name="Picture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0"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3" name="Object 19"/>
            <p:cNvGraphicFramePr>
              <a:graphicFrameLocks noChangeAspect="1"/>
            </p:cNvGraphicFramePr>
            <p:nvPr/>
          </p:nvGraphicFramePr>
          <p:xfrm>
            <a:off x="32" y="323"/>
            <a:ext cx="254" cy="259"/>
          </p:xfrm>
          <a:graphic>
            <a:graphicData uri="http://schemas.openxmlformats.org/presentationml/2006/ole">
              <mc:AlternateContent xmlns:mc="http://schemas.openxmlformats.org/markup-compatibility/2006">
                <mc:Choice xmlns:v="urn:schemas-microsoft-com:vml" Requires="v">
                  <p:oleObj spid="_x0000_s360160" r:id="rId23" imgW="380852" imgH="390270" progId="">
                    <p:embed/>
                  </p:oleObj>
                </mc:Choice>
                <mc:Fallback>
                  <p:oleObj r:id="rId23" imgW="380852" imgH="390270" progId="">
                    <p:embed/>
                    <p:pic>
                      <p:nvPicPr>
                        <p:cNvPr id="0" name="Picture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4" name="Object 20"/>
            <p:cNvGraphicFramePr>
              <a:graphicFrameLocks noChangeAspect="1"/>
            </p:cNvGraphicFramePr>
            <p:nvPr/>
          </p:nvGraphicFramePr>
          <p:xfrm>
            <a:off x="0" y="1"/>
            <a:ext cx="372" cy="408"/>
          </p:xfrm>
          <a:graphic>
            <a:graphicData uri="http://schemas.openxmlformats.org/presentationml/2006/ole">
              <mc:AlternateContent xmlns:mc="http://schemas.openxmlformats.org/markup-compatibility/2006">
                <mc:Choice xmlns:v="urn:schemas-microsoft-com:vml" Requires="v">
                  <p:oleObj spid="_x0000_s360161" r:id="rId24" imgW="190569" imgH="215936" progId="Equation.3">
                    <p:embed/>
                  </p:oleObj>
                </mc:Choice>
                <mc:Fallback>
                  <p:oleObj r:id="rId24" imgW="190569" imgH="215936" progId="Equation.3">
                    <p:embed/>
                    <p:pic>
                      <p:nvPicPr>
                        <p:cNvPr id="0"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
                          <a:ext cx="372"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5" name="Object 21"/>
            <p:cNvGraphicFramePr>
              <a:graphicFrameLocks noChangeAspect="1"/>
            </p:cNvGraphicFramePr>
            <p:nvPr/>
          </p:nvGraphicFramePr>
          <p:xfrm>
            <a:off x="852" y="0"/>
            <a:ext cx="397" cy="409"/>
          </p:xfrm>
          <a:graphic>
            <a:graphicData uri="http://schemas.openxmlformats.org/presentationml/2006/ole">
              <mc:AlternateContent xmlns:mc="http://schemas.openxmlformats.org/markup-compatibility/2006">
                <mc:Choice xmlns:v="urn:schemas-microsoft-com:vml" Requires="v">
                  <p:oleObj spid="_x0000_s360162" r:id="rId25" imgW="203253" imgH="215936" progId="Equation.3">
                    <p:embed/>
                  </p:oleObj>
                </mc:Choice>
                <mc:Fallback>
                  <p:oleObj r:id="rId25" imgW="203253" imgH="215936" progId="Equation.3">
                    <p:embed/>
                    <p:pic>
                      <p:nvPicPr>
                        <p:cNvPr id="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 y="0"/>
                          <a:ext cx="397"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6" name="Object 22"/>
            <p:cNvGraphicFramePr>
              <a:graphicFrameLocks noChangeAspect="1"/>
            </p:cNvGraphicFramePr>
            <p:nvPr/>
          </p:nvGraphicFramePr>
          <p:xfrm>
            <a:off x="384" y="63"/>
            <a:ext cx="420" cy="433"/>
          </p:xfrm>
          <a:graphic>
            <a:graphicData uri="http://schemas.openxmlformats.org/presentationml/2006/ole">
              <mc:AlternateContent xmlns:mc="http://schemas.openxmlformats.org/markup-compatibility/2006">
                <mc:Choice xmlns:v="urn:schemas-microsoft-com:vml" Requires="v">
                  <p:oleObj spid="_x0000_s360163" r:id="rId26" imgW="216217" imgH="228917" progId="Equation.3">
                    <p:embed/>
                  </p:oleObj>
                </mc:Choice>
                <mc:Fallback>
                  <p:oleObj r:id="rId26" imgW="216217" imgH="228917" progId="Equation.3">
                    <p:embed/>
                    <p:pic>
                      <p:nvPicPr>
                        <p:cNvPr id="0" name="Picture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 y="63"/>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7" name="Object 23"/>
            <p:cNvGraphicFramePr>
              <a:graphicFrameLocks noChangeAspect="1"/>
            </p:cNvGraphicFramePr>
            <p:nvPr/>
          </p:nvGraphicFramePr>
          <p:xfrm>
            <a:off x="1248" y="84"/>
            <a:ext cx="420" cy="433"/>
          </p:xfrm>
          <a:graphic>
            <a:graphicData uri="http://schemas.openxmlformats.org/presentationml/2006/ole">
              <mc:AlternateContent xmlns:mc="http://schemas.openxmlformats.org/markup-compatibility/2006">
                <mc:Choice xmlns:v="urn:schemas-microsoft-com:vml" Requires="v">
                  <p:oleObj spid="_x0000_s360164" r:id="rId27" imgW="216217" imgH="228917" progId="Equation.3">
                    <p:embed/>
                  </p:oleObj>
                </mc:Choice>
                <mc:Fallback>
                  <p:oleObj r:id="rId27" imgW="216217" imgH="228917"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 y="84"/>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28" name="Object 24"/>
            <p:cNvGraphicFramePr>
              <a:graphicFrameLocks noChangeAspect="1"/>
            </p:cNvGraphicFramePr>
            <p:nvPr/>
          </p:nvGraphicFramePr>
          <p:xfrm>
            <a:off x="853" y="539"/>
            <a:ext cx="299" cy="313"/>
          </p:xfrm>
          <a:graphic>
            <a:graphicData uri="http://schemas.openxmlformats.org/presentationml/2006/ole">
              <mc:AlternateContent xmlns:mc="http://schemas.openxmlformats.org/markup-compatibility/2006">
                <mc:Choice xmlns:v="urn:schemas-microsoft-com:vml" Requires="v">
                  <p:oleObj spid="_x0000_s360165" r:id="rId28" imgW="152783" imgH="165489" progId="Equation.3">
                    <p:embed/>
                  </p:oleObj>
                </mc:Choice>
                <mc:Fallback>
                  <p:oleObj r:id="rId28" imgW="152783" imgH="165489" progId="Equation.3">
                    <p:embed/>
                    <p:pic>
                      <p:nvPicPr>
                        <p:cNvPr id="0" name="Picture 2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53" y="539"/>
                          <a:ext cx="299"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7129" name="Object 25"/>
          <p:cNvGraphicFramePr>
            <a:graphicFrameLocks noChangeAspect="1"/>
          </p:cNvGraphicFramePr>
          <p:nvPr>
            <p:extLst>
              <p:ext uri="{D42A27DB-BD31-4B8C-83A1-F6EECF244321}">
                <p14:modId xmlns:p14="http://schemas.microsoft.com/office/powerpoint/2010/main" val="1539446469"/>
              </p:ext>
            </p:extLst>
          </p:nvPr>
        </p:nvGraphicFramePr>
        <p:xfrm>
          <a:off x="6584077" y="2964029"/>
          <a:ext cx="316706" cy="322659"/>
        </p:xfrm>
        <a:graphic>
          <a:graphicData uri="http://schemas.openxmlformats.org/presentationml/2006/ole">
            <mc:AlternateContent xmlns:mc="http://schemas.openxmlformats.org/markup-compatibility/2006">
              <mc:Choice xmlns:v="urn:schemas-microsoft-com:vml" Requires="v">
                <p:oleObj spid="_x0000_s360166" r:id="rId30" imgW="380852" imgH="390270" progId="">
                  <p:embed/>
                </p:oleObj>
              </mc:Choice>
              <mc:Fallback>
                <p:oleObj r:id="rId30" imgW="380852" imgH="390270" progId="">
                  <p:embed/>
                  <p:pic>
                    <p:nvPicPr>
                      <p:cNvPr id="0" name="Picture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84077" y="2964029"/>
                        <a:ext cx="316706" cy="322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30" name="Line 26"/>
          <p:cNvSpPr>
            <a:spLocks noChangeShapeType="1"/>
          </p:cNvSpPr>
          <p:nvPr/>
        </p:nvSpPr>
        <p:spPr bwMode="auto">
          <a:xfrm>
            <a:off x="6874589" y="3124763"/>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47131" name="Object 27"/>
          <p:cNvGraphicFramePr>
            <a:graphicFrameLocks noChangeAspect="1"/>
          </p:cNvGraphicFramePr>
          <p:nvPr>
            <p:extLst>
              <p:ext uri="{D42A27DB-BD31-4B8C-83A1-F6EECF244321}">
                <p14:modId xmlns:p14="http://schemas.microsoft.com/office/powerpoint/2010/main" val="4064970993"/>
              </p:ext>
            </p:extLst>
          </p:nvPr>
        </p:nvGraphicFramePr>
        <p:xfrm>
          <a:off x="5761355" y="3236682"/>
          <a:ext cx="401240" cy="389335"/>
        </p:xfrm>
        <a:graphic>
          <a:graphicData uri="http://schemas.openxmlformats.org/presentationml/2006/ole">
            <mc:AlternateContent xmlns:mc="http://schemas.openxmlformats.org/markup-compatibility/2006">
              <mc:Choice xmlns:v="urn:schemas-microsoft-com:vml" Requires="v">
                <p:oleObj spid="_x0000_s360167" r:id="rId31" imgW="165489" imgH="165489" progId="Equation.3">
                  <p:embed/>
                </p:oleObj>
              </mc:Choice>
              <mc:Fallback>
                <p:oleObj r:id="rId31" imgW="165489" imgH="165489" progId="Equation.3">
                  <p:embed/>
                  <p:pic>
                    <p:nvPicPr>
                      <p:cNvPr id="0" name="Picture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61355" y="3236682"/>
                        <a:ext cx="401240" cy="389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32" name="Object 28"/>
          <p:cNvGraphicFramePr>
            <a:graphicFrameLocks noChangeAspect="1"/>
          </p:cNvGraphicFramePr>
          <p:nvPr>
            <p:extLst>
              <p:ext uri="{D42A27DB-BD31-4B8C-83A1-F6EECF244321}">
                <p14:modId xmlns:p14="http://schemas.microsoft.com/office/powerpoint/2010/main" val="2816916424"/>
              </p:ext>
            </p:extLst>
          </p:nvPr>
        </p:nvGraphicFramePr>
        <p:xfrm>
          <a:off x="6591220" y="3225967"/>
          <a:ext cx="371475" cy="389334"/>
        </p:xfrm>
        <a:graphic>
          <a:graphicData uri="http://schemas.openxmlformats.org/presentationml/2006/ole">
            <mc:AlternateContent xmlns:mc="http://schemas.openxmlformats.org/markup-compatibility/2006">
              <mc:Choice xmlns:v="urn:schemas-microsoft-com:vml" Requires="v">
                <p:oleObj spid="_x0000_s360168" r:id="rId32" imgW="152783" imgH="165489" progId="Equation.3">
                  <p:embed/>
                </p:oleObj>
              </mc:Choice>
              <mc:Fallback>
                <p:oleObj r:id="rId32" imgW="152783" imgH="165489" progId="Equation.3">
                  <p:embed/>
                  <p:pic>
                    <p:nvPicPr>
                      <p:cNvPr id="0" name="Picture 2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591220" y="3225967"/>
                        <a:ext cx="371475" cy="389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34" name="Text Box 30"/>
          <p:cNvSpPr txBox="1">
            <a:spLocks noChangeArrowheads="1"/>
          </p:cNvSpPr>
          <p:nvPr/>
        </p:nvSpPr>
        <p:spPr bwMode="auto">
          <a:xfrm>
            <a:off x="2430382" y="3945816"/>
            <a:ext cx="857250" cy="415498"/>
          </a:xfrm>
          <a:prstGeom prst="rect">
            <a:avLst/>
          </a:prstGeom>
          <a:gradFill rotWithShape="0">
            <a:gsLst>
              <a:gs pos="0">
                <a:srgbClr val="EDFFD2"/>
              </a:gs>
              <a:gs pos="50000">
                <a:srgbClr val="FFFFFF"/>
              </a:gs>
              <a:gs pos="100000">
                <a:srgbClr val="EDFFD2"/>
              </a:gs>
            </a:gsLst>
            <a:lin ang="5400000" scaled="1"/>
          </a:gradFill>
          <a:ln w="9525">
            <a:solidFill>
              <a:srgbClr val="008080"/>
            </a:solidFill>
            <a:miter lim="800000"/>
            <a:headEnd/>
            <a:tailEnd/>
          </a:ln>
          <a:effectLst/>
        </p:spPr>
        <p:txBody>
          <a:bodyPr>
            <a:spAutoFit/>
          </a:bodyPr>
          <a:lstStyle/>
          <a:p>
            <a:pPr algn="ctr">
              <a:spcBef>
                <a:spcPct val="50000"/>
              </a:spcBef>
            </a:pPr>
            <a:r>
              <a:rPr lang="zh-CN" altLang="en-US" sz="2100">
                <a:solidFill>
                  <a:srgbClr val="1C1C1C"/>
                </a:solidFill>
                <a:latin typeface="Times New Roman" pitchFamily="18" charset="0"/>
              </a:rPr>
              <a:t>碰前</a:t>
            </a:r>
          </a:p>
        </p:txBody>
      </p:sp>
      <p:sp>
        <p:nvSpPr>
          <p:cNvPr id="47135" name="Text Box 31"/>
          <p:cNvSpPr txBox="1">
            <a:spLocks noChangeArrowheads="1"/>
          </p:cNvSpPr>
          <p:nvPr/>
        </p:nvSpPr>
        <p:spPr bwMode="auto">
          <a:xfrm>
            <a:off x="6000750" y="3945816"/>
            <a:ext cx="857250" cy="415498"/>
          </a:xfrm>
          <a:prstGeom prst="rect">
            <a:avLst/>
          </a:prstGeom>
          <a:gradFill rotWithShape="0">
            <a:gsLst>
              <a:gs pos="0">
                <a:srgbClr val="EDFFD2"/>
              </a:gs>
              <a:gs pos="50000">
                <a:srgbClr val="FFFFFF"/>
              </a:gs>
              <a:gs pos="100000">
                <a:srgbClr val="EDFFD2"/>
              </a:gs>
            </a:gsLst>
            <a:lin ang="5400000" scaled="1"/>
          </a:gradFill>
          <a:ln w="9525">
            <a:solidFill>
              <a:srgbClr val="008080"/>
            </a:solidFill>
            <a:miter lim="800000"/>
            <a:headEnd/>
            <a:tailEnd/>
          </a:ln>
          <a:effectLst/>
        </p:spPr>
        <p:txBody>
          <a:bodyPr>
            <a:spAutoFit/>
          </a:bodyPr>
          <a:lstStyle/>
          <a:p>
            <a:pPr algn="ctr">
              <a:spcBef>
                <a:spcPct val="50000"/>
              </a:spcBef>
            </a:pPr>
            <a:r>
              <a:rPr lang="zh-CN" altLang="en-US" sz="2100">
                <a:solidFill>
                  <a:srgbClr val="1C1C1C"/>
                </a:solidFill>
                <a:latin typeface="Times New Roman" pitchFamily="18" charset="0"/>
              </a:rPr>
              <a:t>碰后</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 name="灯片编号占位符 2"/>
          <p:cNvSpPr>
            <a:spLocks noGrp="1"/>
          </p:cNvSpPr>
          <p:nvPr>
            <p:ph type="sldNum" sz="quarter" idx="10"/>
          </p:nvPr>
        </p:nvSpPr>
        <p:spPr/>
        <p:txBody>
          <a:bodyPr/>
          <a:lstStyle/>
          <a:p>
            <a:fld id="{AC15B1F4-311D-4BDA-8586-17DAC31E5529}" type="slidenum">
              <a:rPr lang="zh-CN" altLang="en-US"/>
              <a:pPr/>
              <a:t>23</a:t>
            </a:fld>
            <a:endParaRPr lang="en-US"/>
          </a:p>
        </p:txBody>
      </p:sp>
      <p:sp>
        <p:nvSpPr>
          <p:cNvPr id="48130" name="Text Box 2"/>
          <p:cNvSpPr txBox="1">
            <a:spLocks noChangeArrowheads="1"/>
          </p:cNvSpPr>
          <p:nvPr/>
        </p:nvSpPr>
        <p:spPr bwMode="auto">
          <a:xfrm>
            <a:off x="320040" y="239102"/>
            <a:ext cx="3833813" cy="535531"/>
          </a:xfrm>
          <a:prstGeom prst="rect">
            <a:avLst/>
          </a:prstGeom>
          <a:noFill/>
          <a:ln w="9525">
            <a:noFill/>
            <a:miter lim="800000"/>
            <a:headEnd/>
            <a:tailEnd/>
          </a:ln>
          <a:effectLst/>
        </p:spPr>
        <p:txBody>
          <a:bodyPr>
            <a:spAutoFit/>
          </a:bodyPr>
          <a:lstStyle/>
          <a:p>
            <a:pPr>
              <a:lnSpc>
                <a:spcPct val="120000"/>
              </a:lnSpc>
            </a:pPr>
            <a:r>
              <a:rPr lang="zh-CN" altLang="en-US" sz="2400" smtClean="0">
                <a:solidFill>
                  <a:srgbClr val="CC0000"/>
                </a:solidFill>
                <a:latin typeface="Times New Roman" pitchFamily="18" charset="0"/>
              </a:rPr>
              <a:t>解</a:t>
            </a:r>
            <a:r>
              <a:rPr lang="en-US" altLang="zh-CN" sz="2400" smtClean="0">
                <a:solidFill>
                  <a:srgbClr val="CC0000"/>
                </a:solidFill>
                <a:latin typeface="Times New Roman" pitchFamily="18" charset="0"/>
              </a:rPr>
              <a:t>:</a:t>
            </a:r>
            <a:r>
              <a:rPr lang="zh-CN" altLang="en-US" sz="2400" smtClean="0">
                <a:solidFill>
                  <a:srgbClr val="1C1C1C"/>
                </a:solidFill>
                <a:latin typeface="Times New Roman" pitchFamily="18" charset="0"/>
              </a:rPr>
              <a:t> </a:t>
            </a:r>
            <a:r>
              <a:rPr lang="zh-CN" altLang="en-US" sz="2400">
                <a:solidFill>
                  <a:srgbClr val="1C1C1C"/>
                </a:solidFill>
                <a:latin typeface="Times New Roman" pitchFamily="18" charset="0"/>
              </a:rPr>
              <a:t>取速度方向为正向,</a:t>
            </a:r>
          </a:p>
        </p:txBody>
      </p:sp>
      <p:grpSp>
        <p:nvGrpSpPr>
          <p:cNvPr id="5" name="组合 4"/>
          <p:cNvGrpSpPr/>
          <p:nvPr/>
        </p:nvGrpSpPr>
        <p:grpSpPr>
          <a:xfrm>
            <a:off x="674030" y="1946846"/>
            <a:ext cx="7076599" cy="729207"/>
            <a:chOff x="674030" y="1946846"/>
            <a:chExt cx="7076599" cy="729207"/>
          </a:xfrm>
        </p:grpSpPr>
        <p:sp>
          <p:nvSpPr>
            <p:cNvPr id="48132" name="Rectangle 4"/>
            <p:cNvSpPr>
              <a:spLocks noChangeArrowheads="1"/>
            </p:cNvSpPr>
            <p:nvPr/>
          </p:nvSpPr>
          <p:spPr bwMode="auto">
            <a:xfrm>
              <a:off x="674030" y="2057944"/>
              <a:ext cx="3429000" cy="461963"/>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None/>
              </a:pPr>
              <a:r>
                <a:rPr lang="zh-CN" altLang="en-US" sz="2400">
                  <a:solidFill>
                    <a:srgbClr val="0000FF"/>
                  </a:solidFill>
                  <a:latin typeface="Times New Roman" pitchFamily="18" charset="0"/>
                </a:rPr>
                <a:t> 由机械能守恒定律得</a:t>
              </a:r>
            </a:p>
          </p:txBody>
        </p:sp>
        <p:graphicFrame>
          <p:nvGraphicFramePr>
            <p:cNvPr id="48133" name="Object 5"/>
            <p:cNvGraphicFramePr>
              <a:graphicFrameLocks noChangeAspect="1"/>
            </p:cNvGraphicFramePr>
            <p:nvPr>
              <p:extLst>
                <p:ext uri="{D42A27DB-BD31-4B8C-83A1-F6EECF244321}">
                  <p14:modId xmlns:p14="http://schemas.microsoft.com/office/powerpoint/2010/main" val="2983964221"/>
                </p:ext>
              </p:extLst>
            </p:nvPr>
          </p:nvGraphicFramePr>
          <p:xfrm>
            <a:off x="3737203" y="1946846"/>
            <a:ext cx="4013426" cy="729207"/>
          </p:xfrm>
          <a:graphic>
            <a:graphicData uri="http://schemas.openxmlformats.org/presentationml/2006/ole">
              <mc:AlternateContent xmlns:mc="http://schemas.openxmlformats.org/markup-compatibility/2006">
                <mc:Choice xmlns:v="urn:schemas-microsoft-com:vml" Requires="v">
                  <p:oleObj spid="_x0000_s362017" r:id="rId3" imgW="2209158" imgH="393846" progId="Equation.3">
                    <p:embed/>
                  </p:oleObj>
                </mc:Choice>
                <mc:Fallback>
                  <p:oleObj r:id="rId3" imgW="2209158" imgH="393846"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7203" y="1946846"/>
                          <a:ext cx="4013426" cy="729207"/>
                        </a:xfrm>
                        <a:prstGeom prst="rect">
                          <a:avLst/>
                        </a:prstGeom>
                        <a:noFill/>
                        <a:extLst/>
                      </p:spPr>
                    </p:pic>
                  </p:oleObj>
                </mc:Fallback>
              </mc:AlternateContent>
            </a:graphicData>
          </a:graphic>
        </p:graphicFrame>
      </p:grpSp>
      <p:graphicFrame>
        <p:nvGraphicFramePr>
          <p:cNvPr id="48134" name="Object 6"/>
          <p:cNvGraphicFramePr>
            <a:graphicFrameLocks noGrp="1" noChangeAspect="1"/>
          </p:cNvGraphicFramePr>
          <p:nvPr>
            <p:ph/>
            <p:extLst>
              <p:ext uri="{D42A27DB-BD31-4B8C-83A1-F6EECF244321}">
                <p14:modId xmlns:p14="http://schemas.microsoft.com/office/powerpoint/2010/main" val="2164416614"/>
              </p:ext>
            </p:extLst>
          </p:nvPr>
        </p:nvGraphicFramePr>
        <p:xfrm>
          <a:off x="3534004" y="2772984"/>
          <a:ext cx="3360283" cy="487623"/>
        </p:xfrm>
        <a:graphic>
          <a:graphicData uri="http://schemas.openxmlformats.org/presentationml/2006/ole">
            <mc:AlternateContent xmlns:mc="http://schemas.openxmlformats.org/markup-compatibility/2006">
              <mc:Choice xmlns:v="urn:schemas-microsoft-com:vml" Requires="v">
                <p:oleObj spid="_x0000_s362018" r:id="rId5" imgW="1663295" imgH="241512" progId="Equation.3">
                  <p:embed/>
                </p:oleObj>
              </mc:Choice>
              <mc:Fallback>
                <p:oleObj r:id="rId5" imgW="1663295" imgH="241512" progId="Equation.3">
                  <p:embed/>
                  <p:pic>
                    <p:nvPicPr>
                      <p:cNvPr id="0" name="Picture 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2772984"/>
                        <a:ext cx="3360283" cy="487623"/>
                      </a:xfrm>
                      <a:prstGeom prst="rect">
                        <a:avLst/>
                      </a:prstGeom>
                      <a:noFill/>
                      <a:effectLst/>
                      <a:extLst/>
                    </p:spPr>
                  </p:pic>
                </p:oleObj>
              </mc:Fallback>
            </mc:AlternateContent>
          </a:graphicData>
        </a:graphic>
      </p:graphicFrame>
      <p:grpSp>
        <p:nvGrpSpPr>
          <p:cNvPr id="4" name="组合 3"/>
          <p:cNvGrpSpPr/>
          <p:nvPr/>
        </p:nvGrpSpPr>
        <p:grpSpPr>
          <a:xfrm>
            <a:off x="788251" y="790110"/>
            <a:ext cx="5859292" cy="535781"/>
            <a:chOff x="824537" y="186524"/>
            <a:chExt cx="5859292" cy="535781"/>
          </a:xfrm>
        </p:grpSpPr>
        <p:graphicFrame>
          <p:nvGraphicFramePr>
            <p:cNvPr id="48136" name="Object 8"/>
            <p:cNvGraphicFramePr>
              <a:graphicFrameLocks noChangeAspect="1"/>
            </p:cNvGraphicFramePr>
            <p:nvPr>
              <p:extLst>
                <p:ext uri="{D42A27DB-BD31-4B8C-83A1-F6EECF244321}">
                  <p14:modId xmlns:p14="http://schemas.microsoft.com/office/powerpoint/2010/main" val="92023474"/>
                </p:ext>
              </p:extLst>
            </p:nvPr>
          </p:nvGraphicFramePr>
          <p:xfrm>
            <a:off x="3484393" y="199620"/>
            <a:ext cx="3199436" cy="474099"/>
          </p:xfrm>
          <a:graphic>
            <a:graphicData uri="http://schemas.openxmlformats.org/presentationml/2006/ole">
              <mc:AlternateContent xmlns:mc="http://schemas.openxmlformats.org/markup-compatibility/2006">
                <mc:Choice xmlns:v="urn:schemas-microsoft-com:vml" Requires="v">
                  <p:oleObj spid="_x0000_s362019" name="Equation" r:id="rId7" imgW="1688760" imgH="228600" progId="Equation.DSMT4">
                    <p:embed/>
                  </p:oleObj>
                </mc:Choice>
                <mc:Fallback>
                  <p:oleObj name="Equation" r:id="rId7" imgW="1688760" imgH="228600" progId="Equation.DSMT4">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4393" y="199620"/>
                          <a:ext cx="3199436" cy="474099"/>
                        </a:xfrm>
                        <a:prstGeom prst="rect">
                          <a:avLst/>
                        </a:prstGeom>
                        <a:noFill/>
                        <a:extLst/>
                      </p:spPr>
                    </p:pic>
                  </p:oleObj>
                </mc:Fallback>
              </mc:AlternateContent>
            </a:graphicData>
          </a:graphic>
        </p:graphicFrame>
        <p:sp>
          <p:nvSpPr>
            <p:cNvPr id="48137" name="Rectangle 9"/>
            <p:cNvSpPr>
              <a:spLocks noChangeArrowheads="1"/>
            </p:cNvSpPr>
            <p:nvPr/>
          </p:nvSpPr>
          <p:spPr bwMode="auto">
            <a:xfrm>
              <a:off x="824537" y="186524"/>
              <a:ext cx="2659856" cy="535781"/>
            </a:xfrm>
            <a:prstGeom prst="rect">
              <a:avLst/>
            </a:prstGeom>
            <a:noFill/>
            <a:ln w="9525">
              <a:noFill/>
              <a:miter lim="800000"/>
              <a:headEnd/>
              <a:tailEnd/>
            </a:ln>
            <a:effectLst/>
          </p:spPr>
          <p:txBody>
            <a:bodyPr wrap="none">
              <a:spAutoFit/>
            </a:bodyPr>
            <a:lstStyle/>
            <a:p>
              <a:pPr algn="ctr">
                <a:lnSpc>
                  <a:spcPct val="120000"/>
                </a:lnSpc>
                <a:buClr>
                  <a:srgbClr val="0000FF"/>
                </a:buClr>
                <a:buFont typeface="Wingdings" pitchFamily="2" charset="2"/>
                <a:buNone/>
              </a:pPr>
              <a:r>
                <a:rPr lang="zh-CN" altLang="en-US" sz="2400">
                  <a:solidFill>
                    <a:srgbClr val="0000FF"/>
                  </a:solidFill>
                </a:rPr>
                <a:t>由动量守恒定律得</a:t>
              </a:r>
            </a:p>
          </p:txBody>
        </p:sp>
      </p:grpSp>
      <p:sp>
        <p:nvSpPr>
          <p:cNvPr id="48160" name="Text Box 32"/>
          <p:cNvSpPr txBox="1">
            <a:spLocks noChangeArrowheads="1"/>
          </p:cNvSpPr>
          <p:nvPr/>
        </p:nvSpPr>
        <p:spPr bwMode="auto">
          <a:xfrm>
            <a:off x="7657584" y="2769914"/>
            <a:ext cx="647700" cy="461665"/>
          </a:xfrm>
          <a:prstGeom prst="rect">
            <a:avLst/>
          </a:prstGeom>
          <a:noFill/>
          <a:ln w="9525">
            <a:noFill/>
            <a:miter lim="800000"/>
            <a:headEnd/>
            <a:tailEnd/>
          </a:ln>
          <a:effectLst/>
        </p:spPr>
        <p:txBody>
          <a:bodyPr>
            <a:spAutoFit/>
          </a:bodyPr>
          <a:lstStyle/>
          <a:p>
            <a:pPr>
              <a:spcBef>
                <a:spcPct val="50000"/>
              </a:spcBef>
            </a:pPr>
            <a:r>
              <a:rPr lang="en-US" altLang="zh-CN" sz="2400">
                <a:solidFill>
                  <a:srgbClr val="CC0000"/>
                </a:solidFill>
                <a:latin typeface="宋体" pitchFamily="2" charset="-122"/>
              </a:rPr>
              <a:t>(</a:t>
            </a:r>
            <a:r>
              <a:rPr lang="en-US" altLang="zh-CN" sz="2400">
                <a:solidFill>
                  <a:srgbClr val="CC0000"/>
                </a:solidFill>
                <a:latin typeface="Times New Roman" pitchFamily="18" charset="0"/>
              </a:rPr>
              <a:t>2</a:t>
            </a:r>
            <a:r>
              <a:rPr lang="en-US" altLang="zh-CN" sz="2400">
                <a:solidFill>
                  <a:srgbClr val="CC0000"/>
                </a:solidFill>
                <a:latin typeface="宋体" pitchFamily="2" charset="-122"/>
              </a:rPr>
              <a:t>)</a:t>
            </a:r>
          </a:p>
        </p:txBody>
      </p:sp>
      <p:grpSp>
        <p:nvGrpSpPr>
          <p:cNvPr id="3" name="组合 2"/>
          <p:cNvGrpSpPr/>
          <p:nvPr/>
        </p:nvGrpSpPr>
        <p:grpSpPr>
          <a:xfrm>
            <a:off x="3002782" y="1380696"/>
            <a:ext cx="5289897" cy="469219"/>
            <a:chOff x="4367134" y="868420"/>
            <a:chExt cx="5289897" cy="469219"/>
          </a:xfrm>
        </p:grpSpPr>
        <p:graphicFrame>
          <p:nvGraphicFramePr>
            <p:cNvPr id="48162" name="Object 34"/>
            <p:cNvGraphicFramePr>
              <a:graphicFrameLocks noChangeAspect="1"/>
            </p:cNvGraphicFramePr>
            <p:nvPr>
              <p:extLst>
                <p:ext uri="{D42A27DB-BD31-4B8C-83A1-F6EECF244321}">
                  <p14:modId xmlns:p14="http://schemas.microsoft.com/office/powerpoint/2010/main" val="1294898792"/>
                </p:ext>
              </p:extLst>
            </p:nvPr>
          </p:nvGraphicFramePr>
          <p:xfrm>
            <a:off x="4864180" y="868420"/>
            <a:ext cx="2820634" cy="461962"/>
          </p:xfrm>
          <a:graphic>
            <a:graphicData uri="http://schemas.openxmlformats.org/presentationml/2006/ole">
              <mc:AlternateContent xmlns:mc="http://schemas.openxmlformats.org/markup-compatibility/2006">
                <mc:Choice xmlns:v="urn:schemas-microsoft-com:vml" Requires="v">
                  <p:oleObj spid="_x0000_s362020" r:id="rId9" imgW="1638617" imgH="228917" progId="Equation.3">
                    <p:embed/>
                  </p:oleObj>
                </mc:Choice>
                <mc:Fallback>
                  <p:oleObj r:id="rId9" imgW="1638617" imgH="228917" progId="Equation.3">
                    <p:embed/>
                    <p:pic>
                      <p:nvPicPr>
                        <p:cNvPr id="0" name="Picture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4180" y="868420"/>
                          <a:ext cx="2820634" cy="461962"/>
                        </a:xfrm>
                        <a:prstGeom prst="rect">
                          <a:avLst/>
                        </a:prstGeom>
                        <a:noFill/>
                        <a:extLst/>
                      </p:spPr>
                    </p:pic>
                  </p:oleObj>
                </mc:Fallback>
              </mc:AlternateContent>
            </a:graphicData>
          </a:graphic>
        </p:graphicFrame>
        <p:sp>
          <p:nvSpPr>
            <p:cNvPr id="48163" name="Text Box 35"/>
            <p:cNvSpPr txBox="1">
              <a:spLocks noChangeArrowheads="1"/>
            </p:cNvSpPr>
            <p:nvPr/>
          </p:nvSpPr>
          <p:spPr bwMode="auto">
            <a:xfrm>
              <a:off x="9009331" y="875677"/>
              <a:ext cx="647700" cy="461962"/>
            </a:xfrm>
            <a:prstGeom prst="rect">
              <a:avLst/>
            </a:prstGeom>
            <a:noFill/>
            <a:ln w="9525">
              <a:noFill/>
              <a:miter lim="800000"/>
              <a:headEnd/>
              <a:tailEnd/>
            </a:ln>
            <a:effectLst/>
          </p:spPr>
          <p:txBody>
            <a:bodyPr>
              <a:spAutoFit/>
            </a:bodyPr>
            <a:lstStyle/>
            <a:p>
              <a:pPr>
                <a:spcBef>
                  <a:spcPct val="50000"/>
                </a:spcBef>
              </a:pPr>
              <a:r>
                <a:rPr lang="en-US" altLang="zh-CN" sz="2400" dirty="0">
                  <a:solidFill>
                    <a:srgbClr val="CC0000"/>
                  </a:solidFill>
                  <a:latin typeface="宋体" pitchFamily="2" charset="-122"/>
                </a:rPr>
                <a:t>(</a:t>
              </a:r>
              <a:r>
                <a:rPr lang="en-US" altLang="zh-CN" sz="2400" dirty="0">
                  <a:solidFill>
                    <a:srgbClr val="CC0000"/>
                  </a:solidFill>
                  <a:latin typeface="Times New Roman" pitchFamily="18" charset="0"/>
                </a:rPr>
                <a:t>1</a:t>
              </a:r>
              <a:r>
                <a:rPr lang="en-US" altLang="zh-CN" sz="2400" dirty="0">
                  <a:solidFill>
                    <a:srgbClr val="CC0000"/>
                  </a:solidFill>
                  <a:latin typeface="宋体" pitchFamily="2" charset="-122"/>
                </a:rPr>
                <a:t>)</a:t>
              </a:r>
            </a:p>
          </p:txBody>
        </p:sp>
        <p:sp>
          <p:nvSpPr>
            <p:cNvPr id="2" name="右箭头 1"/>
            <p:cNvSpPr/>
            <p:nvPr/>
          </p:nvSpPr>
          <p:spPr bwMode="auto">
            <a:xfrm>
              <a:off x="4367134" y="1006555"/>
              <a:ext cx="381080" cy="175260"/>
            </a:xfrm>
            <a:prstGeom prst="rightArrow">
              <a:avLst/>
            </a:prstGeom>
            <a:solidFill>
              <a:srgbClr val="9900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grpSp>
      <p:sp>
        <p:nvSpPr>
          <p:cNvPr id="40" name="右箭头 39"/>
          <p:cNvSpPr/>
          <p:nvPr/>
        </p:nvSpPr>
        <p:spPr bwMode="auto">
          <a:xfrm>
            <a:off x="3002782" y="2929165"/>
            <a:ext cx="381080" cy="175260"/>
          </a:xfrm>
          <a:prstGeom prst="rightArrow">
            <a:avLst/>
          </a:prstGeom>
          <a:solidFill>
            <a:srgbClr val="9900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graphicFrame>
        <p:nvGraphicFramePr>
          <p:cNvPr id="41" name="Object 10"/>
          <p:cNvGraphicFramePr>
            <a:graphicFrameLocks noChangeAspect="1"/>
          </p:cNvGraphicFramePr>
          <p:nvPr>
            <p:extLst>
              <p:ext uri="{D42A27DB-BD31-4B8C-83A1-F6EECF244321}">
                <p14:modId xmlns:p14="http://schemas.microsoft.com/office/powerpoint/2010/main" val="2165588417"/>
              </p:ext>
            </p:extLst>
          </p:nvPr>
        </p:nvGraphicFramePr>
        <p:xfrm>
          <a:off x="6038204" y="3738637"/>
          <a:ext cx="358378" cy="454819"/>
        </p:xfrm>
        <a:graphic>
          <a:graphicData uri="http://schemas.openxmlformats.org/presentationml/2006/ole">
            <mc:AlternateContent xmlns:mc="http://schemas.openxmlformats.org/markup-compatibility/2006">
              <mc:Choice xmlns:v="urn:schemas-microsoft-com:vml" Requires="v">
                <p:oleObj spid="_x0000_s362021" r:id="rId11" imgW="165417" imgH="216217" progId="Equation.3">
                  <p:embed/>
                </p:oleObj>
              </mc:Choice>
              <mc:Fallback>
                <p:oleObj r:id="rId11" imgW="165417" imgH="216217" progId="Equation.3">
                  <p:embed/>
                  <p:pic>
                    <p:nvPicPr>
                      <p:cNvPr id="47114"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204" y="3738637"/>
                        <a:ext cx="358378"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11"/>
          <p:cNvGraphicFramePr>
            <a:graphicFrameLocks noChangeAspect="1"/>
          </p:cNvGraphicFramePr>
          <p:nvPr>
            <p:extLst>
              <p:ext uri="{D42A27DB-BD31-4B8C-83A1-F6EECF244321}">
                <p14:modId xmlns:p14="http://schemas.microsoft.com/office/powerpoint/2010/main" val="758738113"/>
              </p:ext>
            </p:extLst>
          </p:nvPr>
        </p:nvGraphicFramePr>
        <p:xfrm>
          <a:off x="6871641" y="3727921"/>
          <a:ext cx="385763" cy="454819"/>
        </p:xfrm>
        <a:graphic>
          <a:graphicData uri="http://schemas.openxmlformats.org/presentationml/2006/ole">
            <mc:AlternateContent xmlns:mc="http://schemas.openxmlformats.org/markup-compatibility/2006">
              <mc:Choice xmlns:v="urn:schemas-microsoft-com:vml" Requires="v">
                <p:oleObj spid="_x0000_s362022" r:id="rId13" imgW="178040" imgH="216123" progId="Equation.3">
                  <p:embed/>
                </p:oleObj>
              </mc:Choice>
              <mc:Fallback>
                <p:oleObj r:id="rId13" imgW="178040" imgH="216123" progId="Equation.3">
                  <p:embed/>
                  <p:pic>
                    <p:nvPicPr>
                      <p:cNvPr id="47115"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71641" y="3727921"/>
                        <a:ext cx="385763"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12"/>
          <p:cNvGraphicFramePr>
            <a:graphicFrameLocks noChangeAspect="1"/>
          </p:cNvGraphicFramePr>
          <p:nvPr>
            <p:extLst>
              <p:ext uri="{D42A27DB-BD31-4B8C-83A1-F6EECF244321}">
                <p14:modId xmlns:p14="http://schemas.microsoft.com/office/powerpoint/2010/main" val="3038803428"/>
              </p:ext>
            </p:extLst>
          </p:nvPr>
        </p:nvGraphicFramePr>
        <p:xfrm>
          <a:off x="5727451" y="4057724"/>
          <a:ext cx="316706" cy="322660"/>
        </p:xfrm>
        <a:graphic>
          <a:graphicData uri="http://schemas.openxmlformats.org/presentationml/2006/ole">
            <mc:AlternateContent xmlns:mc="http://schemas.openxmlformats.org/markup-compatibility/2006">
              <mc:Choice xmlns:v="urn:schemas-microsoft-com:vml" Requires="v">
                <p:oleObj spid="_x0000_s362023" r:id="rId15" imgW="380852" imgH="390270" progId="">
                  <p:embed/>
                </p:oleObj>
              </mc:Choice>
              <mc:Fallback>
                <p:oleObj r:id="rId15" imgW="380852" imgH="390270" progId="">
                  <p:embed/>
                  <p:pic>
                    <p:nvPicPr>
                      <p:cNvPr id="47116"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27451" y="4057724"/>
                        <a:ext cx="316706"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Line 13"/>
          <p:cNvSpPr>
            <a:spLocks noChangeShapeType="1"/>
          </p:cNvSpPr>
          <p:nvPr/>
        </p:nvSpPr>
        <p:spPr bwMode="auto">
          <a:xfrm>
            <a:off x="6016773"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pSp>
        <p:nvGrpSpPr>
          <p:cNvPr id="45" name="Group 14"/>
          <p:cNvGrpSpPr>
            <a:grpSpLocks/>
          </p:cNvGrpSpPr>
          <p:nvPr/>
        </p:nvGrpSpPr>
        <p:grpSpPr bwMode="auto">
          <a:xfrm>
            <a:off x="2081994" y="3730646"/>
            <a:ext cx="1985963" cy="1014413"/>
            <a:chOff x="0" y="0"/>
            <a:chExt cx="1668" cy="852"/>
          </a:xfrm>
        </p:grpSpPr>
        <p:sp>
          <p:nvSpPr>
            <p:cNvPr id="46" name="Line 15"/>
            <p:cNvSpPr>
              <a:spLocks noChangeShapeType="1"/>
            </p:cNvSpPr>
            <p:nvPr/>
          </p:nvSpPr>
          <p:spPr bwMode="auto">
            <a:xfrm>
              <a:off x="912" y="468"/>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sp>
          <p:nvSpPr>
            <p:cNvPr id="47" name="Line 16"/>
            <p:cNvSpPr>
              <a:spLocks noChangeShapeType="1"/>
            </p:cNvSpPr>
            <p:nvPr/>
          </p:nvSpPr>
          <p:spPr bwMode="auto">
            <a:xfrm>
              <a:off x="239" y="453"/>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48" name="Object 17"/>
            <p:cNvGraphicFramePr>
              <a:graphicFrameLocks noChangeAspect="1"/>
            </p:cNvGraphicFramePr>
            <p:nvPr/>
          </p:nvGraphicFramePr>
          <p:xfrm>
            <a:off x="69" y="539"/>
            <a:ext cx="323" cy="313"/>
          </p:xfrm>
          <a:graphic>
            <a:graphicData uri="http://schemas.openxmlformats.org/presentationml/2006/ole">
              <mc:AlternateContent xmlns:mc="http://schemas.openxmlformats.org/markup-compatibility/2006">
                <mc:Choice xmlns:v="urn:schemas-microsoft-com:vml" Requires="v">
                  <p:oleObj spid="_x0000_s362024" r:id="rId17" imgW="165489" imgH="165489" progId="Equation.3">
                    <p:embed/>
                  </p:oleObj>
                </mc:Choice>
                <mc:Fallback>
                  <p:oleObj r:id="rId17" imgW="165489" imgH="165489" progId="Equation.3">
                    <p:embed/>
                    <p:pic>
                      <p:nvPicPr>
                        <p:cNvPr id="47121"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 y="539"/>
                          <a:ext cx="323"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18"/>
            <p:cNvGraphicFramePr>
              <a:graphicFrameLocks noChangeAspect="1"/>
            </p:cNvGraphicFramePr>
            <p:nvPr/>
          </p:nvGraphicFramePr>
          <p:xfrm>
            <a:off x="860" y="323"/>
            <a:ext cx="254" cy="259"/>
          </p:xfrm>
          <a:graphic>
            <a:graphicData uri="http://schemas.openxmlformats.org/presentationml/2006/ole">
              <mc:AlternateContent xmlns:mc="http://schemas.openxmlformats.org/markup-compatibility/2006">
                <mc:Choice xmlns:v="urn:schemas-microsoft-com:vml" Requires="v">
                  <p:oleObj spid="_x0000_s362025" r:id="rId19" imgW="380852" imgH="390270" progId="">
                    <p:embed/>
                  </p:oleObj>
                </mc:Choice>
                <mc:Fallback>
                  <p:oleObj r:id="rId19" imgW="380852" imgH="390270" progId="">
                    <p:embed/>
                    <p:pic>
                      <p:nvPicPr>
                        <p:cNvPr id="47122"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0"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 name="Object 19"/>
            <p:cNvGraphicFramePr>
              <a:graphicFrameLocks noChangeAspect="1"/>
            </p:cNvGraphicFramePr>
            <p:nvPr/>
          </p:nvGraphicFramePr>
          <p:xfrm>
            <a:off x="32" y="323"/>
            <a:ext cx="254" cy="259"/>
          </p:xfrm>
          <a:graphic>
            <a:graphicData uri="http://schemas.openxmlformats.org/presentationml/2006/ole">
              <mc:AlternateContent xmlns:mc="http://schemas.openxmlformats.org/markup-compatibility/2006">
                <mc:Choice xmlns:v="urn:schemas-microsoft-com:vml" Requires="v">
                  <p:oleObj spid="_x0000_s362026" r:id="rId21" imgW="380852" imgH="390270" progId="">
                    <p:embed/>
                  </p:oleObj>
                </mc:Choice>
                <mc:Fallback>
                  <p:oleObj r:id="rId21" imgW="380852" imgH="390270" progId="">
                    <p:embed/>
                    <p:pic>
                      <p:nvPicPr>
                        <p:cNvPr id="47123"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 name="Object 20"/>
            <p:cNvGraphicFramePr>
              <a:graphicFrameLocks noChangeAspect="1"/>
            </p:cNvGraphicFramePr>
            <p:nvPr/>
          </p:nvGraphicFramePr>
          <p:xfrm>
            <a:off x="0" y="1"/>
            <a:ext cx="372" cy="408"/>
          </p:xfrm>
          <a:graphic>
            <a:graphicData uri="http://schemas.openxmlformats.org/presentationml/2006/ole">
              <mc:AlternateContent xmlns:mc="http://schemas.openxmlformats.org/markup-compatibility/2006">
                <mc:Choice xmlns:v="urn:schemas-microsoft-com:vml" Requires="v">
                  <p:oleObj spid="_x0000_s362027" r:id="rId22" imgW="190569" imgH="215936" progId="Equation.3">
                    <p:embed/>
                  </p:oleObj>
                </mc:Choice>
                <mc:Fallback>
                  <p:oleObj r:id="rId22" imgW="190569" imgH="215936" progId="Equation.3">
                    <p:embed/>
                    <p:pic>
                      <p:nvPicPr>
                        <p:cNvPr id="47124"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1"/>
                          <a:ext cx="372"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21"/>
            <p:cNvGraphicFramePr>
              <a:graphicFrameLocks noChangeAspect="1"/>
            </p:cNvGraphicFramePr>
            <p:nvPr/>
          </p:nvGraphicFramePr>
          <p:xfrm>
            <a:off x="852" y="0"/>
            <a:ext cx="397" cy="409"/>
          </p:xfrm>
          <a:graphic>
            <a:graphicData uri="http://schemas.openxmlformats.org/presentationml/2006/ole">
              <mc:AlternateContent xmlns:mc="http://schemas.openxmlformats.org/markup-compatibility/2006">
                <mc:Choice xmlns:v="urn:schemas-microsoft-com:vml" Requires="v">
                  <p:oleObj spid="_x0000_s362028" r:id="rId24" imgW="203253" imgH="215936" progId="Equation.3">
                    <p:embed/>
                  </p:oleObj>
                </mc:Choice>
                <mc:Fallback>
                  <p:oleObj r:id="rId24" imgW="203253" imgH="215936" progId="Equation.3">
                    <p:embed/>
                    <p:pic>
                      <p:nvPicPr>
                        <p:cNvPr id="47125" name="Object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2" y="0"/>
                          <a:ext cx="397"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22"/>
            <p:cNvGraphicFramePr>
              <a:graphicFrameLocks noChangeAspect="1"/>
            </p:cNvGraphicFramePr>
            <p:nvPr/>
          </p:nvGraphicFramePr>
          <p:xfrm>
            <a:off x="384" y="63"/>
            <a:ext cx="420" cy="433"/>
          </p:xfrm>
          <a:graphic>
            <a:graphicData uri="http://schemas.openxmlformats.org/presentationml/2006/ole">
              <mc:AlternateContent xmlns:mc="http://schemas.openxmlformats.org/markup-compatibility/2006">
                <mc:Choice xmlns:v="urn:schemas-microsoft-com:vml" Requires="v">
                  <p:oleObj spid="_x0000_s362029" r:id="rId26" imgW="216217" imgH="228917" progId="Equation.3">
                    <p:embed/>
                  </p:oleObj>
                </mc:Choice>
                <mc:Fallback>
                  <p:oleObj r:id="rId26" imgW="216217" imgH="228917" progId="Equation.3">
                    <p:embed/>
                    <p:pic>
                      <p:nvPicPr>
                        <p:cNvPr id="47126" name="Object 2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4" y="63"/>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23"/>
            <p:cNvGraphicFramePr>
              <a:graphicFrameLocks noChangeAspect="1"/>
            </p:cNvGraphicFramePr>
            <p:nvPr/>
          </p:nvGraphicFramePr>
          <p:xfrm>
            <a:off x="1248" y="84"/>
            <a:ext cx="420" cy="433"/>
          </p:xfrm>
          <a:graphic>
            <a:graphicData uri="http://schemas.openxmlformats.org/presentationml/2006/ole">
              <mc:AlternateContent xmlns:mc="http://schemas.openxmlformats.org/markup-compatibility/2006">
                <mc:Choice xmlns:v="urn:schemas-microsoft-com:vml" Requires="v">
                  <p:oleObj spid="_x0000_s362030" r:id="rId28" imgW="216217" imgH="228917" progId="Equation.3">
                    <p:embed/>
                  </p:oleObj>
                </mc:Choice>
                <mc:Fallback>
                  <p:oleObj r:id="rId28" imgW="216217" imgH="228917" progId="Equation.3">
                    <p:embed/>
                    <p:pic>
                      <p:nvPicPr>
                        <p:cNvPr id="47127" name="Object 2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48" y="84"/>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24"/>
            <p:cNvGraphicFramePr>
              <a:graphicFrameLocks noChangeAspect="1"/>
            </p:cNvGraphicFramePr>
            <p:nvPr/>
          </p:nvGraphicFramePr>
          <p:xfrm>
            <a:off x="853" y="539"/>
            <a:ext cx="299" cy="313"/>
          </p:xfrm>
          <a:graphic>
            <a:graphicData uri="http://schemas.openxmlformats.org/presentationml/2006/ole">
              <mc:AlternateContent xmlns:mc="http://schemas.openxmlformats.org/markup-compatibility/2006">
                <mc:Choice xmlns:v="urn:schemas-microsoft-com:vml" Requires="v">
                  <p:oleObj spid="_x0000_s362031" r:id="rId30" imgW="152783" imgH="165489" progId="Equation.3">
                    <p:embed/>
                  </p:oleObj>
                </mc:Choice>
                <mc:Fallback>
                  <p:oleObj r:id="rId30" imgW="152783" imgH="165489" progId="Equation.3">
                    <p:embed/>
                    <p:pic>
                      <p:nvPicPr>
                        <p:cNvPr id="47128" name="Object 2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3" y="539"/>
                          <a:ext cx="299"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6" name="Object 25"/>
          <p:cNvGraphicFramePr>
            <a:graphicFrameLocks noChangeAspect="1"/>
          </p:cNvGraphicFramePr>
          <p:nvPr>
            <p:extLst>
              <p:ext uri="{D42A27DB-BD31-4B8C-83A1-F6EECF244321}">
                <p14:modId xmlns:p14="http://schemas.microsoft.com/office/powerpoint/2010/main" val="2211782229"/>
              </p:ext>
            </p:extLst>
          </p:nvPr>
        </p:nvGraphicFramePr>
        <p:xfrm>
          <a:off x="6544220" y="4054152"/>
          <a:ext cx="316706" cy="322659"/>
        </p:xfrm>
        <a:graphic>
          <a:graphicData uri="http://schemas.openxmlformats.org/presentationml/2006/ole">
            <mc:AlternateContent xmlns:mc="http://schemas.openxmlformats.org/markup-compatibility/2006">
              <mc:Choice xmlns:v="urn:schemas-microsoft-com:vml" Requires="v">
                <p:oleObj spid="_x0000_s362032" r:id="rId32" imgW="380852" imgH="390270" progId="">
                  <p:embed/>
                </p:oleObj>
              </mc:Choice>
              <mc:Fallback>
                <p:oleObj r:id="rId32" imgW="380852" imgH="390270" progId="">
                  <p:embed/>
                  <p:pic>
                    <p:nvPicPr>
                      <p:cNvPr id="47129"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44220" y="4054152"/>
                        <a:ext cx="316706" cy="322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Line 26"/>
          <p:cNvSpPr>
            <a:spLocks noChangeShapeType="1"/>
          </p:cNvSpPr>
          <p:nvPr/>
        </p:nvSpPr>
        <p:spPr bwMode="auto">
          <a:xfrm>
            <a:off x="6834732"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58" name="Object 27"/>
          <p:cNvGraphicFramePr>
            <a:graphicFrameLocks noChangeAspect="1"/>
          </p:cNvGraphicFramePr>
          <p:nvPr>
            <p:extLst>
              <p:ext uri="{D42A27DB-BD31-4B8C-83A1-F6EECF244321}">
                <p14:modId xmlns:p14="http://schemas.microsoft.com/office/powerpoint/2010/main" val="568137367"/>
              </p:ext>
            </p:extLst>
          </p:nvPr>
        </p:nvGraphicFramePr>
        <p:xfrm>
          <a:off x="5721498" y="4326805"/>
          <a:ext cx="401240" cy="389335"/>
        </p:xfrm>
        <a:graphic>
          <a:graphicData uri="http://schemas.openxmlformats.org/presentationml/2006/ole">
            <mc:AlternateContent xmlns:mc="http://schemas.openxmlformats.org/markup-compatibility/2006">
              <mc:Choice xmlns:v="urn:schemas-microsoft-com:vml" Requires="v">
                <p:oleObj spid="_x0000_s362033" r:id="rId33" imgW="165489" imgH="165489" progId="Equation.3">
                  <p:embed/>
                </p:oleObj>
              </mc:Choice>
              <mc:Fallback>
                <p:oleObj r:id="rId33" imgW="165489" imgH="165489" progId="Equation.3">
                  <p:embed/>
                  <p:pic>
                    <p:nvPicPr>
                      <p:cNvPr id="47131"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21498" y="4326805"/>
                        <a:ext cx="401240" cy="389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28"/>
          <p:cNvGraphicFramePr>
            <a:graphicFrameLocks noChangeAspect="1"/>
          </p:cNvGraphicFramePr>
          <p:nvPr>
            <p:extLst>
              <p:ext uri="{D42A27DB-BD31-4B8C-83A1-F6EECF244321}">
                <p14:modId xmlns:p14="http://schemas.microsoft.com/office/powerpoint/2010/main" val="542665088"/>
              </p:ext>
            </p:extLst>
          </p:nvPr>
        </p:nvGraphicFramePr>
        <p:xfrm>
          <a:off x="6551363" y="4316090"/>
          <a:ext cx="371475" cy="389334"/>
        </p:xfrm>
        <a:graphic>
          <a:graphicData uri="http://schemas.openxmlformats.org/presentationml/2006/ole">
            <mc:AlternateContent xmlns:mc="http://schemas.openxmlformats.org/markup-compatibility/2006">
              <mc:Choice xmlns:v="urn:schemas-microsoft-com:vml" Requires="v">
                <p:oleObj spid="_x0000_s362034" r:id="rId34" imgW="152783" imgH="165489" progId="Equation.3">
                  <p:embed/>
                </p:oleObj>
              </mc:Choice>
              <mc:Fallback>
                <p:oleObj r:id="rId34" imgW="152783" imgH="165489" progId="Equation.3">
                  <p:embed/>
                  <p:pic>
                    <p:nvPicPr>
                      <p:cNvPr id="47132"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551363" y="4316090"/>
                        <a:ext cx="371475" cy="389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left)">
                                      <p:cBhvr>
                                        <p:cTn id="17" dur="500"/>
                                        <p:tgtEl>
                                          <p:spTgt spid="40"/>
                                        </p:tgtEl>
                                      </p:cBhvr>
                                    </p:animEffect>
                                  </p:childTnLst>
                                </p:cTn>
                              </p:par>
                              <p:par>
                                <p:cTn id="18" presetID="1" presetClass="entr" presetSubtype="0" fill="hold" nodeType="withEffect">
                                  <p:stCondLst>
                                    <p:cond delay="0"/>
                                  </p:stCondLst>
                                  <p:childTnLst>
                                    <p:set>
                                      <p:cBhvr>
                                        <p:cTn id="19" dur="1" fill="hold">
                                          <p:stCondLst>
                                            <p:cond delay="0"/>
                                          </p:stCondLst>
                                        </p:cTn>
                                        <p:tgtEl>
                                          <p:spTgt spid="48134"/>
                                        </p:tgtEl>
                                        <p:attrNameLst>
                                          <p:attrName>style.visibility</p:attrName>
                                        </p:attrNameLst>
                                      </p:cBhvr>
                                      <p:to>
                                        <p:strVal val="visible"/>
                                      </p:to>
                                    </p:set>
                                  </p:childTnLst>
                                </p:cTn>
                              </p:par>
                              <p:par>
                                <p:cTn id="20" presetID="22" presetClass="entr" presetSubtype="8" fill="hold" grpId="0" nodeType="withEffect">
                                  <p:stCondLst>
                                    <p:cond delay="0"/>
                                  </p:stCondLst>
                                  <p:childTnLst>
                                    <p:set>
                                      <p:cBhvr>
                                        <p:cTn id="21" dur="1" fill="hold">
                                          <p:stCondLst>
                                            <p:cond delay="0"/>
                                          </p:stCondLst>
                                        </p:cTn>
                                        <p:tgtEl>
                                          <p:spTgt spid="48160"/>
                                        </p:tgtEl>
                                        <p:attrNameLst>
                                          <p:attrName>style.visibility</p:attrName>
                                        </p:attrNameLst>
                                      </p:cBhvr>
                                      <p:to>
                                        <p:strVal val="visible"/>
                                      </p:to>
                                    </p:set>
                                    <p:animEffect transition="in" filter="wipe(left)">
                                      <p:cBhvr>
                                        <p:cTn id="22" dur="500"/>
                                        <p:tgtEl>
                                          <p:spTgt spid="48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60" grpId="0"/>
      <p:bldP spid="4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1"/>
          <p:cNvSpPr>
            <a:spLocks noGrp="1"/>
          </p:cNvSpPr>
          <p:nvPr>
            <p:ph type="sldNum" sz="quarter" idx="10"/>
          </p:nvPr>
        </p:nvSpPr>
        <p:spPr/>
        <p:txBody>
          <a:bodyPr/>
          <a:lstStyle/>
          <a:p>
            <a:fld id="{0317C16E-F180-4491-B5D7-C50401591AC7}" type="slidenum">
              <a:rPr lang="zh-CN" altLang="en-US"/>
              <a:pPr/>
              <a:t>24</a:t>
            </a:fld>
            <a:endParaRPr lang="en-US"/>
          </a:p>
        </p:txBody>
      </p:sp>
      <p:grpSp>
        <p:nvGrpSpPr>
          <p:cNvPr id="49191" name="Group 39"/>
          <p:cNvGrpSpPr>
            <a:grpSpLocks/>
          </p:cNvGrpSpPr>
          <p:nvPr/>
        </p:nvGrpSpPr>
        <p:grpSpPr bwMode="auto">
          <a:xfrm>
            <a:off x="378143" y="426835"/>
            <a:ext cx="3294460" cy="508398"/>
            <a:chOff x="612" y="643"/>
            <a:chExt cx="2767" cy="427"/>
          </a:xfrm>
        </p:grpSpPr>
        <p:sp>
          <p:nvSpPr>
            <p:cNvPr id="49158" name="Text Box 6"/>
            <p:cNvSpPr txBox="1">
              <a:spLocks noChangeArrowheads="1"/>
            </p:cNvSpPr>
            <p:nvPr/>
          </p:nvSpPr>
          <p:spPr bwMode="auto">
            <a:xfrm>
              <a:off x="612" y="643"/>
              <a:ext cx="2767"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0000FF"/>
                  </a:solidFill>
                  <a:latin typeface="Times New Roman" pitchFamily="18" charset="0"/>
                </a:rPr>
                <a:t>由</a:t>
              </a:r>
              <a:r>
                <a:rPr lang="zh-CN" altLang="en-US" sz="2400">
                  <a:solidFill>
                    <a:srgbClr val="0000FF"/>
                  </a:solidFill>
                  <a:latin typeface="宋体" pitchFamily="2" charset="-122"/>
                </a:rPr>
                <a:t>   </a:t>
              </a:r>
              <a:r>
                <a:rPr lang="zh-CN" altLang="en-US" sz="2400">
                  <a:solidFill>
                    <a:srgbClr val="0000FF"/>
                  </a:solidFill>
                  <a:latin typeface="Times New Roman" pitchFamily="18" charset="0"/>
                </a:rPr>
                <a:t>、</a:t>
              </a:r>
              <a:r>
                <a:rPr lang="zh-CN" altLang="en-US" sz="2400">
                  <a:solidFill>
                    <a:srgbClr val="0000FF"/>
                  </a:solidFill>
                  <a:latin typeface="宋体" pitchFamily="2" charset="-122"/>
                </a:rPr>
                <a:t>  </a:t>
              </a:r>
              <a:r>
                <a:rPr lang="zh-CN" altLang="en-US" sz="2400">
                  <a:solidFill>
                    <a:srgbClr val="0000FF"/>
                  </a:solidFill>
                  <a:latin typeface="Times New Roman" pitchFamily="18" charset="0"/>
                </a:rPr>
                <a:t>可解得：</a:t>
              </a:r>
            </a:p>
          </p:txBody>
        </p:sp>
        <p:sp>
          <p:nvSpPr>
            <p:cNvPr id="49163" name="Text Box 11"/>
            <p:cNvSpPr txBox="1">
              <a:spLocks noChangeArrowheads="1"/>
            </p:cNvSpPr>
            <p:nvPr/>
          </p:nvSpPr>
          <p:spPr bwMode="auto">
            <a:xfrm>
              <a:off x="1383" y="682"/>
              <a:ext cx="544" cy="388"/>
            </a:xfrm>
            <a:prstGeom prst="rect">
              <a:avLst/>
            </a:prstGeom>
            <a:noFill/>
            <a:ln w="9525">
              <a:noFill/>
              <a:miter lim="800000"/>
              <a:headEnd/>
              <a:tailEnd/>
            </a:ln>
            <a:effectLst/>
          </p:spPr>
          <p:txBody>
            <a:bodyPr>
              <a:spAutoFit/>
            </a:bodyPr>
            <a:lstStyle/>
            <a:p>
              <a:pPr>
                <a:spcBef>
                  <a:spcPct val="50000"/>
                </a:spcBef>
              </a:pPr>
              <a:r>
                <a:rPr lang="en-US" altLang="zh-CN" sz="2400">
                  <a:solidFill>
                    <a:srgbClr val="0000FF"/>
                  </a:solidFill>
                  <a:latin typeface="宋体" pitchFamily="2" charset="-122"/>
                </a:rPr>
                <a:t>(</a:t>
              </a:r>
              <a:r>
                <a:rPr lang="en-US" altLang="zh-CN" sz="2400" b="0">
                  <a:solidFill>
                    <a:srgbClr val="0000FF"/>
                  </a:solidFill>
                  <a:latin typeface="Times New Roman" pitchFamily="18" charset="0"/>
                </a:rPr>
                <a:t>2</a:t>
              </a:r>
              <a:r>
                <a:rPr lang="en-US" altLang="zh-CN" sz="2400">
                  <a:solidFill>
                    <a:srgbClr val="0000FF"/>
                  </a:solidFill>
                  <a:latin typeface="宋体" pitchFamily="2" charset="-122"/>
                </a:rPr>
                <a:t>)</a:t>
              </a:r>
            </a:p>
          </p:txBody>
        </p:sp>
        <p:sp>
          <p:nvSpPr>
            <p:cNvPr id="49164" name="Text Box 12"/>
            <p:cNvSpPr txBox="1">
              <a:spLocks noChangeArrowheads="1"/>
            </p:cNvSpPr>
            <p:nvPr/>
          </p:nvSpPr>
          <p:spPr bwMode="auto">
            <a:xfrm>
              <a:off x="866" y="673"/>
              <a:ext cx="544" cy="388"/>
            </a:xfrm>
            <a:prstGeom prst="rect">
              <a:avLst/>
            </a:prstGeom>
            <a:noFill/>
            <a:ln w="9525">
              <a:noFill/>
              <a:miter lim="800000"/>
              <a:headEnd/>
              <a:tailEnd/>
            </a:ln>
            <a:effectLst/>
          </p:spPr>
          <p:txBody>
            <a:bodyPr>
              <a:spAutoFit/>
            </a:bodyPr>
            <a:lstStyle/>
            <a:p>
              <a:pPr>
                <a:spcBef>
                  <a:spcPct val="50000"/>
                </a:spcBef>
              </a:pPr>
              <a:r>
                <a:rPr lang="en-US" altLang="zh-CN" sz="2400">
                  <a:solidFill>
                    <a:srgbClr val="0000FF"/>
                  </a:solidFill>
                  <a:latin typeface="宋体" pitchFamily="2" charset="-122"/>
                </a:rPr>
                <a:t>(</a:t>
              </a:r>
              <a:r>
                <a:rPr lang="en-US" altLang="zh-CN" sz="2400" b="0">
                  <a:solidFill>
                    <a:srgbClr val="0000FF"/>
                  </a:solidFill>
                  <a:latin typeface="Times New Roman" pitchFamily="18" charset="0"/>
                </a:rPr>
                <a:t>1</a:t>
              </a:r>
              <a:r>
                <a:rPr lang="en-US" altLang="zh-CN" sz="2400">
                  <a:solidFill>
                    <a:srgbClr val="0000FF"/>
                  </a:solidFill>
                  <a:latin typeface="宋体" pitchFamily="2" charset="-122"/>
                </a:rPr>
                <a:t>)</a:t>
              </a:r>
            </a:p>
          </p:txBody>
        </p:sp>
      </p:grpSp>
      <p:graphicFrame>
        <p:nvGraphicFramePr>
          <p:cNvPr id="49159" name="Object 7"/>
          <p:cNvGraphicFramePr>
            <a:graphicFrameLocks noChangeAspect="1"/>
          </p:cNvGraphicFramePr>
          <p:nvPr>
            <p:extLst>
              <p:ext uri="{D42A27DB-BD31-4B8C-83A1-F6EECF244321}">
                <p14:modId xmlns:p14="http://schemas.microsoft.com/office/powerpoint/2010/main" val="4195895259"/>
              </p:ext>
            </p:extLst>
          </p:nvPr>
        </p:nvGraphicFramePr>
        <p:xfrm>
          <a:off x="3081813" y="407786"/>
          <a:ext cx="2483644" cy="519113"/>
        </p:xfrm>
        <a:graphic>
          <a:graphicData uri="http://schemas.openxmlformats.org/presentationml/2006/ole">
            <mc:AlternateContent xmlns:mc="http://schemas.openxmlformats.org/markup-compatibility/2006">
              <mc:Choice xmlns:v="urn:schemas-microsoft-com:vml" Requires="v">
                <p:oleObj spid="_x0000_s361026" r:id="rId3" imgW="1092517" imgH="228917" progId="Equation.3">
                  <p:embed/>
                </p:oleObj>
              </mc:Choice>
              <mc:Fallback>
                <p:oleObj r:id="rId3" imgW="1092517" imgH="228917" progId="Equation.3">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1813" y="407786"/>
                        <a:ext cx="2483644"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组合 3"/>
          <p:cNvGrpSpPr/>
          <p:nvPr/>
        </p:nvGrpSpPr>
        <p:grpSpPr>
          <a:xfrm>
            <a:off x="371489" y="1668780"/>
            <a:ext cx="6135991" cy="1590275"/>
            <a:chOff x="371489" y="2049780"/>
            <a:chExt cx="6135991" cy="1590275"/>
          </a:xfrm>
        </p:grpSpPr>
        <p:grpSp>
          <p:nvGrpSpPr>
            <p:cNvPr id="49154" name="Group 2"/>
            <p:cNvGrpSpPr>
              <a:grpSpLocks/>
            </p:cNvGrpSpPr>
            <p:nvPr/>
          </p:nvGrpSpPr>
          <p:grpSpPr bwMode="auto">
            <a:xfrm>
              <a:off x="3124439" y="2049780"/>
              <a:ext cx="3383041" cy="1590275"/>
              <a:chOff x="0" y="0"/>
              <a:chExt cx="2912" cy="1656"/>
            </a:xfrm>
          </p:grpSpPr>
          <p:graphicFrame>
            <p:nvGraphicFramePr>
              <p:cNvPr id="49155" name="Object 3"/>
              <p:cNvGraphicFramePr>
                <a:graphicFrameLocks noChangeAspect="1"/>
              </p:cNvGraphicFramePr>
              <p:nvPr/>
            </p:nvGraphicFramePr>
            <p:xfrm>
              <a:off x="190" y="0"/>
              <a:ext cx="2637" cy="830"/>
            </p:xfrm>
            <a:graphic>
              <a:graphicData uri="http://schemas.openxmlformats.org/presentationml/2006/ole">
                <mc:AlternateContent xmlns:mc="http://schemas.openxmlformats.org/markup-compatibility/2006">
                  <mc:Choice xmlns:v="urn:schemas-microsoft-com:vml" Requires="v">
                    <p:oleObj spid="_x0000_s361027" r:id="rId5" imgW="1663295" imgH="431930" progId="Equation.3">
                      <p:embed/>
                    </p:oleObj>
                  </mc:Choice>
                  <mc:Fallback>
                    <p:oleObj r:id="rId5" imgW="1663295" imgH="43193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 y="0"/>
                            <a:ext cx="2637" cy="8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4"/>
              <p:cNvGraphicFramePr>
                <a:graphicFrameLocks noChangeAspect="1"/>
              </p:cNvGraphicFramePr>
              <p:nvPr/>
            </p:nvGraphicFramePr>
            <p:xfrm>
              <a:off x="190" y="830"/>
              <a:ext cx="2722" cy="826"/>
            </p:xfrm>
            <a:graphic>
              <a:graphicData uri="http://schemas.openxmlformats.org/presentationml/2006/ole">
                <mc:AlternateContent xmlns:mc="http://schemas.openxmlformats.org/markup-compatibility/2006">
                  <mc:Choice xmlns:v="urn:schemas-microsoft-com:vml" Requires="v">
                    <p:oleObj spid="_x0000_s361028" r:id="rId7" imgW="1663295" imgH="431930" progId="Equation.3">
                      <p:embed/>
                    </p:oleObj>
                  </mc:Choice>
                  <mc:Fallback>
                    <p:oleObj r:id="rId7" imgW="1663295" imgH="43193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 y="830"/>
                            <a:ext cx="2722" cy="8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57" name="AutoShape 5"/>
              <p:cNvSpPr>
                <a:spLocks/>
              </p:cNvSpPr>
              <p:nvPr/>
            </p:nvSpPr>
            <p:spPr bwMode="auto">
              <a:xfrm>
                <a:off x="0" y="420"/>
                <a:ext cx="181" cy="772"/>
              </a:xfrm>
              <a:prstGeom prst="leftBrace">
                <a:avLst>
                  <a:gd name="adj1" fmla="val 35543"/>
                  <a:gd name="adj2" fmla="val 50000"/>
                </a:avLst>
              </a:prstGeom>
              <a:noFill/>
              <a:ln w="28575">
                <a:solidFill>
                  <a:schemeClr val="tx1"/>
                </a:solidFill>
                <a:round/>
                <a:headEnd/>
                <a:tailEnd/>
              </a:ln>
              <a:effectLst/>
            </p:spPr>
            <p:txBody>
              <a:bodyPr wrap="none" anchor="ctr"/>
              <a:lstStyle/>
              <a:p>
                <a:endParaRPr lang="zh-CN" altLang="en-US" sz="2400"/>
              </a:p>
            </p:txBody>
          </p:sp>
        </p:grpSp>
        <p:grpSp>
          <p:nvGrpSpPr>
            <p:cNvPr id="49192" name="Group 40"/>
            <p:cNvGrpSpPr>
              <a:grpSpLocks/>
            </p:cNvGrpSpPr>
            <p:nvPr/>
          </p:nvGrpSpPr>
          <p:grpSpPr bwMode="auto">
            <a:xfrm>
              <a:off x="371489" y="2530043"/>
              <a:ext cx="3024188" cy="486967"/>
              <a:chOff x="567" y="1868"/>
              <a:chExt cx="2540" cy="409"/>
            </a:xfrm>
          </p:grpSpPr>
          <p:sp>
            <p:nvSpPr>
              <p:cNvPr id="49166" name="Text Box 14"/>
              <p:cNvSpPr txBox="1">
                <a:spLocks noChangeArrowheads="1"/>
              </p:cNvSpPr>
              <p:nvPr/>
            </p:nvSpPr>
            <p:spPr bwMode="auto">
              <a:xfrm>
                <a:off x="567" y="1868"/>
                <a:ext cx="2540" cy="388"/>
              </a:xfrm>
              <a:prstGeom prst="rect">
                <a:avLst/>
              </a:prstGeom>
              <a:noFill/>
              <a:ln w="9525">
                <a:noFill/>
                <a:miter lim="800000"/>
                <a:headEnd/>
                <a:tailEnd/>
              </a:ln>
              <a:effectLst/>
            </p:spPr>
            <p:txBody>
              <a:bodyPr>
                <a:spAutoFit/>
              </a:bodyPr>
              <a:lstStyle/>
              <a:p>
                <a:pPr>
                  <a:spcBef>
                    <a:spcPct val="50000"/>
                  </a:spcBef>
                </a:pPr>
                <a:r>
                  <a:rPr lang="zh-CN" altLang="en-US" sz="2400">
                    <a:solidFill>
                      <a:srgbClr val="0000FF"/>
                    </a:solidFill>
                    <a:latin typeface="Times New Roman" pitchFamily="18" charset="0"/>
                  </a:rPr>
                  <a:t>由</a:t>
                </a:r>
                <a:r>
                  <a:rPr lang="zh-CN" altLang="en-US" sz="2400">
                    <a:solidFill>
                      <a:srgbClr val="0000FF"/>
                    </a:solidFill>
                    <a:latin typeface="宋体" pitchFamily="2" charset="-122"/>
                  </a:rPr>
                  <a:t>   </a:t>
                </a:r>
                <a:r>
                  <a:rPr lang="zh-CN" altLang="en-US" sz="2400">
                    <a:solidFill>
                      <a:srgbClr val="0000FF"/>
                    </a:solidFill>
                    <a:latin typeface="Times New Roman" pitchFamily="18" charset="0"/>
                  </a:rPr>
                  <a:t>、</a:t>
                </a:r>
                <a:r>
                  <a:rPr lang="zh-CN" altLang="en-US" sz="2400">
                    <a:solidFill>
                      <a:srgbClr val="0000FF"/>
                    </a:solidFill>
                    <a:latin typeface="宋体" pitchFamily="2" charset="-122"/>
                  </a:rPr>
                  <a:t>   </a:t>
                </a:r>
                <a:r>
                  <a:rPr lang="zh-CN" altLang="en-US" sz="2400">
                    <a:solidFill>
                      <a:srgbClr val="0000FF"/>
                    </a:solidFill>
                    <a:latin typeface="Times New Roman" pitchFamily="18" charset="0"/>
                  </a:rPr>
                  <a:t>可解得：</a:t>
                </a:r>
              </a:p>
            </p:txBody>
          </p:sp>
          <p:sp>
            <p:nvSpPr>
              <p:cNvPr id="49167" name="Text Box 15"/>
              <p:cNvSpPr txBox="1">
                <a:spLocks noChangeArrowheads="1"/>
              </p:cNvSpPr>
              <p:nvPr/>
            </p:nvSpPr>
            <p:spPr bwMode="auto">
              <a:xfrm>
                <a:off x="1429" y="1880"/>
                <a:ext cx="544" cy="388"/>
              </a:xfrm>
              <a:prstGeom prst="rect">
                <a:avLst/>
              </a:prstGeom>
              <a:noFill/>
              <a:ln w="9525">
                <a:noFill/>
                <a:miter lim="800000"/>
                <a:headEnd/>
                <a:tailEnd/>
              </a:ln>
              <a:effectLst/>
            </p:spPr>
            <p:txBody>
              <a:bodyPr>
                <a:spAutoFit/>
              </a:bodyPr>
              <a:lstStyle/>
              <a:p>
                <a:pPr>
                  <a:spcBef>
                    <a:spcPct val="50000"/>
                  </a:spcBef>
                </a:pPr>
                <a:r>
                  <a:rPr lang="en-US" altLang="zh-CN" sz="2400">
                    <a:solidFill>
                      <a:srgbClr val="0000FF"/>
                    </a:solidFill>
                    <a:latin typeface="宋体" pitchFamily="2" charset="-122"/>
                  </a:rPr>
                  <a:t>(</a:t>
                </a:r>
                <a:r>
                  <a:rPr lang="en-US" altLang="zh-CN" sz="2400" b="0">
                    <a:solidFill>
                      <a:srgbClr val="0000FF"/>
                    </a:solidFill>
                    <a:latin typeface="Times New Roman" pitchFamily="18" charset="0"/>
                  </a:rPr>
                  <a:t>3</a:t>
                </a:r>
                <a:r>
                  <a:rPr lang="en-US" altLang="zh-CN" sz="2400">
                    <a:solidFill>
                      <a:srgbClr val="0000FF"/>
                    </a:solidFill>
                    <a:latin typeface="宋体" pitchFamily="2" charset="-122"/>
                  </a:rPr>
                  <a:t>)</a:t>
                </a:r>
              </a:p>
            </p:txBody>
          </p:sp>
          <p:sp>
            <p:nvSpPr>
              <p:cNvPr id="49168" name="Text Box 16"/>
              <p:cNvSpPr txBox="1">
                <a:spLocks noChangeArrowheads="1"/>
              </p:cNvSpPr>
              <p:nvPr/>
            </p:nvSpPr>
            <p:spPr bwMode="auto">
              <a:xfrm>
                <a:off x="839" y="1889"/>
                <a:ext cx="544" cy="388"/>
              </a:xfrm>
              <a:prstGeom prst="rect">
                <a:avLst/>
              </a:prstGeom>
              <a:noFill/>
              <a:ln w="9525">
                <a:noFill/>
                <a:miter lim="800000"/>
                <a:headEnd/>
                <a:tailEnd/>
              </a:ln>
              <a:effectLst/>
            </p:spPr>
            <p:txBody>
              <a:bodyPr>
                <a:spAutoFit/>
              </a:bodyPr>
              <a:lstStyle/>
              <a:p>
                <a:pPr>
                  <a:spcBef>
                    <a:spcPct val="50000"/>
                  </a:spcBef>
                </a:pPr>
                <a:r>
                  <a:rPr lang="en-US" altLang="zh-CN" sz="2400">
                    <a:solidFill>
                      <a:srgbClr val="0000FF"/>
                    </a:solidFill>
                    <a:latin typeface="宋体" pitchFamily="2" charset="-122"/>
                  </a:rPr>
                  <a:t>(</a:t>
                </a:r>
                <a:r>
                  <a:rPr lang="en-US" altLang="zh-CN" sz="2400" b="0">
                    <a:solidFill>
                      <a:srgbClr val="0000FF"/>
                    </a:solidFill>
                    <a:latin typeface="Times New Roman" pitchFamily="18" charset="0"/>
                  </a:rPr>
                  <a:t>1</a:t>
                </a:r>
                <a:r>
                  <a:rPr lang="en-US" altLang="zh-CN" sz="2400">
                    <a:solidFill>
                      <a:srgbClr val="0000FF"/>
                    </a:solidFill>
                    <a:latin typeface="宋体" pitchFamily="2" charset="-122"/>
                  </a:rPr>
                  <a:t>)</a:t>
                </a:r>
              </a:p>
            </p:txBody>
          </p:sp>
        </p:grpSp>
      </p:grpSp>
      <p:grpSp>
        <p:nvGrpSpPr>
          <p:cNvPr id="2" name="组合 1"/>
          <p:cNvGrpSpPr/>
          <p:nvPr/>
        </p:nvGrpSpPr>
        <p:grpSpPr>
          <a:xfrm>
            <a:off x="2640965" y="982735"/>
            <a:ext cx="3782695" cy="519113"/>
            <a:chOff x="1437005" y="1566862"/>
            <a:chExt cx="3782695" cy="519113"/>
          </a:xfrm>
        </p:grpSpPr>
        <p:grpSp>
          <p:nvGrpSpPr>
            <p:cNvPr id="49160" name="Group 8"/>
            <p:cNvGrpSpPr>
              <a:grpSpLocks/>
            </p:cNvGrpSpPr>
            <p:nvPr/>
          </p:nvGrpSpPr>
          <p:grpSpPr bwMode="auto">
            <a:xfrm>
              <a:off x="1871662" y="1566862"/>
              <a:ext cx="3348038" cy="519113"/>
              <a:chOff x="0" y="0"/>
              <a:chExt cx="2812" cy="436"/>
            </a:xfrm>
          </p:grpSpPr>
          <p:graphicFrame>
            <p:nvGraphicFramePr>
              <p:cNvPr id="49161" name="Object 9"/>
              <p:cNvGraphicFramePr>
                <a:graphicFrameLocks noChangeAspect="1"/>
              </p:cNvGraphicFramePr>
              <p:nvPr/>
            </p:nvGraphicFramePr>
            <p:xfrm>
              <a:off x="0" y="0"/>
              <a:ext cx="2085" cy="436"/>
            </p:xfrm>
            <a:graphic>
              <a:graphicData uri="http://schemas.openxmlformats.org/presentationml/2006/ole">
                <mc:AlternateContent xmlns:mc="http://schemas.openxmlformats.org/markup-compatibility/2006">
                  <mc:Choice xmlns:v="urn:schemas-microsoft-com:vml" Requires="v">
                    <p:oleObj spid="_x0000_s361029" r:id="rId9" imgW="1092517" imgH="228917" progId="Equation.3">
                      <p:embed/>
                    </p:oleObj>
                  </mc:Choice>
                  <mc:Fallback>
                    <p:oleObj r:id="rId9" imgW="1092517" imgH="228917" progId="Equation.3">
                      <p:embed/>
                      <p:pic>
                        <p:nvPicPr>
                          <p:cNvPr id="0"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085" cy="4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2" name="Text Box 10"/>
              <p:cNvSpPr txBox="1">
                <a:spLocks noChangeArrowheads="1"/>
              </p:cNvSpPr>
              <p:nvPr/>
            </p:nvSpPr>
            <p:spPr bwMode="auto">
              <a:xfrm>
                <a:off x="2268" y="45"/>
                <a:ext cx="544" cy="388"/>
              </a:xfrm>
              <a:prstGeom prst="rect">
                <a:avLst/>
              </a:prstGeom>
              <a:noFill/>
              <a:ln w="9525">
                <a:noFill/>
                <a:miter lim="800000"/>
                <a:headEnd/>
                <a:tailEnd/>
              </a:ln>
              <a:effectLst/>
            </p:spPr>
            <p:txBody>
              <a:bodyPr>
                <a:spAutoFit/>
              </a:bodyPr>
              <a:lstStyle/>
              <a:p>
                <a:pPr>
                  <a:spcBef>
                    <a:spcPct val="50000"/>
                  </a:spcBef>
                </a:pPr>
                <a:r>
                  <a:rPr lang="en-US" altLang="zh-CN" sz="2400">
                    <a:solidFill>
                      <a:srgbClr val="CC0000"/>
                    </a:solidFill>
                    <a:latin typeface="宋体" pitchFamily="2" charset="-122"/>
                  </a:rPr>
                  <a:t>(</a:t>
                </a:r>
                <a:r>
                  <a:rPr lang="en-US" altLang="zh-CN" sz="2400">
                    <a:solidFill>
                      <a:srgbClr val="CC0000"/>
                    </a:solidFill>
                    <a:latin typeface="Times New Roman" pitchFamily="18" charset="0"/>
                  </a:rPr>
                  <a:t>3</a:t>
                </a:r>
                <a:r>
                  <a:rPr lang="en-US" altLang="zh-CN" sz="2400">
                    <a:solidFill>
                      <a:srgbClr val="CC0000"/>
                    </a:solidFill>
                    <a:latin typeface="宋体" pitchFamily="2" charset="-122"/>
                  </a:rPr>
                  <a:t>)</a:t>
                </a:r>
              </a:p>
            </p:txBody>
          </p:sp>
        </p:grpSp>
        <p:sp>
          <p:nvSpPr>
            <p:cNvPr id="41" name="右箭头 40"/>
            <p:cNvSpPr/>
            <p:nvPr/>
          </p:nvSpPr>
          <p:spPr bwMode="auto">
            <a:xfrm>
              <a:off x="1437005" y="1755343"/>
              <a:ext cx="381080" cy="175260"/>
            </a:xfrm>
            <a:prstGeom prst="rightArrow">
              <a:avLst/>
            </a:prstGeom>
            <a:solidFill>
              <a:srgbClr val="9900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charset="0"/>
                <a:buNone/>
                <a:tabLst/>
              </a:pPr>
              <a:endParaRPr kumimoji="0" lang="zh-CN" altLang="en-US" sz="3200" b="1" i="0" u="none" strike="noStrike" cap="none" normalizeH="0" baseline="0" smtClean="0">
                <a:ln>
                  <a:noFill/>
                </a:ln>
                <a:solidFill>
                  <a:schemeClr val="tx1"/>
                </a:solidFill>
                <a:effectLst/>
                <a:latin typeface="Arial" charset="0"/>
                <a:ea typeface="宋体" pitchFamily="2" charset="-122"/>
              </a:endParaRPr>
            </a:p>
          </p:txBody>
        </p:sp>
      </p:grpSp>
      <p:graphicFrame>
        <p:nvGraphicFramePr>
          <p:cNvPr id="45" name="Object 10"/>
          <p:cNvGraphicFramePr>
            <a:graphicFrameLocks noChangeAspect="1"/>
          </p:cNvGraphicFramePr>
          <p:nvPr>
            <p:extLst>
              <p:ext uri="{D42A27DB-BD31-4B8C-83A1-F6EECF244321}">
                <p14:modId xmlns:p14="http://schemas.microsoft.com/office/powerpoint/2010/main" val="2286222426"/>
              </p:ext>
            </p:extLst>
          </p:nvPr>
        </p:nvGraphicFramePr>
        <p:xfrm>
          <a:off x="6038204" y="3738637"/>
          <a:ext cx="358378" cy="454819"/>
        </p:xfrm>
        <a:graphic>
          <a:graphicData uri="http://schemas.openxmlformats.org/presentationml/2006/ole">
            <mc:AlternateContent xmlns:mc="http://schemas.openxmlformats.org/markup-compatibility/2006">
              <mc:Choice xmlns:v="urn:schemas-microsoft-com:vml" Requires="v">
                <p:oleObj spid="_x0000_s361030" r:id="rId11" imgW="165417" imgH="216217" progId="Equation.3">
                  <p:embed/>
                </p:oleObj>
              </mc:Choice>
              <mc:Fallback>
                <p:oleObj r:id="rId11" imgW="165417" imgH="216217" progId="Equation.3">
                  <p:embed/>
                  <p:pic>
                    <p:nvPicPr>
                      <p:cNvPr id="41"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204" y="3738637"/>
                        <a:ext cx="358378"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11"/>
          <p:cNvGraphicFramePr>
            <a:graphicFrameLocks noChangeAspect="1"/>
          </p:cNvGraphicFramePr>
          <p:nvPr>
            <p:extLst>
              <p:ext uri="{D42A27DB-BD31-4B8C-83A1-F6EECF244321}">
                <p14:modId xmlns:p14="http://schemas.microsoft.com/office/powerpoint/2010/main" val="3154658"/>
              </p:ext>
            </p:extLst>
          </p:nvPr>
        </p:nvGraphicFramePr>
        <p:xfrm>
          <a:off x="6871641" y="3727921"/>
          <a:ext cx="385763" cy="454819"/>
        </p:xfrm>
        <a:graphic>
          <a:graphicData uri="http://schemas.openxmlformats.org/presentationml/2006/ole">
            <mc:AlternateContent xmlns:mc="http://schemas.openxmlformats.org/markup-compatibility/2006">
              <mc:Choice xmlns:v="urn:schemas-microsoft-com:vml" Requires="v">
                <p:oleObj spid="_x0000_s361031" r:id="rId13" imgW="178040" imgH="216123" progId="Equation.3">
                  <p:embed/>
                </p:oleObj>
              </mc:Choice>
              <mc:Fallback>
                <p:oleObj r:id="rId13" imgW="178040" imgH="216123" progId="Equation.3">
                  <p:embed/>
                  <p:pic>
                    <p:nvPicPr>
                      <p:cNvPr id="42"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71641" y="3727921"/>
                        <a:ext cx="385763"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12"/>
          <p:cNvGraphicFramePr>
            <a:graphicFrameLocks noChangeAspect="1"/>
          </p:cNvGraphicFramePr>
          <p:nvPr>
            <p:extLst>
              <p:ext uri="{D42A27DB-BD31-4B8C-83A1-F6EECF244321}">
                <p14:modId xmlns:p14="http://schemas.microsoft.com/office/powerpoint/2010/main" val="1646123524"/>
              </p:ext>
            </p:extLst>
          </p:nvPr>
        </p:nvGraphicFramePr>
        <p:xfrm>
          <a:off x="5727451" y="4057724"/>
          <a:ext cx="316706" cy="322660"/>
        </p:xfrm>
        <a:graphic>
          <a:graphicData uri="http://schemas.openxmlformats.org/presentationml/2006/ole">
            <mc:AlternateContent xmlns:mc="http://schemas.openxmlformats.org/markup-compatibility/2006">
              <mc:Choice xmlns:v="urn:schemas-microsoft-com:vml" Requires="v">
                <p:oleObj spid="_x0000_s361032" r:id="rId15" imgW="380852" imgH="390270" progId="">
                  <p:embed/>
                </p:oleObj>
              </mc:Choice>
              <mc:Fallback>
                <p:oleObj r:id="rId15" imgW="380852" imgH="390270" progId="">
                  <p:embed/>
                  <p:pic>
                    <p:nvPicPr>
                      <p:cNvPr id="43"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27451" y="4057724"/>
                        <a:ext cx="316706"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 name="Line 13"/>
          <p:cNvSpPr>
            <a:spLocks noChangeShapeType="1"/>
          </p:cNvSpPr>
          <p:nvPr/>
        </p:nvSpPr>
        <p:spPr bwMode="auto">
          <a:xfrm>
            <a:off x="6016773"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pSp>
        <p:nvGrpSpPr>
          <p:cNvPr id="49" name="Group 14"/>
          <p:cNvGrpSpPr>
            <a:grpSpLocks/>
          </p:cNvGrpSpPr>
          <p:nvPr/>
        </p:nvGrpSpPr>
        <p:grpSpPr bwMode="auto">
          <a:xfrm>
            <a:off x="2081994" y="3730646"/>
            <a:ext cx="1985963" cy="1014413"/>
            <a:chOff x="0" y="0"/>
            <a:chExt cx="1668" cy="852"/>
          </a:xfrm>
        </p:grpSpPr>
        <p:sp>
          <p:nvSpPr>
            <p:cNvPr id="50" name="Line 15"/>
            <p:cNvSpPr>
              <a:spLocks noChangeShapeType="1"/>
            </p:cNvSpPr>
            <p:nvPr/>
          </p:nvSpPr>
          <p:spPr bwMode="auto">
            <a:xfrm>
              <a:off x="912" y="468"/>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sp>
          <p:nvSpPr>
            <p:cNvPr id="51" name="Line 16"/>
            <p:cNvSpPr>
              <a:spLocks noChangeShapeType="1"/>
            </p:cNvSpPr>
            <p:nvPr/>
          </p:nvSpPr>
          <p:spPr bwMode="auto">
            <a:xfrm>
              <a:off x="239" y="453"/>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52" name="Object 17"/>
            <p:cNvGraphicFramePr>
              <a:graphicFrameLocks noChangeAspect="1"/>
            </p:cNvGraphicFramePr>
            <p:nvPr/>
          </p:nvGraphicFramePr>
          <p:xfrm>
            <a:off x="69" y="539"/>
            <a:ext cx="323" cy="313"/>
          </p:xfrm>
          <a:graphic>
            <a:graphicData uri="http://schemas.openxmlformats.org/presentationml/2006/ole">
              <mc:AlternateContent xmlns:mc="http://schemas.openxmlformats.org/markup-compatibility/2006">
                <mc:Choice xmlns:v="urn:schemas-microsoft-com:vml" Requires="v">
                  <p:oleObj spid="_x0000_s361033" r:id="rId17" imgW="165489" imgH="165489" progId="Equation.3">
                    <p:embed/>
                  </p:oleObj>
                </mc:Choice>
                <mc:Fallback>
                  <p:oleObj r:id="rId17" imgW="165489" imgH="165489" progId="Equation.3">
                    <p:embed/>
                    <p:pic>
                      <p:nvPicPr>
                        <p:cNvPr id="48"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 y="539"/>
                          <a:ext cx="323"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18"/>
            <p:cNvGraphicFramePr>
              <a:graphicFrameLocks noChangeAspect="1"/>
            </p:cNvGraphicFramePr>
            <p:nvPr/>
          </p:nvGraphicFramePr>
          <p:xfrm>
            <a:off x="860" y="323"/>
            <a:ext cx="254" cy="259"/>
          </p:xfrm>
          <a:graphic>
            <a:graphicData uri="http://schemas.openxmlformats.org/presentationml/2006/ole">
              <mc:AlternateContent xmlns:mc="http://schemas.openxmlformats.org/markup-compatibility/2006">
                <mc:Choice xmlns:v="urn:schemas-microsoft-com:vml" Requires="v">
                  <p:oleObj spid="_x0000_s361034" r:id="rId19" imgW="380852" imgH="390270" progId="">
                    <p:embed/>
                  </p:oleObj>
                </mc:Choice>
                <mc:Fallback>
                  <p:oleObj r:id="rId19" imgW="380852" imgH="390270" progId="">
                    <p:embed/>
                    <p:pic>
                      <p:nvPicPr>
                        <p:cNvPr id="49"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0"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19"/>
            <p:cNvGraphicFramePr>
              <a:graphicFrameLocks noChangeAspect="1"/>
            </p:cNvGraphicFramePr>
            <p:nvPr/>
          </p:nvGraphicFramePr>
          <p:xfrm>
            <a:off x="32" y="323"/>
            <a:ext cx="254" cy="259"/>
          </p:xfrm>
          <a:graphic>
            <a:graphicData uri="http://schemas.openxmlformats.org/presentationml/2006/ole">
              <mc:AlternateContent xmlns:mc="http://schemas.openxmlformats.org/markup-compatibility/2006">
                <mc:Choice xmlns:v="urn:schemas-microsoft-com:vml" Requires="v">
                  <p:oleObj spid="_x0000_s361035" r:id="rId21" imgW="380852" imgH="390270" progId="">
                    <p:embed/>
                  </p:oleObj>
                </mc:Choice>
                <mc:Fallback>
                  <p:oleObj r:id="rId21" imgW="380852" imgH="390270" progId="">
                    <p:embed/>
                    <p:pic>
                      <p:nvPicPr>
                        <p:cNvPr id="5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 name="Object 20"/>
            <p:cNvGraphicFramePr>
              <a:graphicFrameLocks noChangeAspect="1"/>
            </p:cNvGraphicFramePr>
            <p:nvPr/>
          </p:nvGraphicFramePr>
          <p:xfrm>
            <a:off x="0" y="1"/>
            <a:ext cx="372" cy="408"/>
          </p:xfrm>
          <a:graphic>
            <a:graphicData uri="http://schemas.openxmlformats.org/presentationml/2006/ole">
              <mc:AlternateContent xmlns:mc="http://schemas.openxmlformats.org/markup-compatibility/2006">
                <mc:Choice xmlns:v="urn:schemas-microsoft-com:vml" Requires="v">
                  <p:oleObj spid="_x0000_s361036" r:id="rId22" imgW="190569" imgH="215936" progId="Equation.3">
                    <p:embed/>
                  </p:oleObj>
                </mc:Choice>
                <mc:Fallback>
                  <p:oleObj r:id="rId22" imgW="190569" imgH="215936" progId="Equation.3">
                    <p:embed/>
                    <p:pic>
                      <p:nvPicPr>
                        <p:cNvPr id="51"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0" y="1"/>
                          <a:ext cx="372"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 name="Object 21"/>
            <p:cNvGraphicFramePr>
              <a:graphicFrameLocks noChangeAspect="1"/>
            </p:cNvGraphicFramePr>
            <p:nvPr/>
          </p:nvGraphicFramePr>
          <p:xfrm>
            <a:off x="852" y="0"/>
            <a:ext cx="397" cy="409"/>
          </p:xfrm>
          <a:graphic>
            <a:graphicData uri="http://schemas.openxmlformats.org/presentationml/2006/ole">
              <mc:AlternateContent xmlns:mc="http://schemas.openxmlformats.org/markup-compatibility/2006">
                <mc:Choice xmlns:v="urn:schemas-microsoft-com:vml" Requires="v">
                  <p:oleObj spid="_x0000_s361037" r:id="rId24" imgW="203253" imgH="215936" progId="Equation.3">
                    <p:embed/>
                  </p:oleObj>
                </mc:Choice>
                <mc:Fallback>
                  <p:oleObj r:id="rId24" imgW="203253" imgH="215936" progId="Equation.3">
                    <p:embed/>
                    <p:pic>
                      <p:nvPicPr>
                        <p:cNvPr id="52" name="Object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52" y="0"/>
                          <a:ext cx="397"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 name="Object 22"/>
            <p:cNvGraphicFramePr>
              <a:graphicFrameLocks noChangeAspect="1"/>
            </p:cNvGraphicFramePr>
            <p:nvPr/>
          </p:nvGraphicFramePr>
          <p:xfrm>
            <a:off x="384" y="63"/>
            <a:ext cx="420" cy="433"/>
          </p:xfrm>
          <a:graphic>
            <a:graphicData uri="http://schemas.openxmlformats.org/presentationml/2006/ole">
              <mc:AlternateContent xmlns:mc="http://schemas.openxmlformats.org/markup-compatibility/2006">
                <mc:Choice xmlns:v="urn:schemas-microsoft-com:vml" Requires="v">
                  <p:oleObj spid="_x0000_s361038" r:id="rId26" imgW="216217" imgH="228917" progId="Equation.3">
                    <p:embed/>
                  </p:oleObj>
                </mc:Choice>
                <mc:Fallback>
                  <p:oleObj r:id="rId26" imgW="216217" imgH="228917" progId="Equation.3">
                    <p:embed/>
                    <p:pic>
                      <p:nvPicPr>
                        <p:cNvPr id="53" name="Object 2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4" y="63"/>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23"/>
            <p:cNvGraphicFramePr>
              <a:graphicFrameLocks noChangeAspect="1"/>
            </p:cNvGraphicFramePr>
            <p:nvPr/>
          </p:nvGraphicFramePr>
          <p:xfrm>
            <a:off x="1248" y="84"/>
            <a:ext cx="420" cy="433"/>
          </p:xfrm>
          <a:graphic>
            <a:graphicData uri="http://schemas.openxmlformats.org/presentationml/2006/ole">
              <mc:AlternateContent xmlns:mc="http://schemas.openxmlformats.org/markup-compatibility/2006">
                <mc:Choice xmlns:v="urn:schemas-microsoft-com:vml" Requires="v">
                  <p:oleObj spid="_x0000_s361039" r:id="rId28" imgW="216217" imgH="228917" progId="Equation.3">
                    <p:embed/>
                  </p:oleObj>
                </mc:Choice>
                <mc:Fallback>
                  <p:oleObj r:id="rId28" imgW="216217" imgH="228917" progId="Equation.3">
                    <p:embed/>
                    <p:pic>
                      <p:nvPicPr>
                        <p:cNvPr id="54" name="Object 2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48" y="84"/>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24"/>
            <p:cNvGraphicFramePr>
              <a:graphicFrameLocks noChangeAspect="1"/>
            </p:cNvGraphicFramePr>
            <p:nvPr/>
          </p:nvGraphicFramePr>
          <p:xfrm>
            <a:off x="853" y="539"/>
            <a:ext cx="299" cy="313"/>
          </p:xfrm>
          <a:graphic>
            <a:graphicData uri="http://schemas.openxmlformats.org/presentationml/2006/ole">
              <mc:AlternateContent xmlns:mc="http://schemas.openxmlformats.org/markup-compatibility/2006">
                <mc:Choice xmlns:v="urn:schemas-microsoft-com:vml" Requires="v">
                  <p:oleObj spid="_x0000_s361040" r:id="rId30" imgW="152783" imgH="165489" progId="Equation.3">
                    <p:embed/>
                  </p:oleObj>
                </mc:Choice>
                <mc:Fallback>
                  <p:oleObj r:id="rId30" imgW="152783" imgH="165489" progId="Equation.3">
                    <p:embed/>
                    <p:pic>
                      <p:nvPicPr>
                        <p:cNvPr id="55" name="Object 2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53" y="539"/>
                          <a:ext cx="299"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0" name="Object 25"/>
          <p:cNvGraphicFramePr>
            <a:graphicFrameLocks noChangeAspect="1"/>
          </p:cNvGraphicFramePr>
          <p:nvPr>
            <p:extLst>
              <p:ext uri="{D42A27DB-BD31-4B8C-83A1-F6EECF244321}">
                <p14:modId xmlns:p14="http://schemas.microsoft.com/office/powerpoint/2010/main" val="3839430795"/>
              </p:ext>
            </p:extLst>
          </p:nvPr>
        </p:nvGraphicFramePr>
        <p:xfrm>
          <a:off x="6544220" y="4054152"/>
          <a:ext cx="316706" cy="322659"/>
        </p:xfrm>
        <a:graphic>
          <a:graphicData uri="http://schemas.openxmlformats.org/presentationml/2006/ole">
            <mc:AlternateContent xmlns:mc="http://schemas.openxmlformats.org/markup-compatibility/2006">
              <mc:Choice xmlns:v="urn:schemas-microsoft-com:vml" Requires="v">
                <p:oleObj spid="_x0000_s361041" r:id="rId32" imgW="380852" imgH="390270" progId="">
                  <p:embed/>
                </p:oleObj>
              </mc:Choice>
              <mc:Fallback>
                <p:oleObj r:id="rId32" imgW="380852" imgH="390270" progId="">
                  <p:embed/>
                  <p:pic>
                    <p:nvPicPr>
                      <p:cNvPr id="56"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44220" y="4054152"/>
                        <a:ext cx="316706" cy="322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 name="Line 26"/>
          <p:cNvSpPr>
            <a:spLocks noChangeShapeType="1"/>
          </p:cNvSpPr>
          <p:nvPr/>
        </p:nvSpPr>
        <p:spPr bwMode="auto">
          <a:xfrm>
            <a:off x="6834732"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62" name="Object 27"/>
          <p:cNvGraphicFramePr>
            <a:graphicFrameLocks noChangeAspect="1"/>
          </p:cNvGraphicFramePr>
          <p:nvPr>
            <p:extLst>
              <p:ext uri="{D42A27DB-BD31-4B8C-83A1-F6EECF244321}">
                <p14:modId xmlns:p14="http://schemas.microsoft.com/office/powerpoint/2010/main" val="1598667613"/>
              </p:ext>
            </p:extLst>
          </p:nvPr>
        </p:nvGraphicFramePr>
        <p:xfrm>
          <a:off x="5721498" y="4326805"/>
          <a:ext cx="401240" cy="389335"/>
        </p:xfrm>
        <a:graphic>
          <a:graphicData uri="http://schemas.openxmlformats.org/presentationml/2006/ole">
            <mc:AlternateContent xmlns:mc="http://schemas.openxmlformats.org/markup-compatibility/2006">
              <mc:Choice xmlns:v="urn:schemas-microsoft-com:vml" Requires="v">
                <p:oleObj spid="_x0000_s361042" r:id="rId33" imgW="165489" imgH="165489" progId="Equation.3">
                  <p:embed/>
                </p:oleObj>
              </mc:Choice>
              <mc:Fallback>
                <p:oleObj r:id="rId33" imgW="165489" imgH="165489" progId="Equation.3">
                  <p:embed/>
                  <p:pic>
                    <p:nvPicPr>
                      <p:cNvPr id="58"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21498" y="4326805"/>
                        <a:ext cx="401240" cy="389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28"/>
          <p:cNvGraphicFramePr>
            <a:graphicFrameLocks noChangeAspect="1"/>
          </p:cNvGraphicFramePr>
          <p:nvPr>
            <p:extLst>
              <p:ext uri="{D42A27DB-BD31-4B8C-83A1-F6EECF244321}">
                <p14:modId xmlns:p14="http://schemas.microsoft.com/office/powerpoint/2010/main" val="1083467009"/>
              </p:ext>
            </p:extLst>
          </p:nvPr>
        </p:nvGraphicFramePr>
        <p:xfrm>
          <a:off x="6551363" y="4316090"/>
          <a:ext cx="371475" cy="389334"/>
        </p:xfrm>
        <a:graphic>
          <a:graphicData uri="http://schemas.openxmlformats.org/presentationml/2006/ole">
            <mc:AlternateContent xmlns:mc="http://schemas.openxmlformats.org/markup-compatibility/2006">
              <mc:Choice xmlns:v="urn:schemas-microsoft-com:vml" Requires="v">
                <p:oleObj spid="_x0000_s361043" r:id="rId34" imgW="152783" imgH="165489" progId="Equation.3">
                  <p:embed/>
                </p:oleObj>
              </mc:Choice>
              <mc:Fallback>
                <p:oleObj r:id="rId34" imgW="152783" imgH="165489" progId="Equation.3">
                  <p:embed/>
                  <p:pic>
                    <p:nvPicPr>
                      <p:cNvPr id="59"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551363" y="4316090"/>
                        <a:ext cx="371475" cy="389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87" name="Group 11"/>
          <p:cNvGrpSpPr>
            <a:grpSpLocks/>
          </p:cNvGrpSpPr>
          <p:nvPr/>
        </p:nvGrpSpPr>
        <p:grpSpPr bwMode="auto">
          <a:xfrm>
            <a:off x="383717" y="1433690"/>
            <a:ext cx="856059" cy="628650"/>
            <a:chOff x="0" y="0"/>
            <a:chExt cx="719" cy="528"/>
          </a:xfrm>
        </p:grpSpPr>
        <p:sp>
          <p:nvSpPr>
            <p:cNvPr id="50188" name="AutoShape 12"/>
            <p:cNvSpPr>
              <a:spLocks noChangeArrowheads="1"/>
            </p:cNvSpPr>
            <p:nvPr/>
          </p:nvSpPr>
          <p:spPr bwMode="auto">
            <a:xfrm>
              <a:off x="0" y="0"/>
              <a:ext cx="709" cy="528"/>
            </a:xfrm>
            <a:prstGeom prst="horizontalScroll">
              <a:avLst>
                <a:gd name="adj" fmla="val 12500"/>
              </a:avLst>
            </a:prstGeom>
            <a:gradFill rotWithShape="1">
              <a:gsLst>
                <a:gs pos="0">
                  <a:srgbClr val="EDFFD2"/>
                </a:gs>
                <a:gs pos="50000">
                  <a:schemeClr val="bg1"/>
                </a:gs>
                <a:gs pos="100000">
                  <a:srgbClr val="EDFFD2"/>
                </a:gs>
              </a:gsLst>
              <a:lin ang="5400000" scaled="1"/>
            </a:gradFill>
            <a:ln w="9525">
              <a:solidFill>
                <a:srgbClr val="008080"/>
              </a:solidFill>
              <a:round/>
              <a:headEnd/>
              <a:tailEnd/>
            </a:ln>
            <a:effectLst/>
          </p:spPr>
          <p:txBody>
            <a:bodyPr wrap="none" anchor="ctr"/>
            <a:lstStyle/>
            <a:p>
              <a:endParaRPr lang="zh-CN" altLang="en-US" sz="2400"/>
            </a:p>
          </p:txBody>
        </p:sp>
        <p:sp>
          <p:nvSpPr>
            <p:cNvPr id="50189" name="Text Box 13"/>
            <p:cNvSpPr txBox="1">
              <a:spLocks noChangeArrowheads="1"/>
            </p:cNvSpPr>
            <p:nvPr/>
          </p:nvSpPr>
          <p:spPr bwMode="auto">
            <a:xfrm>
              <a:off x="47" y="63"/>
              <a:ext cx="672" cy="388"/>
            </a:xfrm>
            <a:prstGeom prst="rect">
              <a:avLst/>
            </a:prstGeom>
            <a:noFill/>
            <a:ln w="9525">
              <a:noFill/>
              <a:miter lim="800000"/>
              <a:headEnd/>
              <a:tailEnd/>
            </a:ln>
            <a:effectLst/>
          </p:spPr>
          <p:txBody>
            <a:bodyPr>
              <a:spAutoFit/>
            </a:bodyPr>
            <a:lstStyle/>
            <a:p>
              <a:r>
                <a:rPr lang="zh-CN" altLang="en-US" sz="2400">
                  <a:solidFill>
                    <a:srgbClr val="CC0000"/>
                  </a:solidFill>
                  <a:latin typeface="Times New Roman" pitchFamily="18" charset="0"/>
                </a:rPr>
                <a:t>讨论</a:t>
              </a:r>
            </a:p>
          </p:txBody>
        </p:sp>
      </p:grpSp>
      <p:grpSp>
        <p:nvGrpSpPr>
          <p:cNvPr id="4" name="组合 3"/>
          <p:cNvGrpSpPr/>
          <p:nvPr/>
        </p:nvGrpSpPr>
        <p:grpSpPr>
          <a:xfrm>
            <a:off x="5261508" y="367823"/>
            <a:ext cx="3325400" cy="988570"/>
            <a:chOff x="563744" y="2436211"/>
            <a:chExt cx="4433866" cy="1318093"/>
          </a:xfrm>
        </p:grpSpPr>
        <p:grpSp>
          <p:nvGrpSpPr>
            <p:cNvPr id="50178" name="Group 2"/>
            <p:cNvGrpSpPr>
              <a:grpSpLocks/>
            </p:cNvGrpSpPr>
            <p:nvPr/>
          </p:nvGrpSpPr>
          <p:grpSpPr bwMode="auto">
            <a:xfrm>
              <a:off x="563744" y="2436211"/>
              <a:ext cx="2849680" cy="654406"/>
              <a:chOff x="0" y="0"/>
              <a:chExt cx="1842" cy="423"/>
            </a:xfrm>
          </p:grpSpPr>
          <p:sp>
            <p:nvSpPr>
              <p:cNvPr id="50179" name="Text Box 3"/>
              <p:cNvSpPr txBox="1">
                <a:spLocks noChangeArrowheads="1"/>
              </p:cNvSpPr>
              <p:nvPr/>
            </p:nvSpPr>
            <p:spPr bwMode="auto">
              <a:xfrm>
                <a:off x="0" y="57"/>
                <a:ext cx="1440"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（1）</a:t>
                </a:r>
                <a:r>
                  <a:rPr lang="zh-CN" altLang="en-US" sz="2100">
                    <a:solidFill>
                      <a:srgbClr val="1C1C1C"/>
                    </a:solidFill>
                    <a:latin typeface="Times New Roman" pitchFamily="18" charset="0"/>
                  </a:rPr>
                  <a:t>若</a:t>
                </a:r>
              </a:p>
            </p:txBody>
          </p:sp>
          <p:graphicFrame>
            <p:nvGraphicFramePr>
              <p:cNvPr id="50180" name="Object 4"/>
              <p:cNvGraphicFramePr>
                <a:graphicFrameLocks noChangeAspect="1"/>
              </p:cNvGraphicFramePr>
              <p:nvPr/>
            </p:nvGraphicFramePr>
            <p:xfrm>
              <a:off x="919" y="0"/>
              <a:ext cx="923" cy="423"/>
            </p:xfrm>
            <a:graphic>
              <a:graphicData uri="http://schemas.openxmlformats.org/presentationml/2006/ole">
                <mc:AlternateContent xmlns:mc="http://schemas.openxmlformats.org/markup-compatibility/2006">
                  <mc:Choice xmlns:v="urn:schemas-microsoft-com:vml" Requires="v">
                    <p:oleObj spid="_x0000_s367680" r:id="rId3" imgW="507876" imgH="216030" progId="Equation.3">
                      <p:embed/>
                    </p:oleObj>
                  </mc:Choice>
                  <mc:Fallback>
                    <p:oleObj r:id="rId3" imgW="507876" imgH="21603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 y="0"/>
                            <a:ext cx="923" cy="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0181" name="Group 5"/>
            <p:cNvGrpSpPr>
              <a:grpSpLocks/>
            </p:cNvGrpSpPr>
            <p:nvPr/>
          </p:nvGrpSpPr>
          <p:grpSpPr bwMode="auto">
            <a:xfrm>
              <a:off x="1586349" y="3078240"/>
              <a:ext cx="3411261" cy="676064"/>
              <a:chOff x="0" y="0"/>
              <a:chExt cx="2205" cy="437"/>
            </a:xfrm>
          </p:grpSpPr>
          <p:sp>
            <p:nvSpPr>
              <p:cNvPr id="50182" name="Text Box 6"/>
              <p:cNvSpPr txBox="1">
                <a:spLocks noChangeArrowheads="1"/>
              </p:cNvSpPr>
              <p:nvPr/>
            </p:nvSpPr>
            <p:spPr bwMode="auto">
              <a:xfrm>
                <a:off x="0" y="38"/>
                <a:ext cx="864"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1C1C1C"/>
                    </a:solidFill>
                    <a:latin typeface="Times New Roman" pitchFamily="18" charset="0"/>
                  </a:rPr>
                  <a:t>则</a:t>
                </a:r>
              </a:p>
            </p:txBody>
          </p:sp>
          <p:graphicFrame>
            <p:nvGraphicFramePr>
              <p:cNvPr id="50183" name="Object 7"/>
              <p:cNvGraphicFramePr>
                <a:graphicFrameLocks noChangeAspect="1"/>
              </p:cNvGraphicFramePr>
              <p:nvPr/>
            </p:nvGraphicFramePr>
            <p:xfrm>
              <a:off x="345" y="0"/>
              <a:ext cx="1860" cy="437"/>
            </p:xfrm>
            <a:graphic>
              <a:graphicData uri="http://schemas.openxmlformats.org/presentationml/2006/ole">
                <mc:AlternateContent xmlns:mc="http://schemas.openxmlformats.org/markup-compatibility/2006">
                  <mc:Choice xmlns:v="urn:schemas-microsoft-com:vml" Requires="v">
                    <p:oleObj spid="_x0000_s367681" r:id="rId5" imgW="1143813" imgH="229016" progId="Equation.3">
                      <p:embed/>
                    </p:oleObj>
                  </mc:Choice>
                  <mc:Fallback>
                    <p:oleObj r:id="rId5" imgW="1143813" imgH="229016"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 y="0"/>
                            <a:ext cx="1860" cy="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6" name="组合 5"/>
          <p:cNvGrpSpPr/>
          <p:nvPr/>
        </p:nvGrpSpPr>
        <p:grpSpPr>
          <a:xfrm>
            <a:off x="5261508" y="2367008"/>
            <a:ext cx="3788357" cy="1055867"/>
            <a:chOff x="577668" y="5101792"/>
            <a:chExt cx="5051142" cy="1407822"/>
          </a:xfrm>
        </p:grpSpPr>
        <p:grpSp>
          <p:nvGrpSpPr>
            <p:cNvPr id="50190" name="Group 14"/>
            <p:cNvGrpSpPr>
              <a:grpSpLocks/>
            </p:cNvGrpSpPr>
            <p:nvPr/>
          </p:nvGrpSpPr>
          <p:grpSpPr bwMode="auto">
            <a:xfrm>
              <a:off x="577668" y="5101792"/>
              <a:ext cx="5051142" cy="737946"/>
              <a:chOff x="0" y="0"/>
              <a:chExt cx="3265" cy="477"/>
            </a:xfrm>
          </p:grpSpPr>
          <p:graphicFrame>
            <p:nvGraphicFramePr>
              <p:cNvPr id="50191" name="Object 15"/>
              <p:cNvGraphicFramePr>
                <a:graphicFrameLocks noChangeAspect="1"/>
              </p:cNvGraphicFramePr>
              <p:nvPr/>
            </p:nvGraphicFramePr>
            <p:xfrm>
              <a:off x="918" y="0"/>
              <a:ext cx="1084" cy="423"/>
            </p:xfrm>
            <a:graphic>
              <a:graphicData uri="http://schemas.openxmlformats.org/presentationml/2006/ole">
                <mc:AlternateContent xmlns:mc="http://schemas.openxmlformats.org/markup-compatibility/2006">
                  <mc:Choice xmlns:v="urn:schemas-microsoft-com:vml" Requires="v">
                    <p:oleObj spid="_x0000_s367682" r:id="rId7" imgW="596699" imgH="216030" progId="Equation.3">
                      <p:embed/>
                    </p:oleObj>
                  </mc:Choice>
                  <mc:Fallback>
                    <p:oleObj r:id="rId7" imgW="596699" imgH="216030" progId="Equation.3">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8" y="0"/>
                            <a:ext cx="1084" cy="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2" name="Text Box 16"/>
              <p:cNvSpPr txBox="1">
                <a:spLocks noChangeArrowheads="1"/>
              </p:cNvSpPr>
              <p:nvPr/>
            </p:nvSpPr>
            <p:spPr bwMode="auto">
              <a:xfrm>
                <a:off x="0" y="57"/>
                <a:ext cx="1440"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（3）</a:t>
                </a:r>
                <a:r>
                  <a:rPr lang="zh-CN" altLang="en-US" sz="2100">
                    <a:solidFill>
                      <a:srgbClr val="1C1C1C"/>
                    </a:solidFill>
                    <a:latin typeface="Times New Roman" pitchFamily="18" charset="0"/>
                  </a:rPr>
                  <a:t>若</a:t>
                </a:r>
              </a:p>
            </p:txBody>
          </p:sp>
          <p:sp>
            <p:nvSpPr>
              <p:cNvPr id="50193" name="Text Box 17"/>
              <p:cNvSpPr txBox="1">
                <a:spLocks noChangeArrowheads="1"/>
              </p:cNvSpPr>
              <p:nvPr/>
            </p:nvSpPr>
            <p:spPr bwMode="auto">
              <a:xfrm>
                <a:off x="2017" y="57"/>
                <a:ext cx="1248" cy="358"/>
              </a:xfrm>
              <a:prstGeom prst="rect">
                <a:avLst/>
              </a:prstGeom>
              <a:noFill/>
              <a:ln w="9525">
                <a:noFill/>
                <a:miter lim="800000"/>
                <a:headEnd/>
                <a:tailEnd/>
              </a:ln>
              <a:effectLst/>
            </p:spPr>
            <p:txBody>
              <a:bodyPr>
                <a:spAutoFit/>
              </a:bodyPr>
              <a:lstStyle/>
              <a:p>
                <a:pPr>
                  <a:spcBef>
                    <a:spcPct val="50000"/>
                  </a:spcBef>
                </a:pPr>
                <a:r>
                  <a:rPr lang="en-US" altLang="zh-CN" sz="2100">
                    <a:solidFill>
                      <a:srgbClr val="1C1C1C"/>
                    </a:solidFill>
                    <a:latin typeface="Times New Roman" pitchFamily="18" charset="0"/>
                  </a:rPr>
                  <a:t>,</a:t>
                </a:r>
                <a:r>
                  <a:rPr lang="zh-CN" altLang="en-US" sz="2100">
                    <a:solidFill>
                      <a:srgbClr val="1C1C1C"/>
                    </a:solidFill>
                    <a:latin typeface="Times New Roman" pitchFamily="18" charset="0"/>
                  </a:rPr>
                  <a:t>且</a:t>
                </a:r>
              </a:p>
            </p:txBody>
          </p:sp>
          <p:graphicFrame>
            <p:nvGraphicFramePr>
              <p:cNvPr id="50194" name="Object 18"/>
              <p:cNvGraphicFramePr>
                <a:graphicFrameLocks noChangeAspect="1"/>
              </p:cNvGraphicFramePr>
              <p:nvPr/>
            </p:nvGraphicFramePr>
            <p:xfrm>
              <a:off x="2354" y="21"/>
              <a:ext cx="775" cy="456"/>
            </p:xfrm>
            <a:graphic>
              <a:graphicData uri="http://schemas.openxmlformats.org/presentationml/2006/ole">
                <mc:AlternateContent xmlns:mc="http://schemas.openxmlformats.org/markup-compatibility/2006">
                  <mc:Choice xmlns:v="urn:schemas-microsoft-com:vml" Requires="v">
                    <p:oleObj spid="_x0000_s367683" r:id="rId9" imgW="457914" imgH="229116" progId="Equation.3">
                      <p:embed/>
                    </p:oleObj>
                  </mc:Choice>
                  <mc:Fallback>
                    <p:oleObj r:id="rId9" imgW="457914" imgH="229116" progId="Equation.3">
                      <p:embed/>
                      <p:pic>
                        <p:nvPicPr>
                          <p:cNvPr id="0"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4" y="21"/>
                            <a:ext cx="775" cy="4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0195" name="Group 19"/>
            <p:cNvGrpSpPr>
              <a:grpSpLocks/>
            </p:cNvGrpSpPr>
            <p:nvPr/>
          </p:nvGrpSpPr>
          <p:grpSpPr bwMode="auto">
            <a:xfrm>
              <a:off x="1586349" y="5804156"/>
              <a:ext cx="3584532" cy="705458"/>
              <a:chOff x="0" y="0"/>
              <a:chExt cx="2317" cy="456"/>
            </a:xfrm>
          </p:grpSpPr>
          <p:graphicFrame>
            <p:nvGraphicFramePr>
              <p:cNvPr id="50196" name="Object 20"/>
              <p:cNvGraphicFramePr>
                <a:graphicFrameLocks noChangeAspect="1"/>
              </p:cNvGraphicFramePr>
              <p:nvPr/>
            </p:nvGraphicFramePr>
            <p:xfrm>
              <a:off x="272" y="0"/>
              <a:ext cx="2045" cy="456"/>
            </p:xfrm>
            <a:graphic>
              <a:graphicData uri="http://schemas.openxmlformats.org/presentationml/2006/ole">
                <mc:AlternateContent xmlns:mc="http://schemas.openxmlformats.org/markup-compatibility/2006">
                  <mc:Choice xmlns:v="urn:schemas-microsoft-com:vml" Requires="v">
                    <p:oleObj spid="_x0000_s367684" r:id="rId11" imgW="1207341" imgH="229016" progId="Equation.3">
                      <p:embed/>
                    </p:oleObj>
                  </mc:Choice>
                  <mc:Fallback>
                    <p:oleObj r:id="rId11" imgW="1207341" imgH="229016" progId="Equation.3">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 y="0"/>
                            <a:ext cx="2045" cy="4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7" name="Text Box 21"/>
              <p:cNvSpPr txBox="1">
                <a:spLocks noChangeArrowheads="1"/>
              </p:cNvSpPr>
              <p:nvPr/>
            </p:nvSpPr>
            <p:spPr bwMode="auto">
              <a:xfrm>
                <a:off x="0" y="11"/>
                <a:ext cx="864"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1C1C1C"/>
                    </a:solidFill>
                    <a:latin typeface="Times New Roman" pitchFamily="18" charset="0"/>
                  </a:rPr>
                  <a:t>则</a:t>
                </a:r>
              </a:p>
            </p:txBody>
          </p:sp>
        </p:grpSp>
      </p:grpSp>
      <p:grpSp>
        <p:nvGrpSpPr>
          <p:cNvPr id="5" name="组合 4"/>
          <p:cNvGrpSpPr/>
          <p:nvPr/>
        </p:nvGrpSpPr>
        <p:grpSpPr>
          <a:xfrm>
            <a:off x="5261508" y="1334928"/>
            <a:ext cx="3745426" cy="1053546"/>
            <a:chOff x="563744" y="3684687"/>
            <a:chExt cx="4993901" cy="1404728"/>
          </a:xfrm>
        </p:grpSpPr>
        <p:grpSp>
          <p:nvGrpSpPr>
            <p:cNvPr id="50184" name="Group 8"/>
            <p:cNvGrpSpPr>
              <a:grpSpLocks/>
            </p:cNvGrpSpPr>
            <p:nvPr/>
          </p:nvGrpSpPr>
          <p:grpSpPr bwMode="auto">
            <a:xfrm>
              <a:off x="1573973" y="4383957"/>
              <a:ext cx="3445296" cy="705458"/>
              <a:chOff x="0" y="0"/>
              <a:chExt cx="2227" cy="456"/>
            </a:xfrm>
          </p:grpSpPr>
          <p:sp>
            <p:nvSpPr>
              <p:cNvPr id="50185" name="Text Box 9"/>
              <p:cNvSpPr txBox="1">
                <a:spLocks noChangeArrowheads="1"/>
              </p:cNvSpPr>
              <p:nvPr/>
            </p:nvSpPr>
            <p:spPr bwMode="auto">
              <a:xfrm>
                <a:off x="0" y="30"/>
                <a:ext cx="864"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1C1C1C"/>
                    </a:solidFill>
                    <a:latin typeface="Times New Roman" pitchFamily="18" charset="0"/>
                  </a:rPr>
                  <a:t>则</a:t>
                </a:r>
              </a:p>
            </p:txBody>
          </p:sp>
          <p:graphicFrame>
            <p:nvGraphicFramePr>
              <p:cNvPr id="50186" name="Object 10"/>
              <p:cNvGraphicFramePr>
                <a:graphicFrameLocks noChangeAspect="1"/>
              </p:cNvGraphicFramePr>
              <p:nvPr/>
            </p:nvGraphicFramePr>
            <p:xfrm>
              <a:off x="311" y="0"/>
              <a:ext cx="1916" cy="456"/>
            </p:xfrm>
            <a:graphic>
              <a:graphicData uri="http://schemas.openxmlformats.org/presentationml/2006/ole">
                <mc:AlternateContent xmlns:mc="http://schemas.openxmlformats.org/markup-compatibility/2006">
                  <mc:Choice xmlns:v="urn:schemas-microsoft-com:vml" Requires="v">
                    <p:oleObj spid="_x0000_s367685" r:id="rId13" imgW="1130617" imgH="228917" progId="Equation.3">
                      <p:embed/>
                    </p:oleObj>
                  </mc:Choice>
                  <mc:Fallback>
                    <p:oleObj r:id="rId13" imgW="1130617" imgH="228917" progId="Equation.3">
                      <p:embed/>
                      <p:pic>
                        <p:nvPicPr>
                          <p:cNvPr id="0"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1" y="0"/>
                            <a:ext cx="1916" cy="4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0198" name="Group 22"/>
            <p:cNvGrpSpPr>
              <a:grpSpLocks/>
            </p:cNvGrpSpPr>
            <p:nvPr/>
          </p:nvGrpSpPr>
          <p:grpSpPr bwMode="auto">
            <a:xfrm>
              <a:off x="563744" y="3684687"/>
              <a:ext cx="4993901" cy="702364"/>
              <a:chOff x="0" y="0"/>
              <a:chExt cx="3228" cy="454"/>
            </a:xfrm>
          </p:grpSpPr>
          <p:sp>
            <p:nvSpPr>
              <p:cNvPr id="50199" name="Text Box 23"/>
              <p:cNvSpPr txBox="1">
                <a:spLocks noChangeArrowheads="1"/>
              </p:cNvSpPr>
              <p:nvPr/>
            </p:nvSpPr>
            <p:spPr bwMode="auto">
              <a:xfrm>
                <a:off x="0" y="61"/>
                <a:ext cx="1440" cy="358"/>
              </a:xfrm>
              <a:prstGeom prst="rect">
                <a:avLst/>
              </a:prstGeom>
              <a:noFill/>
              <a:ln w="9525">
                <a:noFill/>
                <a:miter lim="800000"/>
                <a:headEnd/>
                <a:tailEnd/>
              </a:ln>
              <a:effectLst/>
            </p:spPr>
            <p:txBody>
              <a:bodyPr>
                <a:spAutoFit/>
              </a:bodyPr>
              <a:lstStyle/>
              <a:p>
                <a:pPr>
                  <a:spcBef>
                    <a:spcPct val="50000"/>
                  </a:spcBef>
                </a:pPr>
                <a:r>
                  <a:rPr lang="zh-CN" altLang="en-US" sz="2100">
                    <a:solidFill>
                      <a:srgbClr val="CC0000"/>
                    </a:solidFill>
                    <a:latin typeface="Times New Roman" pitchFamily="18" charset="0"/>
                  </a:rPr>
                  <a:t>（2）</a:t>
                </a:r>
                <a:r>
                  <a:rPr lang="zh-CN" altLang="en-US" sz="2100">
                    <a:solidFill>
                      <a:srgbClr val="1C1C1C"/>
                    </a:solidFill>
                    <a:latin typeface="Times New Roman" pitchFamily="18" charset="0"/>
                  </a:rPr>
                  <a:t>若</a:t>
                </a:r>
              </a:p>
            </p:txBody>
          </p:sp>
          <p:graphicFrame>
            <p:nvGraphicFramePr>
              <p:cNvPr id="50200" name="Object 24"/>
              <p:cNvGraphicFramePr>
                <a:graphicFrameLocks noChangeAspect="1"/>
              </p:cNvGraphicFramePr>
              <p:nvPr/>
            </p:nvGraphicFramePr>
            <p:xfrm>
              <a:off x="2321" y="0"/>
              <a:ext cx="772" cy="454"/>
            </p:xfrm>
            <a:graphic>
              <a:graphicData uri="http://schemas.openxmlformats.org/presentationml/2006/ole">
                <mc:AlternateContent xmlns:mc="http://schemas.openxmlformats.org/markup-compatibility/2006">
                  <mc:Choice xmlns:v="urn:schemas-microsoft-com:vml" Requires="v">
                    <p:oleObj spid="_x0000_s367686" r:id="rId15" imgW="457914" imgH="229116" progId="Equation.3">
                      <p:embed/>
                    </p:oleObj>
                  </mc:Choice>
                  <mc:Fallback>
                    <p:oleObj r:id="rId15" imgW="457914" imgH="229116" progId="Equation.3">
                      <p:embed/>
                      <p:pic>
                        <p:nvPicPr>
                          <p:cNvPr id="0" name="Picture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1" y="0"/>
                            <a:ext cx="772"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201" name="Object 25"/>
              <p:cNvGraphicFramePr>
                <a:graphicFrameLocks noChangeAspect="1"/>
              </p:cNvGraphicFramePr>
              <p:nvPr/>
            </p:nvGraphicFramePr>
            <p:xfrm>
              <a:off x="909" y="9"/>
              <a:ext cx="1084" cy="423"/>
            </p:xfrm>
            <a:graphic>
              <a:graphicData uri="http://schemas.openxmlformats.org/presentationml/2006/ole">
                <mc:AlternateContent xmlns:mc="http://schemas.openxmlformats.org/markup-compatibility/2006">
                  <mc:Choice xmlns:v="urn:schemas-microsoft-com:vml" Requires="v">
                    <p:oleObj spid="_x0000_s367687" r:id="rId16" imgW="596699" imgH="216030" progId="Equation.3">
                      <p:embed/>
                    </p:oleObj>
                  </mc:Choice>
                  <mc:Fallback>
                    <p:oleObj r:id="rId16" imgW="596699" imgH="216030" progId="Equation.3">
                      <p:embed/>
                      <p:pic>
                        <p:nvPicPr>
                          <p:cNvPr id="0" name="Picture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9" y="9"/>
                            <a:ext cx="1084" cy="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02" name="Text Box 26"/>
              <p:cNvSpPr txBox="1">
                <a:spLocks noChangeArrowheads="1"/>
              </p:cNvSpPr>
              <p:nvPr/>
            </p:nvSpPr>
            <p:spPr bwMode="auto">
              <a:xfrm>
                <a:off x="1980" y="55"/>
                <a:ext cx="1248" cy="358"/>
              </a:xfrm>
              <a:prstGeom prst="rect">
                <a:avLst/>
              </a:prstGeom>
              <a:noFill/>
              <a:ln w="9525">
                <a:noFill/>
                <a:miter lim="800000"/>
                <a:headEnd/>
                <a:tailEnd/>
              </a:ln>
              <a:effectLst/>
            </p:spPr>
            <p:txBody>
              <a:bodyPr>
                <a:spAutoFit/>
              </a:bodyPr>
              <a:lstStyle/>
              <a:p>
                <a:pPr>
                  <a:spcBef>
                    <a:spcPct val="50000"/>
                  </a:spcBef>
                </a:pPr>
                <a:r>
                  <a:rPr lang="en-US" altLang="zh-CN" sz="2100">
                    <a:solidFill>
                      <a:srgbClr val="1C1C1C"/>
                    </a:solidFill>
                    <a:latin typeface="Times New Roman" pitchFamily="18" charset="0"/>
                  </a:rPr>
                  <a:t>,</a:t>
                </a:r>
                <a:r>
                  <a:rPr lang="zh-CN" altLang="en-US" sz="2100">
                    <a:solidFill>
                      <a:srgbClr val="1C1C1C"/>
                    </a:solidFill>
                    <a:latin typeface="Times New Roman" pitchFamily="18" charset="0"/>
                  </a:rPr>
                  <a:t>且</a:t>
                </a:r>
              </a:p>
            </p:txBody>
          </p:sp>
        </p:grpSp>
      </p:grpSp>
      <p:grpSp>
        <p:nvGrpSpPr>
          <p:cNvPr id="50" name="Group 2"/>
          <p:cNvGrpSpPr>
            <a:grpSpLocks/>
          </p:cNvGrpSpPr>
          <p:nvPr/>
        </p:nvGrpSpPr>
        <p:grpSpPr bwMode="auto">
          <a:xfrm>
            <a:off x="1273543" y="967198"/>
            <a:ext cx="3559248" cy="1687567"/>
            <a:chOff x="0" y="0"/>
            <a:chExt cx="2912" cy="1656"/>
          </a:xfrm>
        </p:grpSpPr>
        <p:graphicFrame>
          <p:nvGraphicFramePr>
            <p:cNvPr id="51" name="Object 3"/>
            <p:cNvGraphicFramePr>
              <a:graphicFrameLocks noChangeAspect="1"/>
            </p:cNvGraphicFramePr>
            <p:nvPr/>
          </p:nvGraphicFramePr>
          <p:xfrm>
            <a:off x="190" y="0"/>
            <a:ext cx="2637" cy="830"/>
          </p:xfrm>
          <a:graphic>
            <a:graphicData uri="http://schemas.openxmlformats.org/presentationml/2006/ole">
              <mc:AlternateContent xmlns:mc="http://schemas.openxmlformats.org/markup-compatibility/2006">
                <mc:Choice xmlns:v="urn:schemas-microsoft-com:vml" Requires="v">
                  <p:oleObj spid="_x0000_s367688" r:id="rId18" imgW="1663295" imgH="431930" progId="Equation.3">
                    <p:embed/>
                  </p:oleObj>
                </mc:Choice>
                <mc:Fallback>
                  <p:oleObj r:id="rId18" imgW="1663295" imgH="431930" progId="Equation.3">
                    <p:embed/>
                    <p:pic>
                      <p:nvPicPr>
                        <p:cNvPr id="49155" name="Object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0" y="0"/>
                          <a:ext cx="2637" cy="8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4"/>
            <p:cNvGraphicFramePr>
              <a:graphicFrameLocks noChangeAspect="1"/>
            </p:cNvGraphicFramePr>
            <p:nvPr/>
          </p:nvGraphicFramePr>
          <p:xfrm>
            <a:off x="190" y="830"/>
            <a:ext cx="2722" cy="826"/>
          </p:xfrm>
          <a:graphic>
            <a:graphicData uri="http://schemas.openxmlformats.org/presentationml/2006/ole">
              <mc:AlternateContent xmlns:mc="http://schemas.openxmlformats.org/markup-compatibility/2006">
                <mc:Choice xmlns:v="urn:schemas-microsoft-com:vml" Requires="v">
                  <p:oleObj spid="_x0000_s367689" r:id="rId20" imgW="1663295" imgH="431930" progId="Equation.3">
                    <p:embed/>
                  </p:oleObj>
                </mc:Choice>
                <mc:Fallback>
                  <p:oleObj r:id="rId20" imgW="1663295" imgH="431930" progId="Equation.3">
                    <p:embed/>
                    <p:pic>
                      <p:nvPicPr>
                        <p:cNvPr id="49156" name="Object 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0" y="830"/>
                          <a:ext cx="2722" cy="8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AutoShape 5"/>
            <p:cNvSpPr>
              <a:spLocks/>
            </p:cNvSpPr>
            <p:nvPr/>
          </p:nvSpPr>
          <p:spPr bwMode="auto">
            <a:xfrm>
              <a:off x="0" y="420"/>
              <a:ext cx="181" cy="772"/>
            </a:xfrm>
            <a:prstGeom prst="leftBrace">
              <a:avLst>
                <a:gd name="adj1" fmla="val 35543"/>
                <a:gd name="adj2" fmla="val 50000"/>
              </a:avLst>
            </a:prstGeom>
            <a:noFill/>
            <a:ln w="28575">
              <a:solidFill>
                <a:schemeClr val="tx1"/>
              </a:solidFill>
              <a:round/>
              <a:headEnd/>
              <a:tailEnd/>
            </a:ln>
            <a:effectLst/>
          </p:spPr>
          <p:txBody>
            <a:bodyPr wrap="none" anchor="ctr"/>
            <a:lstStyle/>
            <a:p>
              <a:endParaRPr lang="zh-CN" altLang="en-US" sz="2400"/>
            </a:p>
          </p:txBody>
        </p:sp>
      </p:grpSp>
      <p:graphicFrame>
        <p:nvGraphicFramePr>
          <p:cNvPr id="57" name="Object 10"/>
          <p:cNvGraphicFramePr>
            <a:graphicFrameLocks noChangeAspect="1"/>
          </p:cNvGraphicFramePr>
          <p:nvPr>
            <p:extLst>
              <p:ext uri="{D42A27DB-BD31-4B8C-83A1-F6EECF244321}">
                <p14:modId xmlns:p14="http://schemas.microsoft.com/office/powerpoint/2010/main" val="3384151031"/>
              </p:ext>
            </p:extLst>
          </p:nvPr>
        </p:nvGraphicFramePr>
        <p:xfrm>
          <a:off x="6038204" y="3738637"/>
          <a:ext cx="358378" cy="454819"/>
        </p:xfrm>
        <a:graphic>
          <a:graphicData uri="http://schemas.openxmlformats.org/presentationml/2006/ole">
            <mc:AlternateContent xmlns:mc="http://schemas.openxmlformats.org/markup-compatibility/2006">
              <mc:Choice xmlns:v="urn:schemas-microsoft-com:vml" Requires="v">
                <p:oleObj spid="_x0000_s367690" r:id="rId22" imgW="165417" imgH="216217" progId="Equation.3">
                  <p:embed/>
                </p:oleObj>
              </mc:Choice>
              <mc:Fallback>
                <p:oleObj r:id="rId22" imgW="165417" imgH="216217" progId="Equation.3">
                  <p:embed/>
                  <p:pic>
                    <p:nvPicPr>
                      <p:cNvPr id="45" name="Object 1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038204" y="3738637"/>
                        <a:ext cx="358378"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11"/>
          <p:cNvGraphicFramePr>
            <a:graphicFrameLocks noChangeAspect="1"/>
          </p:cNvGraphicFramePr>
          <p:nvPr>
            <p:extLst>
              <p:ext uri="{D42A27DB-BD31-4B8C-83A1-F6EECF244321}">
                <p14:modId xmlns:p14="http://schemas.microsoft.com/office/powerpoint/2010/main" val="2673473490"/>
              </p:ext>
            </p:extLst>
          </p:nvPr>
        </p:nvGraphicFramePr>
        <p:xfrm>
          <a:off x="6871641" y="3727921"/>
          <a:ext cx="385763" cy="454819"/>
        </p:xfrm>
        <a:graphic>
          <a:graphicData uri="http://schemas.openxmlformats.org/presentationml/2006/ole">
            <mc:AlternateContent xmlns:mc="http://schemas.openxmlformats.org/markup-compatibility/2006">
              <mc:Choice xmlns:v="urn:schemas-microsoft-com:vml" Requires="v">
                <p:oleObj spid="_x0000_s367691" r:id="rId24" imgW="178040" imgH="216123" progId="Equation.3">
                  <p:embed/>
                </p:oleObj>
              </mc:Choice>
              <mc:Fallback>
                <p:oleObj r:id="rId24" imgW="178040" imgH="216123" progId="Equation.3">
                  <p:embed/>
                  <p:pic>
                    <p:nvPicPr>
                      <p:cNvPr id="46" name="Object 1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71641" y="3727921"/>
                        <a:ext cx="385763" cy="4548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12"/>
          <p:cNvGraphicFramePr>
            <a:graphicFrameLocks noChangeAspect="1"/>
          </p:cNvGraphicFramePr>
          <p:nvPr>
            <p:extLst>
              <p:ext uri="{D42A27DB-BD31-4B8C-83A1-F6EECF244321}">
                <p14:modId xmlns:p14="http://schemas.microsoft.com/office/powerpoint/2010/main" val="395338437"/>
              </p:ext>
            </p:extLst>
          </p:nvPr>
        </p:nvGraphicFramePr>
        <p:xfrm>
          <a:off x="5727451" y="4057724"/>
          <a:ext cx="316706" cy="322660"/>
        </p:xfrm>
        <a:graphic>
          <a:graphicData uri="http://schemas.openxmlformats.org/presentationml/2006/ole">
            <mc:AlternateContent xmlns:mc="http://schemas.openxmlformats.org/markup-compatibility/2006">
              <mc:Choice xmlns:v="urn:schemas-microsoft-com:vml" Requires="v">
                <p:oleObj spid="_x0000_s367692" r:id="rId26" imgW="380852" imgH="390270" progId="">
                  <p:embed/>
                </p:oleObj>
              </mc:Choice>
              <mc:Fallback>
                <p:oleObj r:id="rId26" imgW="380852" imgH="390270" progId="">
                  <p:embed/>
                  <p:pic>
                    <p:nvPicPr>
                      <p:cNvPr id="47" name="Object 1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27451" y="4057724"/>
                        <a:ext cx="316706"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Line 13"/>
          <p:cNvSpPr>
            <a:spLocks noChangeShapeType="1"/>
          </p:cNvSpPr>
          <p:nvPr/>
        </p:nvSpPr>
        <p:spPr bwMode="auto">
          <a:xfrm>
            <a:off x="6016773"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pSp>
        <p:nvGrpSpPr>
          <p:cNvPr id="61" name="Group 14"/>
          <p:cNvGrpSpPr>
            <a:grpSpLocks/>
          </p:cNvGrpSpPr>
          <p:nvPr/>
        </p:nvGrpSpPr>
        <p:grpSpPr bwMode="auto">
          <a:xfrm>
            <a:off x="2081994" y="3730646"/>
            <a:ext cx="1985963" cy="1014413"/>
            <a:chOff x="0" y="0"/>
            <a:chExt cx="1668" cy="852"/>
          </a:xfrm>
        </p:grpSpPr>
        <p:sp>
          <p:nvSpPr>
            <p:cNvPr id="62" name="Line 15"/>
            <p:cNvSpPr>
              <a:spLocks noChangeShapeType="1"/>
            </p:cNvSpPr>
            <p:nvPr/>
          </p:nvSpPr>
          <p:spPr bwMode="auto">
            <a:xfrm>
              <a:off x="912" y="468"/>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sp>
          <p:nvSpPr>
            <p:cNvPr id="63" name="Line 16"/>
            <p:cNvSpPr>
              <a:spLocks noChangeShapeType="1"/>
            </p:cNvSpPr>
            <p:nvPr/>
          </p:nvSpPr>
          <p:spPr bwMode="auto">
            <a:xfrm>
              <a:off x="239" y="453"/>
              <a:ext cx="433"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64" name="Object 17"/>
            <p:cNvGraphicFramePr>
              <a:graphicFrameLocks noChangeAspect="1"/>
            </p:cNvGraphicFramePr>
            <p:nvPr/>
          </p:nvGraphicFramePr>
          <p:xfrm>
            <a:off x="69" y="539"/>
            <a:ext cx="323" cy="313"/>
          </p:xfrm>
          <a:graphic>
            <a:graphicData uri="http://schemas.openxmlformats.org/presentationml/2006/ole">
              <mc:AlternateContent xmlns:mc="http://schemas.openxmlformats.org/markup-compatibility/2006">
                <mc:Choice xmlns:v="urn:schemas-microsoft-com:vml" Requires="v">
                  <p:oleObj spid="_x0000_s367693" r:id="rId28" imgW="165489" imgH="165489" progId="Equation.3">
                    <p:embed/>
                  </p:oleObj>
                </mc:Choice>
                <mc:Fallback>
                  <p:oleObj r:id="rId28" imgW="165489" imgH="165489" progId="Equation.3">
                    <p:embed/>
                    <p:pic>
                      <p:nvPicPr>
                        <p:cNvPr id="52" name="Object 1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9" y="539"/>
                          <a:ext cx="323"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18"/>
            <p:cNvGraphicFramePr>
              <a:graphicFrameLocks noChangeAspect="1"/>
            </p:cNvGraphicFramePr>
            <p:nvPr/>
          </p:nvGraphicFramePr>
          <p:xfrm>
            <a:off x="860" y="323"/>
            <a:ext cx="254" cy="259"/>
          </p:xfrm>
          <a:graphic>
            <a:graphicData uri="http://schemas.openxmlformats.org/presentationml/2006/ole">
              <mc:AlternateContent xmlns:mc="http://schemas.openxmlformats.org/markup-compatibility/2006">
                <mc:Choice xmlns:v="urn:schemas-microsoft-com:vml" Requires="v">
                  <p:oleObj spid="_x0000_s367694" r:id="rId30" imgW="380852" imgH="390270" progId="">
                    <p:embed/>
                  </p:oleObj>
                </mc:Choice>
                <mc:Fallback>
                  <p:oleObj r:id="rId30" imgW="380852" imgH="390270" progId="">
                    <p:embed/>
                    <p:pic>
                      <p:nvPicPr>
                        <p:cNvPr id="53" name="Object 1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60"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 name="Object 19"/>
            <p:cNvGraphicFramePr>
              <a:graphicFrameLocks noChangeAspect="1"/>
            </p:cNvGraphicFramePr>
            <p:nvPr/>
          </p:nvGraphicFramePr>
          <p:xfrm>
            <a:off x="32" y="323"/>
            <a:ext cx="254" cy="259"/>
          </p:xfrm>
          <a:graphic>
            <a:graphicData uri="http://schemas.openxmlformats.org/presentationml/2006/ole">
              <mc:AlternateContent xmlns:mc="http://schemas.openxmlformats.org/markup-compatibility/2006">
                <mc:Choice xmlns:v="urn:schemas-microsoft-com:vml" Requires="v">
                  <p:oleObj spid="_x0000_s367695" r:id="rId32" imgW="380852" imgH="390270" progId="">
                    <p:embed/>
                  </p:oleObj>
                </mc:Choice>
                <mc:Fallback>
                  <p:oleObj r:id="rId32" imgW="380852" imgH="390270" progId="">
                    <p:embed/>
                    <p:pic>
                      <p:nvPicPr>
                        <p:cNvPr id="54" name="Object 1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2" y="323"/>
                          <a:ext cx="25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 name="Object 20"/>
            <p:cNvGraphicFramePr>
              <a:graphicFrameLocks noChangeAspect="1"/>
            </p:cNvGraphicFramePr>
            <p:nvPr/>
          </p:nvGraphicFramePr>
          <p:xfrm>
            <a:off x="0" y="1"/>
            <a:ext cx="372" cy="408"/>
          </p:xfrm>
          <a:graphic>
            <a:graphicData uri="http://schemas.openxmlformats.org/presentationml/2006/ole">
              <mc:AlternateContent xmlns:mc="http://schemas.openxmlformats.org/markup-compatibility/2006">
                <mc:Choice xmlns:v="urn:schemas-microsoft-com:vml" Requires="v">
                  <p:oleObj spid="_x0000_s367696" r:id="rId33" imgW="190569" imgH="215936" progId="Equation.3">
                    <p:embed/>
                  </p:oleObj>
                </mc:Choice>
                <mc:Fallback>
                  <p:oleObj r:id="rId33" imgW="190569" imgH="215936" progId="Equation.3">
                    <p:embed/>
                    <p:pic>
                      <p:nvPicPr>
                        <p:cNvPr id="55" name="Object 2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0" y="1"/>
                          <a:ext cx="372"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 name="Object 21"/>
            <p:cNvGraphicFramePr>
              <a:graphicFrameLocks noChangeAspect="1"/>
            </p:cNvGraphicFramePr>
            <p:nvPr/>
          </p:nvGraphicFramePr>
          <p:xfrm>
            <a:off x="852" y="0"/>
            <a:ext cx="397" cy="409"/>
          </p:xfrm>
          <a:graphic>
            <a:graphicData uri="http://schemas.openxmlformats.org/presentationml/2006/ole">
              <mc:AlternateContent xmlns:mc="http://schemas.openxmlformats.org/markup-compatibility/2006">
                <mc:Choice xmlns:v="urn:schemas-microsoft-com:vml" Requires="v">
                  <p:oleObj spid="_x0000_s367697" r:id="rId35" imgW="203253" imgH="215936" progId="Equation.3">
                    <p:embed/>
                  </p:oleObj>
                </mc:Choice>
                <mc:Fallback>
                  <p:oleObj r:id="rId35" imgW="203253" imgH="215936" progId="Equation.3">
                    <p:embed/>
                    <p:pic>
                      <p:nvPicPr>
                        <p:cNvPr id="56" name="Object 2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52" y="0"/>
                          <a:ext cx="397" cy="4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 name="Object 22"/>
            <p:cNvGraphicFramePr>
              <a:graphicFrameLocks noChangeAspect="1"/>
            </p:cNvGraphicFramePr>
            <p:nvPr/>
          </p:nvGraphicFramePr>
          <p:xfrm>
            <a:off x="384" y="63"/>
            <a:ext cx="420" cy="433"/>
          </p:xfrm>
          <a:graphic>
            <a:graphicData uri="http://schemas.openxmlformats.org/presentationml/2006/ole">
              <mc:AlternateContent xmlns:mc="http://schemas.openxmlformats.org/markup-compatibility/2006">
                <mc:Choice xmlns:v="urn:schemas-microsoft-com:vml" Requires="v">
                  <p:oleObj spid="_x0000_s367698" r:id="rId37" imgW="216217" imgH="228917" progId="Equation.3">
                    <p:embed/>
                  </p:oleObj>
                </mc:Choice>
                <mc:Fallback>
                  <p:oleObj r:id="rId37" imgW="216217" imgH="228917" progId="Equation.3">
                    <p:embed/>
                    <p:pic>
                      <p:nvPicPr>
                        <p:cNvPr id="57" name="Object 2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84" y="63"/>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 name="Object 23"/>
            <p:cNvGraphicFramePr>
              <a:graphicFrameLocks noChangeAspect="1"/>
            </p:cNvGraphicFramePr>
            <p:nvPr/>
          </p:nvGraphicFramePr>
          <p:xfrm>
            <a:off x="1248" y="84"/>
            <a:ext cx="420" cy="433"/>
          </p:xfrm>
          <a:graphic>
            <a:graphicData uri="http://schemas.openxmlformats.org/presentationml/2006/ole">
              <mc:AlternateContent xmlns:mc="http://schemas.openxmlformats.org/markup-compatibility/2006">
                <mc:Choice xmlns:v="urn:schemas-microsoft-com:vml" Requires="v">
                  <p:oleObj spid="_x0000_s367699" r:id="rId39" imgW="216217" imgH="228917" progId="Equation.3">
                    <p:embed/>
                  </p:oleObj>
                </mc:Choice>
                <mc:Fallback>
                  <p:oleObj r:id="rId39" imgW="216217" imgH="228917" progId="Equation.3">
                    <p:embed/>
                    <p:pic>
                      <p:nvPicPr>
                        <p:cNvPr id="58" name="Object 2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248" y="84"/>
                          <a:ext cx="420"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24"/>
            <p:cNvGraphicFramePr>
              <a:graphicFrameLocks noChangeAspect="1"/>
            </p:cNvGraphicFramePr>
            <p:nvPr/>
          </p:nvGraphicFramePr>
          <p:xfrm>
            <a:off x="853" y="539"/>
            <a:ext cx="299" cy="313"/>
          </p:xfrm>
          <a:graphic>
            <a:graphicData uri="http://schemas.openxmlformats.org/presentationml/2006/ole">
              <mc:AlternateContent xmlns:mc="http://schemas.openxmlformats.org/markup-compatibility/2006">
                <mc:Choice xmlns:v="urn:schemas-microsoft-com:vml" Requires="v">
                  <p:oleObj spid="_x0000_s367700" r:id="rId41" imgW="152783" imgH="165489" progId="Equation.3">
                    <p:embed/>
                  </p:oleObj>
                </mc:Choice>
                <mc:Fallback>
                  <p:oleObj r:id="rId41" imgW="152783" imgH="165489" progId="Equation.3">
                    <p:embed/>
                    <p:pic>
                      <p:nvPicPr>
                        <p:cNvPr id="59" name="Object 24"/>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853" y="539"/>
                          <a:ext cx="299"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72" name="Object 25"/>
          <p:cNvGraphicFramePr>
            <a:graphicFrameLocks noChangeAspect="1"/>
          </p:cNvGraphicFramePr>
          <p:nvPr>
            <p:extLst>
              <p:ext uri="{D42A27DB-BD31-4B8C-83A1-F6EECF244321}">
                <p14:modId xmlns:p14="http://schemas.microsoft.com/office/powerpoint/2010/main" val="3500145682"/>
              </p:ext>
            </p:extLst>
          </p:nvPr>
        </p:nvGraphicFramePr>
        <p:xfrm>
          <a:off x="6544220" y="4054152"/>
          <a:ext cx="316706" cy="322659"/>
        </p:xfrm>
        <a:graphic>
          <a:graphicData uri="http://schemas.openxmlformats.org/presentationml/2006/ole">
            <mc:AlternateContent xmlns:mc="http://schemas.openxmlformats.org/markup-compatibility/2006">
              <mc:Choice xmlns:v="urn:schemas-microsoft-com:vml" Requires="v">
                <p:oleObj spid="_x0000_s367701" r:id="rId43" imgW="380852" imgH="390270" progId="">
                  <p:embed/>
                </p:oleObj>
              </mc:Choice>
              <mc:Fallback>
                <p:oleObj r:id="rId43" imgW="380852" imgH="390270" progId="">
                  <p:embed/>
                  <p:pic>
                    <p:nvPicPr>
                      <p:cNvPr id="60" name="Object 2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544220" y="4054152"/>
                        <a:ext cx="316706" cy="3226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 name="Line 26"/>
          <p:cNvSpPr>
            <a:spLocks noChangeShapeType="1"/>
          </p:cNvSpPr>
          <p:nvPr/>
        </p:nvSpPr>
        <p:spPr bwMode="auto">
          <a:xfrm>
            <a:off x="6834732" y="4214886"/>
            <a:ext cx="431006" cy="0"/>
          </a:xfrm>
          <a:prstGeom prst="line">
            <a:avLst/>
          </a:prstGeom>
          <a:noFill/>
          <a:ln w="25400">
            <a:solidFill>
              <a:srgbClr val="0000FF"/>
            </a:solidFill>
            <a:round/>
            <a:headEnd/>
            <a:tailEnd type="triangle" w="sm" len="lg"/>
          </a:ln>
          <a:effectLst/>
        </p:spPr>
        <p:txBody>
          <a:bodyPr wrap="none"/>
          <a:lstStyle/>
          <a:p>
            <a:endParaRPr lang="zh-CN" altLang="en-US" sz="2400"/>
          </a:p>
        </p:txBody>
      </p:sp>
      <p:graphicFrame>
        <p:nvGraphicFramePr>
          <p:cNvPr id="74" name="Object 27"/>
          <p:cNvGraphicFramePr>
            <a:graphicFrameLocks noChangeAspect="1"/>
          </p:cNvGraphicFramePr>
          <p:nvPr>
            <p:extLst>
              <p:ext uri="{D42A27DB-BD31-4B8C-83A1-F6EECF244321}">
                <p14:modId xmlns:p14="http://schemas.microsoft.com/office/powerpoint/2010/main" val="3454304190"/>
              </p:ext>
            </p:extLst>
          </p:nvPr>
        </p:nvGraphicFramePr>
        <p:xfrm>
          <a:off x="5721498" y="4326805"/>
          <a:ext cx="401240" cy="389335"/>
        </p:xfrm>
        <a:graphic>
          <a:graphicData uri="http://schemas.openxmlformats.org/presentationml/2006/ole">
            <mc:AlternateContent xmlns:mc="http://schemas.openxmlformats.org/markup-compatibility/2006">
              <mc:Choice xmlns:v="urn:schemas-microsoft-com:vml" Requires="v">
                <p:oleObj spid="_x0000_s367702" r:id="rId44" imgW="165489" imgH="165489" progId="Equation.3">
                  <p:embed/>
                </p:oleObj>
              </mc:Choice>
              <mc:Fallback>
                <p:oleObj r:id="rId44" imgW="165489" imgH="165489" progId="Equation.3">
                  <p:embed/>
                  <p:pic>
                    <p:nvPicPr>
                      <p:cNvPr id="62" name="Object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721498" y="4326805"/>
                        <a:ext cx="401240" cy="389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 name="Object 28"/>
          <p:cNvGraphicFramePr>
            <a:graphicFrameLocks noChangeAspect="1"/>
          </p:cNvGraphicFramePr>
          <p:nvPr>
            <p:extLst>
              <p:ext uri="{D42A27DB-BD31-4B8C-83A1-F6EECF244321}">
                <p14:modId xmlns:p14="http://schemas.microsoft.com/office/powerpoint/2010/main" val="936063736"/>
              </p:ext>
            </p:extLst>
          </p:nvPr>
        </p:nvGraphicFramePr>
        <p:xfrm>
          <a:off x="6551363" y="4316090"/>
          <a:ext cx="371475" cy="389334"/>
        </p:xfrm>
        <a:graphic>
          <a:graphicData uri="http://schemas.openxmlformats.org/presentationml/2006/ole">
            <mc:AlternateContent xmlns:mc="http://schemas.openxmlformats.org/markup-compatibility/2006">
              <mc:Choice xmlns:v="urn:schemas-microsoft-com:vml" Requires="v">
                <p:oleObj spid="_x0000_s367703" r:id="rId45" imgW="152783" imgH="165489" progId="Equation.3">
                  <p:embed/>
                </p:oleObj>
              </mc:Choice>
              <mc:Fallback>
                <p:oleObj r:id="rId45" imgW="152783" imgH="165489" progId="Equation.3">
                  <p:embed/>
                  <p:pic>
                    <p:nvPicPr>
                      <p:cNvPr id="63" name="Object 2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6551363" y="4316090"/>
                        <a:ext cx="371475" cy="389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a:spLocks noGrp="1"/>
          </p:cNvSpPr>
          <p:nvPr>
            <p:ph type="sldNum" sz="quarter" idx="10"/>
          </p:nvPr>
        </p:nvSpPr>
        <p:spPr/>
        <p:txBody>
          <a:bodyPr/>
          <a:lstStyle/>
          <a:p>
            <a:fld id="{A940B8B6-3B2A-40D0-AD1C-F7D21CA96A20}" type="slidenum">
              <a:rPr lang="zh-CN" altLang="en-US"/>
              <a:pPr/>
              <a:t>26</a:t>
            </a:fld>
            <a:endParaRPr lang="en-US"/>
          </a:p>
        </p:txBody>
      </p:sp>
      <p:sp>
        <p:nvSpPr>
          <p:cNvPr id="52226" name="Text Box 2"/>
          <p:cNvSpPr txBox="1">
            <a:spLocks noChangeArrowheads="1"/>
          </p:cNvSpPr>
          <p:nvPr/>
        </p:nvSpPr>
        <p:spPr bwMode="auto">
          <a:xfrm>
            <a:off x="3802856" y="1147286"/>
            <a:ext cx="4571523" cy="3194721"/>
          </a:xfrm>
          <a:prstGeom prst="rect">
            <a:avLst/>
          </a:prstGeom>
          <a:noFill/>
          <a:ln w="9525">
            <a:noFill/>
            <a:miter lim="800000"/>
            <a:headEnd/>
            <a:tailEnd/>
          </a:ln>
          <a:effectLst/>
        </p:spPr>
        <p:txBody>
          <a:bodyPr wrap="square">
            <a:spAutoFit/>
          </a:bodyPr>
          <a:lstStyle/>
          <a:p>
            <a:pPr>
              <a:lnSpc>
                <a:spcPct val="120000"/>
              </a:lnSpc>
            </a:pPr>
            <a:r>
              <a:rPr lang="zh-CN" altLang="en-US" sz="2400">
                <a:solidFill>
                  <a:srgbClr val="1C1C1C"/>
                </a:solidFill>
                <a:latin typeface="Times New Roman" pitchFamily="18" charset="0"/>
              </a:rPr>
              <a:t>        德国物理学家和生理学家．于</a:t>
            </a:r>
            <a:r>
              <a:rPr lang="en-US" altLang="zh-CN" sz="2400" b="0">
                <a:solidFill>
                  <a:srgbClr val="1C1C1C"/>
                </a:solidFill>
                <a:latin typeface="Times New Roman" pitchFamily="18" charset="0"/>
              </a:rPr>
              <a:t>1874</a:t>
            </a:r>
            <a:r>
              <a:rPr lang="zh-CN" altLang="en-US" sz="2400">
                <a:solidFill>
                  <a:srgbClr val="1C1C1C"/>
                </a:solidFill>
                <a:latin typeface="Times New Roman" pitchFamily="18" charset="0"/>
              </a:rPr>
              <a:t>年发表了</a:t>
            </a:r>
            <a:r>
              <a:rPr lang="en-US" altLang="zh-CN" sz="2400">
                <a:solidFill>
                  <a:srgbClr val="1C1C1C"/>
                </a:solidFill>
                <a:latin typeface="Times New Roman" pitchFamily="18" charset="0"/>
              </a:rPr>
              <a:t>《</a:t>
            </a:r>
            <a:r>
              <a:rPr lang="zh-CN" altLang="en-US" sz="2400">
                <a:solidFill>
                  <a:srgbClr val="1C1C1C"/>
                </a:solidFill>
                <a:latin typeface="Times New Roman" pitchFamily="18" charset="0"/>
              </a:rPr>
              <a:t>论力</a:t>
            </a:r>
            <a:r>
              <a:rPr lang="en-US" altLang="zh-CN" sz="2400">
                <a:solidFill>
                  <a:srgbClr val="1C1C1C"/>
                </a:solidFill>
                <a:latin typeface="宋体" pitchFamily="2" charset="-122"/>
              </a:rPr>
              <a:t>(</a:t>
            </a:r>
            <a:r>
              <a:rPr lang="zh-CN" altLang="en-US" sz="2400">
                <a:solidFill>
                  <a:srgbClr val="1C1C1C"/>
                </a:solidFill>
                <a:latin typeface="Times New Roman" pitchFamily="18" charset="0"/>
              </a:rPr>
              <a:t>现称能量</a:t>
            </a:r>
            <a:r>
              <a:rPr lang="en-US" altLang="zh-CN" sz="2400">
                <a:solidFill>
                  <a:srgbClr val="1C1C1C"/>
                </a:solidFill>
                <a:latin typeface="宋体" pitchFamily="2" charset="-122"/>
              </a:rPr>
              <a:t>)</a:t>
            </a:r>
            <a:r>
              <a:rPr lang="zh-CN" altLang="en-US" sz="2400">
                <a:solidFill>
                  <a:srgbClr val="1C1C1C"/>
                </a:solidFill>
                <a:latin typeface="Times New Roman" pitchFamily="18" charset="0"/>
              </a:rPr>
              <a:t>守恒</a:t>
            </a:r>
            <a:r>
              <a:rPr lang="en-US" altLang="zh-CN" sz="2400">
                <a:solidFill>
                  <a:srgbClr val="1C1C1C"/>
                </a:solidFill>
                <a:latin typeface="Times New Roman" pitchFamily="18" charset="0"/>
              </a:rPr>
              <a:t>》</a:t>
            </a:r>
            <a:r>
              <a:rPr lang="zh-CN" altLang="en-US" sz="2400">
                <a:solidFill>
                  <a:srgbClr val="1C1C1C"/>
                </a:solidFill>
                <a:latin typeface="Times New Roman" pitchFamily="18" charset="0"/>
              </a:rPr>
              <a:t>的演讲，首先系统地以数学方式阐述了自然界各种运动形式之间都遵守能量守恒这条规律．是能量守恒定律的创立者之一．</a:t>
            </a:r>
          </a:p>
        </p:txBody>
      </p:sp>
      <p:pic>
        <p:nvPicPr>
          <p:cNvPr id="52227" name="Picture 3" descr="HELMHO"/>
          <p:cNvPicPr>
            <a:picLocks noChangeAspect="1" noChangeArrowheads="1"/>
          </p:cNvPicPr>
          <p:nvPr/>
        </p:nvPicPr>
        <p:blipFill>
          <a:blip r:embed="rId2" cstate="print"/>
          <a:srcRect/>
          <a:stretch>
            <a:fillRect/>
          </a:stretch>
        </p:blipFill>
        <p:spPr bwMode="auto">
          <a:xfrm>
            <a:off x="1368505" y="1040606"/>
            <a:ext cx="1859517" cy="2902022"/>
          </a:xfrm>
          <a:prstGeom prst="rect">
            <a:avLst/>
          </a:prstGeom>
          <a:noFill/>
          <a:ln w="9525">
            <a:noFill/>
            <a:miter lim="800000"/>
            <a:headEnd/>
            <a:tailEnd/>
          </a:ln>
        </p:spPr>
      </p:pic>
      <p:sp>
        <p:nvSpPr>
          <p:cNvPr id="52228" name="Rectangle 4"/>
          <p:cNvSpPr>
            <a:spLocks noChangeArrowheads="1"/>
          </p:cNvSpPr>
          <p:nvPr/>
        </p:nvSpPr>
        <p:spPr bwMode="auto">
          <a:xfrm>
            <a:off x="1245157" y="4075034"/>
            <a:ext cx="2106215" cy="738664"/>
          </a:xfrm>
          <a:prstGeom prst="rect">
            <a:avLst/>
          </a:prstGeom>
          <a:noFill/>
          <a:ln w="9525">
            <a:noFill/>
            <a:miter lim="800000"/>
            <a:headEnd/>
            <a:tailEnd/>
          </a:ln>
          <a:effectLst/>
        </p:spPr>
        <p:txBody>
          <a:bodyPr>
            <a:spAutoFit/>
          </a:bodyPr>
          <a:lstStyle/>
          <a:p>
            <a:pPr algn="ctr"/>
            <a:r>
              <a:rPr lang="zh-CN" altLang="en-US" sz="2100">
                <a:solidFill>
                  <a:srgbClr val="CC0000"/>
                </a:solidFill>
              </a:rPr>
              <a:t>亥姆霍兹</a:t>
            </a:r>
            <a:r>
              <a:rPr lang="zh-CN" altLang="en-US" sz="2100">
                <a:solidFill>
                  <a:srgbClr val="1C1C1C"/>
                </a:solidFill>
              </a:rPr>
              <a:t>   </a:t>
            </a:r>
            <a:r>
              <a:rPr lang="en-US" altLang="zh-CN" sz="2100">
                <a:solidFill>
                  <a:srgbClr val="1C1C1C"/>
                </a:solidFill>
                <a:latin typeface="宋体" pitchFamily="2" charset="-122"/>
              </a:rPr>
              <a:t>(</a:t>
            </a:r>
            <a:r>
              <a:rPr lang="en-US" altLang="zh-CN" sz="2100" b="0">
                <a:solidFill>
                  <a:srgbClr val="1C1C1C"/>
                </a:solidFill>
                <a:latin typeface="Times New Roman" pitchFamily="18" charset="0"/>
              </a:rPr>
              <a:t>1821</a:t>
            </a:r>
            <a:r>
              <a:rPr lang="en-US" altLang="zh-CN" sz="2100">
                <a:solidFill>
                  <a:srgbClr val="1C1C1C"/>
                </a:solidFill>
                <a:latin typeface="Times New Roman" pitchFamily="18" charset="0"/>
              </a:rPr>
              <a:t>—</a:t>
            </a:r>
            <a:r>
              <a:rPr lang="en-US" altLang="zh-CN" sz="2100" b="0">
                <a:solidFill>
                  <a:srgbClr val="1C1C1C"/>
                </a:solidFill>
                <a:latin typeface="Times New Roman" pitchFamily="18" charset="0"/>
              </a:rPr>
              <a:t>1894</a:t>
            </a:r>
            <a:r>
              <a:rPr lang="en-US" altLang="zh-CN" sz="2100" b="0">
                <a:solidFill>
                  <a:srgbClr val="1C1C1C"/>
                </a:solidFill>
                <a:latin typeface="宋体" pitchFamily="2" charset="-122"/>
              </a:rPr>
              <a:t>)</a:t>
            </a:r>
            <a:endParaRPr lang="en-US" altLang="zh-CN" sz="2100">
              <a:solidFill>
                <a:srgbClr val="1C1C1C"/>
              </a:solidFill>
              <a:latin typeface="宋体" pitchFamily="2" charset="-122"/>
            </a:endParaRPr>
          </a:p>
        </p:txBody>
      </p:sp>
      <p:sp>
        <p:nvSpPr>
          <p:cNvPr id="52229" name="Text Box 5"/>
          <p:cNvSpPr txBox="1">
            <a:spLocks noChangeArrowheads="1"/>
          </p:cNvSpPr>
          <p:nvPr/>
        </p:nvSpPr>
        <p:spPr bwMode="auto">
          <a:xfrm>
            <a:off x="3600450" y="141685"/>
            <a:ext cx="3186113" cy="415498"/>
          </a:xfrm>
          <a:prstGeom prst="rect">
            <a:avLst/>
          </a:prstGeom>
          <a:noFill/>
          <a:ln w="9525">
            <a:noFill/>
            <a:miter lim="800000"/>
            <a:headEnd/>
            <a:tailEnd/>
          </a:ln>
          <a:effectLst/>
        </p:spPr>
        <p:txBody>
          <a:bodyPr>
            <a:spAutoFit/>
          </a:bodyPr>
          <a:lstStyle/>
          <a:p>
            <a:pPr>
              <a:buFontTx/>
              <a:buNone/>
            </a:pPr>
            <a:r>
              <a:rPr kumimoji="1" lang="zh-CN" altLang="en-US" sz="2100">
                <a:latin typeface="Times New Roman" pitchFamily="18" charset="0"/>
                <a:ea typeface="华文中宋" pitchFamily="2" charset="-122"/>
              </a:rPr>
              <a:t>3</a:t>
            </a:r>
            <a:r>
              <a:rPr kumimoji="1" lang="en-US" altLang="zh-CN" sz="2100">
                <a:latin typeface="Times New Roman" pitchFamily="18" charset="0"/>
                <a:ea typeface="华文中宋" pitchFamily="2" charset="-122"/>
              </a:rPr>
              <a:t>-8   </a:t>
            </a:r>
            <a:r>
              <a:rPr kumimoji="1" lang="zh-CN" altLang="en-US" sz="2100">
                <a:latin typeface="Times New Roman" pitchFamily="18" charset="0"/>
                <a:ea typeface="华文中宋" pitchFamily="2" charset="-122"/>
              </a:rPr>
              <a:t>能量守恒定律   </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fld id="{053DDB2E-1BDF-41B7-9E6E-45AA8C286805}" type="slidenum">
              <a:rPr lang="zh-CN" altLang="en-US"/>
              <a:pPr/>
              <a:t>27</a:t>
            </a:fld>
            <a:endParaRPr lang="en-US"/>
          </a:p>
        </p:txBody>
      </p:sp>
      <p:sp>
        <p:nvSpPr>
          <p:cNvPr id="53250" name="Text Box 2"/>
          <p:cNvSpPr txBox="1">
            <a:spLocks noChangeArrowheads="1"/>
          </p:cNvSpPr>
          <p:nvPr/>
        </p:nvSpPr>
        <p:spPr bwMode="auto">
          <a:xfrm>
            <a:off x="775098" y="832009"/>
            <a:ext cx="7972662" cy="1421928"/>
          </a:xfrm>
          <a:prstGeom prst="rect">
            <a:avLst/>
          </a:prstGeom>
          <a:noFill/>
          <a:ln w="9525">
            <a:noFill/>
            <a:miter lim="800000"/>
            <a:headEnd/>
            <a:tailEnd/>
          </a:ln>
          <a:effectLst/>
        </p:spPr>
        <p:txBody>
          <a:bodyPr wrap="square">
            <a:spAutoFit/>
          </a:bodyPr>
          <a:lstStyle/>
          <a:p>
            <a:pPr>
              <a:lnSpc>
                <a:spcPct val="120000"/>
              </a:lnSpc>
            </a:pPr>
            <a:r>
              <a:rPr lang="zh-CN" altLang="en-US" sz="2400">
                <a:solidFill>
                  <a:srgbClr val="CC0000"/>
                </a:solidFill>
                <a:latin typeface="Times New Roman" pitchFamily="18" charset="0"/>
              </a:rPr>
              <a:t>        能量守恒定律：</a:t>
            </a:r>
            <a:r>
              <a:rPr lang="zh-CN" altLang="en-US" sz="2400">
                <a:solidFill>
                  <a:srgbClr val="1C1C1C"/>
                </a:solidFill>
                <a:latin typeface="Times New Roman" pitchFamily="18" charset="0"/>
              </a:rPr>
              <a:t>对一个与自然界</a:t>
            </a:r>
            <a:r>
              <a:rPr lang="zh-CN" altLang="en-US" sz="2400">
                <a:solidFill>
                  <a:srgbClr val="000000"/>
                </a:solidFill>
                <a:latin typeface="Times New Roman" pitchFamily="18" charset="0"/>
              </a:rPr>
              <a:t>无</a:t>
            </a:r>
            <a:r>
              <a:rPr lang="zh-CN" altLang="en-US" sz="2400">
                <a:solidFill>
                  <a:srgbClr val="1C1C1C"/>
                </a:solidFill>
                <a:latin typeface="Times New Roman" pitchFamily="18" charset="0"/>
              </a:rPr>
              <a:t>任何联系的系统来说</a:t>
            </a:r>
            <a:r>
              <a:rPr lang="en-US" altLang="zh-CN" sz="2400">
                <a:solidFill>
                  <a:srgbClr val="1C1C1C"/>
                </a:solidFill>
                <a:latin typeface="Times New Roman" pitchFamily="18" charset="0"/>
              </a:rPr>
              <a:t>,   </a:t>
            </a:r>
            <a:r>
              <a:rPr lang="zh-CN" altLang="en-US" sz="2400">
                <a:solidFill>
                  <a:srgbClr val="1C1C1C"/>
                </a:solidFill>
                <a:latin typeface="Times New Roman" pitchFamily="18" charset="0"/>
              </a:rPr>
              <a:t>系统内各种形式的能量</a:t>
            </a:r>
            <a:r>
              <a:rPr lang="zh-CN" altLang="en-US" sz="2400">
                <a:solidFill>
                  <a:srgbClr val="000000"/>
                </a:solidFill>
                <a:latin typeface="Times New Roman" pitchFamily="18" charset="0"/>
              </a:rPr>
              <a:t>可以</a:t>
            </a:r>
            <a:r>
              <a:rPr lang="zh-CN" altLang="en-US" sz="2400">
                <a:solidFill>
                  <a:srgbClr val="1C1C1C"/>
                </a:solidFill>
                <a:latin typeface="Times New Roman" pitchFamily="18" charset="0"/>
              </a:rPr>
              <a:t>相互转换，但是不论如何转换，能量既</a:t>
            </a:r>
            <a:r>
              <a:rPr lang="zh-CN" altLang="en-US" sz="2400">
                <a:solidFill>
                  <a:srgbClr val="000000"/>
                </a:solidFill>
                <a:latin typeface="Times New Roman" pitchFamily="18" charset="0"/>
              </a:rPr>
              <a:t>不能产生</a:t>
            </a:r>
            <a:r>
              <a:rPr lang="zh-CN" altLang="en-US" sz="2400">
                <a:solidFill>
                  <a:srgbClr val="1C1C1C"/>
                </a:solidFill>
                <a:latin typeface="Times New Roman" pitchFamily="18" charset="0"/>
              </a:rPr>
              <a:t>，也不能消灭．</a:t>
            </a:r>
            <a:endParaRPr lang="zh-CN" altLang="en-US" sz="2400">
              <a:solidFill>
                <a:srgbClr val="CC0000"/>
              </a:solidFill>
              <a:latin typeface="Times New Roman" pitchFamily="18" charset="0"/>
            </a:endParaRPr>
          </a:p>
        </p:txBody>
      </p:sp>
      <p:sp>
        <p:nvSpPr>
          <p:cNvPr id="53251" name="Text Box 3"/>
          <p:cNvSpPr txBox="1">
            <a:spLocks noChangeArrowheads="1"/>
          </p:cNvSpPr>
          <p:nvPr/>
        </p:nvSpPr>
        <p:spPr bwMode="auto">
          <a:xfrm>
            <a:off x="373380" y="2507314"/>
            <a:ext cx="8069580" cy="1865126"/>
          </a:xfrm>
          <a:prstGeom prst="rect">
            <a:avLst/>
          </a:prstGeom>
          <a:noFill/>
          <a:ln w="9525">
            <a:noFill/>
            <a:miter lim="800000"/>
            <a:headEnd/>
            <a:tailEnd/>
          </a:ln>
          <a:effectLst/>
        </p:spPr>
        <p:txBody>
          <a:bodyPr wrap="square">
            <a:spAutoFit/>
          </a:bodyPr>
          <a:lstStyle/>
          <a:p>
            <a:pPr>
              <a:lnSpc>
                <a:spcPct val="120000"/>
              </a:lnSpc>
            </a:pPr>
            <a:r>
              <a:rPr lang="zh-CN" altLang="en-US" sz="2400">
                <a:solidFill>
                  <a:srgbClr val="CC0000"/>
                </a:solidFill>
                <a:latin typeface="Times New Roman" pitchFamily="18" charset="0"/>
              </a:rPr>
              <a:t>　（</a:t>
            </a:r>
            <a:r>
              <a:rPr lang="en-US" altLang="zh-CN" sz="2400">
                <a:solidFill>
                  <a:srgbClr val="CC0000"/>
                </a:solidFill>
                <a:latin typeface="Times New Roman" pitchFamily="18" charset="0"/>
              </a:rPr>
              <a:t>1</a:t>
            </a:r>
            <a:r>
              <a:rPr lang="zh-CN" altLang="en-US" sz="2400">
                <a:solidFill>
                  <a:srgbClr val="CC0000"/>
                </a:solidFill>
                <a:latin typeface="Times New Roman" pitchFamily="18" charset="0"/>
              </a:rPr>
              <a:t>）</a:t>
            </a:r>
            <a:r>
              <a:rPr lang="zh-CN" altLang="en-US" sz="2400">
                <a:solidFill>
                  <a:srgbClr val="1C1C1C"/>
                </a:solidFill>
                <a:latin typeface="Times New Roman" pitchFamily="18" charset="0"/>
              </a:rPr>
              <a:t>生产实践和科学实验的经验总结；</a:t>
            </a:r>
          </a:p>
          <a:p>
            <a:pPr>
              <a:lnSpc>
                <a:spcPct val="120000"/>
              </a:lnSpc>
            </a:pPr>
            <a:r>
              <a:rPr lang="zh-CN" altLang="en-US" sz="2400">
                <a:solidFill>
                  <a:srgbClr val="CC0000"/>
                </a:solidFill>
                <a:latin typeface="Times New Roman" pitchFamily="18" charset="0"/>
              </a:rPr>
              <a:t>　（</a:t>
            </a:r>
            <a:r>
              <a:rPr lang="en-US" altLang="zh-CN" sz="2400">
                <a:solidFill>
                  <a:srgbClr val="CC0000"/>
                </a:solidFill>
                <a:latin typeface="Times New Roman" pitchFamily="18" charset="0"/>
              </a:rPr>
              <a:t>2</a:t>
            </a:r>
            <a:r>
              <a:rPr lang="zh-CN" altLang="en-US" sz="2400">
                <a:solidFill>
                  <a:srgbClr val="CC0000"/>
                </a:solidFill>
                <a:latin typeface="Times New Roman" pitchFamily="18" charset="0"/>
              </a:rPr>
              <a:t>）</a:t>
            </a:r>
            <a:r>
              <a:rPr lang="zh-CN" altLang="en-US" sz="2400">
                <a:solidFill>
                  <a:srgbClr val="1C1C1C"/>
                </a:solidFill>
                <a:latin typeface="Times New Roman" pitchFamily="18" charset="0"/>
              </a:rPr>
              <a:t>能量是系统</a:t>
            </a:r>
            <a:r>
              <a:rPr lang="zh-CN" altLang="en-US" sz="2400">
                <a:solidFill>
                  <a:srgbClr val="CC0000"/>
                </a:solidFill>
                <a:latin typeface="Times New Roman" pitchFamily="18" charset="0"/>
              </a:rPr>
              <a:t>状态</a:t>
            </a:r>
            <a:r>
              <a:rPr lang="zh-CN" altLang="en-US" sz="2400">
                <a:solidFill>
                  <a:srgbClr val="1C1C1C"/>
                </a:solidFill>
                <a:latin typeface="Times New Roman" pitchFamily="18" charset="0"/>
              </a:rPr>
              <a:t>的函数；</a:t>
            </a:r>
          </a:p>
          <a:p>
            <a:pPr>
              <a:lnSpc>
                <a:spcPct val="120000"/>
              </a:lnSpc>
            </a:pPr>
            <a:r>
              <a:rPr lang="zh-CN" altLang="en-US" sz="2400">
                <a:solidFill>
                  <a:srgbClr val="CC0000"/>
                </a:solidFill>
                <a:latin typeface="Times New Roman" pitchFamily="18" charset="0"/>
              </a:rPr>
              <a:t>　（</a:t>
            </a:r>
            <a:r>
              <a:rPr lang="en-US" altLang="zh-CN" sz="2400">
                <a:solidFill>
                  <a:srgbClr val="CC0000"/>
                </a:solidFill>
                <a:latin typeface="Times New Roman" pitchFamily="18" charset="0"/>
              </a:rPr>
              <a:t>3</a:t>
            </a:r>
            <a:r>
              <a:rPr lang="zh-CN" altLang="en-US" sz="2400">
                <a:solidFill>
                  <a:srgbClr val="CC0000"/>
                </a:solidFill>
                <a:latin typeface="Times New Roman" pitchFamily="18" charset="0"/>
              </a:rPr>
              <a:t>）</a:t>
            </a:r>
            <a:r>
              <a:rPr lang="zh-CN" altLang="en-US" sz="2400">
                <a:solidFill>
                  <a:srgbClr val="1C1C1C"/>
                </a:solidFill>
                <a:latin typeface="Times New Roman" pitchFamily="18" charset="0"/>
              </a:rPr>
              <a:t>系统能量不变，但各种能量形式可以互相</a:t>
            </a:r>
            <a:r>
              <a:rPr lang="zh-CN" altLang="en-US" sz="2400">
                <a:solidFill>
                  <a:srgbClr val="CC0000"/>
                </a:solidFill>
                <a:latin typeface="Times New Roman" pitchFamily="18" charset="0"/>
              </a:rPr>
              <a:t>转化</a:t>
            </a:r>
            <a:r>
              <a:rPr lang="zh-CN" altLang="en-US" sz="2400">
                <a:solidFill>
                  <a:srgbClr val="1C1C1C"/>
                </a:solidFill>
                <a:latin typeface="Times New Roman" pitchFamily="18" charset="0"/>
              </a:rPr>
              <a:t>；</a:t>
            </a:r>
          </a:p>
          <a:p>
            <a:pPr>
              <a:lnSpc>
                <a:spcPct val="120000"/>
              </a:lnSpc>
            </a:pPr>
            <a:r>
              <a:rPr lang="zh-CN" altLang="en-US" sz="2400">
                <a:solidFill>
                  <a:srgbClr val="CC0000"/>
                </a:solidFill>
                <a:latin typeface="Times New Roman" pitchFamily="18" charset="0"/>
              </a:rPr>
              <a:t>　（</a:t>
            </a:r>
            <a:r>
              <a:rPr lang="en-US" altLang="zh-CN" sz="2400">
                <a:solidFill>
                  <a:srgbClr val="CC0000"/>
                </a:solidFill>
                <a:latin typeface="Times New Roman" pitchFamily="18" charset="0"/>
              </a:rPr>
              <a:t>4</a:t>
            </a:r>
            <a:r>
              <a:rPr lang="zh-CN" altLang="en-US" sz="2400">
                <a:solidFill>
                  <a:srgbClr val="CC0000"/>
                </a:solidFill>
                <a:latin typeface="Times New Roman" pitchFamily="18" charset="0"/>
              </a:rPr>
              <a:t>）</a:t>
            </a:r>
            <a:r>
              <a:rPr lang="zh-CN" altLang="en-US" sz="2400">
                <a:solidFill>
                  <a:srgbClr val="1C1C1C"/>
                </a:solidFill>
                <a:latin typeface="Times New Roman" pitchFamily="18" charset="0"/>
              </a:rPr>
              <a:t>能量的变化常用功来量度．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2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549831" y="1044779"/>
            <a:ext cx="2214563" cy="507831"/>
          </a:xfrm>
          <a:prstGeom prst="rect">
            <a:avLst/>
          </a:prstGeom>
          <a:noFill/>
          <a:ln w="9525">
            <a:noFill/>
            <a:miter lim="800000"/>
            <a:headEnd/>
            <a:tailEnd/>
          </a:ln>
          <a:effectLst/>
        </p:spPr>
        <p:txBody>
          <a:bodyPr>
            <a:spAutoFit/>
          </a:bodyPr>
          <a:lstStyle/>
          <a:p>
            <a:pPr>
              <a:spcBef>
                <a:spcPct val="50000"/>
              </a:spcBef>
            </a:pPr>
            <a:r>
              <a:rPr lang="zh-CN" altLang="en-US" sz="2700">
                <a:solidFill>
                  <a:srgbClr val="CC0000"/>
                </a:solidFill>
              </a:rPr>
              <a:t>一、质心</a:t>
            </a:r>
          </a:p>
        </p:txBody>
      </p:sp>
      <p:sp>
        <p:nvSpPr>
          <p:cNvPr id="55299" name="Text Box 3"/>
          <p:cNvSpPr txBox="1">
            <a:spLocks noChangeArrowheads="1"/>
          </p:cNvSpPr>
          <p:nvPr/>
        </p:nvSpPr>
        <p:spPr bwMode="auto">
          <a:xfrm>
            <a:off x="903685" y="1639312"/>
            <a:ext cx="2483644" cy="461665"/>
          </a:xfrm>
          <a:prstGeom prst="rect">
            <a:avLst/>
          </a:prstGeom>
          <a:noFill/>
          <a:ln w="9525">
            <a:noFill/>
            <a:miter lim="800000"/>
            <a:headEnd/>
            <a:tailEnd/>
          </a:ln>
          <a:effectLst/>
        </p:spPr>
        <p:txBody>
          <a:bodyPr>
            <a:spAutoFit/>
          </a:bodyPr>
          <a:lstStyle/>
          <a:p>
            <a:pPr>
              <a:spcBef>
                <a:spcPct val="50000"/>
              </a:spcBef>
            </a:pPr>
            <a:r>
              <a:rPr lang="en-US" altLang="zh-CN" sz="2400">
                <a:solidFill>
                  <a:srgbClr val="CC0000"/>
                </a:solidFill>
                <a:latin typeface="Times New Roman" pitchFamily="18" charset="0"/>
              </a:rPr>
              <a:t>1</a:t>
            </a:r>
            <a:r>
              <a:rPr lang="en-US" altLang="zh-CN" sz="2400">
                <a:solidFill>
                  <a:srgbClr val="CC0000"/>
                </a:solidFill>
              </a:rPr>
              <a:t>. </a:t>
            </a:r>
            <a:r>
              <a:rPr lang="zh-CN" altLang="en-US" sz="2400"/>
              <a:t>质心的概念</a:t>
            </a:r>
          </a:p>
        </p:txBody>
      </p:sp>
      <p:sp>
        <p:nvSpPr>
          <p:cNvPr id="55300" name="Text Box 4"/>
          <p:cNvSpPr txBox="1">
            <a:spLocks noChangeArrowheads="1"/>
          </p:cNvSpPr>
          <p:nvPr/>
        </p:nvSpPr>
        <p:spPr bwMode="auto">
          <a:xfrm>
            <a:off x="1864994" y="3826008"/>
            <a:ext cx="4852511" cy="535531"/>
          </a:xfrm>
          <a:prstGeom prst="rect">
            <a:avLst/>
          </a:prstGeom>
          <a:noFill/>
          <a:ln w="9525">
            <a:noFill/>
            <a:miter lim="800000"/>
            <a:headEnd/>
            <a:tailEnd/>
          </a:ln>
          <a:effectLst/>
        </p:spPr>
        <p:txBody>
          <a:bodyPr wrap="square">
            <a:spAutoFit/>
          </a:bodyPr>
          <a:lstStyle/>
          <a:p>
            <a:pPr>
              <a:lnSpc>
                <a:spcPct val="120000"/>
              </a:lnSpc>
              <a:buClr>
                <a:srgbClr val="0000FF"/>
              </a:buClr>
              <a:buFont typeface="Wingdings" pitchFamily="2" charset="2"/>
              <a:buChar char="Ø"/>
            </a:pPr>
            <a:r>
              <a:rPr lang="zh-CN" altLang="en-US" sz="2400"/>
              <a:t>  板上点</a:t>
            </a:r>
            <a:r>
              <a:rPr lang="en-US" altLang="zh-CN" sz="2400" b="0" i="1">
                <a:latin typeface="Times New Roman" pitchFamily="18" charset="0"/>
              </a:rPr>
              <a:t>C</a:t>
            </a:r>
            <a:r>
              <a:rPr lang="zh-CN" altLang="en-US" sz="2400"/>
              <a:t>的运动轨迹是抛物线</a:t>
            </a:r>
          </a:p>
        </p:txBody>
      </p:sp>
      <p:sp>
        <p:nvSpPr>
          <p:cNvPr id="55301" name="Text Box 5"/>
          <p:cNvSpPr txBox="1">
            <a:spLocks noChangeArrowheads="1"/>
          </p:cNvSpPr>
          <p:nvPr/>
        </p:nvSpPr>
        <p:spPr bwMode="auto">
          <a:xfrm>
            <a:off x="1918334" y="4321953"/>
            <a:ext cx="6210300" cy="535531"/>
          </a:xfrm>
          <a:prstGeom prst="rect">
            <a:avLst/>
          </a:prstGeom>
          <a:noFill/>
          <a:ln w="9525">
            <a:noFill/>
            <a:miter lim="800000"/>
            <a:headEnd/>
            <a:tailEnd/>
          </a:ln>
          <a:effectLst/>
        </p:spPr>
        <p:txBody>
          <a:bodyPr>
            <a:spAutoFit/>
          </a:bodyPr>
          <a:lstStyle/>
          <a:p>
            <a:pPr>
              <a:lnSpc>
                <a:spcPct val="120000"/>
              </a:lnSpc>
              <a:buClr>
                <a:srgbClr val="0000FF"/>
              </a:buClr>
              <a:buFont typeface="Wingdings" pitchFamily="2" charset="2"/>
              <a:buChar char="Ø"/>
            </a:pPr>
            <a:r>
              <a:rPr lang="zh-CN" altLang="en-US" sz="2400"/>
              <a:t> 其余点的运动</a:t>
            </a:r>
            <a:r>
              <a:rPr lang="en-US" altLang="zh-CN" sz="2400">
                <a:latin typeface="Times New Roman" pitchFamily="18" charset="0"/>
              </a:rPr>
              <a:t>=</a:t>
            </a:r>
            <a:r>
              <a:rPr lang="zh-CN" altLang="en-US" sz="2400"/>
              <a:t>随点</a:t>
            </a:r>
            <a:r>
              <a:rPr lang="en-US" altLang="zh-CN" sz="2400" b="0" i="1">
                <a:latin typeface="Times New Roman" pitchFamily="18" charset="0"/>
              </a:rPr>
              <a:t>C</a:t>
            </a:r>
            <a:r>
              <a:rPr lang="zh-CN" altLang="en-US" sz="2400"/>
              <a:t>的</a:t>
            </a:r>
            <a:r>
              <a:rPr lang="zh-CN" altLang="en-US" sz="2400">
                <a:solidFill>
                  <a:srgbClr val="CC0000"/>
                </a:solidFill>
              </a:rPr>
              <a:t>平动</a:t>
            </a:r>
            <a:r>
              <a:rPr lang="en-US" altLang="zh-CN" sz="2400">
                <a:latin typeface="Times New Roman" pitchFamily="18" charset="0"/>
              </a:rPr>
              <a:t>+</a:t>
            </a:r>
            <a:r>
              <a:rPr lang="zh-CN" altLang="en-US" sz="2400"/>
              <a:t>绕点</a:t>
            </a:r>
            <a:r>
              <a:rPr lang="en-US" altLang="zh-CN" sz="2400" b="0" i="1">
                <a:latin typeface="Times New Roman" pitchFamily="18" charset="0"/>
              </a:rPr>
              <a:t>C</a:t>
            </a:r>
            <a:r>
              <a:rPr lang="zh-CN" altLang="en-US" sz="2400"/>
              <a:t>的</a:t>
            </a:r>
            <a:r>
              <a:rPr lang="zh-CN" altLang="en-US" sz="2400">
                <a:solidFill>
                  <a:srgbClr val="CC0000"/>
                </a:solidFill>
              </a:rPr>
              <a:t>转动</a:t>
            </a:r>
          </a:p>
        </p:txBody>
      </p:sp>
      <p:sp>
        <p:nvSpPr>
          <p:cNvPr id="55333" name="Text Box 37"/>
          <p:cNvSpPr txBox="1">
            <a:spLocks noChangeArrowheads="1"/>
          </p:cNvSpPr>
          <p:nvPr/>
        </p:nvSpPr>
        <p:spPr bwMode="auto">
          <a:xfrm>
            <a:off x="3052286" y="339805"/>
            <a:ext cx="3509963" cy="461665"/>
          </a:xfrm>
          <a:prstGeom prst="rect">
            <a:avLst/>
          </a:prstGeom>
          <a:noFill/>
          <a:ln w="9525">
            <a:noFill/>
            <a:miter lim="800000"/>
            <a:headEnd/>
            <a:tailEnd/>
          </a:ln>
          <a:effectLst/>
        </p:spPr>
        <p:txBody>
          <a:bodyPr>
            <a:spAutoFit/>
          </a:bodyPr>
          <a:lstStyle/>
          <a:p>
            <a:pPr algn="ctr">
              <a:buFontTx/>
              <a:buNone/>
            </a:pPr>
            <a:r>
              <a:rPr kumimoji="1" lang="en-US" altLang="zh-CN" sz="2400">
                <a:latin typeface="Times New Roman" pitchFamily="18" charset="0"/>
                <a:ea typeface="华文中宋" pitchFamily="2" charset="-122"/>
              </a:rPr>
              <a:t>3-9   </a:t>
            </a:r>
            <a:r>
              <a:rPr kumimoji="1" lang="zh-CN" altLang="en-US" sz="2400">
                <a:latin typeface="Times New Roman" pitchFamily="18" charset="0"/>
                <a:ea typeface="华文中宋" pitchFamily="2" charset="-122"/>
              </a:rPr>
              <a:t>质心 </a:t>
            </a:r>
            <a:r>
              <a:rPr kumimoji="1" lang="zh-CN" altLang="en-US" sz="2400" smtClean="0">
                <a:latin typeface="Times New Roman" pitchFamily="18" charset="0"/>
                <a:ea typeface="华文中宋" pitchFamily="2" charset="-122"/>
              </a:rPr>
              <a:t> 质</a:t>
            </a:r>
            <a:r>
              <a:rPr kumimoji="1" lang="zh-CN" altLang="en-US" sz="2400">
                <a:latin typeface="Times New Roman" pitchFamily="18" charset="0"/>
                <a:ea typeface="华文中宋" pitchFamily="2" charset="-122"/>
              </a:rPr>
              <a:t>心运动定律  </a:t>
            </a:r>
          </a:p>
        </p:txBody>
      </p:sp>
      <p:pic>
        <p:nvPicPr>
          <p:cNvPr id="2" name="图片 1"/>
          <p:cNvPicPr>
            <a:picLocks noChangeAspect="1"/>
          </p:cNvPicPr>
          <p:nvPr/>
        </p:nvPicPr>
        <p:blipFill rotWithShape="1">
          <a:blip r:embed="rId2"/>
          <a:srcRect l="1016" t="1575" r="1769" b="3222"/>
          <a:stretch/>
        </p:blipFill>
        <p:spPr>
          <a:xfrm>
            <a:off x="2998256" y="1023282"/>
            <a:ext cx="3633261" cy="247423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Effect transition="in" filter="blinds(horizontal)">
                                      <p:cBhvr>
                                        <p:cTn id="7" dur="500"/>
                                        <p:tgtEl>
                                          <p:spTgt spid="553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5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P spid="5530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 name="灯片编号占位符 6"/>
          <p:cNvSpPr>
            <a:spLocks noGrp="1"/>
          </p:cNvSpPr>
          <p:nvPr>
            <p:ph type="sldNum" sz="quarter" idx="10"/>
          </p:nvPr>
        </p:nvSpPr>
        <p:spPr/>
        <p:txBody>
          <a:bodyPr/>
          <a:lstStyle/>
          <a:p>
            <a:fld id="{FEB36F6C-C8DB-48E5-B3BB-E176B67B2BCF}" type="slidenum">
              <a:rPr lang="zh-CN" altLang="en-US"/>
              <a:pPr/>
              <a:t>29</a:t>
            </a:fld>
            <a:endParaRPr lang="en-US"/>
          </a:p>
        </p:txBody>
      </p:sp>
      <p:graphicFrame>
        <p:nvGraphicFramePr>
          <p:cNvPr id="56322" name="Object 2"/>
          <p:cNvGraphicFramePr>
            <a:graphicFrameLocks noGrp="1" noChangeAspect="1"/>
          </p:cNvGraphicFramePr>
          <p:nvPr>
            <p:ph sz="quarter" idx="1"/>
            <p:extLst>
              <p:ext uri="{D42A27DB-BD31-4B8C-83A1-F6EECF244321}">
                <p14:modId xmlns:p14="http://schemas.microsoft.com/office/powerpoint/2010/main" val="1167842589"/>
              </p:ext>
            </p:extLst>
          </p:nvPr>
        </p:nvGraphicFramePr>
        <p:xfrm>
          <a:off x="2924652" y="3217948"/>
          <a:ext cx="4817030" cy="1259970"/>
        </p:xfrm>
        <a:graphic>
          <a:graphicData uri="http://schemas.openxmlformats.org/presentationml/2006/ole">
            <mc:AlternateContent xmlns:mc="http://schemas.openxmlformats.org/markup-compatibility/2006">
              <mc:Choice xmlns:v="urn:schemas-microsoft-com:vml" Requires="v">
                <p:oleObj spid="_x0000_s56859" r:id="rId3" imgW="2476817" imgH="648017" progId="Equation.3">
                  <p:embed/>
                </p:oleObj>
              </mc:Choice>
              <mc:Fallback>
                <p:oleObj r:id="rId3" imgW="2476817" imgH="648017" progId="Equation.3">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4652" y="3217948"/>
                        <a:ext cx="4817030" cy="1259970"/>
                      </a:xfrm>
                      <a:prstGeom prst="rect">
                        <a:avLst/>
                      </a:prstGeom>
                      <a:noFill/>
                      <a:ln w="9525">
                        <a:noFill/>
                        <a:miter lim="800000"/>
                        <a:headEnd/>
                        <a:tailEnd/>
                      </a:ln>
                      <a:effectLst/>
                      <a:extLst/>
                    </p:spPr>
                  </p:pic>
                </p:oleObj>
              </mc:Fallback>
            </mc:AlternateContent>
          </a:graphicData>
        </a:graphic>
      </p:graphicFrame>
      <p:sp>
        <p:nvSpPr>
          <p:cNvPr id="56323" name="Text Box 3"/>
          <p:cNvSpPr txBox="1">
            <a:spLocks noChangeArrowheads="1"/>
          </p:cNvSpPr>
          <p:nvPr/>
        </p:nvSpPr>
        <p:spPr bwMode="auto">
          <a:xfrm>
            <a:off x="441008" y="448770"/>
            <a:ext cx="2483644" cy="461665"/>
          </a:xfrm>
          <a:prstGeom prst="rect">
            <a:avLst/>
          </a:prstGeom>
          <a:noFill/>
          <a:ln w="9525">
            <a:noFill/>
            <a:miter lim="800000"/>
            <a:headEnd/>
            <a:tailEnd/>
          </a:ln>
          <a:effectLst/>
        </p:spPr>
        <p:txBody>
          <a:bodyPr>
            <a:spAutoFit/>
          </a:bodyPr>
          <a:lstStyle/>
          <a:p>
            <a:pPr>
              <a:spcBef>
                <a:spcPct val="50000"/>
              </a:spcBef>
            </a:pPr>
            <a:r>
              <a:rPr lang="en-US" altLang="zh-CN" sz="2400">
                <a:solidFill>
                  <a:srgbClr val="CC0000"/>
                </a:solidFill>
                <a:latin typeface="Times New Roman" pitchFamily="18" charset="0"/>
              </a:rPr>
              <a:t>2</a:t>
            </a:r>
            <a:r>
              <a:rPr lang="en-US" altLang="zh-CN" sz="2400">
                <a:solidFill>
                  <a:srgbClr val="CC0000"/>
                </a:solidFill>
              </a:rPr>
              <a:t>. </a:t>
            </a:r>
            <a:r>
              <a:rPr lang="zh-CN" altLang="en-US" sz="2400"/>
              <a:t>质心的位置</a:t>
            </a:r>
          </a:p>
        </p:txBody>
      </p:sp>
      <p:sp>
        <p:nvSpPr>
          <p:cNvPr id="56324" name="Text Box 4"/>
          <p:cNvSpPr txBox="1">
            <a:spLocks noChangeArrowheads="1"/>
          </p:cNvSpPr>
          <p:nvPr/>
        </p:nvSpPr>
        <p:spPr bwMode="auto">
          <a:xfrm>
            <a:off x="691039" y="1548555"/>
            <a:ext cx="7134701" cy="535531"/>
          </a:xfrm>
          <a:prstGeom prst="rect">
            <a:avLst/>
          </a:prstGeom>
          <a:noFill/>
          <a:ln w="9525">
            <a:noFill/>
            <a:miter lim="800000"/>
            <a:headEnd/>
            <a:tailEnd/>
          </a:ln>
          <a:effectLst/>
        </p:spPr>
        <p:txBody>
          <a:bodyPr wrap="square">
            <a:spAutoFit/>
          </a:bodyPr>
          <a:lstStyle/>
          <a:p>
            <a:pPr>
              <a:lnSpc>
                <a:spcPct val="120000"/>
              </a:lnSpc>
            </a:pPr>
            <a:r>
              <a:rPr lang="zh-CN" altLang="en-US" sz="2400" smtClean="0"/>
              <a:t>由</a:t>
            </a:r>
            <a:r>
              <a:rPr lang="en-US" altLang="zh-CN" sz="2400" b="0" i="1">
                <a:latin typeface="Times New Roman" pitchFamily="18" charset="0"/>
              </a:rPr>
              <a:t>n</a:t>
            </a:r>
            <a:r>
              <a:rPr lang="zh-CN" altLang="en-US" sz="2400"/>
              <a:t>个质点组成的质点系</a:t>
            </a:r>
            <a:r>
              <a:rPr lang="zh-CN" altLang="en-US" sz="2400" smtClean="0"/>
              <a:t>，</a:t>
            </a:r>
            <a:endParaRPr lang="zh-CN" altLang="en-US" sz="2400"/>
          </a:p>
        </p:txBody>
      </p:sp>
      <p:sp>
        <p:nvSpPr>
          <p:cNvPr id="4" name="矩形 3"/>
          <p:cNvSpPr/>
          <p:nvPr/>
        </p:nvSpPr>
        <p:spPr>
          <a:xfrm>
            <a:off x="691039" y="3734783"/>
            <a:ext cx="2350323" cy="535531"/>
          </a:xfrm>
          <a:prstGeom prst="rect">
            <a:avLst/>
          </a:prstGeom>
          <a:noFill/>
          <a:ln w="9525">
            <a:noFill/>
            <a:miter lim="800000"/>
            <a:headEnd/>
            <a:tailEnd/>
          </a:ln>
          <a:effectLst/>
        </p:spPr>
        <p:txBody>
          <a:bodyPr wrap="square">
            <a:spAutoFit/>
          </a:bodyPr>
          <a:lstStyle/>
          <a:p>
            <a:pPr>
              <a:lnSpc>
                <a:spcPct val="120000"/>
              </a:lnSpc>
            </a:pPr>
            <a:r>
              <a:rPr lang="zh-CN" altLang="en-US" sz="2400"/>
              <a:t>其质心的位置：</a:t>
            </a:r>
          </a:p>
        </p:txBody>
      </p:sp>
      <p:pic>
        <p:nvPicPr>
          <p:cNvPr id="7" name="图片 6"/>
          <p:cNvPicPr>
            <a:picLocks noChangeAspect="1"/>
          </p:cNvPicPr>
          <p:nvPr/>
        </p:nvPicPr>
        <p:blipFill rotWithShape="1">
          <a:blip r:embed="rId5"/>
          <a:srcRect l="2946" t="3724" r="3299" b="2883"/>
          <a:stretch/>
        </p:blipFill>
        <p:spPr>
          <a:xfrm>
            <a:off x="4671298" y="532583"/>
            <a:ext cx="3154442" cy="24894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56322"/>
                                        </p:tgtEl>
                                        <p:attrNameLst>
                                          <p:attrName>style.visibility</p:attrName>
                                        </p:attrNameLst>
                                      </p:cBhvr>
                                      <p:to>
                                        <p:strVal val="visible"/>
                                      </p:to>
                                    </p:set>
                                    <p:animEffect transition="in" filter="box(in)">
                                      <p:cBhvr>
                                        <p:cTn id="11"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6"/>
          <p:cNvSpPr>
            <a:spLocks noGrp="1"/>
          </p:cNvSpPr>
          <p:nvPr>
            <p:ph type="sldNum" sz="quarter" idx="10"/>
          </p:nvPr>
        </p:nvSpPr>
        <p:spPr/>
        <p:txBody>
          <a:bodyPr/>
          <a:lstStyle/>
          <a:p>
            <a:fld id="{73E0B231-FBAC-41EC-96B1-B9395A03511B}" type="slidenum">
              <a:rPr lang="zh-CN" altLang="en-US"/>
              <a:pPr/>
              <a:t>30</a:t>
            </a:fld>
            <a:endParaRPr lang="en-US"/>
          </a:p>
        </p:txBody>
      </p:sp>
      <p:graphicFrame>
        <p:nvGraphicFramePr>
          <p:cNvPr id="57346" name="Object 2"/>
          <p:cNvGraphicFramePr>
            <a:graphicFrameLocks noGrp="1" noChangeAspect="1"/>
          </p:cNvGraphicFramePr>
          <p:nvPr>
            <p:ph sz="quarter" idx="1"/>
            <p:extLst>
              <p:ext uri="{D42A27DB-BD31-4B8C-83A1-F6EECF244321}">
                <p14:modId xmlns:p14="http://schemas.microsoft.com/office/powerpoint/2010/main" val="2719458629"/>
              </p:ext>
            </p:extLst>
          </p:nvPr>
        </p:nvGraphicFramePr>
        <p:xfrm>
          <a:off x="1839469" y="925473"/>
          <a:ext cx="1505201" cy="1111007"/>
        </p:xfrm>
        <a:graphic>
          <a:graphicData uri="http://schemas.openxmlformats.org/presentationml/2006/ole">
            <mc:AlternateContent xmlns:mc="http://schemas.openxmlformats.org/markup-compatibility/2006">
              <mc:Choice xmlns:v="urn:schemas-microsoft-com:vml" Requires="v">
                <p:oleObj spid="_x0000_s57868" r:id="rId3" imgW="825817" imgH="609917" progId="Equation.3">
                  <p:embed/>
                </p:oleObj>
              </mc:Choice>
              <mc:Fallback>
                <p:oleObj r:id="rId3" imgW="825817" imgH="609917" progId="Equation.3">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469" y="925473"/>
                        <a:ext cx="1505201" cy="1111007"/>
                      </a:xfrm>
                      <a:prstGeom prst="rect">
                        <a:avLst/>
                      </a:prstGeom>
                      <a:noFill/>
                      <a:effectLst/>
                      <a:extLst/>
                    </p:spPr>
                  </p:pic>
                </p:oleObj>
              </mc:Fallback>
            </mc:AlternateContent>
          </a:graphicData>
        </a:graphic>
      </p:graphicFrame>
      <p:graphicFrame>
        <p:nvGraphicFramePr>
          <p:cNvPr id="57347" name="Object 3"/>
          <p:cNvGraphicFramePr>
            <a:graphicFrameLocks noGrp="1" noChangeAspect="1"/>
          </p:cNvGraphicFramePr>
          <p:nvPr>
            <p:ph sz="quarter" idx="2"/>
            <p:extLst>
              <p:ext uri="{D42A27DB-BD31-4B8C-83A1-F6EECF244321}">
                <p14:modId xmlns:p14="http://schemas.microsoft.com/office/powerpoint/2010/main" val="2757992149"/>
              </p:ext>
            </p:extLst>
          </p:nvPr>
        </p:nvGraphicFramePr>
        <p:xfrm>
          <a:off x="3831766" y="888564"/>
          <a:ext cx="1543583" cy="1122417"/>
        </p:xfrm>
        <a:graphic>
          <a:graphicData uri="http://schemas.openxmlformats.org/presentationml/2006/ole">
            <mc:AlternateContent xmlns:mc="http://schemas.openxmlformats.org/markup-compatibility/2006">
              <mc:Choice xmlns:v="urn:schemas-microsoft-com:vml" Requires="v">
                <p:oleObj spid="_x0000_s57869" r:id="rId5" imgW="838517" imgH="609917" progId="Equation.3">
                  <p:embed/>
                </p:oleObj>
              </mc:Choice>
              <mc:Fallback>
                <p:oleObj r:id="rId5" imgW="838517" imgH="609917" progId="Equation.3">
                  <p:embed/>
                  <p:pic>
                    <p:nvPicPr>
                      <p:cNvPr id="0" name="Picture 3"/>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1766" y="888564"/>
                        <a:ext cx="1543583" cy="1122417"/>
                      </a:xfrm>
                      <a:prstGeom prst="rect">
                        <a:avLst/>
                      </a:prstGeom>
                      <a:noFill/>
                      <a:effectLst/>
                      <a:extLst/>
                    </p:spPr>
                  </p:pic>
                </p:oleObj>
              </mc:Fallback>
            </mc:AlternateContent>
          </a:graphicData>
        </a:graphic>
      </p:graphicFrame>
      <p:graphicFrame>
        <p:nvGraphicFramePr>
          <p:cNvPr id="57348" name="Object 4"/>
          <p:cNvGraphicFramePr>
            <a:graphicFrameLocks noGrp="1" noChangeAspect="1"/>
          </p:cNvGraphicFramePr>
          <p:nvPr>
            <p:ph sz="quarter" idx="3"/>
            <p:extLst>
              <p:ext uri="{D42A27DB-BD31-4B8C-83A1-F6EECF244321}">
                <p14:modId xmlns:p14="http://schemas.microsoft.com/office/powerpoint/2010/main" val="1110996692"/>
              </p:ext>
            </p:extLst>
          </p:nvPr>
        </p:nvGraphicFramePr>
        <p:xfrm>
          <a:off x="5824062" y="904041"/>
          <a:ext cx="1552920" cy="1112044"/>
        </p:xfrm>
        <a:graphic>
          <a:graphicData uri="http://schemas.openxmlformats.org/presentationml/2006/ole">
            <mc:AlternateContent xmlns:mc="http://schemas.openxmlformats.org/markup-compatibility/2006">
              <mc:Choice xmlns:v="urn:schemas-microsoft-com:vml" Requires="v">
                <p:oleObj spid="_x0000_s57870" r:id="rId7" imgW="850848" imgH="609653" progId="Equation.3">
                  <p:embed/>
                </p:oleObj>
              </mc:Choice>
              <mc:Fallback>
                <p:oleObj r:id="rId7" imgW="850848" imgH="609653" progId="Equation.3">
                  <p:embed/>
                  <p:pic>
                    <p:nvPicPr>
                      <p:cNvPr id="0" name="Picture 4"/>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4062" y="904041"/>
                        <a:ext cx="1552920" cy="1112044"/>
                      </a:xfrm>
                      <a:prstGeom prst="rect">
                        <a:avLst/>
                      </a:prstGeom>
                      <a:noFill/>
                      <a:effectLst/>
                      <a:extLst/>
                    </p:spPr>
                  </p:pic>
                </p:oleObj>
              </mc:Fallback>
            </mc:AlternateContent>
          </a:graphicData>
        </a:graphic>
      </p:graphicFrame>
      <p:graphicFrame>
        <p:nvGraphicFramePr>
          <p:cNvPr id="57349" name="Object 5"/>
          <p:cNvGraphicFramePr>
            <a:graphicFrameLocks noGrp="1" noChangeAspect="1"/>
          </p:cNvGraphicFramePr>
          <p:nvPr>
            <p:ph sz="quarter" idx="4"/>
            <p:extLst>
              <p:ext uri="{D42A27DB-BD31-4B8C-83A1-F6EECF244321}">
                <p14:modId xmlns:p14="http://schemas.microsoft.com/office/powerpoint/2010/main" val="2627300123"/>
              </p:ext>
            </p:extLst>
          </p:nvPr>
        </p:nvGraphicFramePr>
        <p:xfrm>
          <a:off x="1791035" y="2732246"/>
          <a:ext cx="1719310" cy="730057"/>
        </p:xfrm>
        <a:graphic>
          <a:graphicData uri="http://schemas.openxmlformats.org/presentationml/2006/ole">
            <mc:AlternateContent xmlns:mc="http://schemas.openxmlformats.org/markup-compatibility/2006">
              <mc:Choice xmlns:v="urn:schemas-microsoft-com:vml" Requires="v">
                <p:oleObj spid="_x0000_s57871" name="Equation" r:id="rId9" imgW="927000" imgH="393480" progId="Equation.DSMT4">
                  <p:embed/>
                </p:oleObj>
              </mc:Choice>
              <mc:Fallback>
                <p:oleObj name="Equation" r:id="rId9" imgW="927000" imgH="393480" progId="Equation.DSMT4">
                  <p:embed/>
                  <p:pic>
                    <p:nvPicPr>
                      <p:cNvPr id="0" name="Picture 5"/>
                      <p:cNvPicPr>
                        <a:picLocks noGrp="1" noChangeAspect="1" noChangeArrowheads="1"/>
                      </p:cNvPicPr>
                      <p:nvPr/>
                    </p:nvPicPr>
                    <p:blipFill>
                      <a:blip r:embed="rId10"/>
                      <a:srcRect/>
                      <a:stretch>
                        <a:fillRect/>
                      </a:stretch>
                    </p:blipFill>
                    <p:spPr bwMode="auto">
                      <a:xfrm>
                        <a:off x="1791035" y="2732246"/>
                        <a:ext cx="1719310" cy="730057"/>
                      </a:xfrm>
                      <a:prstGeom prst="rect">
                        <a:avLst/>
                      </a:prstGeom>
                      <a:noFill/>
                      <a:effectLst/>
                      <a:extLst/>
                    </p:spPr>
                  </p:pic>
                </p:oleObj>
              </mc:Fallback>
            </mc:AlternateContent>
          </a:graphicData>
        </a:graphic>
      </p:graphicFrame>
      <p:graphicFrame>
        <p:nvGraphicFramePr>
          <p:cNvPr id="57350" name="Object 6"/>
          <p:cNvGraphicFramePr>
            <a:graphicFrameLocks noChangeAspect="1"/>
          </p:cNvGraphicFramePr>
          <p:nvPr>
            <p:extLst>
              <p:ext uri="{D42A27DB-BD31-4B8C-83A1-F6EECF244321}">
                <p14:modId xmlns:p14="http://schemas.microsoft.com/office/powerpoint/2010/main" val="4213221159"/>
              </p:ext>
            </p:extLst>
          </p:nvPr>
        </p:nvGraphicFramePr>
        <p:xfrm>
          <a:off x="3798809" y="2703671"/>
          <a:ext cx="1790619" cy="760617"/>
        </p:xfrm>
        <a:graphic>
          <a:graphicData uri="http://schemas.openxmlformats.org/presentationml/2006/ole">
            <mc:AlternateContent xmlns:mc="http://schemas.openxmlformats.org/markup-compatibility/2006">
              <mc:Choice xmlns:v="urn:schemas-microsoft-com:vml" Requires="v">
                <p:oleObj spid="_x0000_s57872" name="Equation" r:id="rId11" imgW="927000" imgH="393480" progId="Equation.DSMT4">
                  <p:embed/>
                </p:oleObj>
              </mc:Choice>
              <mc:Fallback>
                <p:oleObj name="Equation" r:id="rId11" imgW="927000" imgH="393480" progId="Equation.DSMT4">
                  <p:embed/>
                  <p:pic>
                    <p:nvPicPr>
                      <p:cNvPr id="0" name="Picture 6"/>
                      <p:cNvPicPr>
                        <a:picLocks noChangeAspect="1" noChangeArrowheads="1"/>
                      </p:cNvPicPr>
                      <p:nvPr/>
                    </p:nvPicPr>
                    <p:blipFill>
                      <a:blip r:embed="rId12"/>
                      <a:srcRect/>
                      <a:stretch>
                        <a:fillRect/>
                      </a:stretch>
                    </p:blipFill>
                    <p:spPr bwMode="auto">
                      <a:xfrm>
                        <a:off x="3798809" y="2703671"/>
                        <a:ext cx="1790619" cy="760617"/>
                      </a:xfrm>
                      <a:prstGeom prst="rect">
                        <a:avLst/>
                      </a:prstGeom>
                      <a:noFill/>
                      <a:effectLst/>
                      <a:extLst/>
                    </p:spPr>
                  </p:pic>
                </p:oleObj>
              </mc:Fallback>
            </mc:AlternateContent>
          </a:graphicData>
        </a:graphic>
      </p:graphicFrame>
      <p:graphicFrame>
        <p:nvGraphicFramePr>
          <p:cNvPr id="57351" name="Object 7"/>
          <p:cNvGraphicFramePr>
            <a:graphicFrameLocks noChangeAspect="1"/>
          </p:cNvGraphicFramePr>
          <p:nvPr>
            <p:extLst>
              <p:ext uri="{D42A27DB-BD31-4B8C-83A1-F6EECF244321}">
                <p14:modId xmlns:p14="http://schemas.microsoft.com/office/powerpoint/2010/main" val="2547541656"/>
              </p:ext>
            </p:extLst>
          </p:nvPr>
        </p:nvGraphicFramePr>
        <p:xfrm>
          <a:off x="5854543" y="2673907"/>
          <a:ext cx="1813256" cy="779858"/>
        </p:xfrm>
        <a:graphic>
          <a:graphicData uri="http://schemas.openxmlformats.org/presentationml/2006/ole">
            <mc:AlternateContent xmlns:mc="http://schemas.openxmlformats.org/markup-compatibility/2006">
              <mc:Choice xmlns:v="urn:schemas-microsoft-com:vml" Requires="v">
                <p:oleObj spid="_x0000_s57873" r:id="rId13" imgW="914320" imgH="393846" progId="Equation.3">
                  <p:embed/>
                </p:oleObj>
              </mc:Choice>
              <mc:Fallback>
                <p:oleObj r:id="rId13" imgW="914320" imgH="393846"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54543" y="2673907"/>
                        <a:ext cx="1813256" cy="779858"/>
                      </a:xfrm>
                      <a:prstGeom prst="rect">
                        <a:avLst/>
                      </a:prstGeom>
                      <a:noFill/>
                      <a:effectLst/>
                      <a:extLst/>
                    </p:spPr>
                  </p:pic>
                </p:oleObj>
              </mc:Fallback>
            </mc:AlternateContent>
          </a:graphicData>
        </a:graphic>
      </p:graphicFrame>
      <p:sp>
        <p:nvSpPr>
          <p:cNvPr id="57352" name="Text Box 8"/>
          <p:cNvSpPr txBox="1">
            <a:spLocks noChangeArrowheads="1"/>
          </p:cNvSpPr>
          <p:nvPr/>
        </p:nvSpPr>
        <p:spPr bwMode="auto">
          <a:xfrm>
            <a:off x="621030" y="2229623"/>
            <a:ext cx="3942160" cy="461665"/>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400"/>
              <a:t>对质量连续分布的物体：</a:t>
            </a:r>
          </a:p>
        </p:txBody>
      </p:sp>
      <p:sp>
        <p:nvSpPr>
          <p:cNvPr id="57353" name="Text Box 9"/>
          <p:cNvSpPr txBox="1">
            <a:spLocks noChangeArrowheads="1"/>
          </p:cNvSpPr>
          <p:nvPr/>
        </p:nvSpPr>
        <p:spPr bwMode="auto">
          <a:xfrm>
            <a:off x="621030" y="405468"/>
            <a:ext cx="4320779" cy="461665"/>
          </a:xfrm>
          <a:prstGeom prst="rect">
            <a:avLst/>
          </a:prstGeom>
          <a:noFill/>
          <a:ln w="9525">
            <a:noFill/>
            <a:miter lim="800000"/>
            <a:headEnd/>
            <a:tailEnd/>
          </a:ln>
          <a:effectLst/>
        </p:spPr>
        <p:txBody>
          <a:bodyPr>
            <a:spAutoFit/>
          </a:bodyPr>
          <a:lstStyle/>
          <a:p>
            <a:pPr>
              <a:spcBef>
                <a:spcPct val="50000"/>
              </a:spcBef>
              <a:buClr>
                <a:srgbClr val="0000FF"/>
              </a:buClr>
              <a:buFont typeface="Wingdings" pitchFamily="2" charset="2"/>
              <a:buChar char="Ø"/>
            </a:pPr>
            <a:r>
              <a:rPr lang="zh-CN" altLang="en-US" sz="2400"/>
              <a:t>对质量离散分布的物系：</a:t>
            </a:r>
          </a:p>
        </p:txBody>
      </p:sp>
      <p:grpSp>
        <p:nvGrpSpPr>
          <p:cNvPr id="57354" name="Group 10"/>
          <p:cNvGrpSpPr>
            <a:grpSpLocks/>
          </p:cNvGrpSpPr>
          <p:nvPr/>
        </p:nvGrpSpPr>
        <p:grpSpPr bwMode="auto">
          <a:xfrm>
            <a:off x="621030" y="3788332"/>
            <a:ext cx="8449866" cy="535781"/>
            <a:chOff x="-800" y="11"/>
            <a:chExt cx="7097" cy="450"/>
          </a:xfrm>
        </p:grpSpPr>
        <p:sp>
          <p:nvSpPr>
            <p:cNvPr id="57355" name="Text Box 11"/>
            <p:cNvSpPr txBox="1">
              <a:spLocks noChangeArrowheads="1"/>
            </p:cNvSpPr>
            <p:nvPr/>
          </p:nvSpPr>
          <p:spPr bwMode="auto">
            <a:xfrm>
              <a:off x="16" y="11"/>
              <a:ext cx="6281" cy="450"/>
            </a:xfrm>
            <a:prstGeom prst="rect">
              <a:avLst/>
            </a:prstGeom>
            <a:noFill/>
            <a:ln w="9525">
              <a:noFill/>
              <a:miter lim="800000"/>
              <a:headEnd/>
              <a:tailEnd/>
            </a:ln>
            <a:effectLst/>
          </p:spPr>
          <p:txBody>
            <a:bodyPr wrap="square">
              <a:spAutoFit/>
            </a:bodyPr>
            <a:lstStyle/>
            <a:p>
              <a:pPr>
                <a:lnSpc>
                  <a:spcPct val="120000"/>
                </a:lnSpc>
              </a:pPr>
              <a:r>
                <a:rPr lang="zh-CN" altLang="en-US" sz="2400" smtClean="0"/>
                <a:t>对</a:t>
              </a:r>
              <a:r>
                <a:rPr lang="zh-CN" altLang="en-US" sz="2400"/>
                <a:t>密度均匀、形状对称的物体，质心在其几何中心．</a:t>
              </a:r>
            </a:p>
          </p:txBody>
        </p:sp>
        <p:sp>
          <p:nvSpPr>
            <p:cNvPr id="57356" name="Rectangle 12"/>
            <p:cNvSpPr>
              <a:spLocks noChangeArrowheads="1"/>
            </p:cNvSpPr>
            <p:nvPr/>
          </p:nvSpPr>
          <p:spPr bwMode="auto">
            <a:xfrm>
              <a:off x="-800" y="24"/>
              <a:ext cx="771" cy="388"/>
            </a:xfrm>
            <a:prstGeom prst="rect">
              <a:avLst/>
            </a:prstGeom>
            <a:gradFill rotWithShape="1">
              <a:gsLst>
                <a:gs pos="0">
                  <a:schemeClr val="accent1"/>
                </a:gs>
                <a:gs pos="50000">
                  <a:schemeClr val="bg1"/>
                </a:gs>
                <a:gs pos="100000">
                  <a:schemeClr val="accent1"/>
                </a:gs>
              </a:gsLst>
              <a:lin ang="5400000" scaled="1"/>
            </a:gradFill>
            <a:ln w="9525">
              <a:solidFill>
                <a:srgbClr val="003300"/>
              </a:solidFill>
              <a:miter lim="800000"/>
              <a:headEnd/>
              <a:tailEnd/>
            </a:ln>
            <a:effectLst/>
          </p:spPr>
          <p:txBody>
            <a:bodyPr anchor="ctr">
              <a:spAutoFit/>
            </a:bodyPr>
            <a:lstStyle/>
            <a:p>
              <a:pPr algn="ctr"/>
              <a:r>
                <a:rPr lang="zh-CN" altLang="en-US" sz="2400">
                  <a:solidFill>
                    <a:srgbClr val="CC0000"/>
                  </a:solidFill>
                </a:rPr>
                <a:t>说明</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blinds(horizontal)">
                                      <p:cBhvr>
                                        <p:cTn id="7" dur="500"/>
                                        <p:tgtEl>
                                          <p:spTgt spid="573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347"/>
                                        </p:tgtEl>
                                        <p:attrNameLst>
                                          <p:attrName>style.visibility</p:attrName>
                                        </p:attrNameLst>
                                      </p:cBhvr>
                                      <p:to>
                                        <p:strVal val="visible"/>
                                      </p:to>
                                    </p:set>
                                    <p:animEffect transition="in" filter="blinds(horizontal)">
                                      <p:cBhvr>
                                        <p:cTn id="12" dur="500"/>
                                        <p:tgtEl>
                                          <p:spTgt spid="5734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3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57352"/>
                                        </p:tgtEl>
                                        <p:attrNameLst>
                                          <p:attrName>style.visibility</p:attrName>
                                        </p:attrNameLst>
                                      </p:cBhvr>
                                      <p:to>
                                        <p:strVal val="visible"/>
                                      </p:to>
                                    </p:set>
                                    <p:animEffect transition="in" filter="checkerboard(across)">
                                      <p:cBhvr>
                                        <p:cTn id="21" dur="500"/>
                                        <p:tgtEl>
                                          <p:spTgt spid="5735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7349"/>
                                        </p:tgtEl>
                                        <p:attrNameLst>
                                          <p:attrName>style.visibility</p:attrName>
                                        </p:attrNameLst>
                                      </p:cBhvr>
                                      <p:to>
                                        <p:strVal val="visible"/>
                                      </p:to>
                                    </p:set>
                                    <p:animEffect transition="in" filter="blinds(horizontal)">
                                      <p:cBhvr>
                                        <p:cTn id="26" dur="500"/>
                                        <p:tgtEl>
                                          <p:spTgt spid="57349"/>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57350"/>
                                        </p:tgtEl>
                                        <p:attrNameLst>
                                          <p:attrName>style.visibility</p:attrName>
                                        </p:attrNameLst>
                                      </p:cBhvr>
                                      <p:to>
                                        <p:strVal val="visible"/>
                                      </p:to>
                                    </p:set>
                                    <p:animEffect transition="in" filter="box(in)">
                                      <p:cBhvr>
                                        <p:cTn id="31" dur="500"/>
                                        <p:tgtEl>
                                          <p:spTgt spid="5735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57351"/>
                                        </p:tgtEl>
                                        <p:attrNameLst>
                                          <p:attrName>style.visibility</p:attrName>
                                        </p:attrNameLst>
                                      </p:cBhvr>
                                      <p:to>
                                        <p:strVal val="visible"/>
                                      </p:to>
                                    </p:set>
                                    <p:animEffect transition="in" filter="blinds(horizontal)">
                                      <p:cBhvr>
                                        <p:cTn id="36" dur="500"/>
                                        <p:tgtEl>
                                          <p:spTgt spid="5735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2" grpId="0" autoUpdateAnimBg="0"/>
    </p:bldLst>
  </p:timing>
</p:sld>
</file>

<file path=ppt/theme/theme1.xml><?xml version="1.0" encoding="utf-8"?>
<a:theme xmlns:a="http://schemas.openxmlformats.org/drawingml/2006/main" name="1_第六版PPT主题模板NEW">
  <a:themeElements>
    <a:clrScheme name="1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大学物理模版-定稿3">
  <a:themeElements>
    <a:clrScheme name="1_大学物理模版-定稿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大学物理模版-定稿3">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大学物理模版-定稿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大学物理模版-定稿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大学物理模版-定稿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大学物理模版-定稿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大学物理模版-定稿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大学物理模版-定稿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大学物理模版-定稿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大学物理模版-定稿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大学物理模版-定稿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大学物理模版-定稿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大学物理模版-定稿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大学物理模版-定稿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第六版PPT主题模板NEW">
  <a:themeElements>
    <a:clrScheme name="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第六版PPT主题模板NEW">
  <a:themeElements>
    <a:clrScheme name="2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第六版PPT主题模板NEW">
  <a:themeElements>
    <a:clrScheme name="3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3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第六版PPT主题模板NEW">
  <a:themeElements>
    <a:clrScheme name="4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4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第六版PPT主题模板NEW">
  <a:themeElements>
    <a:clrScheme name="5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5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第六版PPT主题模板NEW">
  <a:themeElements>
    <a:clrScheme name="6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6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第六版PPT主题模板NEW">
  <a:themeElements>
    <a:clrScheme name="7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7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7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8_第六版PPT主题模板NEW">
  <a:themeElements>
    <a:clrScheme name="8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8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8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9_第六版PPT主题模板NEW">
  <a:themeElements>
    <a:clrScheme name="9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9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9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0_第六版PPT主题模板NEW">
  <a:themeElements>
    <a:clrScheme name="10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0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0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1_第六版PPT主题模板NEW">
  <a:themeElements>
    <a:clrScheme name="11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1_第六版PPT主题模板NEW">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1_第六版PPT主题模板NEW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第六版母版">
  <a:themeElements>
    <a:clrScheme name="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rgbClr val="003366"/>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_第六版母版">
  <a:themeElements>
    <a:clrScheme name="1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2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charset="0"/>
          <a:buNone/>
          <a:tabLst/>
          <a:defRPr kumimoji="0" lang="zh-CN" sz="32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3-0 教学基本要求</Template>
  <TotalTime>1290</TotalTime>
  <Pages>0</Pages>
  <Words>876</Words>
  <Characters>0</Characters>
  <Application>Microsoft Office PowerPoint</Application>
  <DocSecurity>0</DocSecurity>
  <PresentationFormat>全屏显示(16:9)</PresentationFormat>
  <Lines>0</Lines>
  <Paragraphs>162</Paragraphs>
  <Slides>30</Slides>
  <Notes>2</Notes>
  <HiddenSlides>1</HiddenSlides>
  <MMClips>0</MMClips>
  <ScaleCrop>false</ScaleCrop>
  <HeadingPairs>
    <vt:vector size="8" baseType="variant">
      <vt:variant>
        <vt:lpstr>已用的字体</vt:lpstr>
      </vt:variant>
      <vt:variant>
        <vt:i4>8</vt:i4>
      </vt:variant>
      <vt:variant>
        <vt:lpstr>主题</vt:lpstr>
      </vt:variant>
      <vt:variant>
        <vt:i4>16</vt:i4>
      </vt:variant>
      <vt:variant>
        <vt:lpstr>嵌入 OLE 服务器</vt:lpstr>
      </vt:variant>
      <vt:variant>
        <vt:i4>3</vt:i4>
      </vt:variant>
      <vt:variant>
        <vt:lpstr>幻灯片标题</vt:lpstr>
      </vt:variant>
      <vt:variant>
        <vt:i4>30</vt:i4>
      </vt:variant>
    </vt:vector>
  </HeadingPairs>
  <TitlesOfParts>
    <vt:vector size="57" baseType="lpstr">
      <vt:lpstr>华文中宋</vt:lpstr>
      <vt:lpstr>楷体</vt:lpstr>
      <vt:lpstr>楷体_GB2312</vt:lpstr>
      <vt:lpstr>宋体</vt:lpstr>
      <vt:lpstr>Arial</vt:lpstr>
      <vt:lpstr>Calibri</vt:lpstr>
      <vt:lpstr>Times New Roman</vt:lpstr>
      <vt:lpstr>Wingdings</vt:lpstr>
      <vt:lpstr>1_第六版PPT主题模板NEW</vt:lpstr>
      <vt:lpstr>1_大学物理模版-定稿3</vt:lpstr>
      <vt:lpstr>第六版PPT主题模板NEW</vt:lpstr>
      <vt:lpstr>2_第六版PPT主题模板NEW</vt:lpstr>
      <vt:lpstr>3_第六版PPT主题模板NEW</vt:lpstr>
      <vt:lpstr>4_第六版PPT主题模板NEW</vt:lpstr>
      <vt:lpstr>5_第六版PPT主题模板NEW</vt:lpstr>
      <vt:lpstr>6_第六版PPT主题模板NEW</vt:lpstr>
      <vt:lpstr>7_第六版PPT主题模板NEW</vt:lpstr>
      <vt:lpstr>8_第六版PPT主题模板NEW</vt:lpstr>
      <vt:lpstr>9_第六版PPT主题模板NEW</vt:lpstr>
      <vt:lpstr>10_第六版PPT主题模板NEW</vt:lpstr>
      <vt:lpstr>11_第六版PPT主题模板NEW</vt:lpstr>
      <vt:lpstr>第六版母版</vt:lpstr>
      <vt:lpstr>1_第六版母版</vt:lpstr>
      <vt:lpstr>2_第六版母版</vt:lpstr>
      <vt:lpstr>Microsoft Equation 3.0</vt:lpstr>
      <vt:lpstr>Equation</vt:lpstr>
      <vt:lpstr>MathType 6.7 Equation</vt:lpstr>
      <vt:lpstr>第三章 动量守恒定律和能量守恒定律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江南大学理学院物理系</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3-5 保守力与非保守力</dc:title>
  <dc:creator>张薇</dc:creator>
  <cp:lastModifiedBy>Administrator</cp:lastModifiedBy>
  <cp:revision>329</cp:revision>
  <dcterms:created xsi:type="dcterms:W3CDTF">2001-03-15T01:39:43Z</dcterms:created>
  <dcterms:modified xsi:type="dcterms:W3CDTF">2024-03-15T03:03:10Z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2052-9.1.0.4862</vt:lpwstr>
  </property>
</Properties>
</file>