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72" r:id="rId2"/>
    <p:sldMasterId id="2147483794" r:id="rId3"/>
    <p:sldMasterId id="2147483861" r:id="rId4"/>
  </p:sldMasterIdLst>
  <p:notesMasterIdLst>
    <p:notesMasterId r:id="rId45"/>
  </p:notesMasterIdLst>
  <p:sldIdLst>
    <p:sldId id="338" r:id="rId5"/>
    <p:sldId id="402" r:id="rId6"/>
    <p:sldId id="403" r:id="rId7"/>
    <p:sldId id="404" r:id="rId8"/>
    <p:sldId id="405" r:id="rId9"/>
    <p:sldId id="406" r:id="rId10"/>
    <p:sldId id="407" r:id="rId11"/>
    <p:sldId id="408" r:id="rId12"/>
    <p:sldId id="385" r:id="rId13"/>
    <p:sldId id="386" r:id="rId14"/>
    <p:sldId id="387" r:id="rId15"/>
    <p:sldId id="429" r:id="rId16"/>
    <p:sldId id="393" r:id="rId17"/>
    <p:sldId id="394" r:id="rId18"/>
    <p:sldId id="395" r:id="rId19"/>
    <p:sldId id="414" r:id="rId20"/>
    <p:sldId id="415" r:id="rId21"/>
    <p:sldId id="412" r:id="rId22"/>
    <p:sldId id="409" r:id="rId23"/>
    <p:sldId id="410" r:id="rId24"/>
    <p:sldId id="411" r:id="rId25"/>
    <p:sldId id="396" r:id="rId26"/>
    <p:sldId id="397" r:id="rId27"/>
    <p:sldId id="398" r:id="rId28"/>
    <p:sldId id="399" r:id="rId29"/>
    <p:sldId id="400" r:id="rId30"/>
    <p:sldId id="413" r:id="rId31"/>
    <p:sldId id="430" r:id="rId32"/>
    <p:sldId id="361" r:id="rId33"/>
    <p:sldId id="362" r:id="rId34"/>
    <p:sldId id="416" r:id="rId35"/>
    <p:sldId id="417" r:id="rId36"/>
    <p:sldId id="418" r:id="rId37"/>
    <p:sldId id="419" r:id="rId38"/>
    <p:sldId id="420" r:id="rId39"/>
    <p:sldId id="421" r:id="rId40"/>
    <p:sldId id="422" r:id="rId41"/>
    <p:sldId id="423" r:id="rId42"/>
    <p:sldId id="424" r:id="rId43"/>
    <p:sldId id="425" r:id="rId4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2" userDrawn="1">
          <p15:clr>
            <a:srgbClr val="A4A3A4"/>
          </p15:clr>
        </p15:guide>
        <p15:guide id="2" pos="29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0070C0"/>
    <a:srgbClr val="BBE0E3"/>
    <a:srgbClr val="82C7CC"/>
    <a:srgbClr val="FFFFFF"/>
    <a:srgbClr val="FF0066"/>
    <a:srgbClr val="CC0099"/>
    <a:srgbClr val="F8F8F8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3" autoAdjust="0"/>
    <p:restoredTop sz="96071" autoAdjust="0"/>
  </p:normalViewPr>
  <p:slideViewPr>
    <p:cSldViewPr snapToGrid="0">
      <p:cViewPr>
        <p:scale>
          <a:sx n="125" d="100"/>
          <a:sy n="125" d="100"/>
        </p:scale>
        <p:origin x="498" y="168"/>
      </p:cViewPr>
      <p:guideLst>
        <p:guide orient="horz" pos="2952"/>
        <p:guide pos="2937"/>
      </p:guideLst>
    </p:cSldViewPr>
  </p:slideViewPr>
  <p:outlineViewPr>
    <p:cViewPr>
      <p:scale>
        <a:sx n="33" d="100"/>
        <a:sy n="33" d="100"/>
      </p:scale>
      <p:origin x="0" y="-376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9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0.wmf"/><Relationship Id="rId5" Type="http://schemas.openxmlformats.org/officeDocument/2006/relationships/image" Target="../media/image12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5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10" Type="http://schemas.openxmlformats.org/officeDocument/2006/relationships/image" Target="../media/image1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52.wmf"/><Relationship Id="rId7" Type="http://schemas.openxmlformats.org/officeDocument/2006/relationships/image" Target="../media/image56.e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9" Type="http://schemas.openxmlformats.org/officeDocument/2006/relationships/image" Target="../media/image57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image" Target="../media/image71.e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12" Type="http://schemas.openxmlformats.org/officeDocument/2006/relationships/image" Target="../media/image70.emf"/><Relationship Id="rId2" Type="http://schemas.openxmlformats.org/officeDocument/2006/relationships/image" Target="../media/image60.wmf"/><Relationship Id="rId16" Type="http://schemas.openxmlformats.org/officeDocument/2006/relationships/image" Target="../media/image74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11" Type="http://schemas.openxmlformats.org/officeDocument/2006/relationships/image" Target="../media/image69.wmf"/><Relationship Id="rId5" Type="http://schemas.openxmlformats.org/officeDocument/2006/relationships/image" Target="../media/image63.emf"/><Relationship Id="rId15" Type="http://schemas.openxmlformats.org/officeDocument/2006/relationships/image" Target="../media/image73.emf"/><Relationship Id="rId10" Type="http://schemas.openxmlformats.org/officeDocument/2006/relationships/image" Target="../media/image68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Relationship Id="rId14" Type="http://schemas.openxmlformats.org/officeDocument/2006/relationships/image" Target="../media/image72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image" Target="../media/image69.wmf"/><Relationship Id="rId3" Type="http://schemas.openxmlformats.org/officeDocument/2006/relationships/image" Target="../media/image77.wmf"/><Relationship Id="rId7" Type="http://schemas.openxmlformats.org/officeDocument/2006/relationships/image" Target="../media/image78.emf"/><Relationship Id="rId12" Type="http://schemas.openxmlformats.org/officeDocument/2006/relationships/image" Target="../media/image68.wmf"/><Relationship Id="rId17" Type="http://schemas.openxmlformats.org/officeDocument/2006/relationships/image" Target="../media/image82.emf"/><Relationship Id="rId2" Type="http://schemas.openxmlformats.org/officeDocument/2006/relationships/image" Target="../media/image76.wmf"/><Relationship Id="rId16" Type="http://schemas.openxmlformats.org/officeDocument/2006/relationships/image" Target="../media/image81.emf"/><Relationship Id="rId1" Type="http://schemas.openxmlformats.org/officeDocument/2006/relationships/image" Target="../media/image75.wmf"/><Relationship Id="rId6" Type="http://schemas.openxmlformats.org/officeDocument/2006/relationships/image" Target="../media/image62.wmf"/><Relationship Id="rId11" Type="http://schemas.openxmlformats.org/officeDocument/2006/relationships/image" Target="../media/image67.wmf"/><Relationship Id="rId5" Type="http://schemas.openxmlformats.org/officeDocument/2006/relationships/image" Target="../media/image61.wmf"/><Relationship Id="rId15" Type="http://schemas.openxmlformats.org/officeDocument/2006/relationships/image" Target="../media/image80.emf"/><Relationship Id="rId10" Type="http://schemas.openxmlformats.org/officeDocument/2006/relationships/image" Target="../media/image66.wmf"/><Relationship Id="rId4" Type="http://schemas.openxmlformats.org/officeDocument/2006/relationships/image" Target="../media/image60.wmf"/><Relationship Id="rId9" Type="http://schemas.openxmlformats.org/officeDocument/2006/relationships/image" Target="../media/image65.wmf"/><Relationship Id="rId14" Type="http://schemas.openxmlformats.org/officeDocument/2006/relationships/image" Target="../media/image79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8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83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image" Target="../media/image107.wmf"/><Relationship Id="rId7" Type="http://schemas.openxmlformats.org/officeDocument/2006/relationships/image" Target="../media/image111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6" Type="http://schemas.openxmlformats.org/officeDocument/2006/relationships/image" Target="../media/image110.wmf"/><Relationship Id="rId5" Type="http://schemas.openxmlformats.org/officeDocument/2006/relationships/image" Target="../media/image109.emf"/><Relationship Id="rId4" Type="http://schemas.openxmlformats.org/officeDocument/2006/relationships/image" Target="../media/image108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wmf"/><Relationship Id="rId1" Type="http://schemas.openxmlformats.org/officeDocument/2006/relationships/image" Target="../media/image11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wmf"/><Relationship Id="rId1" Type="http://schemas.openxmlformats.org/officeDocument/2006/relationships/image" Target="../media/image112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image" Target="../media/image117.emf"/><Relationship Id="rId7" Type="http://schemas.openxmlformats.org/officeDocument/2006/relationships/image" Target="../media/image121.wmf"/><Relationship Id="rId2" Type="http://schemas.openxmlformats.org/officeDocument/2006/relationships/image" Target="../media/image116.e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10" Type="http://schemas.openxmlformats.org/officeDocument/2006/relationships/image" Target="../media/image124.wmf"/><Relationship Id="rId4" Type="http://schemas.openxmlformats.org/officeDocument/2006/relationships/image" Target="../media/image118.emf"/><Relationship Id="rId9" Type="http://schemas.openxmlformats.org/officeDocument/2006/relationships/image" Target="../media/image123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6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7" Type="http://schemas.openxmlformats.org/officeDocument/2006/relationships/image" Target="../media/image133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image" Target="../media/image137.wmf"/><Relationship Id="rId7" Type="http://schemas.openxmlformats.org/officeDocument/2006/relationships/image" Target="../media/image141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48.e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emf"/><Relationship Id="rId11" Type="http://schemas.openxmlformats.org/officeDocument/2006/relationships/image" Target="../media/image156.wmf"/><Relationship Id="rId5" Type="http://schemas.openxmlformats.org/officeDocument/2006/relationships/image" Target="../media/image150.emf"/><Relationship Id="rId10" Type="http://schemas.openxmlformats.org/officeDocument/2006/relationships/image" Target="../media/image155.wmf"/><Relationship Id="rId4" Type="http://schemas.openxmlformats.org/officeDocument/2006/relationships/image" Target="../media/image149.wmf"/><Relationship Id="rId9" Type="http://schemas.openxmlformats.org/officeDocument/2006/relationships/image" Target="../media/image154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image" Target="../media/image159.wmf"/><Relationship Id="rId7" Type="http://schemas.openxmlformats.org/officeDocument/2006/relationships/image" Target="../media/image163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10" Type="http://schemas.openxmlformats.org/officeDocument/2006/relationships/image" Target="../media/image166.wmf"/><Relationship Id="rId4" Type="http://schemas.openxmlformats.org/officeDocument/2006/relationships/image" Target="../media/image160.wmf"/><Relationship Id="rId9" Type="http://schemas.openxmlformats.org/officeDocument/2006/relationships/image" Target="../media/image16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emf"/><Relationship Id="rId2" Type="http://schemas.openxmlformats.org/officeDocument/2006/relationships/image" Target="../media/image168.emf"/><Relationship Id="rId1" Type="http://schemas.openxmlformats.org/officeDocument/2006/relationships/image" Target="../media/image167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emf"/><Relationship Id="rId2" Type="http://schemas.openxmlformats.org/officeDocument/2006/relationships/image" Target="../media/image171.wmf"/><Relationship Id="rId1" Type="http://schemas.openxmlformats.org/officeDocument/2006/relationships/image" Target="../media/image170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emf"/><Relationship Id="rId2" Type="http://schemas.openxmlformats.org/officeDocument/2006/relationships/image" Target="../media/image174.wmf"/><Relationship Id="rId1" Type="http://schemas.openxmlformats.org/officeDocument/2006/relationships/image" Target="../media/image173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2" Type="http://schemas.openxmlformats.org/officeDocument/2006/relationships/image" Target="../media/image177.wmf"/><Relationship Id="rId1" Type="http://schemas.openxmlformats.org/officeDocument/2006/relationships/image" Target="../media/image176.e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7" Type="http://schemas.openxmlformats.org/officeDocument/2006/relationships/image" Target="../media/image189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6" Type="http://schemas.openxmlformats.org/officeDocument/2006/relationships/image" Target="../media/image188.wmf"/><Relationship Id="rId5" Type="http://schemas.openxmlformats.org/officeDocument/2006/relationships/image" Target="../media/image187.wmf"/><Relationship Id="rId4" Type="http://schemas.openxmlformats.org/officeDocument/2006/relationships/image" Target="../media/image186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emf"/><Relationship Id="rId7" Type="http://schemas.openxmlformats.org/officeDocument/2006/relationships/image" Target="../media/image196.emf"/><Relationship Id="rId2" Type="http://schemas.openxmlformats.org/officeDocument/2006/relationships/image" Target="../media/image191.emf"/><Relationship Id="rId1" Type="http://schemas.openxmlformats.org/officeDocument/2006/relationships/image" Target="../media/image190.wmf"/><Relationship Id="rId6" Type="http://schemas.openxmlformats.org/officeDocument/2006/relationships/image" Target="../media/image195.emf"/><Relationship Id="rId5" Type="http://schemas.openxmlformats.org/officeDocument/2006/relationships/image" Target="../media/image194.emf"/><Relationship Id="rId4" Type="http://schemas.openxmlformats.org/officeDocument/2006/relationships/image" Target="../media/image193.e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image" Target="../media/image199.wmf"/><Relationship Id="rId7" Type="http://schemas.openxmlformats.org/officeDocument/2006/relationships/image" Target="../media/image203.emf"/><Relationship Id="rId2" Type="http://schemas.openxmlformats.org/officeDocument/2006/relationships/image" Target="../media/image198.emf"/><Relationship Id="rId1" Type="http://schemas.openxmlformats.org/officeDocument/2006/relationships/image" Target="../media/image197.emf"/><Relationship Id="rId6" Type="http://schemas.openxmlformats.org/officeDocument/2006/relationships/image" Target="../media/image202.emf"/><Relationship Id="rId5" Type="http://schemas.openxmlformats.org/officeDocument/2006/relationships/image" Target="../media/image201.wmf"/><Relationship Id="rId4" Type="http://schemas.openxmlformats.org/officeDocument/2006/relationships/image" Target="../media/image200.wmf"/><Relationship Id="rId9" Type="http://schemas.openxmlformats.org/officeDocument/2006/relationships/image" Target="../media/image19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702856A-29DB-4EA8-8FF7-C97C4EFD28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0691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3F5DF5-F389-41BC-96BE-45C8669146B5}" type="slidenum">
              <a:rPr lang="en-US" altLang="zh-CN" smtClean="0"/>
              <a:pPr/>
              <a:t>3</a:t>
            </a:fld>
            <a:endParaRPr lang="en-US" altLang="zh-CN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635430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3D75A7B-1DAD-4088-AC08-9C5044EB5FD4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kumimoji="1" lang="zh-CN" altLang="en-US" sz="3200" smtClean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0099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C0A342-63A7-46A9-9CA0-849393BF0D0D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kumimoji="1" lang="zh-CN" altLang="en-US" sz="3200" smtClean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6874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EEE2929-A8FF-49A6-B4BA-D1F960CB49C9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kumimoji="1" lang="zh-CN" altLang="en-US" sz="3200" smtClean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4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368EBF-83D8-4D2F-8FCA-821EA5D4B3CF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kumimoji="1" lang="zh-CN" altLang="en-US" sz="3200" smtClean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2287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2B6D39D-5B80-460E-958A-891DEDDA3C82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kumimoji="1" lang="zh-CN" altLang="en-US" sz="3200" smtClean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5644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02856A-29DB-4EA8-8FF7-C97C4EFD2892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1338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× </a:t>
            </a:r>
            <a:r>
              <a:rPr lang="zh-CN" altLang="en-US" smtClean="0"/>
              <a:t>√ √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02856A-29DB-4EA8-8FF7-C97C4EFD2892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178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sz="7200" baseline="0" dirty="0" smtClean="0"/>
              <a:t>1.</a:t>
            </a:r>
            <a:r>
              <a:rPr lang="zh-CN" altLang="en-US" sz="7200" baseline="0" dirty="0" smtClean="0"/>
              <a:t>根据对称性做高斯面。</a:t>
            </a:r>
            <a:r>
              <a:rPr lang="en-US" altLang="zh-CN" sz="7200" baseline="0" dirty="0" smtClean="0"/>
              <a:t>2.</a:t>
            </a:r>
            <a:r>
              <a:rPr lang="zh-CN" altLang="en-US" sz="7200" baseline="0" dirty="0" smtClean="0"/>
              <a:t>高斯面经过</a:t>
            </a:r>
            <a:r>
              <a:rPr lang="en-US" altLang="zh-CN" sz="7200" baseline="0" dirty="0" smtClean="0"/>
              <a:t>P</a:t>
            </a:r>
            <a:r>
              <a:rPr lang="zh-CN" altLang="en-US" sz="7200" baseline="0" dirty="0" smtClean="0"/>
              <a:t>点。</a:t>
            </a:r>
            <a:r>
              <a:rPr lang="en-US" altLang="zh-CN" sz="7200" baseline="0" dirty="0" smtClean="0"/>
              <a:t>3.</a:t>
            </a:r>
            <a:r>
              <a:rPr lang="zh-CN" altLang="en-US" sz="7200" baseline="0" dirty="0" smtClean="0"/>
              <a:t>我们要求的是高斯面上的</a:t>
            </a:r>
            <a:r>
              <a:rPr lang="en-US" altLang="zh-CN" sz="7200" baseline="0" dirty="0" smtClean="0"/>
              <a:t>E</a:t>
            </a:r>
            <a:r>
              <a:rPr lang="zh-CN" altLang="en-US" sz="7200" baseline="0" dirty="0" smtClean="0"/>
              <a:t>，</a:t>
            </a:r>
            <a:r>
              <a:rPr lang="en-US" altLang="zh-CN" sz="7200" baseline="0" dirty="0" smtClean="0"/>
              <a:t>P</a:t>
            </a:r>
            <a:r>
              <a:rPr lang="zh-CN" altLang="en-US" sz="7200" baseline="0" dirty="0" smtClean="0"/>
              <a:t>点是其中一个</a:t>
            </a:r>
            <a:r>
              <a:rPr lang="zh-CN" altLang="en-US" sz="7200" baseline="0" smtClean="0"/>
              <a:t>点。</a:t>
            </a:r>
            <a:endParaRPr lang="en-US" altLang="zh-CN" sz="7200" baseline="0" smtClean="0"/>
          </a:p>
          <a:p>
            <a:r>
              <a:rPr lang="en-US" altLang="zh-CN" sz="7200" baseline="0" smtClean="0"/>
              <a:t>2.</a:t>
            </a:r>
            <a:r>
              <a:rPr lang="zh-CN" altLang="en-US" sz="7200" baseline="0" smtClean="0"/>
              <a:t>要求哪个点的电场强度，你设计的高斯面必须经过那个点。</a:t>
            </a:r>
            <a:endParaRPr lang="zh-CN" altLang="en-US" sz="72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02856A-29DB-4EA8-8FF7-C97C4EFD289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894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2B054E-51BF-4E4E-A725-989F95F85F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C37CA-20A4-44EF-B1C9-6010D944DA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649EA-F336-45B7-BE11-18A865EED0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9B250-7867-4DA0-83DB-C9E11E0829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B0A88-E46E-4971-9D80-8DFEB463A6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2BE15C-0654-4710-8B28-A23C782659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3FE056-F86E-4002-AD4F-27C3484D06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A4110-9E23-454E-98D6-3C0A607E3B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19EFA-C9F1-4C7A-9AA5-B73DAB26D8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D6578-0053-409B-BE17-79B06201E1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9FCB4-5CBB-4840-B971-5714F60908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D7C62-BB5F-468A-B629-69A76CB411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3132138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5" name="Rectangle 105"/>
          <p:cNvSpPr>
            <a:spLocks noChangeArrowheads="1"/>
          </p:cNvSpPr>
          <p:nvPr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6" name="Picture 12" descr="C:\Users\qdx\Desktop\Aticles\20141011\temp_01.gif"/>
          <p:cNvPicPr>
            <a:picLocks noChangeAspect="1" noChangeArrowheads="1"/>
          </p:cNvPicPr>
          <p:nvPr userDrawn="1"/>
        </p:nvPicPr>
        <p:blipFill>
          <a:blip r:embed="rId2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TextBox 80"/>
          <p:cNvSpPr txBox="1">
            <a:spLocks noChangeArrowheads="1"/>
          </p:cNvSpPr>
          <p:nvPr userDrawn="1"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7"/>
          <p:cNvSpPr>
            <a:spLocks noChangeArrowheads="1"/>
          </p:cNvSpPr>
          <p:nvPr userDrawn="1"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>
                <a:solidFill>
                  <a:srgbClr val="000066"/>
                </a:solidFill>
                <a:ea typeface="楷体_GB2312" pitchFamily="49" charset="-122"/>
              </a:rPr>
              <a:t>第五章  静电场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CED68-21D7-4AB6-8E2F-E75096AE77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C46A47-207F-4B48-B498-D1C37C9F38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BB57A-DA80-4581-AAC2-104527C899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22741A-3C37-4671-AD91-D9D3345F95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45A06-2E6D-43FD-8565-2430843143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5"/>
          <p:cNvSpPr>
            <a:spLocks noChangeArrowheads="1"/>
          </p:cNvSpPr>
          <p:nvPr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9925" y="4908947"/>
            <a:ext cx="2133600" cy="309563"/>
          </a:xfrm>
        </p:spPr>
        <p:txBody>
          <a:bodyPr/>
          <a:lstStyle>
            <a:lvl1pPr>
              <a:defRPr sz="1050"/>
            </a:lvl1pPr>
          </a:lstStyle>
          <a:p>
            <a:pPr>
              <a:defRPr/>
            </a:pPr>
            <a:fld id="{4F83453B-28AD-460A-9CA5-F598F8D3F22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E068F-E049-4D95-84CC-4BA53EE41B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D2D986-1464-408F-A234-656D57AF6E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F1094-1598-4652-B146-AEE7800EA4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B1A41-6AEB-4392-BE1B-92538C4528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4" y="2505076"/>
            <a:ext cx="7653337" cy="364331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zh-CN" altLang="en-US" sz="2100" b="1">
              <a:solidFill>
                <a:srgbClr val="333333"/>
              </a:solidFill>
              <a:latin typeface="Times New Roman" pitchFamily="18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 kumimoji="0" sz="3600"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333333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578963"/>
                </a:solidFill>
                <a:latin typeface="Arial" charset="0"/>
              </a:defRPr>
            </a:lvl1pPr>
          </a:lstStyle>
          <a:p>
            <a:pPr>
              <a:defRPr/>
            </a:pPr>
            <a:fld id="{0FF2A73F-7107-4725-B70E-703ADFECA8CC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rgbClr val="578963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578963"/>
                </a:solidFill>
                <a:latin typeface="Arial" charset="0"/>
              </a:defRPr>
            </a:lvl1pPr>
          </a:lstStyle>
          <a:p>
            <a:pPr>
              <a:defRPr/>
            </a:pPr>
            <a:fld id="{4A85396D-9EDC-4BFC-A142-F9EEDAB4E9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9FE3F1B8-B134-4C65-B1DF-9055CCDAE9D9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F2D6C4D1-2C83-47BB-8CD7-9267665C70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25F1FDE3-ED2C-4498-92C2-192793C6909E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DDCBC375-216F-468C-AE55-843B9BA5F8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930D17DA-A0C5-4C3F-B8C9-BBE2A1628EDD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CFB26C70-4F53-491F-968A-911C3D5332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39ABBC47-B5FE-40C3-964F-0343152083EC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699E2530-6E60-4AFF-93F1-35D48CA1AB5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921BAF82-B980-4537-80E6-65D9E496CBBB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5AFE999A-5285-4BE7-A159-EDB114A5DD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1F575F4E-61EF-4308-86F5-F14BA28E96B8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A379111A-900B-4D86-AC33-D547E9719A4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84412BAB-14A4-45D7-9B1C-C61C003020E9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D51EDA32-7424-4B6C-87D8-34509B5FD5B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84EF07F2-05CA-4922-9D35-210AC631453F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6723605E-67AC-4434-AACB-38EC4E347FA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45E91325-F23E-4505-832D-86E29BB03FB1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7CC00B0C-9CE1-4DC6-9C9D-14D4E71A55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BB2F19AC-E731-4C6F-A2F9-5B6CB8B59D22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Arial" charset="0"/>
              </a:defRPr>
            </a:lvl1pPr>
          </a:lstStyle>
          <a:p>
            <a:pPr>
              <a:defRPr/>
            </a:pPr>
            <a:fld id="{28019AF8-9983-4593-8A7D-97B527F196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defRPr/>
            </a:pPr>
            <a:fld id="{946BBF87-0602-42AF-96FC-C14707F08EA8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3132138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endParaRPr lang="zh-CN" altLang="en-US">
              <a:solidFill>
                <a:srgbClr val="000066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5" name="Rectangle 105"/>
          <p:cNvSpPr>
            <a:spLocks noChangeArrowheads="1"/>
          </p:cNvSpPr>
          <p:nvPr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Arial" pitchFamily="34" charset="0"/>
            </a:endParaRPr>
          </a:p>
        </p:txBody>
      </p:sp>
      <p:pic>
        <p:nvPicPr>
          <p:cNvPr id="6" name="Picture 12" descr="C:\Users\qdx\Desktop\Aticles\20141011\temp_01.gif">
            <a:extLst/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TextBox 80"/>
          <p:cNvSpPr txBox="1">
            <a:spLocks noChangeArrowheads="1"/>
          </p:cNvSpPr>
          <p:nvPr userDrawn="1"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8" name="直接连接符 7">
            <a:extLst/>
          </p:cNvPr>
          <p:cNvCxnSpPr/>
          <p:nvPr userDrawn="1"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/>
          </p:cNvPr>
          <p:cNvCxnSpPr/>
          <p:nvPr userDrawn="1"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7"/>
          <p:cNvSpPr>
            <a:spLocks noChangeArrowheads="1"/>
          </p:cNvSpPr>
          <p:nvPr userDrawn="1"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b="1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第六章  静电场</a:t>
            </a:r>
          </a:p>
        </p:txBody>
      </p:sp>
      <p:sp>
        <p:nvSpPr>
          <p:cNvPr id="11" name="矩形 10">
            <a:extLst/>
          </p:cNvPr>
          <p:cNvSpPr/>
          <p:nvPr userDrawn="1"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Rectangle 6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defRPr/>
            </a:pPr>
            <a:fld id="{A952DA22-3865-49B2-AE13-2C0A98D0FB77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defRPr/>
            </a:pPr>
            <a:fld id="{612F2651-F236-469E-AE76-CD38C300D2B8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defRPr/>
            </a:pPr>
            <a:fld id="{EBF73FF8-5101-49D7-92CF-1FC52A52EDE1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defRPr/>
            </a:pPr>
            <a:fld id="{90619D39-607A-4B65-AC33-99F9FE3D8D29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defRPr/>
            </a:pPr>
            <a:fld id="{A4C3A92E-6E80-492B-A6E3-22AE11FA07A8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3132138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endParaRPr lang="zh-CN" altLang="en-US">
              <a:solidFill>
                <a:srgbClr val="000066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3" name="Rectangle 105"/>
          <p:cNvSpPr>
            <a:spLocks noChangeArrowheads="1"/>
          </p:cNvSpPr>
          <p:nvPr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Arial" pitchFamily="34" charset="0"/>
            </a:endParaRPr>
          </a:p>
        </p:txBody>
      </p:sp>
      <p:pic>
        <p:nvPicPr>
          <p:cNvPr id="4" name="Picture 12" descr="C:\Users\qdx\Desktop\Aticles\20141011\temp_01.gif">
            <a:extLst/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extBox 80"/>
          <p:cNvSpPr txBox="1">
            <a:spLocks noChangeArrowheads="1"/>
          </p:cNvSpPr>
          <p:nvPr userDrawn="1"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6" name="直接连接符 5">
            <a:extLst/>
          </p:cNvPr>
          <p:cNvCxnSpPr/>
          <p:nvPr userDrawn="1"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/>
          </p:cNvPr>
          <p:cNvCxnSpPr/>
          <p:nvPr userDrawn="1"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97"/>
          <p:cNvSpPr>
            <a:spLocks noChangeArrowheads="1"/>
          </p:cNvSpPr>
          <p:nvPr userDrawn="1"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b="1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第五章  静电场</a:t>
            </a:r>
          </a:p>
        </p:txBody>
      </p:sp>
      <p:sp>
        <p:nvSpPr>
          <p:cNvPr id="9" name="矩形 8">
            <a:extLst/>
          </p:cNvPr>
          <p:cNvSpPr/>
          <p:nvPr userDrawn="1"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" name="Rectangle 6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defRPr/>
            </a:pPr>
            <a:fld id="{BDEDA303-6308-4079-B8BA-A8D4E88DC3FE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defRPr/>
            </a:pPr>
            <a:fld id="{8D6E576A-CFA0-418A-9BDC-2DCF8AFB3927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defRPr/>
            </a:pPr>
            <a:fld id="{DC2C40D5-271F-4AB7-A8BA-DDA07E69214E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defRPr/>
            </a:pPr>
            <a:fld id="{5C378329-5BE7-4A6F-96B6-F91EB637A429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hangingPunct="0">
              <a:defRPr/>
            </a:pPr>
            <a:fld id="{5540B1A0-1136-4A57-A49E-EE51BD973BF1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hyperlink" Target="../&#24635;&#30446;&#24405;.ppt#2. &#24187;&#28783;&#29255; 2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4.gi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84963" y="4830366"/>
            <a:ext cx="21336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pPr>
              <a:defRPr/>
            </a:pPr>
            <a:fld id="{C3B54548-7A25-42B8-B477-22EBB3F3C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3603" name="Rectangle 3"/>
          <p:cNvSpPr>
            <a:spLocks noChangeArrowheads="1"/>
          </p:cNvSpPr>
          <p:nvPr/>
        </p:nvSpPr>
        <p:spPr bwMode="auto">
          <a:xfrm>
            <a:off x="3132138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>
                <a:solidFill>
                  <a:srgbClr val="000066"/>
                </a:solidFill>
                <a:ea typeface="楷体_GB2312" pitchFamily="49" charset="-122"/>
              </a:rPr>
              <a:t>第五章  静电场</a:t>
            </a:r>
          </a:p>
        </p:txBody>
      </p:sp>
      <p:grpSp>
        <p:nvGrpSpPr>
          <p:cNvPr id="20484" name="Group 4"/>
          <p:cNvGrpSpPr>
            <a:grpSpLocks/>
          </p:cNvGrpSpPr>
          <p:nvPr userDrawn="1"/>
        </p:nvGrpSpPr>
        <p:grpSpPr bwMode="auto">
          <a:xfrm>
            <a:off x="0" y="0"/>
            <a:ext cx="1042988" cy="5143500"/>
            <a:chOff x="0" y="0"/>
            <a:chExt cx="657" cy="4320"/>
          </a:xfrm>
        </p:grpSpPr>
        <p:pic>
          <p:nvPicPr>
            <p:cNvPr id="20488" name="Picture 5" descr="moban-2-3"/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0" y="391"/>
              <a:ext cx="385" cy="39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489" name="Picture 6" descr="moban-1-11"/>
            <p:cNvPicPr>
              <a:picLocks noChangeAspect="1" noChangeArrowheads="1"/>
            </p:cNvPicPr>
            <p:nvPr userDrawn="1"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0" y="0"/>
              <a:ext cx="657" cy="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3608" name="Oval 8"/>
          <p:cNvSpPr>
            <a:spLocks noChangeArrowheads="1"/>
          </p:cNvSpPr>
          <p:nvPr userDrawn="1"/>
        </p:nvSpPr>
        <p:spPr bwMode="auto">
          <a:xfrm>
            <a:off x="2763839" y="4743450"/>
            <a:ext cx="3824287" cy="53579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rgbClr val="9933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20486" name="Picture 11" descr="BOOK05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458200" y="4400550"/>
            <a:ext cx="533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12" name="Text Box 12">
            <a:hlinkClick r:id="rId16"/>
          </p:cNvPr>
          <p:cNvSpPr txBox="1">
            <a:spLocks noChangeArrowheads="1"/>
          </p:cNvSpPr>
          <p:nvPr userDrawn="1"/>
        </p:nvSpPr>
        <p:spPr bwMode="auto">
          <a:xfrm>
            <a:off x="-36513" y="65485"/>
            <a:ext cx="90011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b="1">
                <a:solidFill>
                  <a:schemeClr val="bg1"/>
                </a:solidFill>
                <a:ea typeface="楷体_GB2312" pitchFamily="49" charset="-122"/>
              </a:rPr>
              <a:t>物理学</a:t>
            </a:r>
          </a:p>
          <a:p>
            <a:pPr algn="ctr">
              <a:lnSpc>
                <a:spcPct val="120000"/>
              </a:lnSpc>
              <a:defRPr/>
            </a:pPr>
            <a:r>
              <a:rPr lang="zh-CN" altLang="en-US" sz="900" b="1">
                <a:solidFill>
                  <a:schemeClr val="bg1"/>
                </a:solidFill>
                <a:ea typeface="楷体_GB2312" pitchFamily="49" charset="-122"/>
              </a:rPr>
              <a:t>第五版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3132138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17" name="Rectangle 105"/>
          <p:cNvSpPr>
            <a:spLocks noChangeArrowheads="1"/>
          </p:cNvSpPr>
          <p:nvPr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13" name="Picture 12" descr="C:\Users\qdx\Desktop\Aticles\20141011\temp_01.gif"/>
          <p:cNvPicPr>
            <a:picLocks noChangeAspect="1" noChangeArrowheads="1"/>
          </p:cNvPicPr>
          <p:nvPr userDrawn="1"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TextBox 80"/>
          <p:cNvSpPr txBox="1">
            <a:spLocks noChangeArrowheads="1"/>
          </p:cNvSpPr>
          <p:nvPr userDrawn="1"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97"/>
          <p:cNvSpPr>
            <a:spLocks noChangeArrowheads="1"/>
          </p:cNvSpPr>
          <p:nvPr userDrawn="1"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第五章  静电场</a:t>
            </a:r>
          </a:p>
        </p:txBody>
      </p:sp>
      <p:sp>
        <p:nvSpPr>
          <p:cNvPr id="20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588125" y="4786313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50" b="1">
                <a:solidFill>
                  <a:srgbClr val="0000CC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A3E1548B-FB52-4083-8328-6F0CCACD1FD1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21" name="矩形 20"/>
          <p:cNvSpPr/>
          <p:nvPr userDrawn="1"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 b="0" smtClean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9784DDA5-A887-4A12-9F77-7B3F3FF477DB}" type="datetime1">
              <a:rPr lang="zh-CN" altLang="en-US" smtClean="0"/>
              <a:t>2024/4/8</a:t>
            </a:fld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 b="0" smtClean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485775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 b="0" smtClean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F99CFCF5-2680-492B-8B5C-A328C2AE6C5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transition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3" Type="http://schemas.openxmlformats.org/officeDocument/2006/relationships/image" Target="../media/image15.png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7.wmf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16.png"/><Relationship Id="rId19" Type="http://schemas.openxmlformats.org/officeDocument/2006/relationships/oleObject" Target="../embeddings/oleObject9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0.wmf"/><Relationship Id="rId3" Type="http://schemas.openxmlformats.org/officeDocument/2006/relationships/image" Target="../media/image22.jpeg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9.wmf"/><Relationship Id="rId5" Type="http://schemas.openxmlformats.org/officeDocument/2006/relationships/image" Target="../media/image17.wmf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12.wmf"/><Relationship Id="rId3" Type="http://schemas.openxmlformats.org/officeDocument/2006/relationships/oleObject" Target="../embeddings/oleObject17.bin"/><Relationship Id="rId7" Type="http://schemas.openxmlformats.org/officeDocument/2006/relationships/image" Target="../media/image26.png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5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23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11" Type="http://schemas.openxmlformats.org/officeDocument/2006/relationships/image" Target="../media/image18.wmf"/><Relationship Id="rId5" Type="http://schemas.openxmlformats.org/officeDocument/2006/relationships/oleObject" Target="../embeddings/oleObject18.bin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20.bin"/><Relationship Id="rId4" Type="http://schemas.openxmlformats.org/officeDocument/2006/relationships/image" Target="../media/image23.wmf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2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5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oleObject" Target="../embeddings/oleObject28.bin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15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11" Type="http://schemas.openxmlformats.org/officeDocument/2006/relationships/image" Target="../media/image30.wmf"/><Relationship Id="rId5" Type="http://schemas.openxmlformats.org/officeDocument/2006/relationships/oleObject" Target="../embeddings/oleObject25.bin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27.bin"/><Relationship Id="rId4" Type="http://schemas.openxmlformats.org/officeDocument/2006/relationships/image" Target="../media/image27.wmf"/><Relationship Id="rId9" Type="http://schemas.openxmlformats.org/officeDocument/2006/relationships/image" Target="../media/image32.png"/><Relationship Id="rId14" Type="http://schemas.openxmlformats.org/officeDocument/2006/relationships/oleObject" Target="../embeddings/oleObject3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7.wmf"/><Relationship Id="rId18" Type="http://schemas.openxmlformats.org/officeDocument/2006/relationships/oleObject" Target="../embeddings/oleObject38.bin"/><Relationship Id="rId3" Type="http://schemas.openxmlformats.org/officeDocument/2006/relationships/oleObject" Target="../embeddings/oleObject31.bin"/><Relationship Id="rId21" Type="http://schemas.openxmlformats.org/officeDocument/2006/relationships/image" Target="../media/image41.wmf"/><Relationship Id="rId7" Type="http://schemas.openxmlformats.org/officeDocument/2006/relationships/image" Target="../media/image32.png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39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34.wmf"/><Relationship Id="rId11" Type="http://schemas.openxmlformats.org/officeDocument/2006/relationships/image" Target="../media/image36.wmf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32.bin"/><Relationship Id="rId15" Type="http://schemas.openxmlformats.org/officeDocument/2006/relationships/image" Target="../media/image38.wmf"/><Relationship Id="rId23" Type="http://schemas.openxmlformats.org/officeDocument/2006/relationships/oleObject" Target="../embeddings/oleObject40.bin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40.emf"/><Relationship Id="rId4" Type="http://schemas.openxmlformats.org/officeDocument/2006/relationships/image" Target="../media/image33.wmf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36.bin"/><Relationship Id="rId22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6.wmf"/><Relationship Id="rId18" Type="http://schemas.openxmlformats.org/officeDocument/2006/relationships/image" Target="../media/image49.jpeg"/><Relationship Id="rId3" Type="http://schemas.openxmlformats.org/officeDocument/2006/relationships/image" Target="../media/image32.png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48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47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5.emf"/><Relationship Id="rId5" Type="http://schemas.openxmlformats.org/officeDocument/2006/relationships/image" Target="../media/image42.wmf"/><Relationship Id="rId15" Type="http://schemas.openxmlformats.org/officeDocument/2006/relationships/image" Target="../media/image47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4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55.bin"/><Relationship Id="rId3" Type="http://schemas.openxmlformats.org/officeDocument/2006/relationships/image" Target="../media/image32.png"/><Relationship Id="rId21" Type="http://schemas.openxmlformats.org/officeDocument/2006/relationships/image" Target="../media/image57.e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56.e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6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23" Type="http://schemas.openxmlformats.org/officeDocument/2006/relationships/image" Target="../media/image58.jpeg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47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53.bin"/><Relationship Id="rId22" Type="http://schemas.openxmlformats.org/officeDocument/2006/relationships/oleObject" Target="../embeddings/oleObject5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66.wmf"/><Relationship Id="rId26" Type="http://schemas.openxmlformats.org/officeDocument/2006/relationships/image" Target="../media/image70.emf"/><Relationship Id="rId3" Type="http://schemas.openxmlformats.org/officeDocument/2006/relationships/oleObject" Target="../embeddings/oleObject58.bin"/><Relationship Id="rId21" Type="http://schemas.openxmlformats.org/officeDocument/2006/relationships/oleObject" Target="../embeddings/oleObject67.bin"/><Relationship Id="rId34" Type="http://schemas.openxmlformats.org/officeDocument/2006/relationships/image" Target="../media/image74.wmf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3.emf"/><Relationship Id="rId17" Type="http://schemas.openxmlformats.org/officeDocument/2006/relationships/oleObject" Target="../embeddings/oleObject65.bin"/><Relationship Id="rId25" Type="http://schemas.openxmlformats.org/officeDocument/2006/relationships/oleObject" Target="../embeddings/oleObject69.bin"/><Relationship Id="rId33" Type="http://schemas.openxmlformats.org/officeDocument/2006/relationships/oleObject" Target="../embeddings/oleObject7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29" Type="http://schemas.openxmlformats.org/officeDocument/2006/relationships/oleObject" Target="../embeddings/oleObject71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2.bin"/><Relationship Id="rId24" Type="http://schemas.openxmlformats.org/officeDocument/2006/relationships/image" Target="../media/image69.wmf"/><Relationship Id="rId32" Type="http://schemas.openxmlformats.org/officeDocument/2006/relationships/image" Target="../media/image73.emf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23" Type="http://schemas.openxmlformats.org/officeDocument/2006/relationships/oleObject" Target="../embeddings/oleObject68.bin"/><Relationship Id="rId28" Type="http://schemas.openxmlformats.org/officeDocument/2006/relationships/image" Target="../media/image71.emf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66.bin"/><Relationship Id="rId31" Type="http://schemas.openxmlformats.org/officeDocument/2006/relationships/oleObject" Target="../embeddings/oleObject72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4.wmf"/><Relationship Id="rId22" Type="http://schemas.openxmlformats.org/officeDocument/2006/relationships/image" Target="../media/image68.wmf"/><Relationship Id="rId27" Type="http://schemas.openxmlformats.org/officeDocument/2006/relationships/oleObject" Target="../embeddings/oleObject70.bin"/><Relationship Id="rId30" Type="http://schemas.openxmlformats.org/officeDocument/2006/relationships/image" Target="../media/image7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64.wmf"/><Relationship Id="rId26" Type="http://schemas.openxmlformats.org/officeDocument/2006/relationships/image" Target="../media/image68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34" Type="http://schemas.openxmlformats.org/officeDocument/2006/relationships/image" Target="../media/image81.emf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33" Type="http://schemas.openxmlformats.org/officeDocument/2006/relationships/oleObject" Target="../embeddings/oleObject8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78.emf"/><Relationship Id="rId20" Type="http://schemas.openxmlformats.org/officeDocument/2006/relationships/image" Target="../media/image65.wmf"/><Relationship Id="rId29" Type="http://schemas.openxmlformats.org/officeDocument/2006/relationships/oleObject" Target="../embeddings/oleObject87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67.wmf"/><Relationship Id="rId32" Type="http://schemas.openxmlformats.org/officeDocument/2006/relationships/image" Target="../media/image80.e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28" Type="http://schemas.openxmlformats.org/officeDocument/2006/relationships/image" Target="../media/image69.wmf"/><Relationship Id="rId36" Type="http://schemas.openxmlformats.org/officeDocument/2006/relationships/image" Target="../media/image82.emf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82.bin"/><Relationship Id="rId31" Type="http://schemas.openxmlformats.org/officeDocument/2006/relationships/oleObject" Target="../embeddings/oleObject88.bin"/><Relationship Id="rId4" Type="http://schemas.openxmlformats.org/officeDocument/2006/relationships/image" Target="../media/image75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62.wmf"/><Relationship Id="rId22" Type="http://schemas.openxmlformats.org/officeDocument/2006/relationships/image" Target="../media/image66.wmf"/><Relationship Id="rId27" Type="http://schemas.openxmlformats.org/officeDocument/2006/relationships/oleObject" Target="../embeddings/oleObject86.bin"/><Relationship Id="rId30" Type="http://schemas.openxmlformats.org/officeDocument/2006/relationships/image" Target="../media/image79.emf"/><Relationship Id="rId35" Type="http://schemas.openxmlformats.org/officeDocument/2006/relationships/oleObject" Target="../embeddings/oleObject9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6.jpeg"/><Relationship Id="rId5" Type="http://schemas.openxmlformats.org/officeDocument/2006/relationships/image" Target="../media/image85.png"/><Relationship Id="rId4" Type="http://schemas.openxmlformats.org/officeDocument/2006/relationships/image" Target="../media/image8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image" Target="../media/image90.jpeg"/><Relationship Id="rId7" Type="http://schemas.openxmlformats.org/officeDocument/2006/relationships/image" Target="../media/image88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4.bin"/><Relationship Id="rId5" Type="http://schemas.openxmlformats.org/officeDocument/2006/relationships/image" Target="../media/image87.wmf"/><Relationship Id="rId10" Type="http://schemas.openxmlformats.org/officeDocument/2006/relationships/image" Target="../media/image91.png"/><Relationship Id="rId4" Type="http://schemas.openxmlformats.org/officeDocument/2006/relationships/oleObject" Target="../embeddings/oleObject93.bin"/><Relationship Id="rId9" Type="http://schemas.openxmlformats.org/officeDocument/2006/relationships/image" Target="../media/image8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3" Type="http://schemas.openxmlformats.org/officeDocument/2006/relationships/image" Target="../media/image94.png"/><Relationship Id="rId7" Type="http://schemas.openxmlformats.org/officeDocument/2006/relationships/image" Target="../media/image92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97.bin"/><Relationship Id="rId5" Type="http://schemas.openxmlformats.org/officeDocument/2006/relationships/image" Target="../media/image88.wmf"/><Relationship Id="rId10" Type="http://schemas.openxmlformats.org/officeDocument/2006/relationships/image" Target="../media/image91.png"/><Relationship Id="rId4" Type="http://schemas.openxmlformats.org/officeDocument/2006/relationships/oleObject" Target="../embeddings/oleObject96.bin"/><Relationship Id="rId9" Type="http://schemas.openxmlformats.org/officeDocument/2006/relationships/image" Target="../media/image9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99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103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98.wmf"/><Relationship Id="rId5" Type="http://schemas.openxmlformats.org/officeDocument/2006/relationships/image" Target="../media/image95.wmf"/><Relationship Id="rId15" Type="http://schemas.openxmlformats.org/officeDocument/2006/relationships/image" Target="../media/image100.wmf"/><Relationship Id="rId10" Type="http://schemas.openxmlformats.org/officeDocument/2006/relationships/oleObject" Target="../embeddings/oleObject102.bin"/><Relationship Id="rId4" Type="http://schemas.openxmlformats.org/officeDocument/2006/relationships/oleObject" Target="../embeddings/oleObject99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10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103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10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109.emf"/><Relationship Id="rId18" Type="http://schemas.openxmlformats.org/officeDocument/2006/relationships/oleObject" Target="../embeddings/oleObject116.bin"/><Relationship Id="rId3" Type="http://schemas.openxmlformats.org/officeDocument/2006/relationships/image" Target="../media/image32.png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113.bin"/><Relationship Id="rId17" Type="http://schemas.openxmlformats.org/officeDocument/2006/relationships/image" Target="../media/image111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115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08.wmf"/><Relationship Id="rId5" Type="http://schemas.openxmlformats.org/officeDocument/2006/relationships/image" Target="../media/image105.wmf"/><Relationship Id="rId15" Type="http://schemas.openxmlformats.org/officeDocument/2006/relationships/image" Target="../media/image110.wmf"/><Relationship Id="rId10" Type="http://schemas.openxmlformats.org/officeDocument/2006/relationships/oleObject" Target="../embeddings/oleObject112.bin"/><Relationship Id="rId19" Type="http://schemas.openxmlformats.org/officeDocument/2006/relationships/image" Target="../media/image112.wmf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07.wmf"/><Relationship Id="rId14" Type="http://schemas.openxmlformats.org/officeDocument/2006/relationships/oleObject" Target="../embeddings/oleObject11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12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18.bin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11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14.w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20.bin"/><Relationship Id="rId5" Type="http://schemas.openxmlformats.org/officeDocument/2006/relationships/image" Target="../media/image112.wmf"/><Relationship Id="rId4" Type="http://schemas.openxmlformats.org/officeDocument/2006/relationships/oleObject" Target="../embeddings/oleObject11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emf"/><Relationship Id="rId13" Type="http://schemas.openxmlformats.org/officeDocument/2006/relationships/image" Target="../media/image119.wmf"/><Relationship Id="rId18" Type="http://schemas.openxmlformats.org/officeDocument/2006/relationships/oleObject" Target="../embeddings/oleObject128.bin"/><Relationship Id="rId3" Type="http://schemas.openxmlformats.org/officeDocument/2006/relationships/oleObject" Target="../embeddings/oleObject121.bin"/><Relationship Id="rId21" Type="http://schemas.openxmlformats.org/officeDocument/2006/relationships/image" Target="../media/image123.wmf"/><Relationship Id="rId7" Type="http://schemas.openxmlformats.org/officeDocument/2006/relationships/oleObject" Target="../embeddings/oleObject123.bin"/><Relationship Id="rId12" Type="http://schemas.openxmlformats.org/officeDocument/2006/relationships/oleObject" Target="../embeddings/oleObject125.bin"/><Relationship Id="rId17" Type="http://schemas.openxmlformats.org/officeDocument/2006/relationships/image" Target="../media/image121.wmf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127.bin"/><Relationship Id="rId20" Type="http://schemas.openxmlformats.org/officeDocument/2006/relationships/oleObject" Target="../embeddings/oleObject129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6.emf"/><Relationship Id="rId11" Type="http://schemas.openxmlformats.org/officeDocument/2006/relationships/image" Target="../media/image32.png"/><Relationship Id="rId24" Type="http://schemas.openxmlformats.org/officeDocument/2006/relationships/image" Target="../media/image125.png"/><Relationship Id="rId5" Type="http://schemas.openxmlformats.org/officeDocument/2006/relationships/oleObject" Target="../embeddings/oleObject122.bin"/><Relationship Id="rId15" Type="http://schemas.openxmlformats.org/officeDocument/2006/relationships/image" Target="../media/image120.wmf"/><Relationship Id="rId23" Type="http://schemas.openxmlformats.org/officeDocument/2006/relationships/image" Target="../media/image124.wmf"/><Relationship Id="rId10" Type="http://schemas.openxmlformats.org/officeDocument/2006/relationships/image" Target="../media/image118.emf"/><Relationship Id="rId19" Type="http://schemas.openxmlformats.org/officeDocument/2006/relationships/image" Target="../media/image122.wmf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24.bin"/><Relationship Id="rId14" Type="http://schemas.openxmlformats.org/officeDocument/2006/relationships/oleObject" Target="../embeddings/oleObject126.bin"/><Relationship Id="rId22" Type="http://schemas.openxmlformats.org/officeDocument/2006/relationships/oleObject" Target="../embeddings/oleObject130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12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oleObject" Target="../embeddings/oleObject134.bin"/><Relationship Id="rId3" Type="http://schemas.openxmlformats.org/officeDocument/2006/relationships/tags" Target="../tags/tag2.xml"/><Relationship Id="rId21" Type="http://schemas.openxmlformats.org/officeDocument/2006/relationships/slideLayout" Target="../slideLayouts/slideLayout18.xml"/><Relationship Id="rId34" Type="http://schemas.openxmlformats.org/officeDocument/2006/relationships/oleObject" Target="../embeddings/oleObject138.bin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image" Target="../media/image128.wmf"/><Relationship Id="rId33" Type="http://schemas.openxmlformats.org/officeDocument/2006/relationships/image" Target="../media/image132.wmf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0" Type="http://schemas.openxmlformats.org/officeDocument/2006/relationships/tags" Target="../tags/tag19.xml"/><Relationship Id="rId29" Type="http://schemas.openxmlformats.org/officeDocument/2006/relationships/image" Target="../media/image130.wmf"/><Relationship Id="rId1" Type="http://schemas.openxmlformats.org/officeDocument/2006/relationships/vmlDrawing" Target="../drawings/vmlDrawing21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oleObject" Target="../embeddings/oleObject133.bin"/><Relationship Id="rId32" Type="http://schemas.openxmlformats.org/officeDocument/2006/relationships/oleObject" Target="../embeddings/oleObject137.bin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image" Target="../media/image127.wmf"/><Relationship Id="rId28" Type="http://schemas.openxmlformats.org/officeDocument/2006/relationships/oleObject" Target="../embeddings/oleObject135.bin"/><Relationship Id="rId36" Type="http://schemas.openxmlformats.org/officeDocument/2006/relationships/image" Target="../media/image134.tmp"/><Relationship Id="rId10" Type="http://schemas.openxmlformats.org/officeDocument/2006/relationships/tags" Target="../tags/tag9.xml"/><Relationship Id="rId19" Type="http://schemas.openxmlformats.org/officeDocument/2006/relationships/tags" Target="../tags/tag18.xml"/><Relationship Id="rId31" Type="http://schemas.openxmlformats.org/officeDocument/2006/relationships/image" Target="../media/image131.wmf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oleObject" Target="../embeddings/oleObject132.bin"/><Relationship Id="rId27" Type="http://schemas.openxmlformats.org/officeDocument/2006/relationships/image" Target="../media/image129.wmf"/><Relationship Id="rId30" Type="http://schemas.openxmlformats.org/officeDocument/2006/relationships/oleObject" Target="../embeddings/oleObject136.bin"/><Relationship Id="rId35" Type="http://schemas.openxmlformats.org/officeDocument/2006/relationships/image" Target="../media/image13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42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39.wmf"/><Relationship Id="rId17" Type="http://schemas.openxmlformats.org/officeDocument/2006/relationships/oleObject" Target="../embeddings/oleObject146.bin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141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10" Type="http://schemas.openxmlformats.org/officeDocument/2006/relationships/image" Target="../media/image138.wmf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40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9.bin"/><Relationship Id="rId3" Type="http://schemas.openxmlformats.org/officeDocument/2006/relationships/oleObject" Target="../embeddings/oleObject147.bin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43.wmf"/><Relationship Id="rId9" Type="http://schemas.openxmlformats.org/officeDocument/2006/relationships/image" Target="../media/image14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50.emf"/><Relationship Id="rId18" Type="http://schemas.openxmlformats.org/officeDocument/2006/relationships/oleObject" Target="../embeddings/oleObject157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154.wmf"/><Relationship Id="rId7" Type="http://schemas.openxmlformats.org/officeDocument/2006/relationships/image" Target="../media/image147.wmf"/><Relationship Id="rId12" Type="http://schemas.openxmlformats.org/officeDocument/2006/relationships/oleObject" Target="../embeddings/oleObject154.bin"/><Relationship Id="rId17" Type="http://schemas.openxmlformats.org/officeDocument/2006/relationships/image" Target="../media/image152.wmf"/><Relationship Id="rId25" Type="http://schemas.openxmlformats.org/officeDocument/2006/relationships/image" Target="../media/image156.w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156.bin"/><Relationship Id="rId20" Type="http://schemas.openxmlformats.org/officeDocument/2006/relationships/oleObject" Target="../embeddings/oleObject158.bin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49.wmf"/><Relationship Id="rId24" Type="http://schemas.openxmlformats.org/officeDocument/2006/relationships/oleObject" Target="../embeddings/oleObject160.bin"/><Relationship Id="rId5" Type="http://schemas.openxmlformats.org/officeDocument/2006/relationships/image" Target="../media/image146.wmf"/><Relationship Id="rId15" Type="http://schemas.openxmlformats.org/officeDocument/2006/relationships/image" Target="../media/image151.emf"/><Relationship Id="rId23" Type="http://schemas.openxmlformats.org/officeDocument/2006/relationships/image" Target="../media/image155.wmf"/><Relationship Id="rId10" Type="http://schemas.openxmlformats.org/officeDocument/2006/relationships/oleObject" Target="../embeddings/oleObject153.bin"/><Relationship Id="rId19" Type="http://schemas.openxmlformats.org/officeDocument/2006/relationships/image" Target="../media/image153.wmf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48.emf"/><Relationship Id="rId14" Type="http://schemas.openxmlformats.org/officeDocument/2006/relationships/oleObject" Target="../embeddings/oleObject155.bin"/><Relationship Id="rId22" Type="http://schemas.openxmlformats.org/officeDocument/2006/relationships/oleObject" Target="../embeddings/oleObject159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oleObject" Target="../embeddings/oleObject166.bin"/><Relationship Id="rId18" Type="http://schemas.openxmlformats.org/officeDocument/2006/relationships/image" Target="../media/image164.wmf"/><Relationship Id="rId3" Type="http://schemas.openxmlformats.org/officeDocument/2006/relationships/oleObject" Target="../embeddings/oleObject161.bin"/><Relationship Id="rId21" Type="http://schemas.openxmlformats.org/officeDocument/2006/relationships/oleObject" Target="../embeddings/oleObject170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6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63.wmf"/><Relationship Id="rId20" Type="http://schemas.openxmlformats.org/officeDocument/2006/relationships/image" Target="../media/image165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65.bin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10" Type="http://schemas.openxmlformats.org/officeDocument/2006/relationships/image" Target="../media/image160.wmf"/><Relationship Id="rId19" Type="http://schemas.openxmlformats.org/officeDocument/2006/relationships/oleObject" Target="../embeddings/oleObject169.bin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62.wmf"/><Relationship Id="rId22" Type="http://schemas.openxmlformats.org/officeDocument/2006/relationships/image" Target="../media/image166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e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68.emf"/><Relationship Id="rId5" Type="http://schemas.openxmlformats.org/officeDocument/2006/relationships/oleObject" Target="../embeddings/oleObject172.bin"/><Relationship Id="rId4" Type="http://schemas.openxmlformats.org/officeDocument/2006/relationships/image" Target="../media/image167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emf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75.bin"/><Relationship Id="rId4" Type="http://schemas.openxmlformats.org/officeDocument/2006/relationships/image" Target="../media/image170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e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173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85.bin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80.wmf"/><Relationship Id="rId17" Type="http://schemas.openxmlformats.org/officeDocument/2006/relationships/hyperlink" Target="flash/&#38500;&#23576;.mp4" TargetMode="External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82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81.bin"/><Relationship Id="rId15" Type="http://schemas.openxmlformats.org/officeDocument/2006/relationships/oleObject" Target="../embeddings/oleObject186.bin"/><Relationship Id="rId10" Type="http://schemas.openxmlformats.org/officeDocument/2006/relationships/image" Target="../media/image179.wmf"/><Relationship Id="rId4" Type="http://schemas.openxmlformats.org/officeDocument/2006/relationships/image" Target="../media/image176.emf"/><Relationship Id="rId9" Type="http://schemas.openxmlformats.org/officeDocument/2006/relationships/oleObject" Target="../embeddings/oleObject183.bin"/><Relationship Id="rId14" Type="http://schemas.openxmlformats.org/officeDocument/2006/relationships/image" Target="../media/image181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192.bin"/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12" Type="http://schemas.openxmlformats.org/officeDocument/2006/relationships/image" Target="../media/image187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89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191.bin"/><Relationship Id="rId5" Type="http://schemas.openxmlformats.org/officeDocument/2006/relationships/oleObject" Target="../embeddings/oleObject188.bin"/><Relationship Id="rId15" Type="http://schemas.openxmlformats.org/officeDocument/2006/relationships/oleObject" Target="../embeddings/oleObject193.bin"/><Relationship Id="rId10" Type="http://schemas.openxmlformats.org/officeDocument/2006/relationships/image" Target="../media/image186.wmf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190.bin"/><Relationship Id="rId14" Type="http://schemas.openxmlformats.org/officeDocument/2006/relationships/image" Target="../media/image188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emf"/><Relationship Id="rId13" Type="http://schemas.openxmlformats.org/officeDocument/2006/relationships/oleObject" Target="../embeddings/oleObject199.bin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194.e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6.e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91.emf"/><Relationship Id="rId11" Type="http://schemas.openxmlformats.org/officeDocument/2006/relationships/oleObject" Target="../embeddings/oleObject198.bin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10" Type="http://schemas.openxmlformats.org/officeDocument/2006/relationships/image" Target="../media/image193.emf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195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oleObject" Target="../embeddings/oleObject206.bin"/><Relationship Id="rId18" Type="http://schemas.openxmlformats.org/officeDocument/2006/relationships/image" Target="../media/image204.wmf"/><Relationship Id="rId3" Type="http://schemas.openxmlformats.org/officeDocument/2006/relationships/oleObject" Target="../embeddings/oleObject201.bin"/><Relationship Id="rId21" Type="http://schemas.openxmlformats.org/officeDocument/2006/relationships/oleObject" Target="../embeddings/oleObject211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201.wmf"/><Relationship Id="rId17" Type="http://schemas.openxmlformats.org/officeDocument/2006/relationships/oleObject" Target="../embeddings/oleObject20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03.emf"/><Relationship Id="rId20" Type="http://schemas.openxmlformats.org/officeDocument/2006/relationships/oleObject" Target="../embeddings/oleObject210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98.e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10" Type="http://schemas.openxmlformats.org/officeDocument/2006/relationships/image" Target="../media/image200.wmf"/><Relationship Id="rId19" Type="http://schemas.openxmlformats.org/officeDocument/2006/relationships/oleObject" Target="../embeddings/oleObject209.bin"/><Relationship Id="rId4" Type="http://schemas.openxmlformats.org/officeDocument/2006/relationships/image" Target="../media/image197.e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202.emf"/><Relationship Id="rId22" Type="http://schemas.openxmlformats.org/officeDocument/2006/relationships/image" Target="../media/image19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15898" y="1827458"/>
            <a:ext cx="1005551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indent="2794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indent="209550" defTabSz="685800"/>
            <a:r>
              <a:rPr lang="zh-CN" altLang="zh-CN" sz="2100" b="1" dirty="0">
                <a:latin typeface="+mn-ea"/>
                <a:ea typeface="+mn-ea"/>
                <a:cs typeface="Tahoma" pitchFamily="34" charset="0"/>
              </a:rPr>
              <a:t>场强</a:t>
            </a:r>
            <a:endParaRPr lang="zh-CN" altLang="en-US" sz="2100" b="1" dirty="0">
              <a:latin typeface="+mn-ea"/>
              <a:ea typeface="+mn-ea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015898" y="4258439"/>
            <a:ext cx="891911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indent="209550" defTabSz="685800"/>
            <a:r>
              <a:rPr lang="zh-CN" altLang="en-US" sz="2100" b="1" dirty="0">
                <a:latin typeface="+mn-ea"/>
                <a:ea typeface="+mn-ea"/>
                <a:cs typeface="Tahoma" pitchFamily="34" charset="0"/>
              </a:rPr>
              <a:t>电势</a:t>
            </a:r>
            <a:endParaRPr lang="zh-CN" altLang="en-US" sz="2100" b="1" dirty="0">
              <a:latin typeface="+mn-ea"/>
              <a:ea typeface="+mn-ea"/>
              <a:cs typeface="宋体" pitchFamily="2" charset="-122"/>
            </a:endParaRPr>
          </a:p>
        </p:txBody>
      </p:sp>
      <p:grpSp>
        <p:nvGrpSpPr>
          <p:cNvPr id="46082" name="组合 46081"/>
          <p:cNvGrpSpPr/>
          <p:nvPr/>
        </p:nvGrpSpPr>
        <p:grpSpPr>
          <a:xfrm>
            <a:off x="5344319" y="2303078"/>
            <a:ext cx="621004" cy="1955361"/>
            <a:chOff x="1585746" y="2141316"/>
            <a:chExt cx="828005" cy="2607148"/>
          </a:xfrm>
        </p:grpSpPr>
        <p:sp>
          <p:nvSpPr>
            <p:cNvPr id="28" name="Rectangle 6"/>
            <p:cNvSpPr>
              <a:spLocks noChangeArrowheads="1"/>
            </p:cNvSpPr>
            <p:nvPr/>
          </p:nvSpPr>
          <p:spPr bwMode="auto">
            <a:xfrm>
              <a:off x="1585746" y="2654637"/>
              <a:ext cx="828005" cy="13849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>
              <a:lvl1pPr indent="2794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indent="209550" defTabSz="685800"/>
              <a:r>
                <a:rPr lang="zh-CN" altLang="en-US" sz="2100" b="1" dirty="0">
                  <a:latin typeface="+mn-ea"/>
                  <a:ea typeface="+mn-ea"/>
                  <a:cs typeface="Tahoma" pitchFamily="34" charset="0"/>
                </a:rPr>
                <a:t>负</a:t>
              </a:r>
              <a:endParaRPr lang="en-US" altLang="zh-CN" sz="2100" b="1" dirty="0">
                <a:latin typeface="+mn-ea"/>
                <a:ea typeface="+mn-ea"/>
                <a:cs typeface="Tahoma" pitchFamily="34" charset="0"/>
              </a:endParaRPr>
            </a:p>
            <a:p>
              <a:pPr indent="209550" defTabSz="685800"/>
              <a:r>
                <a:rPr lang="zh-CN" altLang="en-US" sz="2100" b="1" dirty="0">
                  <a:latin typeface="+mn-ea"/>
                  <a:ea typeface="+mn-ea"/>
                  <a:cs typeface="Tahoma" pitchFamily="34" charset="0"/>
                </a:rPr>
                <a:t>梯</a:t>
              </a:r>
              <a:endParaRPr lang="en-US" altLang="zh-CN" sz="2100" b="1" dirty="0">
                <a:latin typeface="+mn-ea"/>
                <a:ea typeface="+mn-ea"/>
                <a:cs typeface="Tahoma" pitchFamily="34" charset="0"/>
              </a:endParaRPr>
            </a:p>
            <a:p>
              <a:pPr indent="209550" defTabSz="685800"/>
              <a:r>
                <a:rPr lang="zh-CN" altLang="en-US" sz="2100" b="1" dirty="0">
                  <a:latin typeface="+mn-ea"/>
                  <a:ea typeface="+mn-ea"/>
                  <a:cs typeface="Tahoma" pitchFamily="34" charset="0"/>
                </a:rPr>
                <a:t>度</a:t>
              </a:r>
              <a:endParaRPr lang="zh-CN" altLang="en-US" sz="2100" b="1" dirty="0">
                <a:latin typeface="+mn-ea"/>
                <a:ea typeface="+mn-ea"/>
              </a:endParaRPr>
            </a:p>
          </p:txBody>
        </p:sp>
        <p:cxnSp>
          <p:nvCxnSpPr>
            <p:cNvPr id="29" name="直接箭头连接符 28"/>
            <p:cNvCxnSpPr/>
            <p:nvPr/>
          </p:nvCxnSpPr>
          <p:spPr bwMode="auto">
            <a:xfrm flipV="1">
              <a:off x="1863546" y="2141316"/>
              <a:ext cx="0" cy="260714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</p:grpSp>
      <p:grpSp>
        <p:nvGrpSpPr>
          <p:cNvPr id="46109" name="组合 46108"/>
          <p:cNvGrpSpPr/>
          <p:nvPr/>
        </p:nvGrpSpPr>
        <p:grpSpPr>
          <a:xfrm>
            <a:off x="5268929" y="1467193"/>
            <a:ext cx="1780389" cy="3050285"/>
            <a:chOff x="4420858" y="1922367"/>
            <a:chExt cx="2373852" cy="4067047"/>
          </a:xfrm>
        </p:grpSpPr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5966705" y="3749075"/>
              <a:ext cx="828005" cy="9541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indent="209550" defTabSz="685800"/>
              <a:r>
                <a:rPr lang="zh-CN" altLang="en-US" sz="2100" b="1" dirty="0">
                  <a:latin typeface="+mn-ea"/>
                  <a:ea typeface="+mn-ea"/>
                  <a:cs typeface="Tahoma" pitchFamily="34" charset="0"/>
                </a:rPr>
                <a:t>积</a:t>
              </a:r>
              <a:endParaRPr lang="en-US" altLang="zh-CN" sz="2100" b="1" dirty="0">
                <a:latin typeface="+mn-ea"/>
                <a:ea typeface="+mn-ea"/>
                <a:cs typeface="Tahoma" pitchFamily="34" charset="0"/>
              </a:endParaRPr>
            </a:p>
            <a:p>
              <a:pPr indent="209550" defTabSz="685800"/>
              <a:r>
                <a:rPr lang="zh-CN" altLang="en-US" sz="2100" b="1" dirty="0">
                  <a:latin typeface="+mn-ea"/>
                  <a:ea typeface="+mn-ea"/>
                  <a:cs typeface="Tahoma" pitchFamily="34" charset="0"/>
                </a:rPr>
                <a:t>分</a:t>
              </a:r>
              <a:endParaRPr lang="zh-CN" altLang="en-US" sz="2100" b="1" dirty="0">
                <a:latin typeface="+mn-ea"/>
                <a:ea typeface="+mn-ea"/>
                <a:cs typeface="宋体" pitchFamily="2" charset="-122"/>
              </a:endParaRPr>
            </a:p>
          </p:txBody>
        </p:sp>
        <p:sp>
          <p:nvSpPr>
            <p:cNvPr id="46098" name="弧形 46097"/>
            <p:cNvSpPr/>
            <p:nvPr/>
          </p:nvSpPr>
          <p:spPr bwMode="auto">
            <a:xfrm>
              <a:off x="4420858" y="1922367"/>
              <a:ext cx="1874739" cy="4067047"/>
            </a:xfrm>
            <a:prstGeom prst="arc">
              <a:avLst>
                <a:gd name="adj1" fmla="val 15125016"/>
                <a:gd name="adj2" fmla="val 5557908"/>
              </a:avLst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latin typeface="Times New Roman" pitchFamily="18" charset="0"/>
              </a:endParaRPr>
            </a:p>
          </p:txBody>
        </p:sp>
      </p:grpSp>
      <p:grpSp>
        <p:nvGrpSpPr>
          <p:cNvPr id="46107" name="组合 46106"/>
          <p:cNvGrpSpPr/>
          <p:nvPr/>
        </p:nvGrpSpPr>
        <p:grpSpPr>
          <a:xfrm>
            <a:off x="3998391" y="1896438"/>
            <a:ext cx="2116466" cy="2613008"/>
            <a:chOff x="2726807" y="2494695"/>
            <a:chExt cx="2821954" cy="3484010"/>
          </a:xfrm>
        </p:grpSpPr>
        <p:sp>
          <p:nvSpPr>
            <p:cNvPr id="60" name="弧形 59"/>
            <p:cNvSpPr/>
            <p:nvPr/>
          </p:nvSpPr>
          <p:spPr bwMode="auto">
            <a:xfrm flipH="1" flipV="1">
              <a:off x="3037561" y="2667782"/>
              <a:ext cx="2511200" cy="3310923"/>
            </a:xfrm>
            <a:prstGeom prst="arc">
              <a:avLst>
                <a:gd name="adj1" fmla="val 21462193"/>
                <a:gd name="adj2" fmla="val 5557908"/>
              </a:avLst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latin typeface="Times New Roman" pitchFamily="18" charset="0"/>
              </a:endParaRPr>
            </a:p>
          </p:txBody>
        </p:sp>
        <p:grpSp>
          <p:nvGrpSpPr>
            <p:cNvPr id="46105" name="组合 46104"/>
            <p:cNvGrpSpPr/>
            <p:nvPr/>
          </p:nvGrpSpPr>
          <p:grpSpPr>
            <a:xfrm>
              <a:off x="2726807" y="2494695"/>
              <a:ext cx="1340154" cy="1549802"/>
              <a:chOff x="2745661" y="2513549"/>
              <a:chExt cx="1340154" cy="1549802"/>
            </a:xfrm>
          </p:grpSpPr>
          <p:sp>
            <p:nvSpPr>
              <p:cNvPr id="61" name="Rectangle 5"/>
              <p:cNvSpPr>
                <a:spLocks noChangeArrowheads="1"/>
              </p:cNvSpPr>
              <p:nvPr/>
            </p:nvSpPr>
            <p:spPr bwMode="auto">
              <a:xfrm rot="18094842">
                <a:off x="2365642" y="3160113"/>
                <a:ext cx="128325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68580" tIns="34290" rIns="68580" bIns="3429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indent="2794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lvl="0"/>
                <a:r>
                  <a:rPr lang="zh-CN" altLang="en-US" sz="2100" b="1" dirty="0">
                    <a:latin typeface="+mn-ea"/>
                    <a:ea typeface="+mn-ea"/>
                    <a:cs typeface="Tahoma" pitchFamily="34" charset="0"/>
                  </a:rPr>
                  <a:t>矢量</a:t>
                </a:r>
                <a:endParaRPr lang="zh-CN" altLang="en-US" sz="2100" b="1" dirty="0">
                  <a:latin typeface="+mn-ea"/>
                  <a:ea typeface="+mn-ea"/>
                </a:endParaRPr>
              </a:p>
            </p:txBody>
          </p:sp>
          <p:sp>
            <p:nvSpPr>
              <p:cNvPr id="62" name="Rectangle 5"/>
              <p:cNvSpPr>
                <a:spLocks noChangeArrowheads="1"/>
              </p:cNvSpPr>
              <p:nvPr/>
            </p:nvSpPr>
            <p:spPr bwMode="auto">
              <a:xfrm rot="19203808">
                <a:off x="2802558" y="2513549"/>
                <a:ext cx="128325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68580" tIns="34290" rIns="68580" bIns="3429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indent="2794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lvl="0"/>
                <a:r>
                  <a:rPr lang="zh-CN" altLang="en-US" sz="2100" b="1" dirty="0">
                    <a:latin typeface="+mn-ea"/>
                    <a:ea typeface="+mn-ea"/>
                    <a:cs typeface="Tahoma" pitchFamily="34" charset="0"/>
                  </a:rPr>
                  <a:t>叠</a:t>
                </a:r>
                <a:r>
                  <a:rPr lang="zh-CN" altLang="en-US" sz="2100" b="1" dirty="0">
                    <a:latin typeface="+mn-ea"/>
                    <a:cs typeface="Tahoma" pitchFamily="34" charset="0"/>
                  </a:rPr>
                  <a:t>加</a:t>
                </a:r>
                <a:endParaRPr lang="zh-CN" altLang="en-US" sz="2100" b="1" dirty="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46108" name="组合 46107"/>
          <p:cNvGrpSpPr/>
          <p:nvPr/>
        </p:nvGrpSpPr>
        <p:grpSpPr>
          <a:xfrm>
            <a:off x="4022834" y="2025244"/>
            <a:ext cx="2092023" cy="2612307"/>
            <a:chOff x="2759398" y="2666436"/>
            <a:chExt cx="2789363" cy="3483076"/>
          </a:xfrm>
        </p:grpSpPr>
        <p:grpSp>
          <p:nvGrpSpPr>
            <p:cNvPr id="46106" name="组合 46105"/>
            <p:cNvGrpSpPr/>
            <p:nvPr/>
          </p:nvGrpSpPr>
          <p:grpSpPr>
            <a:xfrm>
              <a:off x="2759398" y="4702185"/>
              <a:ext cx="1406142" cy="1447327"/>
              <a:chOff x="2759398" y="4702185"/>
              <a:chExt cx="1406142" cy="1447327"/>
            </a:xfrm>
          </p:grpSpPr>
          <p:sp>
            <p:nvSpPr>
              <p:cNvPr id="49" name="Rectangle 5"/>
              <p:cNvSpPr>
                <a:spLocks noChangeArrowheads="1"/>
              </p:cNvSpPr>
              <p:nvPr/>
            </p:nvSpPr>
            <p:spPr bwMode="auto">
              <a:xfrm rot="14077935" flipV="1">
                <a:off x="2379379" y="5082204"/>
                <a:ext cx="128325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68580" tIns="34290" rIns="68580" bIns="3429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indent="2794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lvl="0"/>
                <a:r>
                  <a:rPr lang="zh-CN" altLang="en-US" sz="2100" b="1" dirty="0">
                    <a:latin typeface="+mn-ea"/>
                    <a:ea typeface="+mn-ea"/>
                    <a:cs typeface="Tahoma" pitchFamily="34" charset="0"/>
                  </a:rPr>
                  <a:t>标量</a:t>
                </a:r>
                <a:endParaRPr lang="zh-CN" altLang="en-US" sz="2100" b="1" dirty="0">
                  <a:latin typeface="+mn-ea"/>
                  <a:ea typeface="+mn-ea"/>
                </a:endParaRPr>
              </a:p>
            </p:txBody>
          </p:sp>
          <p:sp>
            <p:nvSpPr>
              <p:cNvPr id="64" name="Rectangle 5"/>
              <p:cNvSpPr>
                <a:spLocks noChangeArrowheads="1"/>
              </p:cNvSpPr>
              <p:nvPr/>
            </p:nvSpPr>
            <p:spPr bwMode="auto">
              <a:xfrm rot="12424766" flipV="1">
                <a:off x="2882283" y="5626292"/>
                <a:ext cx="128325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68580" tIns="34290" rIns="68580" bIns="3429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indent="2794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lvl="0"/>
                <a:r>
                  <a:rPr lang="zh-CN" altLang="en-US" sz="2100" b="1" dirty="0">
                    <a:latin typeface="+mn-ea"/>
                    <a:ea typeface="+mn-ea"/>
                    <a:cs typeface="Tahoma" pitchFamily="34" charset="0"/>
                  </a:rPr>
                  <a:t>叠</a:t>
                </a:r>
                <a:r>
                  <a:rPr lang="zh-CN" altLang="en-US" sz="2100" b="1" dirty="0">
                    <a:latin typeface="+mn-ea"/>
                    <a:cs typeface="Tahoma" pitchFamily="34" charset="0"/>
                  </a:rPr>
                  <a:t>加</a:t>
                </a:r>
                <a:endParaRPr lang="zh-CN" altLang="en-US" sz="21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65" name="弧形 64"/>
            <p:cNvSpPr/>
            <p:nvPr/>
          </p:nvSpPr>
          <p:spPr bwMode="auto">
            <a:xfrm flipH="1" flipV="1">
              <a:off x="3037561" y="2666436"/>
              <a:ext cx="2511200" cy="3310923"/>
            </a:xfrm>
            <a:prstGeom prst="arc">
              <a:avLst>
                <a:gd name="adj1" fmla="val 16024817"/>
                <a:gd name="adj2" fmla="val 120905"/>
              </a:avLst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latin typeface="Times New Roman" pitchFamily="18" charset="0"/>
              </a:endParaRPr>
            </a:p>
          </p:txBody>
        </p:sp>
      </p:grp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3512376" y="3005464"/>
            <a:ext cx="1233351" cy="39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indent="2794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lvl="0"/>
            <a:r>
              <a:rPr lang="zh-CN" altLang="en-US" sz="2100" b="1" dirty="0">
                <a:latin typeface="+mn-ea"/>
                <a:ea typeface="+mn-ea"/>
                <a:cs typeface="Tahoma" pitchFamily="34" charset="0"/>
              </a:rPr>
              <a:t>点电荷</a:t>
            </a:r>
            <a:endParaRPr lang="zh-CN" altLang="en-US" sz="2100" b="1" dirty="0">
              <a:latin typeface="+mn-ea"/>
              <a:ea typeface="+mn-ea"/>
            </a:endParaRPr>
          </a:p>
        </p:txBody>
      </p:sp>
      <p:sp>
        <p:nvSpPr>
          <p:cNvPr id="25" name="椭圆 24"/>
          <p:cNvSpPr/>
          <p:nvPr/>
        </p:nvSpPr>
        <p:spPr bwMode="auto">
          <a:xfrm>
            <a:off x="3789140" y="2772568"/>
            <a:ext cx="891000" cy="8910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 b="1">
              <a:latin typeface="Times New Roman" pitchFamily="18" charset="0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5123201" y="4024601"/>
            <a:ext cx="891000" cy="8910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 b="1">
              <a:latin typeface="Times New Roman" pitchFamily="18" charset="0"/>
            </a:endParaRPr>
          </a:p>
        </p:txBody>
      </p:sp>
      <p:sp>
        <p:nvSpPr>
          <p:cNvPr id="30" name="椭圆 29"/>
          <p:cNvSpPr/>
          <p:nvPr/>
        </p:nvSpPr>
        <p:spPr bwMode="auto">
          <a:xfrm>
            <a:off x="5104577" y="1566548"/>
            <a:ext cx="891000" cy="8910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 b="1">
              <a:latin typeface="Times New Roman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61148" y="2772568"/>
            <a:ext cx="1223212" cy="891000"/>
            <a:chOff x="-25871" y="3615733"/>
            <a:chExt cx="1630950" cy="1188000"/>
          </a:xfrm>
        </p:grpSpPr>
        <p:sp>
          <p:nvSpPr>
            <p:cNvPr id="32" name="椭圆 31"/>
            <p:cNvSpPr/>
            <p:nvPr/>
          </p:nvSpPr>
          <p:spPr bwMode="auto">
            <a:xfrm>
              <a:off x="395196" y="3615733"/>
              <a:ext cx="1188000" cy="1188000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latin typeface="Times New Roman" pitchFamily="18" charset="0"/>
              </a:endParaRPr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auto">
            <a:xfrm>
              <a:off x="-25871" y="3915668"/>
              <a:ext cx="1630950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>
              <a:lvl1pPr indent="2794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lvl="0" algn="ctr"/>
              <a:r>
                <a:rPr lang="zh-CN" altLang="en-US" sz="2100" b="1">
                  <a:latin typeface="+mn-ea"/>
                  <a:ea typeface="+mn-ea"/>
                </a:rPr>
                <a:t>带电体</a:t>
              </a:r>
              <a:endParaRPr lang="zh-CN" altLang="en-US" sz="2100" b="1" dirty="0">
                <a:latin typeface="+mn-ea"/>
                <a:ea typeface="+mn-ea"/>
              </a:endParaRPr>
            </a:p>
          </p:txBody>
        </p:sp>
      </p:grpSp>
      <p:cxnSp>
        <p:nvCxnSpPr>
          <p:cNvPr id="36" name="直接箭头连接符 35"/>
          <p:cNvCxnSpPr>
            <a:stCxn id="34" idx="3"/>
          </p:cNvCxnSpPr>
          <p:nvPr/>
        </p:nvCxnSpPr>
        <p:spPr bwMode="auto">
          <a:xfrm>
            <a:off x="3284360" y="3193727"/>
            <a:ext cx="494395" cy="137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grpSp>
        <p:nvGrpSpPr>
          <p:cNvPr id="11" name="组合 10"/>
          <p:cNvGrpSpPr/>
          <p:nvPr/>
        </p:nvGrpSpPr>
        <p:grpSpPr>
          <a:xfrm>
            <a:off x="2738314" y="1179904"/>
            <a:ext cx="2606007" cy="1736918"/>
            <a:chOff x="2127086" y="1191239"/>
            <a:chExt cx="3474675" cy="2315890"/>
          </a:xfrm>
        </p:grpSpPr>
        <p:sp>
          <p:nvSpPr>
            <p:cNvPr id="10" name="任意多边形 9"/>
            <p:cNvSpPr/>
            <p:nvPr/>
          </p:nvSpPr>
          <p:spPr bwMode="auto">
            <a:xfrm>
              <a:off x="2234111" y="1706765"/>
              <a:ext cx="3367650" cy="1800364"/>
            </a:xfrm>
            <a:custGeom>
              <a:avLst/>
              <a:gdLst>
                <a:gd name="connsiteX0" fmla="*/ 11379 w 3368037"/>
                <a:gd name="connsiteY0" fmla="*/ 1958827 h 1958827"/>
                <a:gd name="connsiteX1" fmla="*/ 242873 w 3368037"/>
                <a:gd name="connsiteY1" fmla="*/ 824508 h 1958827"/>
                <a:gd name="connsiteX2" fmla="*/ 1654984 w 3368037"/>
                <a:gd name="connsiteY2" fmla="*/ 14280 h 1958827"/>
                <a:gd name="connsiteX3" fmla="*/ 3368037 w 3368037"/>
                <a:gd name="connsiteY3" fmla="*/ 384670 h 195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68037" h="1958827">
                  <a:moveTo>
                    <a:pt x="11379" y="1958827"/>
                  </a:moveTo>
                  <a:cubicBezTo>
                    <a:pt x="-9841" y="1553713"/>
                    <a:pt x="-31061" y="1148599"/>
                    <a:pt x="242873" y="824508"/>
                  </a:cubicBezTo>
                  <a:cubicBezTo>
                    <a:pt x="516807" y="500417"/>
                    <a:pt x="1134123" y="87586"/>
                    <a:pt x="1654984" y="14280"/>
                  </a:cubicBezTo>
                  <a:cubicBezTo>
                    <a:pt x="2175845" y="-59026"/>
                    <a:pt x="2771941" y="162822"/>
                    <a:pt x="3368037" y="384670"/>
                  </a:cubicBezTo>
                </a:path>
              </a:pathLst>
            </a:cu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hangingPunct="0"/>
              <a:endParaRPr lang="zh-CN" altLang="en-US" sz="2100" b="1">
                <a:latin typeface="Times New Roman" pitchFamily="18" charset="0"/>
              </a:endParaRPr>
            </a:p>
          </p:txBody>
        </p:sp>
        <p:sp>
          <p:nvSpPr>
            <p:cNvPr id="39" name="Rectangle 5"/>
            <p:cNvSpPr>
              <a:spLocks noChangeArrowheads="1"/>
            </p:cNvSpPr>
            <p:nvPr/>
          </p:nvSpPr>
          <p:spPr bwMode="auto">
            <a:xfrm rot="19558368">
              <a:off x="2127086" y="1576142"/>
              <a:ext cx="128325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>
              <a:lvl1pPr indent="2794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lvl="0"/>
              <a:r>
                <a:rPr lang="zh-CN" altLang="en-US" sz="2100" b="1">
                  <a:latin typeface="+mn-ea"/>
                  <a:ea typeface="+mn-ea"/>
                  <a:cs typeface="Tahoma" pitchFamily="34" charset="0"/>
                </a:rPr>
                <a:t>高斯</a:t>
              </a:r>
              <a:endParaRPr lang="zh-CN" altLang="en-US" sz="2100" b="1" dirty="0">
                <a:latin typeface="+mn-ea"/>
                <a:ea typeface="+mn-ea"/>
              </a:endParaRPr>
            </a:p>
          </p:txBody>
        </p:sp>
        <p:sp>
          <p:nvSpPr>
            <p:cNvPr id="41" name="Rectangle 5"/>
            <p:cNvSpPr>
              <a:spLocks noChangeArrowheads="1"/>
            </p:cNvSpPr>
            <p:nvPr/>
          </p:nvSpPr>
          <p:spPr bwMode="auto">
            <a:xfrm rot="20419397">
              <a:off x="2812290" y="1191239"/>
              <a:ext cx="128325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>
              <a:lvl1pPr indent="2794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lvl="0"/>
              <a:r>
                <a:rPr lang="zh-CN" altLang="en-US" sz="2100" b="1">
                  <a:latin typeface="+mn-ea"/>
                  <a:ea typeface="+mn-ea"/>
                  <a:cs typeface="Tahoma" pitchFamily="34" charset="0"/>
                </a:rPr>
                <a:t>定理</a:t>
              </a:r>
              <a:endParaRPr lang="zh-CN" altLang="en-US" sz="2100" b="1" dirty="0">
                <a:latin typeface="+mn-ea"/>
                <a:ea typeface="+mn-ea"/>
              </a:endParaRPr>
            </a:p>
          </p:txBody>
        </p:sp>
      </p:grpSp>
      <p:sp>
        <p:nvSpPr>
          <p:cNvPr id="42" name="Text Box 30"/>
          <p:cNvSpPr txBox="1">
            <a:spLocks noChangeArrowheads="1"/>
          </p:cNvSpPr>
          <p:nvPr/>
        </p:nvSpPr>
        <p:spPr bwMode="auto">
          <a:xfrm>
            <a:off x="2610891" y="189234"/>
            <a:ext cx="3714750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第五章     静  电  场</a:t>
            </a:r>
            <a:endParaRPr lang="zh-CN" altLang="en-US" sz="2400" b="1">
              <a:solidFill>
                <a:srgbClr val="333333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4" dur="2000"/>
                                        <p:tgtEl>
                                          <p:spTgt spid="4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2513410" y="1420416"/>
            <a:ext cx="47863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§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5.4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电场强度通量、高斯定理</a:t>
            </a:r>
          </a:p>
        </p:txBody>
      </p:sp>
      <p:sp>
        <p:nvSpPr>
          <p:cNvPr id="46084" name="Text Box 5"/>
          <p:cNvSpPr txBox="1">
            <a:spLocks noChangeArrowheads="1"/>
          </p:cNvSpPr>
          <p:nvPr/>
        </p:nvSpPr>
        <p:spPr bwMode="auto">
          <a:xfrm>
            <a:off x="2951560" y="3993357"/>
            <a:ext cx="33420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 高斯定理的应用</a:t>
            </a:r>
          </a:p>
        </p:txBody>
      </p:sp>
      <p:sp>
        <p:nvSpPr>
          <p:cNvPr id="46085" name="Rectangle 27"/>
          <p:cNvSpPr>
            <a:spLocks noChangeArrowheads="1"/>
          </p:cNvSpPr>
          <p:nvPr/>
        </p:nvSpPr>
        <p:spPr bwMode="auto">
          <a:xfrm>
            <a:off x="2951560" y="2062163"/>
            <a:ext cx="22526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 电场线</a:t>
            </a:r>
          </a:p>
        </p:txBody>
      </p:sp>
      <p:sp>
        <p:nvSpPr>
          <p:cNvPr id="46086" name="Rectangle 28"/>
          <p:cNvSpPr>
            <a:spLocks noChangeArrowheads="1"/>
          </p:cNvSpPr>
          <p:nvPr/>
        </p:nvSpPr>
        <p:spPr bwMode="auto">
          <a:xfrm>
            <a:off x="2951560" y="2706291"/>
            <a:ext cx="31742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buFont typeface="Wingdings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 电场强度通量</a:t>
            </a:r>
          </a:p>
        </p:txBody>
      </p:sp>
      <p:sp>
        <p:nvSpPr>
          <p:cNvPr id="46087" name="Rectangle 29"/>
          <p:cNvSpPr>
            <a:spLocks noChangeArrowheads="1"/>
          </p:cNvSpPr>
          <p:nvPr/>
        </p:nvSpPr>
        <p:spPr bwMode="auto">
          <a:xfrm>
            <a:off x="2951560" y="3349229"/>
            <a:ext cx="29039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 高斯定理</a:t>
            </a:r>
          </a:p>
        </p:txBody>
      </p:sp>
      <p:sp>
        <p:nvSpPr>
          <p:cNvPr id="46088" name="Text Box 30"/>
          <p:cNvSpPr txBox="1">
            <a:spLocks noChangeArrowheads="1"/>
          </p:cNvSpPr>
          <p:nvPr/>
        </p:nvSpPr>
        <p:spPr bwMode="auto">
          <a:xfrm>
            <a:off x="2584847" y="519113"/>
            <a:ext cx="3714750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第五章     静  电  场</a:t>
            </a:r>
            <a:endParaRPr lang="zh-CN" altLang="en-US" sz="2400" b="1">
              <a:solidFill>
                <a:srgbClr val="333333"/>
              </a:solidFill>
              <a:latin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79111A-900B-4D86-AC33-D547E9719A4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8143499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730240" y="4853065"/>
            <a:ext cx="1428750" cy="342900"/>
          </a:xfrm>
        </p:spPr>
        <p:txBody>
          <a:bodyPr/>
          <a:lstStyle/>
          <a:p>
            <a:pPr algn="r">
              <a:defRPr/>
            </a:pPr>
            <a:fld id="{FCC89979-D54A-44C8-BCEA-D3B3BB916129}" type="slidenum">
              <a:rPr lang="en-US" altLang="zh-CN"/>
              <a:pPr algn="r">
                <a:defRPr/>
              </a:pPr>
              <a:t>3</a:t>
            </a:fld>
            <a:endParaRPr lang="en-US" altLang="zh-CN"/>
          </a:p>
        </p:txBody>
      </p:sp>
      <p:sp>
        <p:nvSpPr>
          <p:cNvPr id="47107" name="Rectangle 2"/>
          <p:cNvSpPr>
            <a:spLocks noChangeArrowheads="1"/>
          </p:cNvSpPr>
          <p:nvPr/>
        </p:nvSpPr>
        <p:spPr bwMode="auto">
          <a:xfrm>
            <a:off x="594182" y="303610"/>
            <a:ext cx="5331619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2700" b="1">
                <a:solidFill>
                  <a:srgbClr val="CC0000"/>
                </a:solidFill>
                <a:latin typeface="宋体" pitchFamily="2" charset="-122"/>
              </a:rPr>
              <a:t>一、电</a:t>
            </a:r>
            <a:r>
              <a:rPr kumimoji="1" lang="zh-CN" altLang="en-US" sz="2700" b="1" dirty="0">
                <a:solidFill>
                  <a:srgbClr val="CC0000"/>
                </a:solidFill>
                <a:latin typeface="宋体" pitchFamily="2" charset="-122"/>
              </a:rPr>
              <a:t>场线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953750" y="1491854"/>
            <a:ext cx="497205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kumimoji="1" lang="en-US" altLang="zh-CN" sz="2400" b="1">
                <a:latin typeface="Times New Roman" pitchFamily="18" charset="0"/>
              </a:rPr>
              <a:t>  </a:t>
            </a:r>
            <a:r>
              <a:rPr kumimoji="1" lang="zh-CN" altLang="en-US" sz="2400" b="1">
                <a:solidFill>
                  <a:srgbClr val="0000FF"/>
                </a:solidFill>
                <a:latin typeface="宋体" pitchFamily="2" charset="-122"/>
              </a:rPr>
              <a:t>切线</a:t>
            </a:r>
            <a:r>
              <a:rPr kumimoji="1" lang="zh-CN" altLang="en-US" sz="2400" b="1">
                <a:latin typeface="宋体" pitchFamily="2" charset="-122"/>
              </a:rPr>
              <a:t>方向为电场强度</a:t>
            </a:r>
            <a:r>
              <a:rPr kumimoji="1" lang="zh-CN" altLang="en-US" sz="2400" b="1">
                <a:solidFill>
                  <a:srgbClr val="0000FF"/>
                </a:solidFill>
                <a:latin typeface="宋体" pitchFamily="2" charset="-122"/>
              </a:rPr>
              <a:t>方向</a:t>
            </a:r>
            <a:endParaRPr kumimoji="1" lang="zh-CN" altLang="en-US" sz="2400" b="1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668000" y="1006079"/>
            <a:ext cx="1314450" cy="461665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rgbClr val="CC0000"/>
                </a:solidFill>
                <a:latin typeface="+mn-lt"/>
              </a:rPr>
              <a:t>. </a:t>
            </a:r>
            <a:r>
              <a:rPr kumimoji="1" lang="zh-CN" altLang="en-US" sz="2400" b="1">
                <a:latin typeface="宋体" pitchFamily="2" charset="-122"/>
              </a:rPr>
              <a:t>规定</a:t>
            </a: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782300" y="3207285"/>
            <a:ext cx="24574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2. </a:t>
            </a:r>
            <a:r>
              <a:rPr kumimoji="1" lang="zh-CN" altLang="en-US" sz="2400" b="1">
                <a:latin typeface="宋体" pitchFamily="2" charset="-122"/>
              </a:rPr>
              <a:t>特点</a:t>
            </a:r>
            <a:endParaRPr kumimoji="1" lang="zh-CN" altLang="en-US" sz="2400">
              <a:latin typeface="宋体" pitchFamily="2" charset="-122"/>
            </a:endParaRPr>
          </a:p>
        </p:txBody>
      </p:sp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953750" y="3782357"/>
            <a:ext cx="58293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) </a:t>
            </a:r>
            <a:r>
              <a:rPr kumimoji="1" lang="zh-CN" altLang="en-US" sz="2400" b="1">
                <a:solidFill>
                  <a:srgbClr val="0000FF"/>
                </a:solidFill>
                <a:latin typeface="宋体" pitchFamily="2" charset="-122"/>
              </a:rPr>
              <a:t>始于正</a:t>
            </a:r>
            <a:r>
              <a:rPr kumimoji="1" lang="zh-CN" altLang="en-US" sz="2400" b="1">
                <a:latin typeface="宋体" pitchFamily="2" charset="-122"/>
              </a:rPr>
              <a:t>电荷，</a:t>
            </a:r>
            <a:r>
              <a:rPr kumimoji="1" lang="zh-CN" altLang="en-US" sz="2400" b="1">
                <a:solidFill>
                  <a:srgbClr val="0000FF"/>
                </a:solidFill>
                <a:latin typeface="宋体" pitchFamily="2" charset="-122"/>
              </a:rPr>
              <a:t>止于负</a:t>
            </a:r>
            <a:r>
              <a:rPr kumimoji="1" lang="zh-CN" altLang="en-US" sz="2400" b="1">
                <a:latin typeface="宋体" pitchFamily="2" charset="-122"/>
              </a:rPr>
              <a:t>电荷，</a:t>
            </a:r>
            <a:r>
              <a:rPr kumimoji="1" lang="zh-CN" altLang="en-US" sz="2400" b="1">
                <a:solidFill>
                  <a:srgbClr val="0000FF"/>
                </a:solidFill>
                <a:latin typeface="宋体" pitchFamily="2" charset="-122"/>
              </a:rPr>
              <a:t>非闭合</a:t>
            </a:r>
            <a:r>
              <a:rPr kumimoji="1" lang="zh-CN" altLang="en-US" sz="2400" b="1">
                <a:latin typeface="宋体" pitchFamily="2" charset="-122"/>
              </a:rPr>
              <a:t>线</a:t>
            </a:r>
            <a:r>
              <a:rPr kumimoji="1" lang="en-US" altLang="zh-CN" sz="2400" b="1">
                <a:latin typeface="Times New Roman" pitchFamily="18" charset="0"/>
              </a:rPr>
              <a:t>.</a:t>
            </a:r>
          </a:p>
        </p:txBody>
      </p:sp>
      <p:sp>
        <p:nvSpPr>
          <p:cNvPr id="103444" name="Text Box 20"/>
          <p:cNvSpPr txBox="1">
            <a:spLocks noChangeArrowheads="1"/>
          </p:cNvSpPr>
          <p:nvPr/>
        </p:nvSpPr>
        <p:spPr bwMode="auto">
          <a:xfrm>
            <a:off x="953750" y="4322901"/>
            <a:ext cx="565785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) </a:t>
            </a:r>
            <a:r>
              <a:rPr kumimoji="1" lang="zh-CN" altLang="en-US" sz="2400" b="1">
                <a:latin typeface="宋体" pitchFamily="2" charset="-122"/>
              </a:rPr>
              <a:t>任何两条电场线</a:t>
            </a:r>
            <a:r>
              <a:rPr kumimoji="1" lang="zh-CN" altLang="en-US" sz="2400" b="1">
                <a:solidFill>
                  <a:srgbClr val="0000FF"/>
                </a:solidFill>
                <a:latin typeface="宋体" pitchFamily="2" charset="-122"/>
              </a:rPr>
              <a:t>不相交</a:t>
            </a:r>
            <a:r>
              <a:rPr kumimoji="1" lang="en-US" altLang="zh-CN" sz="2400" b="1">
                <a:latin typeface="Times New Roman" pitchFamily="18" charset="0"/>
              </a:rPr>
              <a:t>.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53750" y="2085975"/>
            <a:ext cx="6776490" cy="1421928"/>
            <a:chOff x="953750" y="2085975"/>
            <a:chExt cx="6776490" cy="1421928"/>
          </a:xfrm>
        </p:grpSpPr>
        <p:sp>
          <p:nvSpPr>
            <p:cNvPr id="103443" name="Text Box 19"/>
            <p:cNvSpPr txBox="1">
              <a:spLocks noChangeArrowheads="1"/>
            </p:cNvSpPr>
            <p:nvPr/>
          </p:nvSpPr>
          <p:spPr bwMode="auto">
            <a:xfrm>
              <a:off x="953750" y="2085975"/>
              <a:ext cx="5919240" cy="1421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zh-CN" sz="2400" b="1">
                  <a:solidFill>
                    <a:srgbClr val="CC0000"/>
                  </a:solidFill>
                  <a:latin typeface="宋体" pitchFamily="2" charset="-122"/>
                </a:rPr>
                <a:t>(</a:t>
              </a:r>
              <a:r>
                <a:rPr kumimoji="1" lang="en-US" altLang="zh-CN" sz="2400" b="1">
                  <a:solidFill>
                    <a:srgbClr val="CC0000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400" b="1">
                  <a:solidFill>
                    <a:srgbClr val="CC0000"/>
                  </a:solidFill>
                  <a:latin typeface="宋体" pitchFamily="2" charset="-122"/>
                </a:rPr>
                <a:t>) </a:t>
              </a:r>
              <a:r>
                <a:rPr lang="zh-CN" altLang="en-US" sz="2400" b="1">
                  <a:solidFill>
                    <a:srgbClr val="0000FF"/>
                  </a:solidFill>
                </a:rPr>
                <a:t>垂直</a:t>
              </a:r>
              <a:r>
                <a:rPr lang="zh-CN" altLang="en-US" sz="2400" b="1"/>
                <a:t>于电场方</a:t>
              </a:r>
              <a:r>
                <a:rPr lang="zh-CN" altLang="en-US" sz="2400" b="1" smtClean="0"/>
                <a:t>向</a:t>
              </a:r>
              <a:r>
                <a:rPr lang="zh-CN" altLang="en-US" sz="2400" b="1" smtClean="0">
                  <a:solidFill>
                    <a:srgbClr val="0000FF"/>
                  </a:solidFill>
                </a:rPr>
                <a:t>单</a:t>
              </a:r>
              <a:r>
                <a:rPr lang="zh-CN" altLang="en-US" sz="2400" b="1">
                  <a:solidFill>
                    <a:srgbClr val="0000FF"/>
                  </a:solidFill>
                </a:rPr>
                <a:t>位面积</a:t>
              </a:r>
              <a:r>
                <a:rPr lang="zh-CN" altLang="en-US" sz="2400" b="1"/>
                <a:t>上</a:t>
              </a:r>
              <a:r>
                <a:rPr lang="zh-CN" altLang="en-US" sz="2400" b="1" smtClean="0"/>
                <a:t>的</a:t>
              </a:r>
              <a:endParaRPr lang="en-US" altLang="zh-CN" sz="2400" b="1" smtClean="0"/>
            </a:p>
            <a:p>
              <a:pPr>
                <a:lnSpc>
                  <a:spcPct val="120000"/>
                </a:lnSpc>
              </a:pPr>
              <a:r>
                <a:rPr lang="en-US" altLang="zh-CN" sz="2400" b="1"/>
                <a:t> </a:t>
              </a:r>
              <a:r>
                <a:rPr lang="en-US" altLang="zh-CN" sz="2400" b="1" smtClean="0"/>
                <a:t>      </a:t>
              </a:r>
              <a:r>
                <a:rPr lang="zh-CN" altLang="en-US" sz="2400" b="1" smtClean="0"/>
                <a:t>电场</a:t>
              </a:r>
              <a:r>
                <a:rPr lang="zh-CN" altLang="en-US" sz="2400" b="1"/>
                <a:t>线</a:t>
              </a:r>
              <a:r>
                <a:rPr lang="zh-CN" altLang="en-US" sz="2400" b="1">
                  <a:solidFill>
                    <a:srgbClr val="0000FF"/>
                  </a:solidFill>
                </a:rPr>
                <a:t>条数</a:t>
              </a:r>
              <a:r>
                <a:rPr lang="zh-CN" altLang="en-US" sz="2400" b="1"/>
                <a:t>等于电场强度的</a:t>
              </a:r>
              <a:r>
                <a:rPr lang="zh-CN" altLang="en-US" sz="2400" b="1">
                  <a:solidFill>
                    <a:srgbClr val="0000FF"/>
                  </a:solidFill>
                </a:rPr>
                <a:t>大</a:t>
              </a:r>
              <a:r>
                <a:rPr lang="zh-CN" altLang="en-US" sz="2400" b="1" smtClean="0">
                  <a:solidFill>
                    <a:srgbClr val="0000FF"/>
                  </a:solidFill>
                </a:rPr>
                <a:t>小，即</a:t>
              </a:r>
              <a:endParaRPr kumimoji="1" lang="zh-CN" altLang="en-US" sz="2400" b="1">
                <a:solidFill>
                  <a:srgbClr val="0000FF"/>
                </a:solidFill>
                <a:latin typeface="Times New Roman" pitchFamily="18" charset="0"/>
              </a:endParaRPr>
            </a:p>
            <a:p>
              <a:pPr>
                <a:lnSpc>
                  <a:spcPct val="120000"/>
                </a:lnSpc>
              </a:pPr>
              <a:endParaRPr kumimoji="1" lang="zh-CN" altLang="en-US" sz="2400" b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4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0619790"/>
                </p:ext>
              </p:extLst>
            </p:nvPr>
          </p:nvGraphicFramePr>
          <p:xfrm>
            <a:off x="6558197" y="2448257"/>
            <a:ext cx="1172043" cy="7590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451" name="Equation" r:id="rId4" imgW="583920" imgH="431640" progId="Equation.DSMT4">
                    <p:embed/>
                  </p:oleObj>
                </mc:Choice>
                <mc:Fallback>
                  <p:oleObj name="Equation" r:id="rId4" imgW="583920" imgH="431640" progId="Equation.DSMT4">
                    <p:embed/>
                    <p:pic>
                      <p:nvPicPr>
                        <p:cNvPr id="205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8197" y="2448257"/>
                          <a:ext cx="1172043" cy="7590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1156356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autoUpdateAnimBg="0"/>
      <p:bldP spid="103428" grpId="0" autoUpdateAnimBg="0"/>
      <p:bldP spid="103429" grpId="0" autoUpdateAnimBg="0"/>
      <p:bldP spid="103430" grpId="0" autoUpdateAnimBg="0"/>
      <p:bldP spid="10344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725156" y="4894644"/>
            <a:ext cx="1428750" cy="342900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53B7D982-6B37-41FF-A1EE-132495DD851B}" type="slidenum">
              <a:rPr lang="en-US" altLang="zh-CN">
                <a:solidFill>
                  <a:srgbClr val="0000CC"/>
                </a:solidFill>
              </a:rPr>
              <a:pPr algn="r" eaLnBrk="1" hangingPunct="1"/>
              <a:t>4</a:t>
            </a:fld>
            <a:endParaRPr lang="en-US" altLang="zh-CN">
              <a:solidFill>
                <a:srgbClr val="0000CC"/>
              </a:solidFill>
            </a:endParaRPr>
          </a:p>
        </p:txBody>
      </p:sp>
      <p:grpSp>
        <p:nvGrpSpPr>
          <p:cNvPr id="50179" name="Group 2"/>
          <p:cNvGrpSpPr>
            <a:grpSpLocks/>
          </p:cNvGrpSpPr>
          <p:nvPr/>
        </p:nvGrpSpPr>
        <p:grpSpPr bwMode="auto">
          <a:xfrm>
            <a:off x="1825229" y="1572817"/>
            <a:ext cx="2656284" cy="2430065"/>
            <a:chOff x="984" y="2304"/>
            <a:chExt cx="1656" cy="1515"/>
          </a:xfrm>
        </p:grpSpPr>
        <p:grpSp>
          <p:nvGrpSpPr>
            <p:cNvPr id="50208" name="Group 3"/>
            <p:cNvGrpSpPr>
              <a:grpSpLocks/>
            </p:cNvGrpSpPr>
            <p:nvPr/>
          </p:nvGrpSpPr>
          <p:grpSpPr bwMode="auto">
            <a:xfrm>
              <a:off x="984" y="2304"/>
              <a:ext cx="1656" cy="1515"/>
              <a:chOff x="3264" y="1872"/>
              <a:chExt cx="2103" cy="2160"/>
            </a:xfrm>
          </p:grpSpPr>
          <p:sp>
            <p:nvSpPr>
              <p:cNvPr id="50210" name="Line 4"/>
              <p:cNvSpPr>
                <a:spLocks noChangeShapeType="1"/>
              </p:cNvSpPr>
              <p:nvPr/>
            </p:nvSpPr>
            <p:spPr bwMode="auto">
              <a:xfrm flipH="1">
                <a:off x="3321" y="2993"/>
                <a:ext cx="1989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1" name="Freeform 5"/>
              <p:cNvSpPr>
                <a:spLocks/>
              </p:cNvSpPr>
              <p:nvPr/>
            </p:nvSpPr>
            <p:spPr bwMode="auto">
              <a:xfrm>
                <a:off x="5282" y="2964"/>
                <a:ext cx="85" cy="59"/>
              </a:xfrm>
              <a:custGeom>
                <a:avLst/>
                <a:gdLst>
                  <a:gd name="T0" fmla="*/ 0 w 99"/>
                  <a:gd name="T1" fmla="*/ 32 h 67"/>
                  <a:gd name="T2" fmla="*/ 39 w 99"/>
                  <a:gd name="T3" fmla="*/ 16 h 67"/>
                  <a:gd name="T4" fmla="*/ 0 w 99"/>
                  <a:gd name="T5" fmla="*/ 0 h 67"/>
                  <a:gd name="T6" fmla="*/ 13 w 99"/>
                  <a:gd name="T7" fmla="*/ 16 h 67"/>
                  <a:gd name="T8" fmla="*/ 0 w 99"/>
                  <a:gd name="T9" fmla="*/ 32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0" y="67"/>
                    </a:moveTo>
                    <a:lnTo>
                      <a:pt x="99" y="33"/>
                    </a:lnTo>
                    <a:lnTo>
                      <a:pt x="0" y="0"/>
                    </a:lnTo>
                    <a:lnTo>
                      <a:pt x="31" y="33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2" name="Freeform 6"/>
              <p:cNvSpPr>
                <a:spLocks/>
              </p:cNvSpPr>
              <p:nvPr/>
            </p:nvSpPr>
            <p:spPr bwMode="auto">
              <a:xfrm>
                <a:off x="3264" y="2963"/>
                <a:ext cx="85" cy="59"/>
              </a:xfrm>
              <a:custGeom>
                <a:avLst/>
                <a:gdLst>
                  <a:gd name="T0" fmla="*/ 39 w 99"/>
                  <a:gd name="T1" fmla="*/ 0 h 67"/>
                  <a:gd name="T2" fmla="*/ 0 w 99"/>
                  <a:gd name="T3" fmla="*/ 16 h 67"/>
                  <a:gd name="T4" fmla="*/ 39 w 99"/>
                  <a:gd name="T5" fmla="*/ 32 h 67"/>
                  <a:gd name="T6" fmla="*/ 27 w 99"/>
                  <a:gd name="T7" fmla="*/ 16 h 67"/>
                  <a:gd name="T8" fmla="*/ 39 w 99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99" y="0"/>
                    </a:moveTo>
                    <a:lnTo>
                      <a:pt x="0" y="34"/>
                    </a:lnTo>
                    <a:lnTo>
                      <a:pt x="99" y="67"/>
                    </a:lnTo>
                    <a:lnTo>
                      <a:pt x="68" y="3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3" name="Line 7"/>
              <p:cNvSpPr>
                <a:spLocks noChangeShapeType="1"/>
              </p:cNvSpPr>
              <p:nvPr/>
            </p:nvSpPr>
            <p:spPr bwMode="auto">
              <a:xfrm flipH="1" flipV="1">
                <a:off x="3341" y="2613"/>
                <a:ext cx="1846" cy="76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4" name="Freeform 8"/>
              <p:cNvSpPr>
                <a:spLocks/>
              </p:cNvSpPr>
              <p:nvPr/>
            </p:nvSpPr>
            <p:spPr bwMode="auto">
              <a:xfrm>
                <a:off x="5172" y="3343"/>
                <a:ext cx="90" cy="59"/>
              </a:xfrm>
              <a:custGeom>
                <a:avLst/>
                <a:gdLst>
                  <a:gd name="T0" fmla="*/ 0 w 105"/>
                  <a:gd name="T1" fmla="*/ 29 h 67"/>
                  <a:gd name="T2" fmla="*/ 42 w 105"/>
                  <a:gd name="T3" fmla="*/ 32 h 67"/>
                  <a:gd name="T4" fmla="*/ 9 w 105"/>
                  <a:gd name="T5" fmla="*/ 0 h 67"/>
                  <a:gd name="T6" fmla="*/ 17 w 105"/>
                  <a:gd name="T7" fmla="*/ 20 h 67"/>
                  <a:gd name="T8" fmla="*/ 0 w 105"/>
                  <a:gd name="T9" fmla="*/ 29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"/>
                  <a:gd name="T16" fmla="*/ 0 h 67"/>
                  <a:gd name="T17" fmla="*/ 105 w 105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" h="67">
                    <a:moveTo>
                      <a:pt x="0" y="62"/>
                    </a:moveTo>
                    <a:lnTo>
                      <a:pt x="105" y="67"/>
                    </a:lnTo>
                    <a:lnTo>
                      <a:pt x="25" y="0"/>
                    </a:lnTo>
                    <a:lnTo>
                      <a:pt x="42" y="42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5" name="Freeform 9"/>
              <p:cNvSpPr>
                <a:spLocks/>
              </p:cNvSpPr>
              <p:nvPr/>
            </p:nvSpPr>
            <p:spPr bwMode="auto">
              <a:xfrm>
                <a:off x="3312" y="2602"/>
                <a:ext cx="90" cy="59"/>
              </a:xfrm>
              <a:custGeom>
                <a:avLst/>
                <a:gdLst>
                  <a:gd name="T0" fmla="*/ 42 w 105"/>
                  <a:gd name="T1" fmla="*/ 4 h 67"/>
                  <a:gd name="T2" fmla="*/ 0 w 105"/>
                  <a:gd name="T3" fmla="*/ 0 h 67"/>
                  <a:gd name="T4" fmla="*/ 33 w 105"/>
                  <a:gd name="T5" fmla="*/ 32 h 67"/>
                  <a:gd name="T6" fmla="*/ 24 w 105"/>
                  <a:gd name="T7" fmla="*/ 11 h 67"/>
                  <a:gd name="T8" fmla="*/ 42 w 105"/>
                  <a:gd name="T9" fmla="*/ 4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"/>
                  <a:gd name="T16" fmla="*/ 0 h 67"/>
                  <a:gd name="T17" fmla="*/ 105 w 105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" h="67">
                    <a:moveTo>
                      <a:pt x="105" y="5"/>
                    </a:moveTo>
                    <a:lnTo>
                      <a:pt x="0" y="0"/>
                    </a:lnTo>
                    <a:lnTo>
                      <a:pt x="80" y="67"/>
                    </a:lnTo>
                    <a:lnTo>
                      <a:pt x="63" y="25"/>
                    </a:lnTo>
                    <a:lnTo>
                      <a:pt x="105" y="5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6" name="Line 10"/>
              <p:cNvSpPr>
                <a:spLocks noChangeShapeType="1"/>
              </p:cNvSpPr>
              <p:nvPr/>
            </p:nvSpPr>
            <p:spPr bwMode="auto">
              <a:xfrm flipH="1" flipV="1">
                <a:off x="3544" y="2296"/>
                <a:ext cx="1460" cy="141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7" name="Freeform 11"/>
              <p:cNvSpPr>
                <a:spLocks/>
              </p:cNvSpPr>
              <p:nvPr/>
            </p:nvSpPr>
            <p:spPr bwMode="auto">
              <a:xfrm>
                <a:off x="4962" y="3666"/>
                <a:ext cx="82" cy="81"/>
              </a:xfrm>
              <a:custGeom>
                <a:avLst/>
                <a:gdLst>
                  <a:gd name="T0" fmla="*/ 0 w 95"/>
                  <a:gd name="T1" fmla="*/ 23 h 92"/>
                  <a:gd name="T2" fmla="*/ 40 w 95"/>
                  <a:gd name="T3" fmla="*/ 42 h 92"/>
                  <a:gd name="T4" fmla="*/ 19 w 95"/>
                  <a:gd name="T5" fmla="*/ 0 h 92"/>
                  <a:gd name="T6" fmla="*/ 19 w 95"/>
                  <a:gd name="T7" fmla="*/ 21 h 92"/>
                  <a:gd name="T8" fmla="*/ 0 w 95"/>
                  <a:gd name="T9" fmla="*/ 23 h 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"/>
                  <a:gd name="T16" fmla="*/ 0 h 92"/>
                  <a:gd name="T17" fmla="*/ 95 w 95"/>
                  <a:gd name="T18" fmla="*/ 92 h 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" h="92">
                    <a:moveTo>
                      <a:pt x="0" y="48"/>
                    </a:moveTo>
                    <a:lnTo>
                      <a:pt x="95" y="92"/>
                    </a:lnTo>
                    <a:lnTo>
                      <a:pt x="46" y="0"/>
                    </a:lnTo>
                    <a:lnTo>
                      <a:pt x="46" y="45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8" name="Freeform 12"/>
              <p:cNvSpPr>
                <a:spLocks/>
              </p:cNvSpPr>
              <p:nvPr/>
            </p:nvSpPr>
            <p:spPr bwMode="auto">
              <a:xfrm>
                <a:off x="3504" y="2256"/>
                <a:ext cx="82" cy="81"/>
              </a:xfrm>
              <a:custGeom>
                <a:avLst/>
                <a:gdLst>
                  <a:gd name="T0" fmla="*/ 40 w 95"/>
                  <a:gd name="T1" fmla="*/ 20 h 92"/>
                  <a:gd name="T2" fmla="*/ 0 w 95"/>
                  <a:gd name="T3" fmla="*/ 0 h 92"/>
                  <a:gd name="T4" fmla="*/ 20 w 95"/>
                  <a:gd name="T5" fmla="*/ 42 h 92"/>
                  <a:gd name="T6" fmla="*/ 20 w 95"/>
                  <a:gd name="T7" fmla="*/ 22 h 92"/>
                  <a:gd name="T8" fmla="*/ 40 w 95"/>
                  <a:gd name="T9" fmla="*/ 20 h 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"/>
                  <a:gd name="T16" fmla="*/ 0 h 92"/>
                  <a:gd name="T17" fmla="*/ 95 w 95"/>
                  <a:gd name="T18" fmla="*/ 92 h 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" h="92">
                    <a:moveTo>
                      <a:pt x="95" y="44"/>
                    </a:moveTo>
                    <a:lnTo>
                      <a:pt x="0" y="0"/>
                    </a:lnTo>
                    <a:lnTo>
                      <a:pt x="49" y="92"/>
                    </a:lnTo>
                    <a:lnTo>
                      <a:pt x="49" y="47"/>
                    </a:lnTo>
                    <a:lnTo>
                      <a:pt x="95" y="44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9" name="Line 13"/>
              <p:cNvSpPr>
                <a:spLocks noChangeShapeType="1"/>
              </p:cNvSpPr>
              <p:nvPr/>
            </p:nvSpPr>
            <p:spPr bwMode="auto">
              <a:xfrm flipH="1">
                <a:off x="3911" y="2027"/>
                <a:ext cx="785" cy="185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0" name="Freeform 14"/>
              <p:cNvSpPr>
                <a:spLocks/>
              </p:cNvSpPr>
              <p:nvPr/>
            </p:nvSpPr>
            <p:spPr bwMode="auto">
              <a:xfrm>
                <a:off x="4659" y="1974"/>
                <a:ext cx="60" cy="92"/>
              </a:xfrm>
              <a:custGeom>
                <a:avLst/>
                <a:gdLst>
                  <a:gd name="T0" fmla="*/ 24 w 70"/>
                  <a:gd name="T1" fmla="*/ 50 h 104"/>
                  <a:gd name="T2" fmla="*/ 28 w 70"/>
                  <a:gd name="T3" fmla="*/ 0 h 104"/>
                  <a:gd name="T4" fmla="*/ 0 w 70"/>
                  <a:gd name="T5" fmla="*/ 37 h 104"/>
                  <a:gd name="T6" fmla="*/ 17 w 70"/>
                  <a:gd name="T7" fmla="*/ 30 h 104"/>
                  <a:gd name="T8" fmla="*/ 24 w 70"/>
                  <a:gd name="T9" fmla="*/ 5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"/>
                  <a:gd name="T16" fmla="*/ 0 h 104"/>
                  <a:gd name="T17" fmla="*/ 70 w 70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" h="104">
                    <a:moveTo>
                      <a:pt x="62" y="104"/>
                    </a:moveTo>
                    <a:lnTo>
                      <a:pt x="70" y="0"/>
                    </a:lnTo>
                    <a:lnTo>
                      <a:pt x="0" y="78"/>
                    </a:lnTo>
                    <a:lnTo>
                      <a:pt x="43" y="62"/>
                    </a:lnTo>
                    <a:lnTo>
                      <a:pt x="62" y="104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1" name="Freeform 15"/>
              <p:cNvSpPr>
                <a:spLocks/>
              </p:cNvSpPr>
              <p:nvPr/>
            </p:nvSpPr>
            <p:spPr bwMode="auto">
              <a:xfrm>
                <a:off x="3888" y="3846"/>
                <a:ext cx="60" cy="92"/>
              </a:xfrm>
              <a:custGeom>
                <a:avLst/>
                <a:gdLst>
                  <a:gd name="T0" fmla="*/ 3 w 70"/>
                  <a:gd name="T1" fmla="*/ 0 h 104"/>
                  <a:gd name="T2" fmla="*/ 0 w 70"/>
                  <a:gd name="T3" fmla="*/ 50 h 104"/>
                  <a:gd name="T4" fmla="*/ 28 w 70"/>
                  <a:gd name="T5" fmla="*/ 12 h 104"/>
                  <a:gd name="T6" fmla="*/ 11 w 70"/>
                  <a:gd name="T7" fmla="*/ 20 h 104"/>
                  <a:gd name="T8" fmla="*/ 3 w 70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"/>
                  <a:gd name="T16" fmla="*/ 0 h 104"/>
                  <a:gd name="T17" fmla="*/ 70 w 70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" h="104">
                    <a:moveTo>
                      <a:pt x="8" y="0"/>
                    </a:moveTo>
                    <a:lnTo>
                      <a:pt x="0" y="104"/>
                    </a:lnTo>
                    <a:lnTo>
                      <a:pt x="70" y="26"/>
                    </a:lnTo>
                    <a:lnTo>
                      <a:pt x="27" y="4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2" name="Line 16"/>
              <p:cNvSpPr>
                <a:spLocks noChangeShapeType="1"/>
              </p:cNvSpPr>
              <p:nvPr/>
            </p:nvSpPr>
            <p:spPr bwMode="auto">
              <a:xfrm flipH="1">
                <a:off x="3381" y="2645"/>
                <a:ext cx="1870" cy="69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3" name="Freeform 17"/>
              <p:cNvSpPr>
                <a:spLocks/>
              </p:cNvSpPr>
              <p:nvPr/>
            </p:nvSpPr>
            <p:spPr bwMode="auto">
              <a:xfrm>
                <a:off x="5215" y="2625"/>
                <a:ext cx="89" cy="57"/>
              </a:xfrm>
              <a:custGeom>
                <a:avLst/>
                <a:gdLst>
                  <a:gd name="T0" fmla="*/ 9 w 104"/>
                  <a:gd name="T1" fmla="*/ 30 h 65"/>
                  <a:gd name="T2" fmla="*/ 41 w 104"/>
                  <a:gd name="T3" fmla="*/ 0 h 65"/>
                  <a:gd name="T4" fmla="*/ 0 w 104"/>
                  <a:gd name="T5" fmla="*/ 2 h 65"/>
                  <a:gd name="T6" fmla="*/ 15 w 104"/>
                  <a:gd name="T7" fmla="*/ 11 h 65"/>
                  <a:gd name="T8" fmla="*/ 9 w 104"/>
                  <a:gd name="T9" fmla="*/ 30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65"/>
                  <a:gd name="T17" fmla="*/ 104 w 104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65">
                    <a:moveTo>
                      <a:pt x="22" y="65"/>
                    </a:moveTo>
                    <a:lnTo>
                      <a:pt x="104" y="0"/>
                    </a:lnTo>
                    <a:lnTo>
                      <a:pt x="0" y="2"/>
                    </a:lnTo>
                    <a:lnTo>
                      <a:pt x="40" y="23"/>
                    </a:lnTo>
                    <a:lnTo>
                      <a:pt x="22" y="65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4" name="Freeform 18"/>
              <p:cNvSpPr>
                <a:spLocks/>
              </p:cNvSpPr>
              <p:nvPr/>
            </p:nvSpPr>
            <p:spPr bwMode="auto">
              <a:xfrm>
                <a:off x="3328" y="3305"/>
                <a:ext cx="89" cy="57"/>
              </a:xfrm>
              <a:custGeom>
                <a:avLst/>
                <a:gdLst>
                  <a:gd name="T0" fmla="*/ 33 w 104"/>
                  <a:gd name="T1" fmla="*/ 0 h 65"/>
                  <a:gd name="T2" fmla="*/ 0 w 104"/>
                  <a:gd name="T3" fmla="*/ 30 h 65"/>
                  <a:gd name="T4" fmla="*/ 41 w 104"/>
                  <a:gd name="T5" fmla="*/ 28 h 65"/>
                  <a:gd name="T6" fmla="*/ 25 w 104"/>
                  <a:gd name="T7" fmla="*/ 19 h 65"/>
                  <a:gd name="T8" fmla="*/ 33 w 104"/>
                  <a:gd name="T9" fmla="*/ 0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65"/>
                  <a:gd name="T17" fmla="*/ 104 w 104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65">
                    <a:moveTo>
                      <a:pt x="82" y="0"/>
                    </a:moveTo>
                    <a:lnTo>
                      <a:pt x="0" y="65"/>
                    </a:lnTo>
                    <a:lnTo>
                      <a:pt x="104" y="63"/>
                    </a:lnTo>
                    <a:lnTo>
                      <a:pt x="64" y="42"/>
                    </a:ln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5" name="Line 19"/>
              <p:cNvSpPr>
                <a:spLocks noChangeShapeType="1"/>
              </p:cNvSpPr>
              <p:nvPr/>
            </p:nvSpPr>
            <p:spPr bwMode="auto">
              <a:xfrm flipV="1">
                <a:off x="3600" y="2241"/>
                <a:ext cx="1433" cy="142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6" name="Freeform 20"/>
              <p:cNvSpPr>
                <a:spLocks/>
              </p:cNvSpPr>
              <p:nvPr/>
            </p:nvSpPr>
            <p:spPr bwMode="auto">
              <a:xfrm>
                <a:off x="3560" y="3619"/>
                <a:ext cx="81" cy="82"/>
              </a:xfrm>
              <a:custGeom>
                <a:avLst/>
                <a:gdLst>
                  <a:gd name="T0" fmla="*/ 19 w 94"/>
                  <a:gd name="T1" fmla="*/ 0 h 93"/>
                  <a:gd name="T2" fmla="*/ 0 w 94"/>
                  <a:gd name="T3" fmla="*/ 43 h 93"/>
                  <a:gd name="T4" fmla="*/ 39 w 94"/>
                  <a:gd name="T5" fmla="*/ 23 h 93"/>
                  <a:gd name="T6" fmla="*/ 20 w 94"/>
                  <a:gd name="T7" fmla="*/ 22 h 93"/>
                  <a:gd name="T8" fmla="*/ 19 w 94"/>
                  <a:gd name="T9" fmla="*/ 0 h 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93"/>
                  <a:gd name="T17" fmla="*/ 94 w 94"/>
                  <a:gd name="T18" fmla="*/ 93 h 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93">
                    <a:moveTo>
                      <a:pt x="48" y="0"/>
                    </a:moveTo>
                    <a:lnTo>
                      <a:pt x="0" y="93"/>
                    </a:lnTo>
                    <a:lnTo>
                      <a:pt x="94" y="48"/>
                    </a:lnTo>
                    <a:lnTo>
                      <a:pt x="49" y="46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7" name="Freeform 21"/>
              <p:cNvSpPr>
                <a:spLocks/>
              </p:cNvSpPr>
              <p:nvPr/>
            </p:nvSpPr>
            <p:spPr bwMode="auto">
              <a:xfrm>
                <a:off x="4992" y="2201"/>
                <a:ext cx="81" cy="82"/>
              </a:xfrm>
              <a:custGeom>
                <a:avLst/>
                <a:gdLst>
                  <a:gd name="T0" fmla="*/ 19 w 94"/>
                  <a:gd name="T1" fmla="*/ 43 h 93"/>
                  <a:gd name="T2" fmla="*/ 39 w 94"/>
                  <a:gd name="T3" fmla="*/ 0 h 93"/>
                  <a:gd name="T4" fmla="*/ 0 w 94"/>
                  <a:gd name="T5" fmla="*/ 21 h 93"/>
                  <a:gd name="T6" fmla="*/ 19 w 94"/>
                  <a:gd name="T7" fmla="*/ 22 h 93"/>
                  <a:gd name="T8" fmla="*/ 19 w 94"/>
                  <a:gd name="T9" fmla="*/ 43 h 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93"/>
                  <a:gd name="T17" fmla="*/ 94 w 94"/>
                  <a:gd name="T18" fmla="*/ 93 h 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93">
                    <a:moveTo>
                      <a:pt x="46" y="93"/>
                    </a:moveTo>
                    <a:lnTo>
                      <a:pt x="94" y="0"/>
                    </a:lnTo>
                    <a:lnTo>
                      <a:pt x="0" y="45"/>
                    </a:lnTo>
                    <a:lnTo>
                      <a:pt x="45" y="47"/>
                    </a:lnTo>
                    <a:lnTo>
                      <a:pt x="46" y="93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8" name="Line 22"/>
              <p:cNvSpPr>
                <a:spLocks noChangeShapeType="1"/>
              </p:cNvSpPr>
              <p:nvPr/>
            </p:nvSpPr>
            <p:spPr bwMode="auto">
              <a:xfrm flipV="1">
                <a:off x="4274" y="1930"/>
                <a:ext cx="1" cy="20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9" name="Freeform 23"/>
              <p:cNvSpPr>
                <a:spLocks/>
              </p:cNvSpPr>
              <p:nvPr/>
            </p:nvSpPr>
            <p:spPr bwMode="auto">
              <a:xfrm>
                <a:off x="4245" y="3945"/>
                <a:ext cx="57" cy="87"/>
              </a:xfrm>
              <a:custGeom>
                <a:avLst/>
                <a:gdLst>
                  <a:gd name="T0" fmla="*/ 0 w 67"/>
                  <a:gd name="T1" fmla="*/ 0 h 99"/>
                  <a:gd name="T2" fmla="*/ 13 w 67"/>
                  <a:gd name="T3" fmla="*/ 46 h 99"/>
                  <a:gd name="T4" fmla="*/ 26 w 67"/>
                  <a:gd name="T5" fmla="*/ 0 h 99"/>
                  <a:gd name="T6" fmla="*/ 13 w 67"/>
                  <a:gd name="T7" fmla="*/ 14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30" name="Freeform 24"/>
              <p:cNvSpPr>
                <a:spLocks/>
              </p:cNvSpPr>
              <p:nvPr/>
            </p:nvSpPr>
            <p:spPr bwMode="auto">
              <a:xfrm>
                <a:off x="4246" y="1872"/>
                <a:ext cx="57" cy="87"/>
              </a:xfrm>
              <a:custGeom>
                <a:avLst/>
                <a:gdLst>
                  <a:gd name="T0" fmla="*/ 26 w 67"/>
                  <a:gd name="T1" fmla="*/ 46 h 99"/>
                  <a:gd name="T2" fmla="*/ 12 w 67"/>
                  <a:gd name="T3" fmla="*/ 0 h 99"/>
                  <a:gd name="T4" fmla="*/ 0 w 67"/>
                  <a:gd name="T5" fmla="*/ 46 h 99"/>
                  <a:gd name="T6" fmla="*/ 12 w 67"/>
                  <a:gd name="T7" fmla="*/ 32 h 99"/>
                  <a:gd name="T8" fmla="*/ 26 w 67"/>
                  <a:gd name="T9" fmla="*/ 46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67" y="99"/>
                    </a:moveTo>
                    <a:lnTo>
                      <a:pt x="33" y="0"/>
                    </a:lnTo>
                    <a:lnTo>
                      <a:pt x="0" y="99"/>
                    </a:lnTo>
                    <a:lnTo>
                      <a:pt x="33" y="68"/>
                    </a:lnTo>
                    <a:lnTo>
                      <a:pt x="67" y="99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31" name="Line 25"/>
              <p:cNvSpPr>
                <a:spLocks noChangeShapeType="1"/>
              </p:cNvSpPr>
              <p:nvPr/>
            </p:nvSpPr>
            <p:spPr bwMode="auto">
              <a:xfrm flipH="1" flipV="1">
                <a:off x="3871" y="2018"/>
                <a:ext cx="808" cy="186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32" name="Freeform 26"/>
              <p:cNvSpPr>
                <a:spLocks/>
              </p:cNvSpPr>
              <p:nvPr/>
            </p:nvSpPr>
            <p:spPr bwMode="auto">
              <a:xfrm>
                <a:off x="4641" y="3846"/>
                <a:ext cx="62" cy="92"/>
              </a:xfrm>
              <a:custGeom>
                <a:avLst/>
                <a:gdLst>
                  <a:gd name="T0" fmla="*/ 0 w 72"/>
                  <a:gd name="T1" fmla="*/ 13 h 104"/>
                  <a:gd name="T2" fmla="*/ 29 w 72"/>
                  <a:gd name="T3" fmla="*/ 50 h 104"/>
                  <a:gd name="T4" fmla="*/ 25 w 72"/>
                  <a:gd name="T5" fmla="*/ 0 h 104"/>
                  <a:gd name="T6" fmla="*/ 18 w 72"/>
                  <a:gd name="T7" fmla="*/ 20 h 104"/>
                  <a:gd name="T8" fmla="*/ 0 w 72"/>
                  <a:gd name="T9" fmla="*/ 13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104"/>
                  <a:gd name="T17" fmla="*/ 72 w 72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104">
                    <a:moveTo>
                      <a:pt x="0" y="28"/>
                    </a:moveTo>
                    <a:lnTo>
                      <a:pt x="72" y="104"/>
                    </a:lnTo>
                    <a:lnTo>
                      <a:pt x="61" y="0"/>
                    </a:lnTo>
                    <a:lnTo>
                      <a:pt x="44" y="42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33" name="Freeform 27"/>
              <p:cNvSpPr>
                <a:spLocks/>
              </p:cNvSpPr>
              <p:nvPr/>
            </p:nvSpPr>
            <p:spPr bwMode="auto">
              <a:xfrm>
                <a:off x="3847" y="1965"/>
                <a:ext cx="62" cy="92"/>
              </a:xfrm>
              <a:custGeom>
                <a:avLst/>
                <a:gdLst>
                  <a:gd name="T0" fmla="*/ 29 w 72"/>
                  <a:gd name="T1" fmla="*/ 36 h 104"/>
                  <a:gd name="T2" fmla="*/ 0 w 72"/>
                  <a:gd name="T3" fmla="*/ 0 h 104"/>
                  <a:gd name="T4" fmla="*/ 4 w 72"/>
                  <a:gd name="T5" fmla="*/ 50 h 104"/>
                  <a:gd name="T6" fmla="*/ 12 w 72"/>
                  <a:gd name="T7" fmla="*/ 30 h 104"/>
                  <a:gd name="T8" fmla="*/ 29 w 72"/>
                  <a:gd name="T9" fmla="*/ 36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104"/>
                  <a:gd name="T17" fmla="*/ 72 w 72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104">
                    <a:moveTo>
                      <a:pt x="72" y="76"/>
                    </a:moveTo>
                    <a:lnTo>
                      <a:pt x="0" y="0"/>
                    </a:lnTo>
                    <a:lnTo>
                      <a:pt x="11" y="104"/>
                    </a:lnTo>
                    <a:lnTo>
                      <a:pt x="28" y="62"/>
                    </a:lnTo>
                    <a:lnTo>
                      <a:pt x="72" y="76"/>
                    </a:lnTo>
                    <a:close/>
                  </a:path>
                </a:pathLst>
              </a:cu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209" name="Oval 28"/>
            <p:cNvSpPr>
              <a:spLocks noChangeArrowheads="1"/>
            </p:cNvSpPr>
            <p:nvPr/>
          </p:nvSpPr>
          <p:spPr bwMode="auto">
            <a:xfrm>
              <a:off x="1680" y="299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100"/>
                <a:t>+</a:t>
              </a:r>
            </a:p>
          </p:txBody>
        </p:sp>
      </p:grpSp>
      <p:sp>
        <p:nvSpPr>
          <p:cNvPr id="127005" name="Rectangle 29"/>
          <p:cNvSpPr>
            <a:spLocks noChangeArrowheads="1"/>
          </p:cNvSpPr>
          <p:nvPr/>
        </p:nvSpPr>
        <p:spPr bwMode="auto">
          <a:xfrm>
            <a:off x="2132410" y="696516"/>
            <a:ext cx="531375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1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正</a:t>
            </a:r>
            <a:r>
              <a:rPr kumimoji="1" lang="zh-CN" altLang="en-US" sz="21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点电荷                </a:t>
            </a:r>
            <a:r>
              <a:rPr kumimoji="1" lang="zh-CN" altLang="en-US" sz="21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负</a:t>
            </a:r>
            <a:r>
              <a:rPr kumimoji="1" lang="zh-CN" altLang="en-US" sz="21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点电荷</a:t>
            </a:r>
          </a:p>
        </p:txBody>
      </p:sp>
      <p:sp>
        <p:nvSpPr>
          <p:cNvPr id="50181" name="Rectangle 30"/>
          <p:cNvSpPr>
            <a:spLocks noChangeArrowheads="1"/>
          </p:cNvSpPr>
          <p:nvPr/>
        </p:nvSpPr>
        <p:spPr bwMode="auto">
          <a:xfrm>
            <a:off x="1487472" y="465535"/>
            <a:ext cx="6237684" cy="41588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0182" name="组合 59"/>
          <p:cNvGrpSpPr>
            <a:grpSpLocks/>
          </p:cNvGrpSpPr>
          <p:nvPr/>
        </p:nvGrpSpPr>
        <p:grpSpPr bwMode="auto">
          <a:xfrm>
            <a:off x="4748213" y="1559719"/>
            <a:ext cx="2620566" cy="2447925"/>
            <a:chOff x="4806415" y="2079572"/>
            <a:chExt cx="3495333" cy="3264307"/>
          </a:xfrm>
        </p:grpSpPr>
        <p:sp>
          <p:nvSpPr>
            <p:cNvPr id="38922" name="Line 33"/>
            <p:cNvSpPr>
              <a:spLocks noChangeShapeType="1"/>
            </p:cNvSpPr>
            <p:nvPr/>
          </p:nvSpPr>
          <p:spPr bwMode="auto">
            <a:xfrm flipH="1">
              <a:off x="4806415" y="3776822"/>
              <a:ext cx="3495333" cy="15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23" name="Freeform 34"/>
            <p:cNvSpPr>
              <a:spLocks/>
            </p:cNvSpPr>
            <p:nvPr/>
          </p:nvSpPr>
          <p:spPr bwMode="auto">
            <a:xfrm>
              <a:off x="5232017" y="3732366"/>
              <a:ext cx="149278" cy="93674"/>
            </a:xfrm>
            <a:custGeom>
              <a:avLst/>
              <a:gdLst>
                <a:gd name="T0" fmla="*/ 0 w 99"/>
                <a:gd name="T1" fmla="*/ 41 h 67"/>
                <a:gd name="T2" fmla="*/ 54 w 99"/>
                <a:gd name="T3" fmla="*/ 20 h 67"/>
                <a:gd name="T4" fmla="*/ 0 w 99"/>
                <a:gd name="T5" fmla="*/ 0 h 67"/>
                <a:gd name="T6" fmla="*/ 17 w 99"/>
                <a:gd name="T7" fmla="*/ 20 h 67"/>
                <a:gd name="T8" fmla="*/ 0 w 99"/>
                <a:gd name="T9" fmla="*/ 41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"/>
                <a:gd name="T16" fmla="*/ 0 h 67"/>
                <a:gd name="T17" fmla="*/ 99 w 99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" h="67">
                  <a:moveTo>
                    <a:pt x="0" y="67"/>
                  </a:moveTo>
                  <a:lnTo>
                    <a:pt x="99" y="33"/>
                  </a:lnTo>
                  <a:lnTo>
                    <a:pt x="0" y="0"/>
                  </a:lnTo>
                  <a:lnTo>
                    <a:pt x="31" y="33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24" name="Freeform 35"/>
            <p:cNvSpPr>
              <a:spLocks/>
            </p:cNvSpPr>
            <p:nvPr/>
          </p:nvSpPr>
          <p:spPr bwMode="auto">
            <a:xfrm>
              <a:off x="7574414" y="3724745"/>
              <a:ext cx="149278" cy="93674"/>
            </a:xfrm>
            <a:custGeom>
              <a:avLst/>
              <a:gdLst>
                <a:gd name="T0" fmla="*/ 54 w 99"/>
                <a:gd name="T1" fmla="*/ 0 h 67"/>
                <a:gd name="T2" fmla="*/ 0 w 99"/>
                <a:gd name="T3" fmla="*/ 20 h 67"/>
                <a:gd name="T4" fmla="*/ 54 w 99"/>
                <a:gd name="T5" fmla="*/ 41 h 67"/>
                <a:gd name="T6" fmla="*/ 37 w 99"/>
                <a:gd name="T7" fmla="*/ 20 h 67"/>
                <a:gd name="T8" fmla="*/ 54 w 99"/>
                <a:gd name="T9" fmla="*/ 0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"/>
                <a:gd name="T16" fmla="*/ 0 h 67"/>
                <a:gd name="T17" fmla="*/ 99 w 99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" h="67">
                  <a:moveTo>
                    <a:pt x="99" y="0"/>
                  </a:moveTo>
                  <a:lnTo>
                    <a:pt x="0" y="34"/>
                  </a:lnTo>
                  <a:lnTo>
                    <a:pt x="99" y="67"/>
                  </a:lnTo>
                  <a:lnTo>
                    <a:pt x="68" y="34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25" name="Line 36"/>
            <p:cNvSpPr>
              <a:spLocks noChangeShapeType="1"/>
            </p:cNvSpPr>
            <p:nvPr/>
          </p:nvSpPr>
          <p:spPr bwMode="auto">
            <a:xfrm flipH="1" flipV="1">
              <a:off x="4841352" y="3170321"/>
              <a:ext cx="3244419" cy="122411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26" name="Freeform 37"/>
            <p:cNvSpPr>
              <a:spLocks/>
            </p:cNvSpPr>
            <p:nvPr/>
          </p:nvSpPr>
          <p:spPr bwMode="auto">
            <a:xfrm>
              <a:off x="5297128" y="3304640"/>
              <a:ext cx="157218" cy="95262"/>
            </a:xfrm>
            <a:custGeom>
              <a:avLst/>
              <a:gdLst>
                <a:gd name="T0" fmla="*/ 0 w 105"/>
                <a:gd name="T1" fmla="*/ 37 h 67"/>
                <a:gd name="T2" fmla="*/ 57 w 105"/>
                <a:gd name="T3" fmla="*/ 41 h 67"/>
                <a:gd name="T4" fmla="*/ 13 w 105"/>
                <a:gd name="T5" fmla="*/ 0 h 67"/>
                <a:gd name="T6" fmla="*/ 23 w 105"/>
                <a:gd name="T7" fmla="*/ 26 h 67"/>
                <a:gd name="T8" fmla="*/ 0 w 105"/>
                <a:gd name="T9" fmla="*/ 37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5"/>
                <a:gd name="T16" fmla="*/ 0 h 67"/>
                <a:gd name="T17" fmla="*/ 105 w 10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5" h="67">
                  <a:moveTo>
                    <a:pt x="0" y="62"/>
                  </a:moveTo>
                  <a:lnTo>
                    <a:pt x="105" y="67"/>
                  </a:lnTo>
                  <a:lnTo>
                    <a:pt x="25" y="0"/>
                  </a:lnTo>
                  <a:lnTo>
                    <a:pt x="42" y="4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27" name="Freeform 38"/>
            <p:cNvSpPr>
              <a:spLocks/>
            </p:cNvSpPr>
            <p:nvPr/>
          </p:nvSpPr>
          <p:spPr bwMode="auto">
            <a:xfrm>
              <a:off x="7406079" y="4134053"/>
              <a:ext cx="157218" cy="93675"/>
            </a:xfrm>
            <a:custGeom>
              <a:avLst/>
              <a:gdLst>
                <a:gd name="T0" fmla="*/ 57 w 105"/>
                <a:gd name="T1" fmla="*/ 4 h 67"/>
                <a:gd name="T2" fmla="*/ 0 w 105"/>
                <a:gd name="T3" fmla="*/ 0 h 67"/>
                <a:gd name="T4" fmla="*/ 44 w 105"/>
                <a:gd name="T5" fmla="*/ 41 h 67"/>
                <a:gd name="T6" fmla="*/ 33 w 105"/>
                <a:gd name="T7" fmla="*/ 15 h 67"/>
                <a:gd name="T8" fmla="*/ 57 w 105"/>
                <a:gd name="T9" fmla="*/ 4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5"/>
                <a:gd name="T16" fmla="*/ 0 h 67"/>
                <a:gd name="T17" fmla="*/ 105 w 10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5" h="67">
                  <a:moveTo>
                    <a:pt x="105" y="5"/>
                  </a:moveTo>
                  <a:lnTo>
                    <a:pt x="0" y="0"/>
                  </a:lnTo>
                  <a:lnTo>
                    <a:pt x="80" y="67"/>
                  </a:lnTo>
                  <a:lnTo>
                    <a:pt x="63" y="25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28" name="Line 39"/>
            <p:cNvSpPr>
              <a:spLocks noChangeShapeType="1"/>
            </p:cNvSpPr>
            <p:nvPr/>
          </p:nvSpPr>
          <p:spPr bwMode="auto">
            <a:xfrm flipH="1" flipV="1">
              <a:off x="5198668" y="2663845"/>
              <a:ext cx="2564726" cy="22529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29" name="Freeform 40"/>
            <p:cNvSpPr>
              <a:spLocks/>
            </p:cNvSpPr>
            <p:nvPr/>
          </p:nvSpPr>
          <p:spPr bwMode="auto">
            <a:xfrm>
              <a:off x="5465463" y="2906763"/>
              <a:ext cx="144513" cy="130191"/>
            </a:xfrm>
            <a:custGeom>
              <a:avLst/>
              <a:gdLst>
                <a:gd name="T0" fmla="*/ 0 w 95"/>
                <a:gd name="T1" fmla="*/ 29 h 92"/>
                <a:gd name="T2" fmla="*/ 53 w 95"/>
                <a:gd name="T3" fmla="*/ 55 h 92"/>
                <a:gd name="T4" fmla="*/ 26 w 95"/>
                <a:gd name="T5" fmla="*/ 0 h 92"/>
                <a:gd name="T6" fmla="*/ 26 w 95"/>
                <a:gd name="T7" fmla="*/ 27 h 92"/>
                <a:gd name="T8" fmla="*/ 0 w 95"/>
                <a:gd name="T9" fmla="*/ 29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"/>
                <a:gd name="T16" fmla="*/ 0 h 92"/>
                <a:gd name="T17" fmla="*/ 95 w 95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" h="92">
                  <a:moveTo>
                    <a:pt x="0" y="48"/>
                  </a:moveTo>
                  <a:lnTo>
                    <a:pt x="95" y="92"/>
                  </a:lnTo>
                  <a:lnTo>
                    <a:pt x="46" y="0"/>
                  </a:lnTo>
                  <a:lnTo>
                    <a:pt x="46" y="45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30" name="Freeform 41"/>
            <p:cNvSpPr>
              <a:spLocks/>
            </p:cNvSpPr>
            <p:nvPr/>
          </p:nvSpPr>
          <p:spPr bwMode="auto">
            <a:xfrm>
              <a:off x="7228533" y="4440479"/>
              <a:ext cx="144514" cy="128603"/>
            </a:xfrm>
            <a:custGeom>
              <a:avLst/>
              <a:gdLst>
                <a:gd name="T0" fmla="*/ 53 w 95"/>
                <a:gd name="T1" fmla="*/ 26 h 92"/>
                <a:gd name="T2" fmla="*/ 0 w 95"/>
                <a:gd name="T3" fmla="*/ 0 h 92"/>
                <a:gd name="T4" fmla="*/ 27 w 95"/>
                <a:gd name="T5" fmla="*/ 55 h 92"/>
                <a:gd name="T6" fmla="*/ 27 w 95"/>
                <a:gd name="T7" fmla="*/ 28 h 92"/>
                <a:gd name="T8" fmla="*/ 53 w 95"/>
                <a:gd name="T9" fmla="*/ 26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"/>
                <a:gd name="T16" fmla="*/ 0 h 92"/>
                <a:gd name="T17" fmla="*/ 95 w 95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" h="92">
                  <a:moveTo>
                    <a:pt x="95" y="44"/>
                  </a:moveTo>
                  <a:lnTo>
                    <a:pt x="0" y="0"/>
                  </a:lnTo>
                  <a:lnTo>
                    <a:pt x="49" y="92"/>
                  </a:lnTo>
                  <a:lnTo>
                    <a:pt x="49" y="47"/>
                  </a:lnTo>
                  <a:lnTo>
                    <a:pt x="95" y="44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31" name="Line 42"/>
            <p:cNvSpPr>
              <a:spLocks noChangeShapeType="1"/>
            </p:cNvSpPr>
            <p:nvPr/>
          </p:nvSpPr>
          <p:spPr bwMode="auto">
            <a:xfrm flipH="1">
              <a:off x="5843422" y="2235166"/>
              <a:ext cx="1380029" cy="296582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32" name="Freeform 43"/>
            <p:cNvSpPr>
              <a:spLocks/>
            </p:cNvSpPr>
            <p:nvPr/>
          </p:nvSpPr>
          <p:spPr bwMode="auto">
            <a:xfrm>
              <a:off x="6020332" y="4592898"/>
              <a:ext cx="104812" cy="147655"/>
            </a:xfrm>
            <a:custGeom>
              <a:avLst/>
              <a:gdLst>
                <a:gd name="T0" fmla="*/ 33 w 70"/>
                <a:gd name="T1" fmla="*/ 64 h 104"/>
                <a:gd name="T2" fmla="*/ 38 w 70"/>
                <a:gd name="T3" fmla="*/ 0 h 104"/>
                <a:gd name="T4" fmla="*/ 0 w 70"/>
                <a:gd name="T5" fmla="*/ 48 h 104"/>
                <a:gd name="T6" fmla="*/ 23 w 70"/>
                <a:gd name="T7" fmla="*/ 38 h 104"/>
                <a:gd name="T8" fmla="*/ 33 w 70"/>
                <a:gd name="T9" fmla="*/ 6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"/>
                <a:gd name="T16" fmla="*/ 0 h 104"/>
                <a:gd name="T17" fmla="*/ 70 w 70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" h="104">
                  <a:moveTo>
                    <a:pt x="62" y="104"/>
                  </a:moveTo>
                  <a:lnTo>
                    <a:pt x="70" y="0"/>
                  </a:lnTo>
                  <a:lnTo>
                    <a:pt x="0" y="78"/>
                  </a:lnTo>
                  <a:lnTo>
                    <a:pt x="43" y="62"/>
                  </a:lnTo>
                  <a:lnTo>
                    <a:pt x="62" y="104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33" name="Freeform 44"/>
            <p:cNvSpPr>
              <a:spLocks/>
            </p:cNvSpPr>
            <p:nvPr/>
          </p:nvSpPr>
          <p:spPr bwMode="auto">
            <a:xfrm>
              <a:off x="6983654" y="2606688"/>
              <a:ext cx="104812" cy="146068"/>
            </a:xfrm>
            <a:custGeom>
              <a:avLst/>
              <a:gdLst>
                <a:gd name="T0" fmla="*/ 4 w 70"/>
                <a:gd name="T1" fmla="*/ 0 h 104"/>
                <a:gd name="T2" fmla="*/ 0 w 70"/>
                <a:gd name="T3" fmla="*/ 64 h 104"/>
                <a:gd name="T4" fmla="*/ 38 w 70"/>
                <a:gd name="T5" fmla="*/ 16 h 104"/>
                <a:gd name="T6" fmla="*/ 15 w 70"/>
                <a:gd name="T7" fmla="*/ 26 h 104"/>
                <a:gd name="T8" fmla="*/ 4 w 70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"/>
                <a:gd name="T16" fmla="*/ 0 h 104"/>
                <a:gd name="T17" fmla="*/ 70 w 70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" h="104">
                  <a:moveTo>
                    <a:pt x="8" y="0"/>
                  </a:moveTo>
                  <a:lnTo>
                    <a:pt x="0" y="104"/>
                  </a:lnTo>
                  <a:lnTo>
                    <a:pt x="70" y="26"/>
                  </a:lnTo>
                  <a:lnTo>
                    <a:pt x="27" y="4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34" name="Line 45"/>
            <p:cNvSpPr>
              <a:spLocks noChangeShapeType="1"/>
            </p:cNvSpPr>
            <p:nvPr/>
          </p:nvSpPr>
          <p:spPr bwMode="auto">
            <a:xfrm flipH="1">
              <a:off x="4911227" y="3221127"/>
              <a:ext cx="3287296" cy="111297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35" name="Freeform 46"/>
            <p:cNvSpPr>
              <a:spLocks/>
            </p:cNvSpPr>
            <p:nvPr/>
          </p:nvSpPr>
          <p:spPr bwMode="auto">
            <a:xfrm>
              <a:off x="5366049" y="4125797"/>
              <a:ext cx="155630" cy="92086"/>
            </a:xfrm>
            <a:custGeom>
              <a:avLst/>
              <a:gdLst>
                <a:gd name="T0" fmla="*/ 12 w 104"/>
                <a:gd name="T1" fmla="*/ 39 h 65"/>
                <a:gd name="T2" fmla="*/ 56 w 104"/>
                <a:gd name="T3" fmla="*/ 0 h 65"/>
                <a:gd name="T4" fmla="*/ 0 w 104"/>
                <a:gd name="T5" fmla="*/ 2 h 65"/>
                <a:gd name="T6" fmla="*/ 21 w 104"/>
                <a:gd name="T7" fmla="*/ 14 h 65"/>
                <a:gd name="T8" fmla="*/ 12 w 104"/>
                <a:gd name="T9" fmla="*/ 39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65"/>
                <a:gd name="T17" fmla="*/ 104 w 10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65">
                  <a:moveTo>
                    <a:pt x="22" y="65"/>
                  </a:moveTo>
                  <a:lnTo>
                    <a:pt x="104" y="0"/>
                  </a:lnTo>
                  <a:lnTo>
                    <a:pt x="0" y="2"/>
                  </a:lnTo>
                  <a:lnTo>
                    <a:pt x="40" y="23"/>
                  </a:lnTo>
                  <a:lnTo>
                    <a:pt x="22" y="65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36" name="Freeform 47"/>
            <p:cNvSpPr>
              <a:spLocks/>
            </p:cNvSpPr>
            <p:nvPr/>
          </p:nvSpPr>
          <p:spPr bwMode="auto">
            <a:xfrm>
              <a:off x="7574414" y="3345285"/>
              <a:ext cx="155630" cy="90499"/>
            </a:xfrm>
            <a:custGeom>
              <a:avLst/>
              <a:gdLst>
                <a:gd name="T0" fmla="*/ 44 w 104"/>
                <a:gd name="T1" fmla="*/ 0 h 65"/>
                <a:gd name="T2" fmla="*/ 0 w 104"/>
                <a:gd name="T3" fmla="*/ 39 h 65"/>
                <a:gd name="T4" fmla="*/ 56 w 104"/>
                <a:gd name="T5" fmla="*/ 37 h 65"/>
                <a:gd name="T6" fmla="*/ 34 w 104"/>
                <a:gd name="T7" fmla="*/ 25 h 65"/>
                <a:gd name="T8" fmla="*/ 44 w 104"/>
                <a:gd name="T9" fmla="*/ 0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65"/>
                <a:gd name="T17" fmla="*/ 104 w 10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65">
                  <a:moveTo>
                    <a:pt x="82" y="0"/>
                  </a:moveTo>
                  <a:lnTo>
                    <a:pt x="0" y="65"/>
                  </a:lnTo>
                  <a:lnTo>
                    <a:pt x="104" y="63"/>
                  </a:lnTo>
                  <a:lnTo>
                    <a:pt x="64" y="4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37" name="Line 48"/>
            <p:cNvSpPr>
              <a:spLocks noChangeShapeType="1"/>
            </p:cNvSpPr>
            <p:nvPr/>
          </p:nvSpPr>
          <p:spPr bwMode="auto">
            <a:xfrm flipV="1">
              <a:off x="5297128" y="2565408"/>
              <a:ext cx="2529788" cy="227834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38" name="Freeform 49"/>
            <p:cNvSpPr>
              <a:spLocks/>
            </p:cNvSpPr>
            <p:nvPr/>
          </p:nvSpPr>
          <p:spPr bwMode="auto">
            <a:xfrm>
              <a:off x="7321911" y="2891521"/>
              <a:ext cx="141338" cy="131778"/>
            </a:xfrm>
            <a:custGeom>
              <a:avLst/>
              <a:gdLst>
                <a:gd name="T0" fmla="*/ 26 w 94"/>
                <a:gd name="T1" fmla="*/ 0 h 93"/>
                <a:gd name="T2" fmla="*/ 0 w 94"/>
                <a:gd name="T3" fmla="*/ 56 h 93"/>
                <a:gd name="T4" fmla="*/ 52 w 94"/>
                <a:gd name="T5" fmla="*/ 29 h 93"/>
                <a:gd name="T6" fmla="*/ 27 w 94"/>
                <a:gd name="T7" fmla="*/ 28 h 93"/>
                <a:gd name="T8" fmla="*/ 26 w 94"/>
                <a:gd name="T9" fmla="*/ 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4"/>
                <a:gd name="T16" fmla="*/ 0 h 93"/>
                <a:gd name="T17" fmla="*/ 94 w 94"/>
                <a:gd name="T18" fmla="*/ 93 h 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4" h="93">
                  <a:moveTo>
                    <a:pt x="48" y="0"/>
                  </a:moveTo>
                  <a:lnTo>
                    <a:pt x="0" y="93"/>
                  </a:lnTo>
                  <a:lnTo>
                    <a:pt x="94" y="48"/>
                  </a:lnTo>
                  <a:lnTo>
                    <a:pt x="49" y="46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39" name="Freeform 50"/>
            <p:cNvSpPr>
              <a:spLocks/>
            </p:cNvSpPr>
            <p:nvPr/>
          </p:nvSpPr>
          <p:spPr bwMode="auto">
            <a:xfrm>
              <a:off x="5614741" y="4419839"/>
              <a:ext cx="142926" cy="130191"/>
            </a:xfrm>
            <a:custGeom>
              <a:avLst/>
              <a:gdLst>
                <a:gd name="T0" fmla="*/ 25 w 94"/>
                <a:gd name="T1" fmla="*/ 56 h 93"/>
                <a:gd name="T2" fmla="*/ 52 w 94"/>
                <a:gd name="T3" fmla="*/ 0 h 93"/>
                <a:gd name="T4" fmla="*/ 0 w 94"/>
                <a:gd name="T5" fmla="*/ 27 h 93"/>
                <a:gd name="T6" fmla="*/ 25 w 94"/>
                <a:gd name="T7" fmla="*/ 28 h 93"/>
                <a:gd name="T8" fmla="*/ 25 w 94"/>
                <a:gd name="T9" fmla="*/ 56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4"/>
                <a:gd name="T16" fmla="*/ 0 h 93"/>
                <a:gd name="T17" fmla="*/ 94 w 94"/>
                <a:gd name="T18" fmla="*/ 93 h 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4" h="93">
                  <a:moveTo>
                    <a:pt x="46" y="93"/>
                  </a:moveTo>
                  <a:lnTo>
                    <a:pt x="94" y="0"/>
                  </a:lnTo>
                  <a:lnTo>
                    <a:pt x="0" y="45"/>
                  </a:lnTo>
                  <a:lnTo>
                    <a:pt x="45" y="47"/>
                  </a:lnTo>
                  <a:lnTo>
                    <a:pt x="46" y="93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40" name="Line 51"/>
            <p:cNvSpPr>
              <a:spLocks noChangeShapeType="1"/>
            </p:cNvSpPr>
            <p:nvPr/>
          </p:nvSpPr>
          <p:spPr bwMode="auto">
            <a:xfrm flipV="1">
              <a:off x="6481825" y="2079572"/>
              <a:ext cx="1588" cy="326430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41" name="Freeform 52"/>
            <p:cNvSpPr>
              <a:spLocks/>
            </p:cNvSpPr>
            <p:nvPr/>
          </p:nvSpPr>
          <p:spPr bwMode="auto">
            <a:xfrm>
              <a:off x="6427512" y="2524127"/>
              <a:ext cx="100049" cy="138130"/>
            </a:xfrm>
            <a:custGeom>
              <a:avLst/>
              <a:gdLst>
                <a:gd name="T0" fmla="*/ 0 w 67"/>
                <a:gd name="T1" fmla="*/ 0 h 99"/>
                <a:gd name="T2" fmla="*/ 18 w 67"/>
                <a:gd name="T3" fmla="*/ 59 h 99"/>
                <a:gd name="T4" fmla="*/ 35 w 67"/>
                <a:gd name="T5" fmla="*/ 0 h 99"/>
                <a:gd name="T6" fmla="*/ 18 w 67"/>
                <a:gd name="T7" fmla="*/ 18 h 99"/>
                <a:gd name="T8" fmla="*/ 0 w 67"/>
                <a:gd name="T9" fmla="*/ 0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99"/>
                <a:gd name="T17" fmla="*/ 67 w 67"/>
                <a:gd name="T18" fmla="*/ 99 h 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42" name="Freeform 53"/>
            <p:cNvSpPr>
              <a:spLocks/>
            </p:cNvSpPr>
            <p:nvPr/>
          </p:nvSpPr>
          <p:spPr bwMode="auto">
            <a:xfrm>
              <a:off x="6427831" y="4707213"/>
              <a:ext cx="100048" cy="138129"/>
            </a:xfrm>
            <a:custGeom>
              <a:avLst/>
              <a:gdLst>
                <a:gd name="T0" fmla="*/ 35 w 67"/>
                <a:gd name="T1" fmla="*/ 59 h 99"/>
                <a:gd name="T2" fmla="*/ 17 w 67"/>
                <a:gd name="T3" fmla="*/ 0 h 99"/>
                <a:gd name="T4" fmla="*/ 0 w 67"/>
                <a:gd name="T5" fmla="*/ 59 h 99"/>
                <a:gd name="T6" fmla="*/ 17 w 67"/>
                <a:gd name="T7" fmla="*/ 41 h 99"/>
                <a:gd name="T8" fmla="*/ 35 w 67"/>
                <a:gd name="T9" fmla="*/ 59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99"/>
                <a:gd name="T17" fmla="*/ 67 w 67"/>
                <a:gd name="T18" fmla="*/ 99 h 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99">
                  <a:moveTo>
                    <a:pt x="67" y="99"/>
                  </a:moveTo>
                  <a:lnTo>
                    <a:pt x="33" y="0"/>
                  </a:lnTo>
                  <a:lnTo>
                    <a:pt x="0" y="99"/>
                  </a:lnTo>
                  <a:lnTo>
                    <a:pt x="33" y="68"/>
                  </a:lnTo>
                  <a:lnTo>
                    <a:pt x="67" y="99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43" name="Line 54"/>
            <p:cNvSpPr>
              <a:spLocks noChangeShapeType="1"/>
            </p:cNvSpPr>
            <p:nvPr/>
          </p:nvSpPr>
          <p:spPr bwMode="auto">
            <a:xfrm flipH="1" flipV="1">
              <a:off x="5773547" y="2220878"/>
              <a:ext cx="1419731" cy="298010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44" name="Freeform 55"/>
            <p:cNvSpPr>
              <a:spLocks/>
            </p:cNvSpPr>
            <p:nvPr/>
          </p:nvSpPr>
          <p:spPr bwMode="auto">
            <a:xfrm>
              <a:off x="5919014" y="2600337"/>
              <a:ext cx="107988" cy="146068"/>
            </a:xfrm>
            <a:custGeom>
              <a:avLst/>
              <a:gdLst>
                <a:gd name="T0" fmla="*/ 0 w 72"/>
                <a:gd name="T1" fmla="*/ 17 h 104"/>
                <a:gd name="T2" fmla="*/ 40 w 72"/>
                <a:gd name="T3" fmla="*/ 64 h 104"/>
                <a:gd name="T4" fmla="*/ 34 w 72"/>
                <a:gd name="T5" fmla="*/ 0 h 104"/>
                <a:gd name="T6" fmla="*/ 24 w 72"/>
                <a:gd name="T7" fmla="*/ 26 h 104"/>
                <a:gd name="T8" fmla="*/ 0 w 72"/>
                <a:gd name="T9" fmla="*/ 17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04"/>
                <a:gd name="T17" fmla="*/ 72 w 72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04">
                  <a:moveTo>
                    <a:pt x="0" y="28"/>
                  </a:moveTo>
                  <a:lnTo>
                    <a:pt x="72" y="104"/>
                  </a:lnTo>
                  <a:lnTo>
                    <a:pt x="61" y="0"/>
                  </a:lnTo>
                  <a:lnTo>
                    <a:pt x="44" y="42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  <p:sp>
          <p:nvSpPr>
            <p:cNvPr id="38945" name="Freeform 56"/>
            <p:cNvSpPr>
              <a:spLocks/>
            </p:cNvSpPr>
            <p:nvPr/>
          </p:nvSpPr>
          <p:spPr bwMode="auto">
            <a:xfrm>
              <a:off x="6908379" y="4599249"/>
              <a:ext cx="109577" cy="147655"/>
            </a:xfrm>
            <a:custGeom>
              <a:avLst/>
              <a:gdLst>
                <a:gd name="T0" fmla="*/ 40 w 72"/>
                <a:gd name="T1" fmla="*/ 46 h 104"/>
                <a:gd name="T2" fmla="*/ 0 w 72"/>
                <a:gd name="T3" fmla="*/ 0 h 104"/>
                <a:gd name="T4" fmla="*/ 6 w 72"/>
                <a:gd name="T5" fmla="*/ 64 h 104"/>
                <a:gd name="T6" fmla="*/ 16 w 72"/>
                <a:gd name="T7" fmla="*/ 38 h 104"/>
                <a:gd name="T8" fmla="*/ 40 w 72"/>
                <a:gd name="T9" fmla="*/ 46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04"/>
                <a:gd name="T17" fmla="*/ 72 w 72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04">
                  <a:moveTo>
                    <a:pt x="72" y="76"/>
                  </a:moveTo>
                  <a:lnTo>
                    <a:pt x="0" y="0"/>
                  </a:lnTo>
                  <a:lnTo>
                    <a:pt x="11" y="104"/>
                  </a:lnTo>
                  <a:lnTo>
                    <a:pt x="28" y="62"/>
                  </a:lnTo>
                  <a:lnTo>
                    <a:pt x="72" y="76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rgbClr val="FF0000"/>
                  </a:solidFill>
                </a:ln>
                <a:latin typeface="Arial" charset="0"/>
              </a:endParaRPr>
            </a:p>
          </p:txBody>
        </p:sp>
      </p:grpSp>
      <p:sp>
        <p:nvSpPr>
          <p:cNvPr id="38921" name="Oval 57"/>
          <p:cNvSpPr>
            <a:spLocks noChangeArrowheads="1"/>
          </p:cNvSpPr>
          <p:nvPr/>
        </p:nvSpPr>
        <p:spPr bwMode="auto">
          <a:xfrm>
            <a:off x="5838766" y="2663468"/>
            <a:ext cx="308034" cy="308034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0066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100">
                <a:ln>
                  <a:solidFill>
                    <a:srgbClr val="FF0000"/>
                  </a:solidFill>
                </a:ln>
              </a:rPr>
              <a:t>-</a:t>
            </a:r>
          </a:p>
        </p:txBody>
      </p:sp>
      <p:cxnSp>
        <p:nvCxnSpPr>
          <p:cNvPr id="3" name="直接连接符 2"/>
          <p:cNvCxnSpPr>
            <a:stCxn id="50181" idx="0"/>
            <a:endCxn id="50181" idx="2"/>
          </p:cNvCxnSpPr>
          <p:nvPr/>
        </p:nvCxnSpPr>
        <p:spPr bwMode="auto">
          <a:xfrm>
            <a:off x="4606314" y="465535"/>
            <a:ext cx="0" cy="415885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43205450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778354" y="4913453"/>
            <a:ext cx="1428750" cy="342900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A29D6A7D-65A9-4C34-880E-23382635F2AF}" type="slidenum">
              <a:rPr lang="en-US" altLang="zh-CN">
                <a:solidFill>
                  <a:srgbClr val="0000CC"/>
                </a:solidFill>
              </a:rPr>
              <a:pPr algn="r" eaLnBrk="1" hangingPunct="1"/>
              <a:t>5</a:t>
            </a:fld>
            <a:endParaRPr lang="en-US" altLang="zh-CN">
              <a:solidFill>
                <a:srgbClr val="0000CC"/>
              </a:solidFill>
            </a:endParaRPr>
          </a:p>
        </p:txBody>
      </p:sp>
      <p:grpSp>
        <p:nvGrpSpPr>
          <p:cNvPr id="51203" name="组合 51"/>
          <p:cNvGrpSpPr>
            <a:grpSpLocks/>
          </p:cNvGrpSpPr>
          <p:nvPr/>
        </p:nvGrpSpPr>
        <p:grpSpPr bwMode="auto">
          <a:xfrm>
            <a:off x="1500188" y="411957"/>
            <a:ext cx="6278166" cy="4185047"/>
            <a:chOff x="1600200" y="1447800"/>
            <a:chExt cx="6172200" cy="4114800"/>
          </a:xfrm>
        </p:grpSpPr>
        <p:sp>
          <p:nvSpPr>
            <p:cNvPr id="51204" name="Rectangle 2"/>
            <p:cNvSpPr>
              <a:spLocks noChangeArrowheads="1"/>
            </p:cNvSpPr>
            <p:nvPr/>
          </p:nvSpPr>
          <p:spPr bwMode="auto">
            <a:xfrm>
              <a:off x="1600200" y="1447800"/>
              <a:ext cx="6172200" cy="411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9027" name="Rectangle 3"/>
            <p:cNvSpPr>
              <a:spLocks noChangeArrowheads="1"/>
            </p:cNvSpPr>
            <p:nvPr/>
          </p:nvSpPr>
          <p:spPr bwMode="auto">
            <a:xfrm>
              <a:off x="2286130" y="1614031"/>
              <a:ext cx="3377569" cy="4085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zh-CN" altLang="en-US" sz="21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一对</a:t>
              </a:r>
              <a:r>
                <a:rPr kumimoji="1" lang="zh-CN" altLang="en-US" sz="21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等量正点电荷</a:t>
              </a:r>
              <a:r>
                <a:rPr kumimoji="1" lang="zh-CN" altLang="en-US" sz="21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的电场线</a:t>
              </a:r>
            </a:p>
          </p:txBody>
        </p:sp>
        <p:grpSp>
          <p:nvGrpSpPr>
            <p:cNvPr id="51206" name="Group 4"/>
            <p:cNvGrpSpPr>
              <a:grpSpLocks/>
            </p:cNvGrpSpPr>
            <p:nvPr/>
          </p:nvGrpSpPr>
          <p:grpSpPr bwMode="auto">
            <a:xfrm>
              <a:off x="2133600" y="2209800"/>
              <a:ext cx="4953000" cy="3048000"/>
              <a:chOff x="1344" y="1392"/>
              <a:chExt cx="3120" cy="1920"/>
            </a:xfrm>
          </p:grpSpPr>
          <p:sp>
            <p:nvSpPr>
              <p:cNvPr id="51207" name="Freeform 5"/>
              <p:cNvSpPr>
                <a:spLocks/>
              </p:cNvSpPr>
              <p:nvPr/>
            </p:nvSpPr>
            <p:spPr bwMode="auto">
              <a:xfrm>
                <a:off x="2549" y="1488"/>
                <a:ext cx="229" cy="828"/>
              </a:xfrm>
              <a:custGeom>
                <a:avLst/>
                <a:gdLst>
                  <a:gd name="T0" fmla="*/ 17 w 369"/>
                  <a:gd name="T1" fmla="*/ 0 h 1244"/>
                  <a:gd name="T2" fmla="*/ 18 w 369"/>
                  <a:gd name="T3" fmla="*/ 5 h 1244"/>
                  <a:gd name="T4" fmla="*/ 19 w 369"/>
                  <a:gd name="T5" fmla="*/ 9 h 1244"/>
                  <a:gd name="T6" fmla="*/ 20 w 369"/>
                  <a:gd name="T7" fmla="*/ 13 h 1244"/>
                  <a:gd name="T8" fmla="*/ 20 w 369"/>
                  <a:gd name="T9" fmla="*/ 18 h 1244"/>
                  <a:gd name="T10" fmla="*/ 20 w 369"/>
                  <a:gd name="T11" fmla="*/ 22 h 1244"/>
                  <a:gd name="T12" fmla="*/ 21 w 369"/>
                  <a:gd name="T13" fmla="*/ 27 h 1244"/>
                  <a:gd name="T14" fmla="*/ 21 w 369"/>
                  <a:gd name="T15" fmla="*/ 32 h 1244"/>
                  <a:gd name="T16" fmla="*/ 21 w 369"/>
                  <a:gd name="T17" fmla="*/ 37 h 1244"/>
                  <a:gd name="T18" fmla="*/ 21 w 369"/>
                  <a:gd name="T19" fmla="*/ 43 h 1244"/>
                  <a:gd name="T20" fmla="*/ 21 w 369"/>
                  <a:gd name="T21" fmla="*/ 49 h 1244"/>
                  <a:gd name="T22" fmla="*/ 20 w 369"/>
                  <a:gd name="T23" fmla="*/ 55 h 1244"/>
                  <a:gd name="T24" fmla="*/ 20 w 369"/>
                  <a:gd name="T25" fmla="*/ 61 h 1244"/>
                  <a:gd name="T26" fmla="*/ 19 w 369"/>
                  <a:gd name="T27" fmla="*/ 66 h 1244"/>
                  <a:gd name="T28" fmla="*/ 18 w 369"/>
                  <a:gd name="T29" fmla="*/ 71 h 1244"/>
                  <a:gd name="T30" fmla="*/ 17 w 369"/>
                  <a:gd name="T31" fmla="*/ 76 h 1244"/>
                  <a:gd name="T32" fmla="*/ 16 w 369"/>
                  <a:gd name="T33" fmla="*/ 81 h 1244"/>
                  <a:gd name="T34" fmla="*/ 14 w 369"/>
                  <a:gd name="T35" fmla="*/ 85 h 1244"/>
                  <a:gd name="T36" fmla="*/ 12 w 369"/>
                  <a:gd name="T37" fmla="*/ 90 h 1244"/>
                  <a:gd name="T38" fmla="*/ 11 w 369"/>
                  <a:gd name="T39" fmla="*/ 94 h 1244"/>
                  <a:gd name="T40" fmla="*/ 10 w 369"/>
                  <a:gd name="T41" fmla="*/ 96 h 1244"/>
                  <a:gd name="T42" fmla="*/ 9 w 369"/>
                  <a:gd name="T43" fmla="*/ 97 h 1244"/>
                  <a:gd name="T44" fmla="*/ 7 w 369"/>
                  <a:gd name="T45" fmla="*/ 99 h 1244"/>
                  <a:gd name="T46" fmla="*/ 7 w 369"/>
                  <a:gd name="T47" fmla="*/ 101 h 1244"/>
                  <a:gd name="T48" fmla="*/ 6 w 369"/>
                  <a:gd name="T49" fmla="*/ 102 h 1244"/>
                  <a:gd name="T50" fmla="*/ 4 w 369"/>
                  <a:gd name="T51" fmla="*/ 104 h 1244"/>
                  <a:gd name="T52" fmla="*/ 4 w 369"/>
                  <a:gd name="T53" fmla="*/ 104 h 1244"/>
                  <a:gd name="T54" fmla="*/ 2 w 369"/>
                  <a:gd name="T55" fmla="*/ 106 h 1244"/>
                  <a:gd name="T56" fmla="*/ 1 w 369"/>
                  <a:gd name="T57" fmla="*/ 107 h 1244"/>
                  <a:gd name="T58" fmla="*/ 0 w 369"/>
                  <a:gd name="T59" fmla="*/ 108 h 124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369"/>
                  <a:gd name="T91" fmla="*/ 0 h 1244"/>
                  <a:gd name="T92" fmla="*/ 369 w 369"/>
                  <a:gd name="T93" fmla="*/ 1244 h 124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369" h="1244">
                    <a:moveTo>
                      <a:pt x="302" y="0"/>
                    </a:moveTo>
                    <a:lnTo>
                      <a:pt x="317" y="49"/>
                    </a:lnTo>
                    <a:lnTo>
                      <a:pt x="331" y="99"/>
                    </a:lnTo>
                    <a:lnTo>
                      <a:pt x="342" y="150"/>
                    </a:lnTo>
                    <a:lnTo>
                      <a:pt x="352" y="203"/>
                    </a:lnTo>
                    <a:lnTo>
                      <a:pt x="359" y="256"/>
                    </a:lnTo>
                    <a:lnTo>
                      <a:pt x="365" y="310"/>
                    </a:lnTo>
                    <a:lnTo>
                      <a:pt x="368" y="365"/>
                    </a:lnTo>
                    <a:lnTo>
                      <a:pt x="369" y="420"/>
                    </a:lnTo>
                    <a:lnTo>
                      <a:pt x="367" y="490"/>
                    </a:lnTo>
                    <a:lnTo>
                      <a:pt x="362" y="559"/>
                    </a:lnTo>
                    <a:lnTo>
                      <a:pt x="354" y="626"/>
                    </a:lnTo>
                    <a:lnTo>
                      <a:pt x="342" y="692"/>
                    </a:lnTo>
                    <a:lnTo>
                      <a:pt x="328" y="755"/>
                    </a:lnTo>
                    <a:lnTo>
                      <a:pt x="310" y="816"/>
                    </a:lnTo>
                    <a:lnTo>
                      <a:pt x="290" y="875"/>
                    </a:lnTo>
                    <a:lnTo>
                      <a:pt x="267" y="931"/>
                    </a:lnTo>
                    <a:lnTo>
                      <a:pt x="241" y="983"/>
                    </a:lnTo>
                    <a:lnTo>
                      <a:pt x="213" y="1033"/>
                    </a:lnTo>
                    <a:lnTo>
                      <a:pt x="183" y="1078"/>
                    </a:lnTo>
                    <a:lnTo>
                      <a:pt x="167" y="1100"/>
                    </a:lnTo>
                    <a:lnTo>
                      <a:pt x="151" y="1120"/>
                    </a:lnTo>
                    <a:lnTo>
                      <a:pt x="133" y="1140"/>
                    </a:lnTo>
                    <a:lnTo>
                      <a:pt x="116" y="1158"/>
                    </a:lnTo>
                    <a:lnTo>
                      <a:pt x="98" y="1175"/>
                    </a:lnTo>
                    <a:lnTo>
                      <a:pt x="79" y="1191"/>
                    </a:lnTo>
                    <a:lnTo>
                      <a:pt x="60" y="1206"/>
                    </a:lnTo>
                    <a:lnTo>
                      <a:pt x="40" y="1220"/>
                    </a:lnTo>
                    <a:lnTo>
                      <a:pt x="20" y="1233"/>
                    </a:lnTo>
                    <a:lnTo>
                      <a:pt x="0" y="1244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08" name="Freeform 6"/>
              <p:cNvSpPr>
                <a:spLocks/>
              </p:cNvSpPr>
              <p:nvPr/>
            </p:nvSpPr>
            <p:spPr bwMode="auto">
              <a:xfrm>
                <a:off x="2734" y="1488"/>
                <a:ext cx="41" cy="70"/>
              </a:xfrm>
              <a:custGeom>
                <a:avLst/>
                <a:gdLst>
                  <a:gd name="T0" fmla="*/ 4 w 66"/>
                  <a:gd name="T1" fmla="*/ 7 h 104"/>
                  <a:gd name="T2" fmla="*/ 0 w 66"/>
                  <a:gd name="T3" fmla="*/ 0 h 104"/>
                  <a:gd name="T4" fmla="*/ 1 w 66"/>
                  <a:gd name="T5" fmla="*/ 10 h 104"/>
                  <a:gd name="T6" fmla="*/ 1 w 66"/>
                  <a:gd name="T7" fmla="*/ 6 h 104"/>
                  <a:gd name="T8" fmla="*/ 4 w 66"/>
                  <a:gd name="T9" fmla="*/ 7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104"/>
                  <a:gd name="T17" fmla="*/ 66 w 6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104">
                    <a:moveTo>
                      <a:pt x="66" y="81"/>
                    </a:moveTo>
                    <a:lnTo>
                      <a:pt x="0" y="0"/>
                    </a:lnTo>
                    <a:lnTo>
                      <a:pt x="3" y="104"/>
                    </a:lnTo>
                    <a:lnTo>
                      <a:pt x="24" y="64"/>
                    </a:lnTo>
                    <a:lnTo>
                      <a:pt x="66" y="81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09" name="Freeform 7"/>
              <p:cNvSpPr>
                <a:spLocks/>
              </p:cNvSpPr>
              <p:nvPr/>
            </p:nvSpPr>
            <p:spPr bwMode="auto">
              <a:xfrm>
                <a:off x="3012" y="2389"/>
                <a:ext cx="248" cy="795"/>
              </a:xfrm>
              <a:custGeom>
                <a:avLst/>
                <a:gdLst>
                  <a:gd name="T0" fmla="*/ 2 w 420"/>
                  <a:gd name="T1" fmla="*/ 116 h 1167"/>
                  <a:gd name="T2" fmla="*/ 1 w 420"/>
                  <a:gd name="T3" fmla="*/ 113 h 1167"/>
                  <a:gd name="T4" fmla="*/ 1 w 420"/>
                  <a:gd name="T5" fmla="*/ 108 h 1167"/>
                  <a:gd name="T6" fmla="*/ 1 w 420"/>
                  <a:gd name="T7" fmla="*/ 105 h 1167"/>
                  <a:gd name="T8" fmla="*/ 1 w 420"/>
                  <a:gd name="T9" fmla="*/ 101 h 1167"/>
                  <a:gd name="T10" fmla="*/ 1 w 420"/>
                  <a:gd name="T11" fmla="*/ 97 h 1167"/>
                  <a:gd name="T12" fmla="*/ 1 w 420"/>
                  <a:gd name="T13" fmla="*/ 93 h 1167"/>
                  <a:gd name="T14" fmla="*/ 1 w 420"/>
                  <a:gd name="T15" fmla="*/ 89 h 1167"/>
                  <a:gd name="T16" fmla="*/ 0 w 420"/>
                  <a:gd name="T17" fmla="*/ 84 h 1167"/>
                  <a:gd name="T18" fmla="*/ 1 w 420"/>
                  <a:gd name="T19" fmla="*/ 81 h 1167"/>
                  <a:gd name="T20" fmla="*/ 1 w 420"/>
                  <a:gd name="T21" fmla="*/ 77 h 1167"/>
                  <a:gd name="T22" fmla="*/ 1 w 420"/>
                  <a:gd name="T23" fmla="*/ 69 h 1167"/>
                  <a:gd name="T24" fmla="*/ 1 w 420"/>
                  <a:gd name="T25" fmla="*/ 62 h 1167"/>
                  <a:gd name="T26" fmla="*/ 1 w 420"/>
                  <a:gd name="T27" fmla="*/ 55 h 1167"/>
                  <a:gd name="T28" fmla="*/ 2 w 420"/>
                  <a:gd name="T29" fmla="*/ 48 h 1167"/>
                  <a:gd name="T30" fmla="*/ 3 w 420"/>
                  <a:gd name="T31" fmla="*/ 42 h 1167"/>
                  <a:gd name="T32" fmla="*/ 4 w 420"/>
                  <a:gd name="T33" fmla="*/ 36 h 1167"/>
                  <a:gd name="T34" fmla="*/ 5 w 420"/>
                  <a:gd name="T35" fmla="*/ 30 h 1167"/>
                  <a:gd name="T36" fmla="*/ 5 w 420"/>
                  <a:gd name="T37" fmla="*/ 27 h 1167"/>
                  <a:gd name="T38" fmla="*/ 6 w 420"/>
                  <a:gd name="T39" fmla="*/ 25 h 1167"/>
                  <a:gd name="T40" fmla="*/ 7 w 420"/>
                  <a:gd name="T41" fmla="*/ 22 h 1167"/>
                  <a:gd name="T42" fmla="*/ 8 w 420"/>
                  <a:gd name="T43" fmla="*/ 20 h 1167"/>
                  <a:gd name="T44" fmla="*/ 8 w 420"/>
                  <a:gd name="T45" fmla="*/ 17 h 1167"/>
                  <a:gd name="T46" fmla="*/ 9 w 420"/>
                  <a:gd name="T47" fmla="*/ 15 h 1167"/>
                  <a:gd name="T48" fmla="*/ 10 w 420"/>
                  <a:gd name="T49" fmla="*/ 14 h 1167"/>
                  <a:gd name="T50" fmla="*/ 11 w 420"/>
                  <a:gd name="T51" fmla="*/ 11 h 1167"/>
                  <a:gd name="T52" fmla="*/ 11 w 420"/>
                  <a:gd name="T53" fmla="*/ 10 h 1167"/>
                  <a:gd name="T54" fmla="*/ 12 w 420"/>
                  <a:gd name="T55" fmla="*/ 7 h 1167"/>
                  <a:gd name="T56" fmla="*/ 13 w 420"/>
                  <a:gd name="T57" fmla="*/ 5 h 1167"/>
                  <a:gd name="T58" fmla="*/ 14 w 420"/>
                  <a:gd name="T59" fmla="*/ 5 h 1167"/>
                  <a:gd name="T60" fmla="*/ 15 w 420"/>
                  <a:gd name="T61" fmla="*/ 3 h 1167"/>
                  <a:gd name="T62" fmla="*/ 16 w 420"/>
                  <a:gd name="T63" fmla="*/ 2 h 1167"/>
                  <a:gd name="T64" fmla="*/ 17 w 420"/>
                  <a:gd name="T65" fmla="*/ 1 h 1167"/>
                  <a:gd name="T66" fmla="*/ 18 w 420"/>
                  <a:gd name="T67" fmla="*/ 0 h 116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20"/>
                  <a:gd name="T103" fmla="*/ 0 h 1167"/>
                  <a:gd name="T104" fmla="*/ 420 w 420"/>
                  <a:gd name="T105" fmla="*/ 1167 h 116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20" h="1167">
                    <a:moveTo>
                      <a:pt x="37" y="1167"/>
                    </a:moveTo>
                    <a:lnTo>
                      <a:pt x="28" y="1128"/>
                    </a:lnTo>
                    <a:lnTo>
                      <a:pt x="21" y="1089"/>
                    </a:lnTo>
                    <a:lnTo>
                      <a:pt x="14" y="1049"/>
                    </a:lnTo>
                    <a:lnTo>
                      <a:pt x="9" y="1009"/>
                    </a:lnTo>
                    <a:lnTo>
                      <a:pt x="5" y="969"/>
                    </a:lnTo>
                    <a:lnTo>
                      <a:pt x="2" y="928"/>
                    </a:lnTo>
                    <a:lnTo>
                      <a:pt x="1" y="887"/>
                    </a:lnTo>
                    <a:lnTo>
                      <a:pt x="0" y="846"/>
                    </a:lnTo>
                    <a:lnTo>
                      <a:pt x="1" y="808"/>
                    </a:lnTo>
                    <a:lnTo>
                      <a:pt x="2" y="770"/>
                    </a:lnTo>
                    <a:lnTo>
                      <a:pt x="8" y="696"/>
                    </a:lnTo>
                    <a:lnTo>
                      <a:pt x="18" y="623"/>
                    </a:lnTo>
                    <a:lnTo>
                      <a:pt x="31" y="553"/>
                    </a:lnTo>
                    <a:lnTo>
                      <a:pt x="48" y="485"/>
                    </a:lnTo>
                    <a:lnTo>
                      <a:pt x="68" y="421"/>
                    </a:lnTo>
                    <a:lnTo>
                      <a:pt x="92" y="359"/>
                    </a:lnTo>
                    <a:lnTo>
                      <a:pt x="118" y="301"/>
                    </a:lnTo>
                    <a:lnTo>
                      <a:pt x="132" y="274"/>
                    </a:lnTo>
                    <a:lnTo>
                      <a:pt x="147" y="247"/>
                    </a:lnTo>
                    <a:lnTo>
                      <a:pt x="163" y="221"/>
                    </a:lnTo>
                    <a:lnTo>
                      <a:pt x="179" y="197"/>
                    </a:lnTo>
                    <a:lnTo>
                      <a:pt x="196" y="173"/>
                    </a:lnTo>
                    <a:lnTo>
                      <a:pt x="214" y="151"/>
                    </a:lnTo>
                    <a:lnTo>
                      <a:pt x="232" y="130"/>
                    </a:lnTo>
                    <a:lnTo>
                      <a:pt x="251" y="110"/>
                    </a:lnTo>
                    <a:lnTo>
                      <a:pt x="270" y="92"/>
                    </a:lnTo>
                    <a:lnTo>
                      <a:pt x="290" y="74"/>
                    </a:lnTo>
                    <a:lnTo>
                      <a:pt x="311" y="58"/>
                    </a:lnTo>
                    <a:lnTo>
                      <a:pt x="332" y="44"/>
                    </a:lnTo>
                    <a:lnTo>
                      <a:pt x="353" y="31"/>
                    </a:lnTo>
                    <a:lnTo>
                      <a:pt x="375" y="19"/>
                    </a:lnTo>
                    <a:lnTo>
                      <a:pt x="397" y="9"/>
                    </a:lnTo>
                    <a:lnTo>
                      <a:pt x="42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10" name="Freeform 8"/>
              <p:cNvSpPr>
                <a:spLocks/>
              </p:cNvSpPr>
              <p:nvPr/>
            </p:nvSpPr>
            <p:spPr bwMode="auto">
              <a:xfrm>
                <a:off x="3008" y="3127"/>
                <a:ext cx="38" cy="71"/>
              </a:xfrm>
              <a:custGeom>
                <a:avLst/>
                <a:gdLst>
                  <a:gd name="T0" fmla="*/ 0 w 65"/>
                  <a:gd name="T1" fmla="*/ 1 h 104"/>
                  <a:gd name="T2" fmla="*/ 2 w 65"/>
                  <a:gd name="T3" fmla="*/ 11 h 104"/>
                  <a:gd name="T4" fmla="*/ 3 w 65"/>
                  <a:gd name="T5" fmla="*/ 0 h 104"/>
                  <a:gd name="T6" fmla="*/ 2 w 65"/>
                  <a:gd name="T7" fmla="*/ 3 h 104"/>
                  <a:gd name="T8" fmla="*/ 0 w 65"/>
                  <a:gd name="T9" fmla="*/ 1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"/>
                  <a:gd name="T16" fmla="*/ 0 h 104"/>
                  <a:gd name="T17" fmla="*/ 65 w 65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" h="104">
                    <a:moveTo>
                      <a:pt x="0" y="17"/>
                    </a:moveTo>
                    <a:lnTo>
                      <a:pt x="59" y="104"/>
                    </a:lnTo>
                    <a:lnTo>
                      <a:pt x="65" y="0"/>
                    </a:lnTo>
                    <a:lnTo>
                      <a:pt x="41" y="38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11" name="Freeform 9"/>
              <p:cNvSpPr>
                <a:spLocks/>
              </p:cNvSpPr>
              <p:nvPr/>
            </p:nvSpPr>
            <p:spPr bwMode="auto">
              <a:xfrm>
                <a:off x="2549" y="2386"/>
                <a:ext cx="263" cy="792"/>
              </a:xfrm>
              <a:custGeom>
                <a:avLst/>
                <a:gdLst>
                  <a:gd name="T0" fmla="*/ 0 w 528"/>
                  <a:gd name="T1" fmla="*/ 0 h 1222"/>
                  <a:gd name="T2" fmla="*/ 0 w 528"/>
                  <a:gd name="T3" fmla="*/ 1 h 1222"/>
                  <a:gd name="T4" fmla="*/ 0 w 528"/>
                  <a:gd name="T5" fmla="*/ 1 h 1222"/>
                  <a:gd name="T6" fmla="*/ 1 w 528"/>
                  <a:gd name="T7" fmla="*/ 1 h 1222"/>
                  <a:gd name="T8" fmla="*/ 1 w 528"/>
                  <a:gd name="T9" fmla="*/ 1 h 1222"/>
                  <a:gd name="T10" fmla="*/ 2 w 528"/>
                  <a:gd name="T11" fmla="*/ 2 h 1222"/>
                  <a:gd name="T12" fmla="*/ 2 w 528"/>
                  <a:gd name="T13" fmla="*/ 3 h 1222"/>
                  <a:gd name="T14" fmla="*/ 2 w 528"/>
                  <a:gd name="T15" fmla="*/ 4 h 1222"/>
                  <a:gd name="T16" fmla="*/ 3 w 528"/>
                  <a:gd name="T17" fmla="*/ 5 h 1222"/>
                  <a:gd name="T18" fmla="*/ 3 w 528"/>
                  <a:gd name="T19" fmla="*/ 6 h 1222"/>
                  <a:gd name="T20" fmla="*/ 3 w 528"/>
                  <a:gd name="T21" fmla="*/ 8 h 1222"/>
                  <a:gd name="T22" fmla="*/ 4 w 528"/>
                  <a:gd name="T23" fmla="*/ 9 h 1222"/>
                  <a:gd name="T24" fmla="*/ 4 w 528"/>
                  <a:gd name="T25" fmla="*/ 11 h 1222"/>
                  <a:gd name="T26" fmla="*/ 4 w 528"/>
                  <a:gd name="T27" fmla="*/ 12 h 1222"/>
                  <a:gd name="T28" fmla="*/ 5 w 528"/>
                  <a:gd name="T29" fmla="*/ 15 h 1222"/>
                  <a:gd name="T30" fmla="*/ 5 w 528"/>
                  <a:gd name="T31" fmla="*/ 17 h 1222"/>
                  <a:gd name="T32" fmla="*/ 5 w 528"/>
                  <a:gd name="T33" fmla="*/ 19 h 1222"/>
                  <a:gd name="T34" fmla="*/ 6 w 528"/>
                  <a:gd name="T35" fmla="*/ 21 h 1222"/>
                  <a:gd name="T36" fmla="*/ 6 w 528"/>
                  <a:gd name="T37" fmla="*/ 23 h 1222"/>
                  <a:gd name="T38" fmla="*/ 6 w 528"/>
                  <a:gd name="T39" fmla="*/ 26 h 1222"/>
                  <a:gd name="T40" fmla="*/ 6 w 528"/>
                  <a:gd name="T41" fmla="*/ 28 h 1222"/>
                  <a:gd name="T42" fmla="*/ 7 w 528"/>
                  <a:gd name="T43" fmla="*/ 30 h 1222"/>
                  <a:gd name="T44" fmla="*/ 7 w 528"/>
                  <a:gd name="T45" fmla="*/ 34 h 1222"/>
                  <a:gd name="T46" fmla="*/ 7 w 528"/>
                  <a:gd name="T47" fmla="*/ 36 h 1222"/>
                  <a:gd name="T48" fmla="*/ 7 w 528"/>
                  <a:gd name="T49" fmla="*/ 39 h 1222"/>
                  <a:gd name="T50" fmla="*/ 7 w 528"/>
                  <a:gd name="T51" fmla="*/ 42 h 1222"/>
                  <a:gd name="T52" fmla="*/ 7 w 528"/>
                  <a:gd name="T53" fmla="*/ 45 h 1222"/>
                  <a:gd name="T54" fmla="*/ 7 w 528"/>
                  <a:gd name="T55" fmla="*/ 48 h 1222"/>
                  <a:gd name="T56" fmla="*/ 8 w 528"/>
                  <a:gd name="T57" fmla="*/ 51 h 1222"/>
                  <a:gd name="T58" fmla="*/ 8 w 528"/>
                  <a:gd name="T59" fmla="*/ 54 h 1222"/>
                  <a:gd name="T60" fmla="*/ 8 w 528"/>
                  <a:gd name="T61" fmla="*/ 58 h 1222"/>
                  <a:gd name="T62" fmla="*/ 8 w 528"/>
                  <a:gd name="T63" fmla="*/ 61 h 1222"/>
                  <a:gd name="T64" fmla="*/ 8 w 528"/>
                  <a:gd name="T65" fmla="*/ 64 h 1222"/>
                  <a:gd name="T66" fmla="*/ 8 w 528"/>
                  <a:gd name="T67" fmla="*/ 67 h 1222"/>
                  <a:gd name="T68" fmla="*/ 8 w 528"/>
                  <a:gd name="T69" fmla="*/ 71 h 1222"/>
                  <a:gd name="T70" fmla="*/ 8 w 528"/>
                  <a:gd name="T71" fmla="*/ 75 h 1222"/>
                  <a:gd name="T72" fmla="*/ 8 w 528"/>
                  <a:gd name="T73" fmla="*/ 78 h 1222"/>
                  <a:gd name="T74" fmla="*/ 7 w 528"/>
                  <a:gd name="T75" fmla="*/ 80 h 1222"/>
                  <a:gd name="T76" fmla="*/ 7 w 528"/>
                  <a:gd name="T77" fmla="*/ 84 h 1222"/>
                  <a:gd name="T78" fmla="*/ 7 w 528"/>
                  <a:gd name="T79" fmla="*/ 87 h 1222"/>
                  <a:gd name="T80" fmla="*/ 7 w 528"/>
                  <a:gd name="T81" fmla="*/ 90 h 122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528"/>
                  <a:gd name="T124" fmla="*/ 0 h 1222"/>
                  <a:gd name="T125" fmla="*/ 528 w 528"/>
                  <a:gd name="T126" fmla="*/ 1222 h 1222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528" h="1222">
                    <a:moveTo>
                      <a:pt x="0" y="0"/>
                    </a:moveTo>
                    <a:lnTo>
                      <a:pt x="27" y="1"/>
                    </a:lnTo>
                    <a:lnTo>
                      <a:pt x="54" y="4"/>
                    </a:lnTo>
                    <a:lnTo>
                      <a:pt x="81" y="10"/>
                    </a:lnTo>
                    <a:lnTo>
                      <a:pt x="107" y="18"/>
                    </a:lnTo>
                    <a:lnTo>
                      <a:pt x="132" y="27"/>
                    </a:lnTo>
                    <a:lnTo>
                      <a:pt x="157" y="39"/>
                    </a:lnTo>
                    <a:lnTo>
                      <a:pt x="182" y="52"/>
                    </a:lnTo>
                    <a:lnTo>
                      <a:pt x="206" y="68"/>
                    </a:lnTo>
                    <a:lnTo>
                      <a:pt x="229" y="85"/>
                    </a:lnTo>
                    <a:lnTo>
                      <a:pt x="252" y="104"/>
                    </a:lnTo>
                    <a:lnTo>
                      <a:pt x="274" y="125"/>
                    </a:lnTo>
                    <a:lnTo>
                      <a:pt x="295" y="148"/>
                    </a:lnTo>
                    <a:lnTo>
                      <a:pt x="316" y="172"/>
                    </a:lnTo>
                    <a:lnTo>
                      <a:pt x="336" y="197"/>
                    </a:lnTo>
                    <a:lnTo>
                      <a:pt x="355" y="225"/>
                    </a:lnTo>
                    <a:lnTo>
                      <a:pt x="374" y="253"/>
                    </a:lnTo>
                    <a:lnTo>
                      <a:pt x="391" y="283"/>
                    </a:lnTo>
                    <a:lnTo>
                      <a:pt x="408" y="315"/>
                    </a:lnTo>
                    <a:lnTo>
                      <a:pt x="423" y="347"/>
                    </a:lnTo>
                    <a:lnTo>
                      <a:pt x="438" y="381"/>
                    </a:lnTo>
                    <a:lnTo>
                      <a:pt x="452" y="416"/>
                    </a:lnTo>
                    <a:lnTo>
                      <a:pt x="464" y="452"/>
                    </a:lnTo>
                    <a:lnTo>
                      <a:pt x="476" y="490"/>
                    </a:lnTo>
                    <a:lnTo>
                      <a:pt x="487" y="528"/>
                    </a:lnTo>
                    <a:lnTo>
                      <a:pt x="496" y="567"/>
                    </a:lnTo>
                    <a:lnTo>
                      <a:pt x="504" y="607"/>
                    </a:lnTo>
                    <a:lnTo>
                      <a:pt x="511" y="648"/>
                    </a:lnTo>
                    <a:lnTo>
                      <a:pt x="517" y="690"/>
                    </a:lnTo>
                    <a:lnTo>
                      <a:pt x="522" y="732"/>
                    </a:lnTo>
                    <a:lnTo>
                      <a:pt x="525" y="776"/>
                    </a:lnTo>
                    <a:lnTo>
                      <a:pt x="527" y="820"/>
                    </a:lnTo>
                    <a:lnTo>
                      <a:pt x="528" y="864"/>
                    </a:lnTo>
                    <a:lnTo>
                      <a:pt x="527" y="910"/>
                    </a:lnTo>
                    <a:lnTo>
                      <a:pt x="525" y="956"/>
                    </a:lnTo>
                    <a:lnTo>
                      <a:pt x="521" y="1002"/>
                    </a:lnTo>
                    <a:lnTo>
                      <a:pt x="516" y="1047"/>
                    </a:lnTo>
                    <a:lnTo>
                      <a:pt x="509" y="1092"/>
                    </a:lnTo>
                    <a:lnTo>
                      <a:pt x="501" y="1136"/>
                    </a:lnTo>
                    <a:lnTo>
                      <a:pt x="491" y="1180"/>
                    </a:lnTo>
                    <a:lnTo>
                      <a:pt x="480" y="1222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12" name="Freeform 10"/>
              <p:cNvSpPr>
                <a:spLocks/>
              </p:cNvSpPr>
              <p:nvPr/>
            </p:nvSpPr>
            <p:spPr bwMode="auto">
              <a:xfrm>
                <a:off x="2777" y="3152"/>
                <a:ext cx="32" cy="68"/>
              </a:xfrm>
              <a:custGeom>
                <a:avLst/>
                <a:gdLst>
                  <a:gd name="T0" fmla="*/ 0 w 64"/>
                  <a:gd name="T1" fmla="*/ 0 h 105"/>
                  <a:gd name="T2" fmla="*/ 1 w 64"/>
                  <a:gd name="T3" fmla="*/ 8 h 105"/>
                  <a:gd name="T4" fmla="*/ 1 w 64"/>
                  <a:gd name="T5" fmla="*/ 1 h 105"/>
                  <a:gd name="T6" fmla="*/ 1 w 64"/>
                  <a:gd name="T7" fmla="*/ 3 h 105"/>
                  <a:gd name="T8" fmla="*/ 0 w 64"/>
                  <a:gd name="T9" fmla="*/ 0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"/>
                  <a:gd name="T16" fmla="*/ 0 h 105"/>
                  <a:gd name="T17" fmla="*/ 64 w 6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" h="105">
                    <a:moveTo>
                      <a:pt x="0" y="0"/>
                    </a:moveTo>
                    <a:lnTo>
                      <a:pt x="3" y="105"/>
                    </a:lnTo>
                    <a:lnTo>
                      <a:pt x="64" y="20"/>
                    </a:lnTo>
                    <a:lnTo>
                      <a:pt x="23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13" name="Freeform 11"/>
              <p:cNvSpPr>
                <a:spLocks/>
              </p:cNvSpPr>
              <p:nvPr/>
            </p:nvSpPr>
            <p:spPr bwMode="auto">
              <a:xfrm>
                <a:off x="3074" y="1515"/>
                <a:ext cx="211" cy="810"/>
              </a:xfrm>
              <a:custGeom>
                <a:avLst/>
                <a:gdLst>
                  <a:gd name="T0" fmla="*/ 15 w 357"/>
                  <a:gd name="T1" fmla="*/ 79 h 1288"/>
                  <a:gd name="T2" fmla="*/ 14 w 357"/>
                  <a:gd name="T3" fmla="*/ 79 h 1288"/>
                  <a:gd name="T4" fmla="*/ 14 w 357"/>
                  <a:gd name="T5" fmla="*/ 78 h 1288"/>
                  <a:gd name="T6" fmla="*/ 13 w 357"/>
                  <a:gd name="T7" fmla="*/ 77 h 1288"/>
                  <a:gd name="T8" fmla="*/ 12 w 357"/>
                  <a:gd name="T9" fmla="*/ 76 h 1288"/>
                  <a:gd name="T10" fmla="*/ 11 w 357"/>
                  <a:gd name="T11" fmla="*/ 75 h 1288"/>
                  <a:gd name="T12" fmla="*/ 11 w 357"/>
                  <a:gd name="T13" fmla="*/ 74 h 1288"/>
                  <a:gd name="T14" fmla="*/ 10 w 357"/>
                  <a:gd name="T15" fmla="*/ 73 h 1288"/>
                  <a:gd name="T16" fmla="*/ 9 w 357"/>
                  <a:gd name="T17" fmla="*/ 72 h 1288"/>
                  <a:gd name="T18" fmla="*/ 8 w 357"/>
                  <a:gd name="T19" fmla="*/ 69 h 1288"/>
                  <a:gd name="T20" fmla="*/ 7 w 357"/>
                  <a:gd name="T21" fmla="*/ 67 h 1288"/>
                  <a:gd name="T22" fmla="*/ 5 w 357"/>
                  <a:gd name="T23" fmla="*/ 64 h 1288"/>
                  <a:gd name="T24" fmla="*/ 4 w 357"/>
                  <a:gd name="T25" fmla="*/ 60 h 1288"/>
                  <a:gd name="T26" fmla="*/ 3 w 357"/>
                  <a:gd name="T27" fmla="*/ 57 h 1288"/>
                  <a:gd name="T28" fmla="*/ 2 w 357"/>
                  <a:gd name="T29" fmla="*/ 53 h 1288"/>
                  <a:gd name="T30" fmla="*/ 2 w 357"/>
                  <a:gd name="T31" fmla="*/ 50 h 1288"/>
                  <a:gd name="T32" fmla="*/ 1 w 357"/>
                  <a:gd name="T33" fmla="*/ 45 h 1288"/>
                  <a:gd name="T34" fmla="*/ 1 w 357"/>
                  <a:gd name="T35" fmla="*/ 42 h 1288"/>
                  <a:gd name="T36" fmla="*/ 1 w 357"/>
                  <a:gd name="T37" fmla="*/ 38 h 1288"/>
                  <a:gd name="T38" fmla="*/ 1 w 357"/>
                  <a:gd name="T39" fmla="*/ 33 h 1288"/>
                  <a:gd name="T40" fmla="*/ 0 w 357"/>
                  <a:gd name="T41" fmla="*/ 30 h 1288"/>
                  <a:gd name="T42" fmla="*/ 1 w 357"/>
                  <a:gd name="T43" fmla="*/ 25 h 1288"/>
                  <a:gd name="T44" fmla="*/ 1 w 357"/>
                  <a:gd name="T45" fmla="*/ 21 h 1288"/>
                  <a:gd name="T46" fmla="*/ 1 w 357"/>
                  <a:gd name="T47" fmla="*/ 18 h 1288"/>
                  <a:gd name="T48" fmla="*/ 1 w 357"/>
                  <a:gd name="T49" fmla="*/ 14 h 1288"/>
                  <a:gd name="T50" fmla="*/ 1 w 357"/>
                  <a:gd name="T51" fmla="*/ 10 h 1288"/>
                  <a:gd name="T52" fmla="*/ 2 w 357"/>
                  <a:gd name="T53" fmla="*/ 7 h 1288"/>
                  <a:gd name="T54" fmla="*/ 3 w 357"/>
                  <a:gd name="T55" fmla="*/ 3 h 1288"/>
                  <a:gd name="T56" fmla="*/ 4 w 357"/>
                  <a:gd name="T57" fmla="*/ 0 h 128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57"/>
                  <a:gd name="T88" fmla="*/ 0 h 1288"/>
                  <a:gd name="T89" fmla="*/ 357 w 357"/>
                  <a:gd name="T90" fmla="*/ 1288 h 128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57" h="1288">
                    <a:moveTo>
                      <a:pt x="357" y="1288"/>
                    </a:moveTo>
                    <a:lnTo>
                      <a:pt x="337" y="1276"/>
                    </a:lnTo>
                    <a:lnTo>
                      <a:pt x="318" y="1263"/>
                    </a:lnTo>
                    <a:lnTo>
                      <a:pt x="299" y="1249"/>
                    </a:lnTo>
                    <a:lnTo>
                      <a:pt x="280" y="1234"/>
                    </a:lnTo>
                    <a:lnTo>
                      <a:pt x="262" y="1217"/>
                    </a:lnTo>
                    <a:lnTo>
                      <a:pt x="245" y="1200"/>
                    </a:lnTo>
                    <a:lnTo>
                      <a:pt x="228" y="1181"/>
                    </a:lnTo>
                    <a:lnTo>
                      <a:pt x="211" y="1162"/>
                    </a:lnTo>
                    <a:lnTo>
                      <a:pt x="179" y="1120"/>
                    </a:lnTo>
                    <a:lnTo>
                      <a:pt x="150" y="1074"/>
                    </a:lnTo>
                    <a:lnTo>
                      <a:pt x="123" y="1025"/>
                    </a:lnTo>
                    <a:lnTo>
                      <a:pt x="98" y="973"/>
                    </a:lnTo>
                    <a:lnTo>
                      <a:pt x="76" y="918"/>
                    </a:lnTo>
                    <a:lnTo>
                      <a:pt x="57" y="860"/>
                    </a:lnTo>
                    <a:lnTo>
                      <a:pt x="40" y="800"/>
                    </a:lnTo>
                    <a:lnTo>
                      <a:pt x="26" y="737"/>
                    </a:lnTo>
                    <a:lnTo>
                      <a:pt x="15" y="673"/>
                    </a:lnTo>
                    <a:lnTo>
                      <a:pt x="7" y="607"/>
                    </a:lnTo>
                    <a:lnTo>
                      <a:pt x="2" y="540"/>
                    </a:lnTo>
                    <a:lnTo>
                      <a:pt x="0" y="471"/>
                    </a:lnTo>
                    <a:lnTo>
                      <a:pt x="1" y="408"/>
                    </a:lnTo>
                    <a:lnTo>
                      <a:pt x="6" y="346"/>
                    </a:lnTo>
                    <a:lnTo>
                      <a:pt x="12" y="285"/>
                    </a:lnTo>
                    <a:lnTo>
                      <a:pt x="22" y="225"/>
                    </a:lnTo>
                    <a:lnTo>
                      <a:pt x="34" y="166"/>
                    </a:lnTo>
                    <a:lnTo>
                      <a:pt x="49" y="109"/>
                    </a:lnTo>
                    <a:lnTo>
                      <a:pt x="66" y="54"/>
                    </a:lnTo>
                    <a:lnTo>
                      <a:pt x="85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14" name="Freeform 12"/>
              <p:cNvSpPr>
                <a:spLocks/>
              </p:cNvSpPr>
              <p:nvPr/>
            </p:nvSpPr>
            <p:spPr bwMode="auto">
              <a:xfrm>
                <a:off x="3099" y="1476"/>
                <a:ext cx="41" cy="66"/>
              </a:xfrm>
              <a:custGeom>
                <a:avLst/>
                <a:gdLst>
                  <a:gd name="T0" fmla="*/ 2 w 70"/>
                  <a:gd name="T1" fmla="*/ 7 h 104"/>
                  <a:gd name="T2" fmla="*/ 3 w 70"/>
                  <a:gd name="T3" fmla="*/ 0 h 104"/>
                  <a:gd name="T4" fmla="*/ 0 w 70"/>
                  <a:gd name="T5" fmla="*/ 5 h 104"/>
                  <a:gd name="T6" fmla="*/ 2 w 70"/>
                  <a:gd name="T7" fmla="*/ 4 h 104"/>
                  <a:gd name="T8" fmla="*/ 2 w 70"/>
                  <a:gd name="T9" fmla="*/ 7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"/>
                  <a:gd name="T16" fmla="*/ 0 h 104"/>
                  <a:gd name="T17" fmla="*/ 70 w 70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" h="104">
                    <a:moveTo>
                      <a:pt x="62" y="104"/>
                    </a:moveTo>
                    <a:lnTo>
                      <a:pt x="70" y="0"/>
                    </a:lnTo>
                    <a:lnTo>
                      <a:pt x="0" y="78"/>
                    </a:lnTo>
                    <a:lnTo>
                      <a:pt x="43" y="62"/>
                    </a:lnTo>
                    <a:lnTo>
                      <a:pt x="62" y="104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15" name="Freeform 13"/>
              <p:cNvSpPr>
                <a:spLocks/>
              </p:cNvSpPr>
              <p:nvPr/>
            </p:nvSpPr>
            <p:spPr bwMode="auto">
              <a:xfrm>
                <a:off x="3239" y="1423"/>
                <a:ext cx="245" cy="870"/>
              </a:xfrm>
              <a:custGeom>
                <a:avLst/>
                <a:gdLst>
                  <a:gd name="T0" fmla="*/ 5 w 414"/>
                  <a:gd name="T1" fmla="*/ 85 h 1384"/>
                  <a:gd name="T2" fmla="*/ 4 w 414"/>
                  <a:gd name="T3" fmla="*/ 83 h 1384"/>
                  <a:gd name="T4" fmla="*/ 3 w 414"/>
                  <a:gd name="T5" fmla="*/ 80 h 1384"/>
                  <a:gd name="T6" fmla="*/ 2 w 414"/>
                  <a:gd name="T7" fmla="*/ 78 h 1384"/>
                  <a:gd name="T8" fmla="*/ 2 w 414"/>
                  <a:gd name="T9" fmla="*/ 76 h 1384"/>
                  <a:gd name="T10" fmla="*/ 1 w 414"/>
                  <a:gd name="T11" fmla="*/ 73 h 1384"/>
                  <a:gd name="T12" fmla="*/ 1 w 414"/>
                  <a:gd name="T13" fmla="*/ 71 h 1384"/>
                  <a:gd name="T14" fmla="*/ 1 w 414"/>
                  <a:gd name="T15" fmla="*/ 68 h 1384"/>
                  <a:gd name="T16" fmla="*/ 1 w 414"/>
                  <a:gd name="T17" fmla="*/ 65 h 1384"/>
                  <a:gd name="T18" fmla="*/ 1 w 414"/>
                  <a:gd name="T19" fmla="*/ 63 h 1384"/>
                  <a:gd name="T20" fmla="*/ 0 w 414"/>
                  <a:gd name="T21" fmla="*/ 60 h 1384"/>
                  <a:gd name="T22" fmla="*/ 0 w 414"/>
                  <a:gd name="T23" fmla="*/ 57 h 1384"/>
                  <a:gd name="T24" fmla="*/ 1 w 414"/>
                  <a:gd name="T25" fmla="*/ 55 h 1384"/>
                  <a:gd name="T26" fmla="*/ 1 w 414"/>
                  <a:gd name="T27" fmla="*/ 52 h 1384"/>
                  <a:gd name="T28" fmla="*/ 1 w 414"/>
                  <a:gd name="T29" fmla="*/ 49 h 1384"/>
                  <a:gd name="T30" fmla="*/ 1 w 414"/>
                  <a:gd name="T31" fmla="*/ 47 h 1384"/>
                  <a:gd name="T32" fmla="*/ 1 w 414"/>
                  <a:gd name="T33" fmla="*/ 43 h 1384"/>
                  <a:gd name="T34" fmla="*/ 2 w 414"/>
                  <a:gd name="T35" fmla="*/ 41 h 1384"/>
                  <a:gd name="T36" fmla="*/ 2 w 414"/>
                  <a:gd name="T37" fmla="*/ 38 h 1384"/>
                  <a:gd name="T38" fmla="*/ 3 w 414"/>
                  <a:gd name="T39" fmla="*/ 35 h 1384"/>
                  <a:gd name="T40" fmla="*/ 4 w 414"/>
                  <a:gd name="T41" fmla="*/ 33 h 1384"/>
                  <a:gd name="T42" fmla="*/ 4 w 414"/>
                  <a:gd name="T43" fmla="*/ 30 h 1384"/>
                  <a:gd name="T44" fmla="*/ 5 w 414"/>
                  <a:gd name="T45" fmla="*/ 27 h 1384"/>
                  <a:gd name="T46" fmla="*/ 7 w 414"/>
                  <a:gd name="T47" fmla="*/ 24 h 1384"/>
                  <a:gd name="T48" fmla="*/ 7 w 414"/>
                  <a:gd name="T49" fmla="*/ 21 h 1384"/>
                  <a:gd name="T50" fmla="*/ 8 w 414"/>
                  <a:gd name="T51" fmla="*/ 19 h 1384"/>
                  <a:gd name="T52" fmla="*/ 9 w 414"/>
                  <a:gd name="T53" fmla="*/ 16 h 1384"/>
                  <a:gd name="T54" fmla="*/ 11 w 414"/>
                  <a:gd name="T55" fmla="*/ 13 h 1384"/>
                  <a:gd name="T56" fmla="*/ 12 w 414"/>
                  <a:gd name="T57" fmla="*/ 10 h 1384"/>
                  <a:gd name="T58" fmla="*/ 13 w 414"/>
                  <a:gd name="T59" fmla="*/ 8 h 1384"/>
                  <a:gd name="T60" fmla="*/ 15 w 414"/>
                  <a:gd name="T61" fmla="*/ 5 h 1384"/>
                  <a:gd name="T62" fmla="*/ 16 w 414"/>
                  <a:gd name="T63" fmla="*/ 3 h 1384"/>
                  <a:gd name="T64" fmla="*/ 18 w 414"/>
                  <a:gd name="T65" fmla="*/ 0 h 138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14"/>
                  <a:gd name="T100" fmla="*/ 0 h 1384"/>
                  <a:gd name="T101" fmla="*/ 414 w 414"/>
                  <a:gd name="T102" fmla="*/ 1384 h 138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14" h="1384">
                    <a:moveTo>
                      <a:pt x="107" y="1384"/>
                    </a:moveTo>
                    <a:lnTo>
                      <a:pt x="88" y="1346"/>
                    </a:lnTo>
                    <a:lnTo>
                      <a:pt x="70" y="1308"/>
                    </a:lnTo>
                    <a:lnTo>
                      <a:pt x="54" y="1268"/>
                    </a:lnTo>
                    <a:lnTo>
                      <a:pt x="41" y="1228"/>
                    </a:lnTo>
                    <a:lnTo>
                      <a:pt x="29" y="1187"/>
                    </a:lnTo>
                    <a:lnTo>
                      <a:pt x="20" y="1146"/>
                    </a:lnTo>
                    <a:lnTo>
                      <a:pt x="12" y="1104"/>
                    </a:lnTo>
                    <a:lnTo>
                      <a:pt x="6" y="1061"/>
                    </a:lnTo>
                    <a:lnTo>
                      <a:pt x="2" y="1018"/>
                    </a:lnTo>
                    <a:lnTo>
                      <a:pt x="0" y="975"/>
                    </a:lnTo>
                    <a:lnTo>
                      <a:pt x="0" y="931"/>
                    </a:lnTo>
                    <a:lnTo>
                      <a:pt x="2" y="886"/>
                    </a:lnTo>
                    <a:lnTo>
                      <a:pt x="6" y="842"/>
                    </a:lnTo>
                    <a:lnTo>
                      <a:pt x="11" y="797"/>
                    </a:lnTo>
                    <a:lnTo>
                      <a:pt x="18" y="752"/>
                    </a:lnTo>
                    <a:lnTo>
                      <a:pt x="28" y="707"/>
                    </a:lnTo>
                    <a:lnTo>
                      <a:pt x="39" y="661"/>
                    </a:lnTo>
                    <a:lnTo>
                      <a:pt x="51" y="616"/>
                    </a:lnTo>
                    <a:lnTo>
                      <a:pt x="66" y="570"/>
                    </a:lnTo>
                    <a:lnTo>
                      <a:pt x="82" y="525"/>
                    </a:lnTo>
                    <a:lnTo>
                      <a:pt x="101" y="480"/>
                    </a:lnTo>
                    <a:lnTo>
                      <a:pt x="121" y="435"/>
                    </a:lnTo>
                    <a:lnTo>
                      <a:pt x="142" y="389"/>
                    </a:lnTo>
                    <a:lnTo>
                      <a:pt x="166" y="345"/>
                    </a:lnTo>
                    <a:lnTo>
                      <a:pt x="191" y="300"/>
                    </a:lnTo>
                    <a:lnTo>
                      <a:pt x="218" y="256"/>
                    </a:lnTo>
                    <a:lnTo>
                      <a:pt x="246" y="212"/>
                    </a:lnTo>
                    <a:lnTo>
                      <a:pt x="276" y="169"/>
                    </a:lnTo>
                    <a:lnTo>
                      <a:pt x="308" y="126"/>
                    </a:lnTo>
                    <a:lnTo>
                      <a:pt x="342" y="83"/>
                    </a:lnTo>
                    <a:lnTo>
                      <a:pt x="377" y="41"/>
                    </a:lnTo>
                    <a:lnTo>
                      <a:pt x="414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16" name="Freeform 14"/>
              <p:cNvSpPr>
                <a:spLocks/>
              </p:cNvSpPr>
              <p:nvPr/>
            </p:nvSpPr>
            <p:spPr bwMode="auto">
              <a:xfrm>
                <a:off x="3458" y="1392"/>
                <a:ext cx="54" cy="60"/>
              </a:xfrm>
              <a:custGeom>
                <a:avLst/>
                <a:gdLst>
                  <a:gd name="T0" fmla="*/ 2 w 92"/>
                  <a:gd name="T1" fmla="*/ 6 h 95"/>
                  <a:gd name="T2" fmla="*/ 4 w 92"/>
                  <a:gd name="T3" fmla="*/ 0 h 95"/>
                  <a:gd name="T4" fmla="*/ 0 w 92"/>
                  <a:gd name="T5" fmla="*/ 3 h 95"/>
                  <a:gd name="T6" fmla="*/ 2 w 92"/>
                  <a:gd name="T7" fmla="*/ 3 h 95"/>
                  <a:gd name="T8" fmla="*/ 2 w 92"/>
                  <a:gd name="T9" fmla="*/ 6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2"/>
                  <a:gd name="T16" fmla="*/ 0 h 95"/>
                  <a:gd name="T17" fmla="*/ 92 w 92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2" h="95">
                    <a:moveTo>
                      <a:pt x="48" y="95"/>
                    </a:moveTo>
                    <a:lnTo>
                      <a:pt x="92" y="0"/>
                    </a:lnTo>
                    <a:lnTo>
                      <a:pt x="0" y="49"/>
                    </a:lnTo>
                    <a:lnTo>
                      <a:pt x="45" y="49"/>
                    </a:lnTo>
                    <a:lnTo>
                      <a:pt x="48" y="95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17" name="Freeform 15"/>
              <p:cNvSpPr>
                <a:spLocks/>
              </p:cNvSpPr>
              <p:nvPr/>
            </p:nvSpPr>
            <p:spPr bwMode="auto">
              <a:xfrm>
                <a:off x="2332" y="2419"/>
                <a:ext cx="245" cy="869"/>
              </a:xfrm>
              <a:custGeom>
                <a:avLst/>
                <a:gdLst>
                  <a:gd name="T0" fmla="*/ 13 w 414"/>
                  <a:gd name="T1" fmla="*/ 0 h 1383"/>
                  <a:gd name="T2" fmla="*/ 14 w 414"/>
                  <a:gd name="T3" fmla="*/ 3 h 1383"/>
                  <a:gd name="T4" fmla="*/ 15 w 414"/>
                  <a:gd name="T5" fmla="*/ 5 h 1383"/>
                  <a:gd name="T6" fmla="*/ 15 w 414"/>
                  <a:gd name="T7" fmla="*/ 7 h 1383"/>
                  <a:gd name="T8" fmla="*/ 16 w 414"/>
                  <a:gd name="T9" fmla="*/ 10 h 1383"/>
                  <a:gd name="T10" fmla="*/ 17 w 414"/>
                  <a:gd name="T11" fmla="*/ 12 h 1383"/>
                  <a:gd name="T12" fmla="*/ 17 w 414"/>
                  <a:gd name="T13" fmla="*/ 14 h 1383"/>
                  <a:gd name="T14" fmla="*/ 17 w 414"/>
                  <a:gd name="T15" fmla="*/ 18 h 1383"/>
                  <a:gd name="T16" fmla="*/ 18 w 414"/>
                  <a:gd name="T17" fmla="*/ 19 h 1383"/>
                  <a:gd name="T18" fmla="*/ 18 w 414"/>
                  <a:gd name="T19" fmla="*/ 23 h 1383"/>
                  <a:gd name="T20" fmla="*/ 18 w 414"/>
                  <a:gd name="T21" fmla="*/ 25 h 1383"/>
                  <a:gd name="T22" fmla="*/ 18 w 414"/>
                  <a:gd name="T23" fmla="*/ 28 h 1383"/>
                  <a:gd name="T24" fmla="*/ 18 w 414"/>
                  <a:gd name="T25" fmla="*/ 30 h 1383"/>
                  <a:gd name="T26" fmla="*/ 18 w 414"/>
                  <a:gd name="T27" fmla="*/ 33 h 1383"/>
                  <a:gd name="T28" fmla="*/ 17 w 414"/>
                  <a:gd name="T29" fmla="*/ 36 h 1383"/>
                  <a:gd name="T30" fmla="*/ 17 w 414"/>
                  <a:gd name="T31" fmla="*/ 39 h 1383"/>
                  <a:gd name="T32" fmla="*/ 17 w 414"/>
                  <a:gd name="T33" fmla="*/ 42 h 1383"/>
                  <a:gd name="T34" fmla="*/ 16 w 414"/>
                  <a:gd name="T35" fmla="*/ 44 h 1383"/>
                  <a:gd name="T36" fmla="*/ 15 w 414"/>
                  <a:gd name="T37" fmla="*/ 47 h 1383"/>
                  <a:gd name="T38" fmla="*/ 15 w 414"/>
                  <a:gd name="T39" fmla="*/ 50 h 1383"/>
                  <a:gd name="T40" fmla="*/ 14 w 414"/>
                  <a:gd name="T41" fmla="*/ 53 h 1383"/>
                  <a:gd name="T42" fmla="*/ 13 w 414"/>
                  <a:gd name="T43" fmla="*/ 56 h 1383"/>
                  <a:gd name="T44" fmla="*/ 12 w 414"/>
                  <a:gd name="T45" fmla="*/ 58 h 1383"/>
                  <a:gd name="T46" fmla="*/ 12 w 414"/>
                  <a:gd name="T47" fmla="*/ 61 h 1383"/>
                  <a:gd name="T48" fmla="*/ 11 w 414"/>
                  <a:gd name="T49" fmla="*/ 64 h 1383"/>
                  <a:gd name="T50" fmla="*/ 9 w 414"/>
                  <a:gd name="T51" fmla="*/ 67 h 1383"/>
                  <a:gd name="T52" fmla="*/ 8 w 414"/>
                  <a:gd name="T53" fmla="*/ 70 h 1383"/>
                  <a:gd name="T54" fmla="*/ 7 w 414"/>
                  <a:gd name="T55" fmla="*/ 72 h 1383"/>
                  <a:gd name="T56" fmla="*/ 6 w 414"/>
                  <a:gd name="T57" fmla="*/ 75 h 1383"/>
                  <a:gd name="T58" fmla="*/ 5 w 414"/>
                  <a:gd name="T59" fmla="*/ 77 h 1383"/>
                  <a:gd name="T60" fmla="*/ 3 w 414"/>
                  <a:gd name="T61" fmla="*/ 80 h 1383"/>
                  <a:gd name="T62" fmla="*/ 2 w 414"/>
                  <a:gd name="T63" fmla="*/ 82 h 1383"/>
                  <a:gd name="T64" fmla="*/ 0 w 414"/>
                  <a:gd name="T65" fmla="*/ 85 h 138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14"/>
                  <a:gd name="T100" fmla="*/ 0 h 1383"/>
                  <a:gd name="T101" fmla="*/ 414 w 414"/>
                  <a:gd name="T102" fmla="*/ 1383 h 138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14" h="1383">
                    <a:moveTo>
                      <a:pt x="308" y="0"/>
                    </a:moveTo>
                    <a:lnTo>
                      <a:pt x="327" y="38"/>
                    </a:lnTo>
                    <a:lnTo>
                      <a:pt x="345" y="76"/>
                    </a:lnTo>
                    <a:lnTo>
                      <a:pt x="360" y="115"/>
                    </a:lnTo>
                    <a:lnTo>
                      <a:pt x="374" y="156"/>
                    </a:lnTo>
                    <a:lnTo>
                      <a:pt x="385" y="196"/>
                    </a:lnTo>
                    <a:lnTo>
                      <a:pt x="395" y="238"/>
                    </a:lnTo>
                    <a:lnTo>
                      <a:pt x="403" y="280"/>
                    </a:lnTo>
                    <a:lnTo>
                      <a:pt x="408" y="322"/>
                    </a:lnTo>
                    <a:lnTo>
                      <a:pt x="412" y="365"/>
                    </a:lnTo>
                    <a:lnTo>
                      <a:pt x="414" y="409"/>
                    </a:lnTo>
                    <a:lnTo>
                      <a:pt x="414" y="453"/>
                    </a:lnTo>
                    <a:lnTo>
                      <a:pt x="412" y="497"/>
                    </a:lnTo>
                    <a:lnTo>
                      <a:pt x="409" y="541"/>
                    </a:lnTo>
                    <a:lnTo>
                      <a:pt x="403" y="586"/>
                    </a:lnTo>
                    <a:lnTo>
                      <a:pt x="396" y="631"/>
                    </a:lnTo>
                    <a:lnTo>
                      <a:pt x="387" y="677"/>
                    </a:lnTo>
                    <a:lnTo>
                      <a:pt x="376" y="722"/>
                    </a:lnTo>
                    <a:lnTo>
                      <a:pt x="363" y="767"/>
                    </a:lnTo>
                    <a:lnTo>
                      <a:pt x="348" y="813"/>
                    </a:lnTo>
                    <a:lnTo>
                      <a:pt x="332" y="858"/>
                    </a:lnTo>
                    <a:lnTo>
                      <a:pt x="313" y="903"/>
                    </a:lnTo>
                    <a:lnTo>
                      <a:pt x="294" y="949"/>
                    </a:lnTo>
                    <a:lnTo>
                      <a:pt x="272" y="994"/>
                    </a:lnTo>
                    <a:lnTo>
                      <a:pt x="248" y="1038"/>
                    </a:lnTo>
                    <a:lnTo>
                      <a:pt x="223" y="1083"/>
                    </a:lnTo>
                    <a:lnTo>
                      <a:pt x="196" y="1127"/>
                    </a:lnTo>
                    <a:lnTo>
                      <a:pt x="168" y="1171"/>
                    </a:lnTo>
                    <a:lnTo>
                      <a:pt x="138" y="1214"/>
                    </a:lnTo>
                    <a:lnTo>
                      <a:pt x="106" y="1257"/>
                    </a:lnTo>
                    <a:lnTo>
                      <a:pt x="72" y="1300"/>
                    </a:lnTo>
                    <a:lnTo>
                      <a:pt x="37" y="1342"/>
                    </a:lnTo>
                    <a:lnTo>
                      <a:pt x="0" y="1383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18" name="Freeform 16"/>
              <p:cNvSpPr>
                <a:spLocks/>
              </p:cNvSpPr>
              <p:nvPr/>
            </p:nvSpPr>
            <p:spPr bwMode="auto">
              <a:xfrm>
                <a:off x="2332" y="3220"/>
                <a:ext cx="54" cy="60"/>
              </a:xfrm>
              <a:custGeom>
                <a:avLst/>
                <a:gdLst>
                  <a:gd name="T0" fmla="*/ 2 w 92"/>
                  <a:gd name="T1" fmla="*/ 0 h 95"/>
                  <a:gd name="T2" fmla="*/ 0 w 92"/>
                  <a:gd name="T3" fmla="*/ 6 h 95"/>
                  <a:gd name="T4" fmla="*/ 4 w 92"/>
                  <a:gd name="T5" fmla="*/ 3 h 95"/>
                  <a:gd name="T6" fmla="*/ 2 w 92"/>
                  <a:gd name="T7" fmla="*/ 3 h 95"/>
                  <a:gd name="T8" fmla="*/ 2 w 92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2"/>
                  <a:gd name="T16" fmla="*/ 0 h 95"/>
                  <a:gd name="T17" fmla="*/ 92 w 92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2" h="95">
                    <a:moveTo>
                      <a:pt x="44" y="0"/>
                    </a:moveTo>
                    <a:lnTo>
                      <a:pt x="0" y="95"/>
                    </a:lnTo>
                    <a:lnTo>
                      <a:pt x="92" y="46"/>
                    </a:lnTo>
                    <a:lnTo>
                      <a:pt x="47" y="46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19" name="Freeform 17"/>
              <p:cNvSpPr>
                <a:spLocks/>
              </p:cNvSpPr>
              <p:nvPr/>
            </p:nvSpPr>
            <p:spPr bwMode="auto">
              <a:xfrm>
                <a:off x="3239" y="2411"/>
                <a:ext cx="244" cy="869"/>
              </a:xfrm>
              <a:custGeom>
                <a:avLst/>
                <a:gdLst>
                  <a:gd name="T0" fmla="*/ 17 w 414"/>
                  <a:gd name="T1" fmla="*/ 86 h 1382"/>
                  <a:gd name="T2" fmla="*/ 16 w 414"/>
                  <a:gd name="T3" fmla="*/ 82 h 1382"/>
                  <a:gd name="T4" fmla="*/ 14 w 414"/>
                  <a:gd name="T5" fmla="*/ 80 h 1382"/>
                  <a:gd name="T6" fmla="*/ 13 w 414"/>
                  <a:gd name="T7" fmla="*/ 78 h 1382"/>
                  <a:gd name="T8" fmla="*/ 12 w 414"/>
                  <a:gd name="T9" fmla="*/ 75 h 1382"/>
                  <a:gd name="T10" fmla="*/ 10 w 414"/>
                  <a:gd name="T11" fmla="*/ 72 h 1382"/>
                  <a:gd name="T12" fmla="*/ 9 w 414"/>
                  <a:gd name="T13" fmla="*/ 70 h 1382"/>
                  <a:gd name="T14" fmla="*/ 8 w 414"/>
                  <a:gd name="T15" fmla="*/ 67 h 1382"/>
                  <a:gd name="T16" fmla="*/ 7 w 414"/>
                  <a:gd name="T17" fmla="*/ 64 h 1382"/>
                  <a:gd name="T18" fmla="*/ 6 w 414"/>
                  <a:gd name="T19" fmla="*/ 61 h 1382"/>
                  <a:gd name="T20" fmla="*/ 5 w 414"/>
                  <a:gd name="T21" fmla="*/ 58 h 1382"/>
                  <a:gd name="T22" fmla="*/ 4 w 414"/>
                  <a:gd name="T23" fmla="*/ 56 h 1382"/>
                  <a:gd name="T24" fmla="*/ 4 w 414"/>
                  <a:gd name="T25" fmla="*/ 53 h 1382"/>
                  <a:gd name="T26" fmla="*/ 3 w 414"/>
                  <a:gd name="T27" fmla="*/ 50 h 1382"/>
                  <a:gd name="T28" fmla="*/ 2 w 414"/>
                  <a:gd name="T29" fmla="*/ 47 h 1382"/>
                  <a:gd name="T30" fmla="*/ 2 w 414"/>
                  <a:gd name="T31" fmla="*/ 45 h 1382"/>
                  <a:gd name="T32" fmla="*/ 1 w 414"/>
                  <a:gd name="T33" fmla="*/ 42 h 1382"/>
                  <a:gd name="T34" fmla="*/ 1 w 414"/>
                  <a:gd name="T35" fmla="*/ 39 h 1382"/>
                  <a:gd name="T36" fmla="*/ 1 w 414"/>
                  <a:gd name="T37" fmla="*/ 36 h 1382"/>
                  <a:gd name="T38" fmla="*/ 1 w 414"/>
                  <a:gd name="T39" fmla="*/ 33 h 1382"/>
                  <a:gd name="T40" fmla="*/ 1 w 414"/>
                  <a:gd name="T41" fmla="*/ 31 h 1382"/>
                  <a:gd name="T42" fmla="*/ 0 w 414"/>
                  <a:gd name="T43" fmla="*/ 28 h 1382"/>
                  <a:gd name="T44" fmla="*/ 0 w 414"/>
                  <a:gd name="T45" fmla="*/ 25 h 1382"/>
                  <a:gd name="T46" fmla="*/ 1 w 414"/>
                  <a:gd name="T47" fmla="*/ 23 h 1382"/>
                  <a:gd name="T48" fmla="*/ 1 w 414"/>
                  <a:gd name="T49" fmla="*/ 19 h 1382"/>
                  <a:gd name="T50" fmla="*/ 1 w 414"/>
                  <a:gd name="T51" fmla="*/ 17 h 1382"/>
                  <a:gd name="T52" fmla="*/ 1 w 414"/>
                  <a:gd name="T53" fmla="*/ 14 h 1382"/>
                  <a:gd name="T54" fmla="*/ 1 w 414"/>
                  <a:gd name="T55" fmla="*/ 12 h 1382"/>
                  <a:gd name="T56" fmla="*/ 2 w 414"/>
                  <a:gd name="T57" fmla="*/ 9 h 1382"/>
                  <a:gd name="T58" fmla="*/ 2 w 414"/>
                  <a:gd name="T59" fmla="*/ 7 h 1382"/>
                  <a:gd name="T60" fmla="*/ 3 w 414"/>
                  <a:gd name="T61" fmla="*/ 5 h 1382"/>
                  <a:gd name="T62" fmla="*/ 4 w 414"/>
                  <a:gd name="T63" fmla="*/ 3 h 1382"/>
                  <a:gd name="T64" fmla="*/ 5 w 414"/>
                  <a:gd name="T65" fmla="*/ 0 h 138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14"/>
                  <a:gd name="T100" fmla="*/ 0 h 1382"/>
                  <a:gd name="T101" fmla="*/ 414 w 414"/>
                  <a:gd name="T102" fmla="*/ 1382 h 138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14" h="1382">
                    <a:moveTo>
                      <a:pt x="414" y="1382"/>
                    </a:moveTo>
                    <a:lnTo>
                      <a:pt x="377" y="1341"/>
                    </a:lnTo>
                    <a:lnTo>
                      <a:pt x="342" y="1299"/>
                    </a:lnTo>
                    <a:lnTo>
                      <a:pt x="308" y="1256"/>
                    </a:lnTo>
                    <a:lnTo>
                      <a:pt x="276" y="1213"/>
                    </a:lnTo>
                    <a:lnTo>
                      <a:pt x="246" y="1170"/>
                    </a:lnTo>
                    <a:lnTo>
                      <a:pt x="218" y="1126"/>
                    </a:lnTo>
                    <a:lnTo>
                      <a:pt x="191" y="1082"/>
                    </a:lnTo>
                    <a:lnTo>
                      <a:pt x="166" y="1038"/>
                    </a:lnTo>
                    <a:lnTo>
                      <a:pt x="142" y="993"/>
                    </a:lnTo>
                    <a:lnTo>
                      <a:pt x="121" y="948"/>
                    </a:lnTo>
                    <a:lnTo>
                      <a:pt x="101" y="903"/>
                    </a:lnTo>
                    <a:lnTo>
                      <a:pt x="82" y="857"/>
                    </a:lnTo>
                    <a:lnTo>
                      <a:pt x="66" y="812"/>
                    </a:lnTo>
                    <a:lnTo>
                      <a:pt x="51" y="767"/>
                    </a:lnTo>
                    <a:lnTo>
                      <a:pt x="39" y="721"/>
                    </a:lnTo>
                    <a:lnTo>
                      <a:pt x="28" y="676"/>
                    </a:lnTo>
                    <a:lnTo>
                      <a:pt x="18" y="631"/>
                    </a:lnTo>
                    <a:lnTo>
                      <a:pt x="11" y="586"/>
                    </a:lnTo>
                    <a:lnTo>
                      <a:pt x="6" y="541"/>
                    </a:lnTo>
                    <a:lnTo>
                      <a:pt x="2" y="497"/>
                    </a:lnTo>
                    <a:lnTo>
                      <a:pt x="0" y="452"/>
                    </a:lnTo>
                    <a:lnTo>
                      <a:pt x="0" y="408"/>
                    </a:lnTo>
                    <a:lnTo>
                      <a:pt x="2" y="365"/>
                    </a:lnTo>
                    <a:lnTo>
                      <a:pt x="6" y="322"/>
                    </a:lnTo>
                    <a:lnTo>
                      <a:pt x="12" y="279"/>
                    </a:lnTo>
                    <a:lnTo>
                      <a:pt x="20" y="238"/>
                    </a:lnTo>
                    <a:lnTo>
                      <a:pt x="29" y="196"/>
                    </a:lnTo>
                    <a:lnTo>
                      <a:pt x="41" y="155"/>
                    </a:lnTo>
                    <a:lnTo>
                      <a:pt x="54" y="115"/>
                    </a:lnTo>
                    <a:lnTo>
                      <a:pt x="70" y="76"/>
                    </a:lnTo>
                    <a:lnTo>
                      <a:pt x="88" y="38"/>
                    </a:lnTo>
                    <a:lnTo>
                      <a:pt x="107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0" name="Freeform 18"/>
              <p:cNvSpPr>
                <a:spLocks/>
              </p:cNvSpPr>
              <p:nvPr/>
            </p:nvSpPr>
            <p:spPr bwMode="auto">
              <a:xfrm>
                <a:off x="3457" y="3253"/>
                <a:ext cx="54" cy="59"/>
              </a:xfrm>
              <a:custGeom>
                <a:avLst/>
                <a:gdLst>
                  <a:gd name="T0" fmla="*/ 0 w 93"/>
                  <a:gd name="T1" fmla="*/ 3 h 94"/>
                  <a:gd name="T2" fmla="*/ 3 w 93"/>
                  <a:gd name="T3" fmla="*/ 6 h 94"/>
                  <a:gd name="T4" fmla="*/ 2 w 93"/>
                  <a:gd name="T5" fmla="*/ 0 h 94"/>
                  <a:gd name="T6" fmla="*/ 2 w 93"/>
                  <a:gd name="T7" fmla="*/ 3 h 94"/>
                  <a:gd name="T8" fmla="*/ 0 w 93"/>
                  <a:gd name="T9" fmla="*/ 3 h 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3"/>
                  <a:gd name="T16" fmla="*/ 0 h 94"/>
                  <a:gd name="T17" fmla="*/ 93 w 93"/>
                  <a:gd name="T18" fmla="*/ 94 h 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3" h="94">
                    <a:moveTo>
                      <a:pt x="0" y="46"/>
                    </a:moveTo>
                    <a:lnTo>
                      <a:pt x="93" y="94"/>
                    </a:lnTo>
                    <a:lnTo>
                      <a:pt x="48" y="0"/>
                    </a:lnTo>
                    <a:lnTo>
                      <a:pt x="46" y="45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1" name="Freeform 19"/>
              <p:cNvSpPr>
                <a:spLocks/>
              </p:cNvSpPr>
              <p:nvPr/>
            </p:nvSpPr>
            <p:spPr bwMode="auto">
              <a:xfrm>
                <a:off x="2326" y="1424"/>
                <a:ext cx="244" cy="869"/>
              </a:xfrm>
              <a:custGeom>
                <a:avLst/>
                <a:gdLst>
                  <a:gd name="T0" fmla="*/ 0 w 414"/>
                  <a:gd name="T1" fmla="*/ 0 h 1383"/>
                  <a:gd name="T2" fmla="*/ 2 w 414"/>
                  <a:gd name="T3" fmla="*/ 3 h 1383"/>
                  <a:gd name="T4" fmla="*/ 3 w 414"/>
                  <a:gd name="T5" fmla="*/ 5 h 1383"/>
                  <a:gd name="T6" fmla="*/ 5 w 414"/>
                  <a:gd name="T7" fmla="*/ 8 h 1383"/>
                  <a:gd name="T8" fmla="*/ 6 w 414"/>
                  <a:gd name="T9" fmla="*/ 10 h 1383"/>
                  <a:gd name="T10" fmla="*/ 7 w 414"/>
                  <a:gd name="T11" fmla="*/ 13 h 1383"/>
                  <a:gd name="T12" fmla="*/ 8 w 414"/>
                  <a:gd name="T13" fmla="*/ 16 h 1383"/>
                  <a:gd name="T14" fmla="*/ 9 w 414"/>
                  <a:gd name="T15" fmla="*/ 19 h 1383"/>
                  <a:gd name="T16" fmla="*/ 11 w 414"/>
                  <a:gd name="T17" fmla="*/ 21 h 1383"/>
                  <a:gd name="T18" fmla="*/ 11 w 414"/>
                  <a:gd name="T19" fmla="*/ 24 h 1383"/>
                  <a:gd name="T20" fmla="*/ 12 w 414"/>
                  <a:gd name="T21" fmla="*/ 27 h 1383"/>
                  <a:gd name="T22" fmla="*/ 13 w 414"/>
                  <a:gd name="T23" fmla="*/ 30 h 1383"/>
                  <a:gd name="T24" fmla="*/ 14 w 414"/>
                  <a:gd name="T25" fmla="*/ 33 h 1383"/>
                  <a:gd name="T26" fmla="*/ 15 w 414"/>
                  <a:gd name="T27" fmla="*/ 35 h 1383"/>
                  <a:gd name="T28" fmla="*/ 15 w 414"/>
                  <a:gd name="T29" fmla="*/ 38 h 1383"/>
                  <a:gd name="T30" fmla="*/ 16 w 414"/>
                  <a:gd name="T31" fmla="*/ 41 h 1383"/>
                  <a:gd name="T32" fmla="*/ 17 w 414"/>
                  <a:gd name="T33" fmla="*/ 43 h 1383"/>
                  <a:gd name="T34" fmla="*/ 17 w 414"/>
                  <a:gd name="T35" fmla="*/ 46 h 1383"/>
                  <a:gd name="T36" fmla="*/ 17 w 414"/>
                  <a:gd name="T37" fmla="*/ 49 h 1383"/>
                  <a:gd name="T38" fmla="*/ 17 w 414"/>
                  <a:gd name="T39" fmla="*/ 52 h 1383"/>
                  <a:gd name="T40" fmla="*/ 17 w 414"/>
                  <a:gd name="T41" fmla="*/ 55 h 1383"/>
                  <a:gd name="T42" fmla="*/ 17 w 414"/>
                  <a:gd name="T43" fmla="*/ 57 h 1383"/>
                  <a:gd name="T44" fmla="*/ 17 w 414"/>
                  <a:gd name="T45" fmla="*/ 60 h 1383"/>
                  <a:gd name="T46" fmla="*/ 17 w 414"/>
                  <a:gd name="T47" fmla="*/ 63 h 1383"/>
                  <a:gd name="T48" fmla="*/ 17 w 414"/>
                  <a:gd name="T49" fmla="*/ 65 h 1383"/>
                  <a:gd name="T50" fmla="*/ 17 w 414"/>
                  <a:gd name="T51" fmla="*/ 68 h 1383"/>
                  <a:gd name="T52" fmla="*/ 17 w 414"/>
                  <a:gd name="T53" fmla="*/ 70 h 1383"/>
                  <a:gd name="T54" fmla="*/ 17 w 414"/>
                  <a:gd name="T55" fmla="*/ 73 h 1383"/>
                  <a:gd name="T56" fmla="*/ 16 w 414"/>
                  <a:gd name="T57" fmla="*/ 75 h 1383"/>
                  <a:gd name="T58" fmla="*/ 15 w 414"/>
                  <a:gd name="T59" fmla="*/ 78 h 1383"/>
                  <a:gd name="T60" fmla="*/ 15 w 414"/>
                  <a:gd name="T61" fmla="*/ 80 h 1383"/>
                  <a:gd name="T62" fmla="*/ 14 w 414"/>
                  <a:gd name="T63" fmla="*/ 83 h 1383"/>
                  <a:gd name="T64" fmla="*/ 13 w 414"/>
                  <a:gd name="T65" fmla="*/ 85 h 138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14"/>
                  <a:gd name="T100" fmla="*/ 0 h 1383"/>
                  <a:gd name="T101" fmla="*/ 414 w 414"/>
                  <a:gd name="T102" fmla="*/ 1383 h 138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14" h="1383">
                    <a:moveTo>
                      <a:pt x="0" y="0"/>
                    </a:moveTo>
                    <a:lnTo>
                      <a:pt x="37" y="41"/>
                    </a:lnTo>
                    <a:lnTo>
                      <a:pt x="72" y="83"/>
                    </a:lnTo>
                    <a:lnTo>
                      <a:pt x="106" y="126"/>
                    </a:lnTo>
                    <a:lnTo>
                      <a:pt x="138" y="169"/>
                    </a:lnTo>
                    <a:lnTo>
                      <a:pt x="168" y="212"/>
                    </a:lnTo>
                    <a:lnTo>
                      <a:pt x="196" y="256"/>
                    </a:lnTo>
                    <a:lnTo>
                      <a:pt x="223" y="300"/>
                    </a:lnTo>
                    <a:lnTo>
                      <a:pt x="248" y="345"/>
                    </a:lnTo>
                    <a:lnTo>
                      <a:pt x="272" y="389"/>
                    </a:lnTo>
                    <a:lnTo>
                      <a:pt x="294" y="434"/>
                    </a:lnTo>
                    <a:lnTo>
                      <a:pt x="313" y="479"/>
                    </a:lnTo>
                    <a:lnTo>
                      <a:pt x="332" y="525"/>
                    </a:lnTo>
                    <a:lnTo>
                      <a:pt x="348" y="570"/>
                    </a:lnTo>
                    <a:lnTo>
                      <a:pt x="363" y="615"/>
                    </a:lnTo>
                    <a:lnTo>
                      <a:pt x="376" y="661"/>
                    </a:lnTo>
                    <a:lnTo>
                      <a:pt x="387" y="706"/>
                    </a:lnTo>
                    <a:lnTo>
                      <a:pt x="396" y="751"/>
                    </a:lnTo>
                    <a:lnTo>
                      <a:pt x="403" y="796"/>
                    </a:lnTo>
                    <a:lnTo>
                      <a:pt x="409" y="841"/>
                    </a:lnTo>
                    <a:lnTo>
                      <a:pt x="412" y="886"/>
                    </a:lnTo>
                    <a:lnTo>
                      <a:pt x="414" y="930"/>
                    </a:lnTo>
                    <a:lnTo>
                      <a:pt x="414" y="974"/>
                    </a:lnTo>
                    <a:lnTo>
                      <a:pt x="412" y="1017"/>
                    </a:lnTo>
                    <a:lnTo>
                      <a:pt x="408" y="1060"/>
                    </a:lnTo>
                    <a:lnTo>
                      <a:pt x="403" y="1103"/>
                    </a:lnTo>
                    <a:lnTo>
                      <a:pt x="395" y="1145"/>
                    </a:lnTo>
                    <a:lnTo>
                      <a:pt x="385" y="1186"/>
                    </a:lnTo>
                    <a:lnTo>
                      <a:pt x="374" y="1227"/>
                    </a:lnTo>
                    <a:lnTo>
                      <a:pt x="360" y="1267"/>
                    </a:lnTo>
                    <a:lnTo>
                      <a:pt x="345" y="1307"/>
                    </a:lnTo>
                    <a:lnTo>
                      <a:pt x="327" y="1345"/>
                    </a:lnTo>
                    <a:lnTo>
                      <a:pt x="308" y="1383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2" name="Freeform 20"/>
              <p:cNvSpPr>
                <a:spLocks/>
              </p:cNvSpPr>
              <p:nvPr/>
            </p:nvSpPr>
            <p:spPr bwMode="auto">
              <a:xfrm>
                <a:off x="2298" y="1392"/>
                <a:ext cx="55" cy="59"/>
              </a:xfrm>
              <a:custGeom>
                <a:avLst/>
                <a:gdLst>
                  <a:gd name="T0" fmla="*/ 4 w 93"/>
                  <a:gd name="T1" fmla="*/ 3 h 94"/>
                  <a:gd name="T2" fmla="*/ 0 w 93"/>
                  <a:gd name="T3" fmla="*/ 0 h 94"/>
                  <a:gd name="T4" fmla="*/ 2 w 93"/>
                  <a:gd name="T5" fmla="*/ 6 h 94"/>
                  <a:gd name="T6" fmla="*/ 2 w 93"/>
                  <a:gd name="T7" fmla="*/ 3 h 94"/>
                  <a:gd name="T8" fmla="*/ 4 w 93"/>
                  <a:gd name="T9" fmla="*/ 3 h 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3"/>
                  <a:gd name="T16" fmla="*/ 0 h 94"/>
                  <a:gd name="T17" fmla="*/ 93 w 93"/>
                  <a:gd name="T18" fmla="*/ 94 h 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3" h="94">
                    <a:moveTo>
                      <a:pt x="93" y="48"/>
                    </a:moveTo>
                    <a:lnTo>
                      <a:pt x="0" y="0"/>
                    </a:lnTo>
                    <a:lnTo>
                      <a:pt x="45" y="94"/>
                    </a:lnTo>
                    <a:lnTo>
                      <a:pt x="47" y="49"/>
                    </a:lnTo>
                    <a:lnTo>
                      <a:pt x="93" y="48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3" name="Freeform 21"/>
              <p:cNvSpPr>
                <a:spLocks/>
              </p:cNvSpPr>
              <p:nvPr/>
            </p:nvSpPr>
            <p:spPr bwMode="auto">
              <a:xfrm>
                <a:off x="3314" y="2431"/>
                <a:ext cx="605" cy="678"/>
              </a:xfrm>
              <a:custGeom>
                <a:avLst/>
                <a:gdLst>
                  <a:gd name="T0" fmla="*/ 44 w 1025"/>
                  <a:gd name="T1" fmla="*/ 67 h 1077"/>
                  <a:gd name="T2" fmla="*/ 41 w 1025"/>
                  <a:gd name="T3" fmla="*/ 66 h 1077"/>
                  <a:gd name="T4" fmla="*/ 38 w 1025"/>
                  <a:gd name="T5" fmla="*/ 64 h 1077"/>
                  <a:gd name="T6" fmla="*/ 36 w 1025"/>
                  <a:gd name="T7" fmla="*/ 62 h 1077"/>
                  <a:gd name="T8" fmla="*/ 34 w 1025"/>
                  <a:gd name="T9" fmla="*/ 60 h 1077"/>
                  <a:gd name="T10" fmla="*/ 31 w 1025"/>
                  <a:gd name="T11" fmla="*/ 59 h 1077"/>
                  <a:gd name="T12" fmla="*/ 30 w 1025"/>
                  <a:gd name="T13" fmla="*/ 57 h 1077"/>
                  <a:gd name="T14" fmla="*/ 28 w 1025"/>
                  <a:gd name="T15" fmla="*/ 55 h 1077"/>
                  <a:gd name="T16" fmla="*/ 25 w 1025"/>
                  <a:gd name="T17" fmla="*/ 53 h 1077"/>
                  <a:gd name="T18" fmla="*/ 24 w 1025"/>
                  <a:gd name="T19" fmla="*/ 51 h 1077"/>
                  <a:gd name="T20" fmla="*/ 21 w 1025"/>
                  <a:gd name="T21" fmla="*/ 48 h 1077"/>
                  <a:gd name="T22" fmla="*/ 19 w 1025"/>
                  <a:gd name="T23" fmla="*/ 47 h 1077"/>
                  <a:gd name="T24" fmla="*/ 18 w 1025"/>
                  <a:gd name="T25" fmla="*/ 45 h 1077"/>
                  <a:gd name="T26" fmla="*/ 16 w 1025"/>
                  <a:gd name="T27" fmla="*/ 43 h 1077"/>
                  <a:gd name="T28" fmla="*/ 14 w 1025"/>
                  <a:gd name="T29" fmla="*/ 40 h 1077"/>
                  <a:gd name="T30" fmla="*/ 13 w 1025"/>
                  <a:gd name="T31" fmla="*/ 38 h 1077"/>
                  <a:gd name="T32" fmla="*/ 11 w 1025"/>
                  <a:gd name="T33" fmla="*/ 36 h 1077"/>
                  <a:gd name="T34" fmla="*/ 10 w 1025"/>
                  <a:gd name="T35" fmla="*/ 34 h 1077"/>
                  <a:gd name="T36" fmla="*/ 8 w 1025"/>
                  <a:gd name="T37" fmla="*/ 31 h 1077"/>
                  <a:gd name="T38" fmla="*/ 7 w 1025"/>
                  <a:gd name="T39" fmla="*/ 30 h 1077"/>
                  <a:gd name="T40" fmla="*/ 6 w 1025"/>
                  <a:gd name="T41" fmla="*/ 27 h 1077"/>
                  <a:gd name="T42" fmla="*/ 5 w 1025"/>
                  <a:gd name="T43" fmla="*/ 25 h 1077"/>
                  <a:gd name="T44" fmla="*/ 4 w 1025"/>
                  <a:gd name="T45" fmla="*/ 23 h 1077"/>
                  <a:gd name="T46" fmla="*/ 3 w 1025"/>
                  <a:gd name="T47" fmla="*/ 20 h 1077"/>
                  <a:gd name="T48" fmla="*/ 2 w 1025"/>
                  <a:gd name="T49" fmla="*/ 18 h 1077"/>
                  <a:gd name="T50" fmla="*/ 2 w 1025"/>
                  <a:gd name="T51" fmla="*/ 16 h 1077"/>
                  <a:gd name="T52" fmla="*/ 1 w 1025"/>
                  <a:gd name="T53" fmla="*/ 13 h 1077"/>
                  <a:gd name="T54" fmla="*/ 1 w 1025"/>
                  <a:gd name="T55" fmla="*/ 11 h 1077"/>
                  <a:gd name="T56" fmla="*/ 1 w 1025"/>
                  <a:gd name="T57" fmla="*/ 9 h 1077"/>
                  <a:gd name="T58" fmla="*/ 1 w 1025"/>
                  <a:gd name="T59" fmla="*/ 6 h 1077"/>
                  <a:gd name="T60" fmla="*/ 1 w 1025"/>
                  <a:gd name="T61" fmla="*/ 4 h 1077"/>
                  <a:gd name="T62" fmla="*/ 0 w 1025"/>
                  <a:gd name="T63" fmla="*/ 3 h 1077"/>
                  <a:gd name="T64" fmla="*/ 1 w 1025"/>
                  <a:gd name="T65" fmla="*/ 0 h 107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25"/>
                  <a:gd name="T100" fmla="*/ 0 h 1077"/>
                  <a:gd name="T101" fmla="*/ 1025 w 1025"/>
                  <a:gd name="T102" fmla="*/ 1077 h 107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25" h="1077">
                    <a:moveTo>
                      <a:pt x="1025" y="1077"/>
                    </a:moveTo>
                    <a:lnTo>
                      <a:pt x="967" y="1052"/>
                    </a:lnTo>
                    <a:lnTo>
                      <a:pt x="910" y="1026"/>
                    </a:lnTo>
                    <a:lnTo>
                      <a:pt x="854" y="1000"/>
                    </a:lnTo>
                    <a:lnTo>
                      <a:pt x="800" y="972"/>
                    </a:lnTo>
                    <a:lnTo>
                      <a:pt x="747" y="943"/>
                    </a:lnTo>
                    <a:lnTo>
                      <a:pt x="695" y="913"/>
                    </a:lnTo>
                    <a:lnTo>
                      <a:pt x="645" y="883"/>
                    </a:lnTo>
                    <a:lnTo>
                      <a:pt x="596" y="852"/>
                    </a:lnTo>
                    <a:lnTo>
                      <a:pt x="549" y="820"/>
                    </a:lnTo>
                    <a:lnTo>
                      <a:pt x="504" y="787"/>
                    </a:lnTo>
                    <a:lnTo>
                      <a:pt x="460" y="754"/>
                    </a:lnTo>
                    <a:lnTo>
                      <a:pt x="417" y="720"/>
                    </a:lnTo>
                    <a:lnTo>
                      <a:pt x="377" y="686"/>
                    </a:lnTo>
                    <a:lnTo>
                      <a:pt x="338" y="651"/>
                    </a:lnTo>
                    <a:lnTo>
                      <a:pt x="301" y="615"/>
                    </a:lnTo>
                    <a:lnTo>
                      <a:pt x="266" y="580"/>
                    </a:lnTo>
                    <a:lnTo>
                      <a:pt x="233" y="544"/>
                    </a:lnTo>
                    <a:lnTo>
                      <a:pt x="202" y="508"/>
                    </a:lnTo>
                    <a:lnTo>
                      <a:pt x="173" y="471"/>
                    </a:lnTo>
                    <a:lnTo>
                      <a:pt x="146" y="434"/>
                    </a:lnTo>
                    <a:lnTo>
                      <a:pt x="121" y="398"/>
                    </a:lnTo>
                    <a:lnTo>
                      <a:pt x="98" y="361"/>
                    </a:lnTo>
                    <a:lnTo>
                      <a:pt x="78" y="324"/>
                    </a:lnTo>
                    <a:lnTo>
                      <a:pt x="60" y="287"/>
                    </a:lnTo>
                    <a:lnTo>
                      <a:pt x="44" y="251"/>
                    </a:lnTo>
                    <a:lnTo>
                      <a:pt x="30" y="214"/>
                    </a:lnTo>
                    <a:lnTo>
                      <a:pt x="19" y="178"/>
                    </a:lnTo>
                    <a:lnTo>
                      <a:pt x="11" y="141"/>
                    </a:lnTo>
                    <a:lnTo>
                      <a:pt x="5" y="105"/>
                    </a:lnTo>
                    <a:lnTo>
                      <a:pt x="1" y="70"/>
                    </a:lnTo>
                    <a:lnTo>
                      <a:pt x="0" y="35"/>
                    </a:lnTo>
                    <a:lnTo>
                      <a:pt x="2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4" name="Freeform 22"/>
              <p:cNvSpPr>
                <a:spLocks/>
              </p:cNvSpPr>
              <p:nvPr/>
            </p:nvSpPr>
            <p:spPr bwMode="auto">
              <a:xfrm>
                <a:off x="3895" y="3083"/>
                <a:ext cx="62" cy="42"/>
              </a:xfrm>
              <a:custGeom>
                <a:avLst/>
                <a:gdLst>
                  <a:gd name="T0" fmla="*/ 0 w 105"/>
                  <a:gd name="T1" fmla="*/ 4 h 67"/>
                  <a:gd name="T2" fmla="*/ 5 w 105"/>
                  <a:gd name="T3" fmla="*/ 4 h 67"/>
                  <a:gd name="T4" fmla="*/ 1 w 105"/>
                  <a:gd name="T5" fmla="*/ 0 h 67"/>
                  <a:gd name="T6" fmla="*/ 2 w 105"/>
                  <a:gd name="T7" fmla="*/ 3 h 67"/>
                  <a:gd name="T8" fmla="*/ 0 w 105"/>
                  <a:gd name="T9" fmla="*/ 4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"/>
                  <a:gd name="T16" fmla="*/ 0 h 67"/>
                  <a:gd name="T17" fmla="*/ 105 w 105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" h="67">
                    <a:moveTo>
                      <a:pt x="0" y="62"/>
                    </a:moveTo>
                    <a:lnTo>
                      <a:pt x="105" y="67"/>
                    </a:lnTo>
                    <a:lnTo>
                      <a:pt x="25" y="0"/>
                    </a:lnTo>
                    <a:lnTo>
                      <a:pt x="42" y="42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5" name="Freeform 23"/>
              <p:cNvSpPr>
                <a:spLocks/>
              </p:cNvSpPr>
              <p:nvPr/>
            </p:nvSpPr>
            <p:spPr bwMode="auto">
              <a:xfrm>
                <a:off x="1864" y="1613"/>
                <a:ext cx="615" cy="678"/>
              </a:xfrm>
              <a:custGeom>
                <a:avLst/>
                <a:gdLst>
                  <a:gd name="T0" fmla="*/ 0 w 1026"/>
                  <a:gd name="T1" fmla="*/ 0 h 1078"/>
                  <a:gd name="T2" fmla="*/ 3 w 1026"/>
                  <a:gd name="T3" fmla="*/ 2 h 1078"/>
                  <a:gd name="T4" fmla="*/ 5 w 1026"/>
                  <a:gd name="T5" fmla="*/ 3 h 1078"/>
                  <a:gd name="T6" fmla="*/ 8 w 1026"/>
                  <a:gd name="T7" fmla="*/ 5 h 1078"/>
                  <a:gd name="T8" fmla="*/ 10 w 1026"/>
                  <a:gd name="T9" fmla="*/ 6 h 1078"/>
                  <a:gd name="T10" fmla="*/ 13 w 1026"/>
                  <a:gd name="T11" fmla="*/ 8 h 1078"/>
                  <a:gd name="T12" fmla="*/ 16 w 1026"/>
                  <a:gd name="T13" fmla="*/ 10 h 1078"/>
                  <a:gd name="T14" fmla="*/ 17 w 1026"/>
                  <a:gd name="T15" fmla="*/ 12 h 1078"/>
                  <a:gd name="T16" fmla="*/ 20 w 1026"/>
                  <a:gd name="T17" fmla="*/ 14 h 1078"/>
                  <a:gd name="T18" fmla="*/ 22 w 1026"/>
                  <a:gd name="T19" fmla="*/ 16 h 1078"/>
                  <a:gd name="T20" fmla="*/ 25 w 1026"/>
                  <a:gd name="T21" fmla="*/ 18 h 1078"/>
                  <a:gd name="T22" fmla="*/ 26 w 1026"/>
                  <a:gd name="T23" fmla="*/ 20 h 1078"/>
                  <a:gd name="T24" fmla="*/ 28 w 1026"/>
                  <a:gd name="T25" fmla="*/ 22 h 1078"/>
                  <a:gd name="T26" fmla="*/ 30 w 1026"/>
                  <a:gd name="T27" fmla="*/ 24 h 1078"/>
                  <a:gd name="T28" fmla="*/ 32 w 1026"/>
                  <a:gd name="T29" fmla="*/ 26 h 1078"/>
                  <a:gd name="T30" fmla="*/ 34 w 1026"/>
                  <a:gd name="T31" fmla="*/ 28 h 1078"/>
                  <a:gd name="T32" fmla="*/ 35 w 1026"/>
                  <a:gd name="T33" fmla="*/ 31 h 1078"/>
                  <a:gd name="T34" fmla="*/ 37 w 1026"/>
                  <a:gd name="T35" fmla="*/ 33 h 1078"/>
                  <a:gd name="T36" fmla="*/ 38 w 1026"/>
                  <a:gd name="T37" fmla="*/ 35 h 1078"/>
                  <a:gd name="T38" fmla="*/ 40 w 1026"/>
                  <a:gd name="T39" fmla="*/ 38 h 1078"/>
                  <a:gd name="T40" fmla="*/ 41 w 1026"/>
                  <a:gd name="T41" fmla="*/ 40 h 1078"/>
                  <a:gd name="T42" fmla="*/ 42 w 1026"/>
                  <a:gd name="T43" fmla="*/ 42 h 1078"/>
                  <a:gd name="T44" fmla="*/ 43 w 1026"/>
                  <a:gd name="T45" fmla="*/ 44 h 1078"/>
                  <a:gd name="T46" fmla="*/ 44 w 1026"/>
                  <a:gd name="T47" fmla="*/ 47 h 1078"/>
                  <a:gd name="T48" fmla="*/ 45 w 1026"/>
                  <a:gd name="T49" fmla="*/ 49 h 1078"/>
                  <a:gd name="T50" fmla="*/ 46 w 1026"/>
                  <a:gd name="T51" fmla="*/ 52 h 1078"/>
                  <a:gd name="T52" fmla="*/ 46 w 1026"/>
                  <a:gd name="T53" fmla="*/ 53 h 1078"/>
                  <a:gd name="T54" fmla="*/ 47 w 1026"/>
                  <a:gd name="T55" fmla="*/ 56 h 1078"/>
                  <a:gd name="T56" fmla="*/ 47 w 1026"/>
                  <a:gd name="T57" fmla="*/ 58 h 1078"/>
                  <a:gd name="T58" fmla="*/ 47 w 1026"/>
                  <a:gd name="T59" fmla="*/ 60 h 1078"/>
                  <a:gd name="T60" fmla="*/ 47 w 1026"/>
                  <a:gd name="T61" fmla="*/ 62 h 1078"/>
                  <a:gd name="T62" fmla="*/ 47 w 1026"/>
                  <a:gd name="T63" fmla="*/ 65 h 1078"/>
                  <a:gd name="T64" fmla="*/ 47 w 1026"/>
                  <a:gd name="T65" fmla="*/ 67 h 107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26"/>
                  <a:gd name="T100" fmla="*/ 0 h 1078"/>
                  <a:gd name="T101" fmla="*/ 1026 w 1026"/>
                  <a:gd name="T102" fmla="*/ 1078 h 107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26" h="1078">
                    <a:moveTo>
                      <a:pt x="0" y="0"/>
                    </a:moveTo>
                    <a:lnTo>
                      <a:pt x="58" y="25"/>
                    </a:lnTo>
                    <a:lnTo>
                      <a:pt x="115" y="51"/>
                    </a:lnTo>
                    <a:lnTo>
                      <a:pt x="171" y="77"/>
                    </a:lnTo>
                    <a:lnTo>
                      <a:pt x="225" y="105"/>
                    </a:lnTo>
                    <a:lnTo>
                      <a:pt x="278" y="134"/>
                    </a:lnTo>
                    <a:lnTo>
                      <a:pt x="330" y="164"/>
                    </a:lnTo>
                    <a:lnTo>
                      <a:pt x="380" y="194"/>
                    </a:lnTo>
                    <a:lnTo>
                      <a:pt x="429" y="225"/>
                    </a:lnTo>
                    <a:lnTo>
                      <a:pt x="476" y="257"/>
                    </a:lnTo>
                    <a:lnTo>
                      <a:pt x="522" y="290"/>
                    </a:lnTo>
                    <a:lnTo>
                      <a:pt x="566" y="323"/>
                    </a:lnTo>
                    <a:lnTo>
                      <a:pt x="608" y="357"/>
                    </a:lnTo>
                    <a:lnTo>
                      <a:pt x="648" y="392"/>
                    </a:lnTo>
                    <a:lnTo>
                      <a:pt x="687" y="426"/>
                    </a:lnTo>
                    <a:lnTo>
                      <a:pt x="724" y="462"/>
                    </a:lnTo>
                    <a:lnTo>
                      <a:pt x="759" y="497"/>
                    </a:lnTo>
                    <a:lnTo>
                      <a:pt x="792" y="533"/>
                    </a:lnTo>
                    <a:lnTo>
                      <a:pt x="823" y="570"/>
                    </a:lnTo>
                    <a:lnTo>
                      <a:pt x="853" y="606"/>
                    </a:lnTo>
                    <a:lnTo>
                      <a:pt x="880" y="643"/>
                    </a:lnTo>
                    <a:lnTo>
                      <a:pt x="905" y="680"/>
                    </a:lnTo>
                    <a:lnTo>
                      <a:pt x="927" y="716"/>
                    </a:lnTo>
                    <a:lnTo>
                      <a:pt x="948" y="753"/>
                    </a:lnTo>
                    <a:lnTo>
                      <a:pt x="966" y="790"/>
                    </a:lnTo>
                    <a:lnTo>
                      <a:pt x="982" y="827"/>
                    </a:lnTo>
                    <a:lnTo>
                      <a:pt x="995" y="864"/>
                    </a:lnTo>
                    <a:lnTo>
                      <a:pt x="1007" y="900"/>
                    </a:lnTo>
                    <a:lnTo>
                      <a:pt x="1015" y="936"/>
                    </a:lnTo>
                    <a:lnTo>
                      <a:pt x="1021" y="972"/>
                    </a:lnTo>
                    <a:lnTo>
                      <a:pt x="1025" y="1008"/>
                    </a:lnTo>
                    <a:lnTo>
                      <a:pt x="1026" y="1043"/>
                    </a:lnTo>
                    <a:lnTo>
                      <a:pt x="1024" y="1078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6" name="Freeform 24"/>
              <p:cNvSpPr>
                <a:spLocks/>
              </p:cNvSpPr>
              <p:nvPr/>
            </p:nvSpPr>
            <p:spPr bwMode="auto">
              <a:xfrm>
                <a:off x="1826" y="1596"/>
                <a:ext cx="63" cy="42"/>
              </a:xfrm>
              <a:custGeom>
                <a:avLst/>
                <a:gdLst>
                  <a:gd name="T0" fmla="*/ 5 w 105"/>
                  <a:gd name="T1" fmla="*/ 1 h 67"/>
                  <a:gd name="T2" fmla="*/ 0 w 105"/>
                  <a:gd name="T3" fmla="*/ 0 h 67"/>
                  <a:gd name="T4" fmla="*/ 4 w 105"/>
                  <a:gd name="T5" fmla="*/ 4 h 67"/>
                  <a:gd name="T6" fmla="*/ 3 w 105"/>
                  <a:gd name="T7" fmla="*/ 2 h 67"/>
                  <a:gd name="T8" fmla="*/ 5 w 105"/>
                  <a:gd name="T9" fmla="*/ 1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"/>
                  <a:gd name="T16" fmla="*/ 0 h 67"/>
                  <a:gd name="T17" fmla="*/ 105 w 105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" h="67">
                    <a:moveTo>
                      <a:pt x="105" y="5"/>
                    </a:moveTo>
                    <a:lnTo>
                      <a:pt x="0" y="0"/>
                    </a:lnTo>
                    <a:lnTo>
                      <a:pt x="80" y="67"/>
                    </a:lnTo>
                    <a:lnTo>
                      <a:pt x="63" y="25"/>
                    </a:lnTo>
                    <a:lnTo>
                      <a:pt x="105" y="5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7" name="Freeform 25"/>
              <p:cNvSpPr>
                <a:spLocks/>
              </p:cNvSpPr>
              <p:nvPr/>
            </p:nvSpPr>
            <p:spPr bwMode="auto">
              <a:xfrm>
                <a:off x="1871" y="2430"/>
                <a:ext cx="607" cy="678"/>
              </a:xfrm>
              <a:custGeom>
                <a:avLst/>
                <a:gdLst>
                  <a:gd name="T0" fmla="*/ 44 w 1026"/>
                  <a:gd name="T1" fmla="*/ 0 h 1077"/>
                  <a:gd name="T2" fmla="*/ 44 w 1026"/>
                  <a:gd name="T3" fmla="*/ 3 h 1077"/>
                  <a:gd name="T4" fmla="*/ 44 w 1026"/>
                  <a:gd name="T5" fmla="*/ 4 h 1077"/>
                  <a:gd name="T6" fmla="*/ 44 w 1026"/>
                  <a:gd name="T7" fmla="*/ 6 h 1077"/>
                  <a:gd name="T8" fmla="*/ 43 w 1026"/>
                  <a:gd name="T9" fmla="*/ 9 h 1077"/>
                  <a:gd name="T10" fmla="*/ 43 w 1026"/>
                  <a:gd name="T11" fmla="*/ 11 h 1077"/>
                  <a:gd name="T12" fmla="*/ 43 w 1026"/>
                  <a:gd name="T13" fmla="*/ 13 h 1077"/>
                  <a:gd name="T14" fmla="*/ 43 w 1026"/>
                  <a:gd name="T15" fmla="*/ 16 h 1077"/>
                  <a:gd name="T16" fmla="*/ 41 w 1026"/>
                  <a:gd name="T17" fmla="*/ 18 h 1077"/>
                  <a:gd name="T18" fmla="*/ 41 w 1026"/>
                  <a:gd name="T19" fmla="*/ 20 h 1077"/>
                  <a:gd name="T20" fmla="*/ 40 w 1026"/>
                  <a:gd name="T21" fmla="*/ 23 h 1077"/>
                  <a:gd name="T22" fmla="*/ 39 w 1026"/>
                  <a:gd name="T23" fmla="*/ 25 h 1077"/>
                  <a:gd name="T24" fmla="*/ 38 w 1026"/>
                  <a:gd name="T25" fmla="*/ 27 h 1077"/>
                  <a:gd name="T26" fmla="*/ 37 w 1026"/>
                  <a:gd name="T27" fmla="*/ 30 h 1077"/>
                  <a:gd name="T28" fmla="*/ 35 w 1026"/>
                  <a:gd name="T29" fmla="*/ 31 h 1077"/>
                  <a:gd name="T30" fmla="*/ 34 w 1026"/>
                  <a:gd name="T31" fmla="*/ 34 h 1077"/>
                  <a:gd name="T32" fmla="*/ 33 w 1026"/>
                  <a:gd name="T33" fmla="*/ 36 h 1077"/>
                  <a:gd name="T34" fmla="*/ 31 w 1026"/>
                  <a:gd name="T35" fmla="*/ 38 h 1077"/>
                  <a:gd name="T36" fmla="*/ 30 w 1026"/>
                  <a:gd name="T37" fmla="*/ 40 h 1077"/>
                  <a:gd name="T38" fmla="*/ 28 w 1026"/>
                  <a:gd name="T39" fmla="*/ 43 h 1077"/>
                  <a:gd name="T40" fmla="*/ 26 w 1026"/>
                  <a:gd name="T41" fmla="*/ 45 h 1077"/>
                  <a:gd name="T42" fmla="*/ 24 w 1026"/>
                  <a:gd name="T43" fmla="*/ 47 h 1077"/>
                  <a:gd name="T44" fmla="*/ 22 w 1026"/>
                  <a:gd name="T45" fmla="*/ 48 h 1077"/>
                  <a:gd name="T46" fmla="*/ 21 w 1026"/>
                  <a:gd name="T47" fmla="*/ 51 h 1077"/>
                  <a:gd name="T48" fmla="*/ 18 w 1026"/>
                  <a:gd name="T49" fmla="*/ 53 h 1077"/>
                  <a:gd name="T50" fmla="*/ 17 w 1026"/>
                  <a:gd name="T51" fmla="*/ 55 h 1077"/>
                  <a:gd name="T52" fmla="*/ 14 w 1026"/>
                  <a:gd name="T53" fmla="*/ 57 h 1077"/>
                  <a:gd name="T54" fmla="*/ 12 w 1026"/>
                  <a:gd name="T55" fmla="*/ 59 h 1077"/>
                  <a:gd name="T56" fmla="*/ 10 w 1026"/>
                  <a:gd name="T57" fmla="*/ 60 h 1077"/>
                  <a:gd name="T58" fmla="*/ 7 w 1026"/>
                  <a:gd name="T59" fmla="*/ 62 h 1077"/>
                  <a:gd name="T60" fmla="*/ 5 w 1026"/>
                  <a:gd name="T61" fmla="*/ 64 h 1077"/>
                  <a:gd name="T62" fmla="*/ 2 w 1026"/>
                  <a:gd name="T63" fmla="*/ 66 h 1077"/>
                  <a:gd name="T64" fmla="*/ 0 w 1026"/>
                  <a:gd name="T65" fmla="*/ 67 h 107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26"/>
                  <a:gd name="T100" fmla="*/ 0 h 1077"/>
                  <a:gd name="T101" fmla="*/ 1026 w 1026"/>
                  <a:gd name="T102" fmla="*/ 1077 h 107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26" h="1077">
                    <a:moveTo>
                      <a:pt x="1024" y="0"/>
                    </a:moveTo>
                    <a:lnTo>
                      <a:pt x="1026" y="35"/>
                    </a:lnTo>
                    <a:lnTo>
                      <a:pt x="1025" y="70"/>
                    </a:lnTo>
                    <a:lnTo>
                      <a:pt x="1021" y="105"/>
                    </a:lnTo>
                    <a:lnTo>
                      <a:pt x="1015" y="141"/>
                    </a:lnTo>
                    <a:lnTo>
                      <a:pt x="1006" y="178"/>
                    </a:lnTo>
                    <a:lnTo>
                      <a:pt x="995" y="214"/>
                    </a:lnTo>
                    <a:lnTo>
                      <a:pt x="982" y="251"/>
                    </a:lnTo>
                    <a:lnTo>
                      <a:pt x="966" y="287"/>
                    </a:lnTo>
                    <a:lnTo>
                      <a:pt x="948" y="324"/>
                    </a:lnTo>
                    <a:lnTo>
                      <a:pt x="927" y="361"/>
                    </a:lnTo>
                    <a:lnTo>
                      <a:pt x="904" y="398"/>
                    </a:lnTo>
                    <a:lnTo>
                      <a:pt x="879" y="434"/>
                    </a:lnTo>
                    <a:lnTo>
                      <a:pt x="852" y="471"/>
                    </a:lnTo>
                    <a:lnTo>
                      <a:pt x="823" y="508"/>
                    </a:lnTo>
                    <a:lnTo>
                      <a:pt x="792" y="544"/>
                    </a:lnTo>
                    <a:lnTo>
                      <a:pt x="759" y="580"/>
                    </a:lnTo>
                    <a:lnTo>
                      <a:pt x="724" y="615"/>
                    </a:lnTo>
                    <a:lnTo>
                      <a:pt x="687" y="651"/>
                    </a:lnTo>
                    <a:lnTo>
                      <a:pt x="648" y="686"/>
                    </a:lnTo>
                    <a:lnTo>
                      <a:pt x="607" y="720"/>
                    </a:lnTo>
                    <a:lnTo>
                      <a:pt x="565" y="754"/>
                    </a:lnTo>
                    <a:lnTo>
                      <a:pt x="521" y="787"/>
                    </a:lnTo>
                    <a:lnTo>
                      <a:pt x="476" y="820"/>
                    </a:lnTo>
                    <a:lnTo>
                      <a:pt x="428" y="852"/>
                    </a:lnTo>
                    <a:lnTo>
                      <a:pt x="380" y="883"/>
                    </a:lnTo>
                    <a:lnTo>
                      <a:pt x="329" y="913"/>
                    </a:lnTo>
                    <a:lnTo>
                      <a:pt x="278" y="943"/>
                    </a:lnTo>
                    <a:lnTo>
                      <a:pt x="225" y="972"/>
                    </a:lnTo>
                    <a:lnTo>
                      <a:pt x="170" y="1000"/>
                    </a:lnTo>
                    <a:lnTo>
                      <a:pt x="115" y="1026"/>
                    </a:lnTo>
                    <a:lnTo>
                      <a:pt x="58" y="1052"/>
                    </a:lnTo>
                    <a:lnTo>
                      <a:pt x="0" y="1077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8" name="Freeform 26"/>
              <p:cNvSpPr>
                <a:spLocks/>
              </p:cNvSpPr>
              <p:nvPr/>
            </p:nvSpPr>
            <p:spPr bwMode="auto">
              <a:xfrm>
                <a:off x="1834" y="3081"/>
                <a:ext cx="62" cy="43"/>
              </a:xfrm>
              <a:custGeom>
                <a:avLst/>
                <a:gdLst>
                  <a:gd name="T0" fmla="*/ 4 w 104"/>
                  <a:gd name="T1" fmla="*/ 0 h 68"/>
                  <a:gd name="T2" fmla="*/ 0 w 104"/>
                  <a:gd name="T3" fmla="*/ 4 h 68"/>
                  <a:gd name="T4" fmla="*/ 5 w 104"/>
                  <a:gd name="T5" fmla="*/ 4 h 68"/>
                  <a:gd name="T6" fmla="*/ 3 w 104"/>
                  <a:gd name="T7" fmla="*/ 3 h 68"/>
                  <a:gd name="T8" fmla="*/ 4 w 10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68"/>
                  <a:gd name="T17" fmla="*/ 104 w 10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68">
                    <a:moveTo>
                      <a:pt x="79" y="0"/>
                    </a:moveTo>
                    <a:lnTo>
                      <a:pt x="0" y="68"/>
                    </a:lnTo>
                    <a:lnTo>
                      <a:pt x="104" y="62"/>
                    </a:lnTo>
                    <a:lnTo>
                      <a:pt x="63" y="43"/>
                    </a:ln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9" name="Freeform 27"/>
              <p:cNvSpPr>
                <a:spLocks/>
              </p:cNvSpPr>
              <p:nvPr/>
            </p:nvSpPr>
            <p:spPr bwMode="auto">
              <a:xfrm>
                <a:off x="3329" y="1613"/>
                <a:ext cx="606" cy="678"/>
              </a:xfrm>
              <a:custGeom>
                <a:avLst/>
                <a:gdLst>
                  <a:gd name="T0" fmla="*/ 1 w 1025"/>
                  <a:gd name="T1" fmla="*/ 67 h 1078"/>
                  <a:gd name="T2" fmla="*/ 0 w 1025"/>
                  <a:gd name="T3" fmla="*/ 65 h 1078"/>
                  <a:gd name="T4" fmla="*/ 1 w 1025"/>
                  <a:gd name="T5" fmla="*/ 62 h 1078"/>
                  <a:gd name="T6" fmla="*/ 1 w 1025"/>
                  <a:gd name="T7" fmla="*/ 60 h 1078"/>
                  <a:gd name="T8" fmla="*/ 1 w 1025"/>
                  <a:gd name="T9" fmla="*/ 58 h 1078"/>
                  <a:gd name="T10" fmla="*/ 1 w 1025"/>
                  <a:gd name="T11" fmla="*/ 56 h 1078"/>
                  <a:gd name="T12" fmla="*/ 1 w 1025"/>
                  <a:gd name="T13" fmla="*/ 53 h 1078"/>
                  <a:gd name="T14" fmla="*/ 2 w 1025"/>
                  <a:gd name="T15" fmla="*/ 52 h 1078"/>
                  <a:gd name="T16" fmla="*/ 2 w 1025"/>
                  <a:gd name="T17" fmla="*/ 49 h 1078"/>
                  <a:gd name="T18" fmla="*/ 3 w 1025"/>
                  <a:gd name="T19" fmla="*/ 47 h 1078"/>
                  <a:gd name="T20" fmla="*/ 4 w 1025"/>
                  <a:gd name="T21" fmla="*/ 44 h 1078"/>
                  <a:gd name="T22" fmla="*/ 5 w 1025"/>
                  <a:gd name="T23" fmla="*/ 42 h 1078"/>
                  <a:gd name="T24" fmla="*/ 7 w 1025"/>
                  <a:gd name="T25" fmla="*/ 40 h 1078"/>
                  <a:gd name="T26" fmla="*/ 7 w 1025"/>
                  <a:gd name="T27" fmla="*/ 38 h 1078"/>
                  <a:gd name="T28" fmla="*/ 8 w 1025"/>
                  <a:gd name="T29" fmla="*/ 35 h 1078"/>
                  <a:gd name="T30" fmla="*/ 10 w 1025"/>
                  <a:gd name="T31" fmla="*/ 33 h 1078"/>
                  <a:gd name="T32" fmla="*/ 12 w 1025"/>
                  <a:gd name="T33" fmla="*/ 31 h 1078"/>
                  <a:gd name="T34" fmla="*/ 13 w 1025"/>
                  <a:gd name="T35" fmla="*/ 28 h 1078"/>
                  <a:gd name="T36" fmla="*/ 14 w 1025"/>
                  <a:gd name="T37" fmla="*/ 26 h 1078"/>
                  <a:gd name="T38" fmla="*/ 16 w 1025"/>
                  <a:gd name="T39" fmla="*/ 24 h 1078"/>
                  <a:gd name="T40" fmla="*/ 18 w 1025"/>
                  <a:gd name="T41" fmla="*/ 22 h 1078"/>
                  <a:gd name="T42" fmla="*/ 20 w 1025"/>
                  <a:gd name="T43" fmla="*/ 20 h 1078"/>
                  <a:gd name="T44" fmla="*/ 21 w 1025"/>
                  <a:gd name="T45" fmla="*/ 18 h 1078"/>
                  <a:gd name="T46" fmla="*/ 24 w 1025"/>
                  <a:gd name="T47" fmla="*/ 16 h 1078"/>
                  <a:gd name="T48" fmla="*/ 25 w 1025"/>
                  <a:gd name="T49" fmla="*/ 14 h 1078"/>
                  <a:gd name="T50" fmla="*/ 28 w 1025"/>
                  <a:gd name="T51" fmla="*/ 12 h 1078"/>
                  <a:gd name="T52" fmla="*/ 30 w 1025"/>
                  <a:gd name="T53" fmla="*/ 10 h 1078"/>
                  <a:gd name="T54" fmla="*/ 32 w 1025"/>
                  <a:gd name="T55" fmla="*/ 8 h 1078"/>
                  <a:gd name="T56" fmla="*/ 34 w 1025"/>
                  <a:gd name="T57" fmla="*/ 6 h 1078"/>
                  <a:gd name="T58" fmla="*/ 37 w 1025"/>
                  <a:gd name="T59" fmla="*/ 5 h 1078"/>
                  <a:gd name="T60" fmla="*/ 39 w 1025"/>
                  <a:gd name="T61" fmla="*/ 3 h 1078"/>
                  <a:gd name="T62" fmla="*/ 41 w 1025"/>
                  <a:gd name="T63" fmla="*/ 2 h 1078"/>
                  <a:gd name="T64" fmla="*/ 44 w 1025"/>
                  <a:gd name="T65" fmla="*/ 0 h 107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25"/>
                  <a:gd name="T100" fmla="*/ 0 h 1078"/>
                  <a:gd name="T101" fmla="*/ 1025 w 1025"/>
                  <a:gd name="T102" fmla="*/ 1078 h 107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25" h="1078">
                    <a:moveTo>
                      <a:pt x="2" y="1078"/>
                    </a:moveTo>
                    <a:lnTo>
                      <a:pt x="0" y="1043"/>
                    </a:lnTo>
                    <a:lnTo>
                      <a:pt x="1" y="1008"/>
                    </a:lnTo>
                    <a:lnTo>
                      <a:pt x="5" y="972"/>
                    </a:lnTo>
                    <a:lnTo>
                      <a:pt x="11" y="936"/>
                    </a:lnTo>
                    <a:lnTo>
                      <a:pt x="19" y="900"/>
                    </a:lnTo>
                    <a:lnTo>
                      <a:pt x="30" y="864"/>
                    </a:lnTo>
                    <a:lnTo>
                      <a:pt x="44" y="827"/>
                    </a:lnTo>
                    <a:lnTo>
                      <a:pt x="60" y="790"/>
                    </a:lnTo>
                    <a:lnTo>
                      <a:pt x="78" y="753"/>
                    </a:lnTo>
                    <a:lnTo>
                      <a:pt x="98" y="716"/>
                    </a:lnTo>
                    <a:lnTo>
                      <a:pt x="121" y="680"/>
                    </a:lnTo>
                    <a:lnTo>
                      <a:pt x="146" y="643"/>
                    </a:lnTo>
                    <a:lnTo>
                      <a:pt x="173" y="606"/>
                    </a:lnTo>
                    <a:lnTo>
                      <a:pt x="202" y="570"/>
                    </a:lnTo>
                    <a:lnTo>
                      <a:pt x="233" y="533"/>
                    </a:lnTo>
                    <a:lnTo>
                      <a:pt x="266" y="497"/>
                    </a:lnTo>
                    <a:lnTo>
                      <a:pt x="301" y="462"/>
                    </a:lnTo>
                    <a:lnTo>
                      <a:pt x="338" y="426"/>
                    </a:lnTo>
                    <a:lnTo>
                      <a:pt x="377" y="392"/>
                    </a:lnTo>
                    <a:lnTo>
                      <a:pt x="418" y="357"/>
                    </a:lnTo>
                    <a:lnTo>
                      <a:pt x="460" y="323"/>
                    </a:lnTo>
                    <a:lnTo>
                      <a:pt x="504" y="290"/>
                    </a:lnTo>
                    <a:lnTo>
                      <a:pt x="550" y="257"/>
                    </a:lnTo>
                    <a:lnTo>
                      <a:pt x="597" y="225"/>
                    </a:lnTo>
                    <a:lnTo>
                      <a:pt x="645" y="194"/>
                    </a:lnTo>
                    <a:lnTo>
                      <a:pt x="696" y="164"/>
                    </a:lnTo>
                    <a:lnTo>
                      <a:pt x="747" y="134"/>
                    </a:lnTo>
                    <a:lnTo>
                      <a:pt x="800" y="105"/>
                    </a:lnTo>
                    <a:lnTo>
                      <a:pt x="855" y="77"/>
                    </a:lnTo>
                    <a:lnTo>
                      <a:pt x="910" y="51"/>
                    </a:lnTo>
                    <a:lnTo>
                      <a:pt x="967" y="25"/>
                    </a:lnTo>
                    <a:lnTo>
                      <a:pt x="1025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30" name="Freeform 28"/>
              <p:cNvSpPr>
                <a:spLocks/>
              </p:cNvSpPr>
              <p:nvPr/>
            </p:nvSpPr>
            <p:spPr bwMode="auto">
              <a:xfrm>
                <a:off x="3911" y="1597"/>
                <a:ext cx="62" cy="43"/>
              </a:xfrm>
              <a:custGeom>
                <a:avLst/>
                <a:gdLst>
                  <a:gd name="T0" fmla="*/ 1 w 104"/>
                  <a:gd name="T1" fmla="*/ 4 h 68"/>
                  <a:gd name="T2" fmla="*/ 5 w 104"/>
                  <a:gd name="T3" fmla="*/ 0 h 68"/>
                  <a:gd name="T4" fmla="*/ 0 w 104"/>
                  <a:gd name="T5" fmla="*/ 1 h 68"/>
                  <a:gd name="T6" fmla="*/ 2 w 104"/>
                  <a:gd name="T7" fmla="*/ 2 h 68"/>
                  <a:gd name="T8" fmla="*/ 1 w 104"/>
                  <a:gd name="T9" fmla="*/ 4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68"/>
                  <a:gd name="T17" fmla="*/ 104 w 10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68">
                    <a:moveTo>
                      <a:pt x="25" y="68"/>
                    </a:moveTo>
                    <a:lnTo>
                      <a:pt x="104" y="0"/>
                    </a:lnTo>
                    <a:lnTo>
                      <a:pt x="0" y="6"/>
                    </a:lnTo>
                    <a:lnTo>
                      <a:pt x="41" y="25"/>
                    </a:lnTo>
                    <a:lnTo>
                      <a:pt x="25" y="68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31" name="Freeform 29"/>
              <p:cNvSpPr>
                <a:spLocks/>
              </p:cNvSpPr>
              <p:nvPr/>
            </p:nvSpPr>
            <p:spPr bwMode="auto">
              <a:xfrm>
                <a:off x="3358" y="1860"/>
                <a:ext cx="979" cy="462"/>
              </a:xfrm>
              <a:custGeom>
                <a:avLst/>
                <a:gdLst>
                  <a:gd name="T0" fmla="*/ 0 w 1657"/>
                  <a:gd name="T1" fmla="*/ 69 h 675"/>
                  <a:gd name="T2" fmla="*/ 1 w 1657"/>
                  <a:gd name="T3" fmla="*/ 66 h 675"/>
                  <a:gd name="T4" fmla="*/ 3 w 1657"/>
                  <a:gd name="T5" fmla="*/ 62 h 675"/>
                  <a:gd name="T6" fmla="*/ 4 w 1657"/>
                  <a:gd name="T7" fmla="*/ 58 h 675"/>
                  <a:gd name="T8" fmla="*/ 5 w 1657"/>
                  <a:gd name="T9" fmla="*/ 54 h 675"/>
                  <a:gd name="T10" fmla="*/ 7 w 1657"/>
                  <a:gd name="T11" fmla="*/ 51 h 675"/>
                  <a:gd name="T12" fmla="*/ 9 w 1657"/>
                  <a:gd name="T13" fmla="*/ 48 h 675"/>
                  <a:gd name="T14" fmla="*/ 11 w 1657"/>
                  <a:gd name="T15" fmla="*/ 44 h 675"/>
                  <a:gd name="T16" fmla="*/ 12 w 1657"/>
                  <a:gd name="T17" fmla="*/ 41 h 675"/>
                  <a:gd name="T18" fmla="*/ 14 w 1657"/>
                  <a:gd name="T19" fmla="*/ 38 h 675"/>
                  <a:gd name="T20" fmla="*/ 16 w 1657"/>
                  <a:gd name="T21" fmla="*/ 35 h 675"/>
                  <a:gd name="T22" fmla="*/ 18 w 1657"/>
                  <a:gd name="T23" fmla="*/ 32 h 675"/>
                  <a:gd name="T24" fmla="*/ 20 w 1657"/>
                  <a:gd name="T25" fmla="*/ 30 h 675"/>
                  <a:gd name="T26" fmla="*/ 22 w 1657"/>
                  <a:gd name="T27" fmla="*/ 27 h 675"/>
                  <a:gd name="T28" fmla="*/ 24 w 1657"/>
                  <a:gd name="T29" fmla="*/ 25 h 675"/>
                  <a:gd name="T30" fmla="*/ 27 w 1657"/>
                  <a:gd name="T31" fmla="*/ 22 h 675"/>
                  <a:gd name="T32" fmla="*/ 29 w 1657"/>
                  <a:gd name="T33" fmla="*/ 20 h 675"/>
                  <a:gd name="T34" fmla="*/ 31 w 1657"/>
                  <a:gd name="T35" fmla="*/ 18 h 675"/>
                  <a:gd name="T36" fmla="*/ 34 w 1657"/>
                  <a:gd name="T37" fmla="*/ 16 h 675"/>
                  <a:gd name="T38" fmla="*/ 36 w 1657"/>
                  <a:gd name="T39" fmla="*/ 14 h 675"/>
                  <a:gd name="T40" fmla="*/ 38 w 1657"/>
                  <a:gd name="T41" fmla="*/ 12 h 675"/>
                  <a:gd name="T42" fmla="*/ 41 w 1657"/>
                  <a:gd name="T43" fmla="*/ 10 h 675"/>
                  <a:gd name="T44" fmla="*/ 43 w 1657"/>
                  <a:gd name="T45" fmla="*/ 8 h 675"/>
                  <a:gd name="T46" fmla="*/ 46 w 1657"/>
                  <a:gd name="T47" fmla="*/ 7 h 675"/>
                  <a:gd name="T48" fmla="*/ 48 w 1657"/>
                  <a:gd name="T49" fmla="*/ 5 h 675"/>
                  <a:gd name="T50" fmla="*/ 51 w 1657"/>
                  <a:gd name="T51" fmla="*/ 5 h 675"/>
                  <a:gd name="T52" fmla="*/ 54 w 1657"/>
                  <a:gd name="T53" fmla="*/ 3 h 675"/>
                  <a:gd name="T54" fmla="*/ 57 w 1657"/>
                  <a:gd name="T55" fmla="*/ 2 h 675"/>
                  <a:gd name="T56" fmla="*/ 59 w 1657"/>
                  <a:gd name="T57" fmla="*/ 1 h 675"/>
                  <a:gd name="T58" fmla="*/ 62 w 1657"/>
                  <a:gd name="T59" fmla="*/ 1 h 675"/>
                  <a:gd name="T60" fmla="*/ 65 w 1657"/>
                  <a:gd name="T61" fmla="*/ 1 h 675"/>
                  <a:gd name="T62" fmla="*/ 68 w 1657"/>
                  <a:gd name="T63" fmla="*/ 1 h 675"/>
                  <a:gd name="T64" fmla="*/ 70 w 1657"/>
                  <a:gd name="T65" fmla="*/ 0 h 67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657"/>
                  <a:gd name="T100" fmla="*/ 0 h 675"/>
                  <a:gd name="T101" fmla="*/ 1657 w 1657"/>
                  <a:gd name="T102" fmla="*/ 675 h 67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657" h="675">
                    <a:moveTo>
                      <a:pt x="0" y="675"/>
                    </a:moveTo>
                    <a:lnTo>
                      <a:pt x="30" y="638"/>
                    </a:lnTo>
                    <a:lnTo>
                      <a:pt x="62" y="602"/>
                    </a:lnTo>
                    <a:lnTo>
                      <a:pt x="96" y="566"/>
                    </a:lnTo>
                    <a:lnTo>
                      <a:pt x="131" y="532"/>
                    </a:lnTo>
                    <a:lnTo>
                      <a:pt x="168" y="498"/>
                    </a:lnTo>
                    <a:lnTo>
                      <a:pt x="207" y="465"/>
                    </a:lnTo>
                    <a:lnTo>
                      <a:pt x="248" y="433"/>
                    </a:lnTo>
                    <a:lnTo>
                      <a:pt x="290" y="403"/>
                    </a:lnTo>
                    <a:lnTo>
                      <a:pt x="334" y="373"/>
                    </a:lnTo>
                    <a:lnTo>
                      <a:pt x="379" y="344"/>
                    </a:lnTo>
                    <a:lnTo>
                      <a:pt x="426" y="316"/>
                    </a:lnTo>
                    <a:lnTo>
                      <a:pt x="474" y="289"/>
                    </a:lnTo>
                    <a:lnTo>
                      <a:pt x="523" y="264"/>
                    </a:lnTo>
                    <a:lnTo>
                      <a:pt x="574" y="239"/>
                    </a:lnTo>
                    <a:lnTo>
                      <a:pt x="626" y="216"/>
                    </a:lnTo>
                    <a:lnTo>
                      <a:pt x="679" y="193"/>
                    </a:lnTo>
                    <a:lnTo>
                      <a:pt x="734" y="172"/>
                    </a:lnTo>
                    <a:lnTo>
                      <a:pt x="789" y="152"/>
                    </a:lnTo>
                    <a:lnTo>
                      <a:pt x="846" y="133"/>
                    </a:lnTo>
                    <a:lnTo>
                      <a:pt x="903" y="115"/>
                    </a:lnTo>
                    <a:lnTo>
                      <a:pt x="962" y="98"/>
                    </a:lnTo>
                    <a:lnTo>
                      <a:pt x="1021" y="83"/>
                    </a:lnTo>
                    <a:lnTo>
                      <a:pt x="1082" y="69"/>
                    </a:lnTo>
                    <a:lnTo>
                      <a:pt x="1143" y="56"/>
                    </a:lnTo>
                    <a:lnTo>
                      <a:pt x="1205" y="44"/>
                    </a:lnTo>
                    <a:lnTo>
                      <a:pt x="1268" y="34"/>
                    </a:lnTo>
                    <a:lnTo>
                      <a:pt x="1331" y="25"/>
                    </a:lnTo>
                    <a:lnTo>
                      <a:pt x="1395" y="17"/>
                    </a:lnTo>
                    <a:lnTo>
                      <a:pt x="1460" y="11"/>
                    </a:lnTo>
                    <a:lnTo>
                      <a:pt x="1525" y="6"/>
                    </a:lnTo>
                    <a:lnTo>
                      <a:pt x="1591" y="2"/>
                    </a:lnTo>
                    <a:lnTo>
                      <a:pt x="1657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32" name="Freeform 30"/>
              <p:cNvSpPr>
                <a:spLocks/>
              </p:cNvSpPr>
              <p:nvPr/>
            </p:nvSpPr>
            <p:spPr bwMode="auto">
              <a:xfrm>
                <a:off x="4319" y="1839"/>
                <a:ext cx="59" cy="45"/>
              </a:xfrm>
              <a:custGeom>
                <a:avLst/>
                <a:gdLst>
                  <a:gd name="T0" fmla="*/ 1 w 99"/>
                  <a:gd name="T1" fmla="*/ 6 h 67"/>
                  <a:gd name="T2" fmla="*/ 5 w 99"/>
                  <a:gd name="T3" fmla="*/ 3 h 67"/>
                  <a:gd name="T4" fmla="*/ 0 w 99"/>
                  <a:gd name="T5" fmla="*/ 0 h 67"/>
                  <a:gd name="T6" fmla="*/ 1 w 99"/>
                  <a:gd name="T7" fmla="*/ 3 h 67"/>
                  <a:gd name="T8" fmla="*/ 1 w 99"/>
                  <a:gd name="T9" fmla="*/ 6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1" y="67"/>
                    </a:moveTo>
                    <a:lnTo>
                      <a:pt x="99" y="32"/>
                    </a:lnTo>
                    <a:lnTo>
                      <a:pt x="0" y="0"/>
                    </a:lnTo>
                    <a:lnTo>
                      <a:pt x="31" y="33"/>
                    </a:lnTo>
                    <a:lnTo>
                      <a:pt x="1" y="67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33" name="Freeform 31"/>
              <p:cNvSpPr>
                <a:spLocks/>
              </p:cNvSpPr>
              <p:nvPr/>
            </p:nvSpPr>
            <p:spPr bwMode="auto">
              <a:xfrm>
                <a:off x="3358" y="2412"/>
                <a:ext cx="982" cy="424"/>
              </a:xfrm>
              <a:custGeom>
                <a:avLst/>
                <a:gdLst>
                  <a:gd name="T0" fmla="*/ 71 w 1662"/>
                  <a:gd name="T1" fmla="*/ 42 h 674"/>
                  <a:gd name="T2" fmla="*/ 71 w 1662"/>
                  <a:gd name="T3" fmla="*/ 42 h 674"/>
                  <a:gd name="T4" fmla="*/ 71 w 1662"/>
                  <a:gd name="T5" fmla="*/ 42 h 674"/>
                  <a:gd name="T6" fmla="*/ 70 w 1662"/>
                  <a:gd name="T7" fmla="*/ 42 h 674"/>
                  <a:gd name="T8" fmla="*/ 68 w 1662"/>
                  <a:gd name="T9" fmla="*/ 42 h 674"/>
                  <a:gd name="T10" fmla="*/ 65 w 1662"/>
                  <a:gd name="T11" fmla="*/ 41 h 674"/>
                  <a:gd name="T12" fmla="*/ 62 w 1662"/>
                  <a:gd name="T13" fmla="*/ 41 h 674"/>
                  <a:gd name="T14" fmla="*/ 59 w 1662"/>
                  <a:gd name="T15" fmla="*/ 41 h 674"/>
                  <a:gd name="T16" fmla="*/ 57 w 1662"/>
                  <a:gd name="T17" fmla="*/ 40 h 674"/>
                  <a:gd name="T18" fmla="*/ 54 w 1662"/>
                  <a:gd name="T19" fmla="*/ 40 h 674"/>
                  <a:gd name="T20" fmla="*/ 51 w 1662"/>
                  <a:gd name="T21" fmla="*/ 39 h 674"/>
                  <a:gd name="T22" fmla="*/ 48 w 1662"/>
                  <a:gd name="T23" fmla="*/ 38 h 674"/>
                  <a:gd name="T24" fmla="*/ 46 w 1662"/>
                  <a:gd name="T25" fmla="*/ 38 h 674"/>
                  <a:gd name="T26" fmla="*/ 44 w 1662"/>
                  <a:gd name="T27" fmla="*/ 36 h 674"/>
                  <a:gd name="T28" fmla="*/ 41 w 1662"/>
                  <a:gd name="T29" fmla="*/ 36 h 674"/>
                  <a:gd name="T30" fmla="*/ 38 w 1662"/>
                  <a:gd name="T31" fmla="*/ 35 h 674"/>
                  <a:gd name="T32" fmla="*/ 36 w 1662"/>
                  <a:gd name="T33" fmla="*/ 33 h 674"/>
                  <a:gd name="T34" fmla="*/ 34 w 1662"/>
                  <a:gd name="T35" fmla="*/ 33 h 674"/>
                  <a:gd name="T36" fmla="*/ 31 w 1662"/>
                  <a:gd name="T37" fmla="*/ 31 h 674"/>
                  <a:gd name="T38" fmla="*/ 29 w 1662"/>
                  <a:gd name="T39" fmla="*/ 30 h 674"/>
                  <a:gd name="T40" fmla="*/ 27 w 1662"/>
                  <a:gd name="T41" fmla="*/ 28 h 674"/>
                  <a:gd name="T42" fmla="*/ 24 w 1662"/>
                  <a:gd name="T43" fmla="*/ 27 h 674"/>
                  <a:gd name="T44" fmla="*/ 22 w 1662"/>
                  <a:gd name="T45" fmla="*/ 26 h 674"/>
                  <a:gd name="T46" fmla="*/ 20 w 1662"/>
                  <a:gd name="T47" fmla="*/ 24 h 674"/>
                  <a:gd name="T48" fmla="*/ 18 w 1662"/>
                  <a:gd name="T49" fmla="*/ 22 h 674"/>
                  <a:gd name="T50" fmla="*/ 17 w 1662"/>
                  <a:gd name="T51" fmla="*/ 21 h 674"/>
                  <a:gd name="T52" fmla="*/ 14 w 1662"/>
                  <a:gd name="T53" fmla="*/ 19 h 674"/>
                  <a:gd name="T54" fmla="*/ 12 w 1662"/>
                  <a:gd name="T55" fmla="*/ 17 h 674"/>
                  <a:gd name="T56" fmla="*/ 11 w 1662"/>
                  <a:gd name="T57" fmla="*/ 15 h 674"/>
                  <a:gd name="T58" fmla="*/ 9 w 1662"/>
                  <a:gd name="T59" fmla="*/ 13 h 674"/>
                  <a:gd name="T60" fmla="*/ 7 w 1662"/>
                  <a:gd name="T61" fmla="*/ 11 h 674"/>
                  <a:gd name="T62" fmla="*/ 5 w 1662"/>
                  <a:gd name="T63" fmla="*/ 9 h 674"/>
                  <a:gd name="T64" fmla="*/ 4 w 1662"/>
                  <a:gd name="T65" fmla="*/ 7 h 674"/>
                  <a:gd name="T66" fmla="*/ 3 w 1662"/>
                  <a:gd name="T67" fmla="*/ 4 h 674"/>
                  <a:gd name="T68" fmla="*/ 1 w 1662"/>
                  <a:gd name="T69" fmla="*/ 3 h 674"/>
                  <a:gd name="T70" fmla="*/ 0 w 1662"/>
                  <a:gd name="T71" fmla="*/ 0 h 67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662"/>
                  <a:gd name="T109" fmla="*/ 0 h 674"/>
                  <a:gd name="T110" fmla="*/ 1662 w 1662"/>
                  <a:gd name="T111" fmla="*/ 674 h 67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662" h="674">
                    <a:moveTo>
                      <a:pt x="1662" y="674"/>
                    </a:moveTo>
                    <a:lnTo>
                      <a:pt x="1662" y="674"/>
                    </a:lnTo>
                    <a:lnTo>
                      <a:pt x="1661" y="674"/>
                    </a:lnTo>
                    <a:lnTo>
                      <a:pt x="1659" y="674"/>
                    </a:lnTo>
                    <a:lnTo>
                      <a:pt x="1593" y="672"/>
                    </a:lnTo>
                    <a:lnTo>
                      <a:pt x="1527" y="668"/>
                    </a:lnTo>
                    <a:lnTo>
                      <a:pt x="1462" y="663"/>
                    </a:lnTo>
                    <a:lnTo>
                      <a:pt x="1397" y="657"/>
                    </a:lnTo>
                    <a:lnTo>
                      <a:pt x="1333" y="649"/>
                    </a:lnTo>
                    <a:lnTo>
                      <a:pt x="1270" y="640"/>
                    </a:lnTo>
                    <a:lnTo>
                      <a:pt x="1207" y="630"/>
                    </a:lnTo>
                    <a:lnTo>
                      <a:pt x="1145" y="618"/>
                    </a:lnTo>
                    <a:lnTo>
                      <a:pt x="1084" y="605"/>
                    </a:lnTo>
                    <a:lnTo>
                      <a:pt x="1023" y="591"/>
                    </a:lnTo>
                    <a:lnTo>
                      <a:pt x="964" y="576"/>
                    </a:lnTo>
                    <a:lnTo>
                      <a:pt x="905" y="559"/>
                    </a:lnTo>
                    <a:lnTo>
                      <a:pt x="847" y="541"/>
                    </a:lnTo>
                    <a:lnTo>
                      <a:pt x="791" y="522"/>
                    </a:lnTo>
                    <a:lnTo>
                      <a:pt x="735" y="502"/>
                    </a:lnTo>
                    <a:lnTo>
                      <a:pt x="681" y="481"/>
                    </a:lnTo>
                    <a:lnTo>
                      <a:pt x="627" y="459"/>
                    </a:lnTo>
                    <a:lnTo>
                      <a:pt x="575" y="435"/>
                    </a:lnTo>
                    <a:lnTo>
                      <a:pt x="524" y="411"/>
                    </a:lnTo>
                    <a:lnTo>
                      <a:pt x="475" y="385"/>
                    </a:lnTo>
                    <a:lnTo>
                      <a:pt x="427" y="358"/>
                    </a:lnTo>
                    <a:lnTo>
                      <a:pt x="380" y="330"/>
                    </a:lnTo>
                    <a:lnTo>
                      <a:pt x="335" y="302"/>
                    </a:lnTo>
                    <a:lnTo>
                      <a:pt x="291" y="272"/>
                    </a:lnTo>
                    <a:lnTo>
                      <a:pt x="249" y="241"/>
                    </a:lnTo>
                    <a:lnTo>
                      <a:pt x="208" y="209"/>
                    </a:lnTo>
                    <a:lnTo>
                      <a:pt x="169" y="177"/>
                    </a:lnTo>
                    <a:lnTo>
                      <a:pt x="132" y="143"/>
                    </a:lnTo>
                    <a:lnTo>
                      <a:pt x="96" y="109"/>
                    </a:lnTo>
                    <a:lnTo>
                      <a:pt x="62" y="73"/>
                    </a:lnTo>
                    <a:lnTo>
                      <a:pt x="30" y="37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34" name="Freeform 32"/>
              <p:cNvSpPr>
                <a:spLocks/>
              </p:cNvSpPr>
              <p:nvPr/>
            </p:nvSpPr>
            <p:spPr bwMode="auto">
              <a:xfrm>
                <a:off x="4320" y="2816"/>
                <a:ext cx="58" cy="42"/>
              </a:xfrm>
              <a:custGeom>
                <a:avLst/>
                <a:gdLst>
                  <a:gd name="T0" fmla="*/ 0 w 99"/>
                  <a:gd name="T1" fmla="*/ 4 h 67"/>
                  <a:gd name="T2" fmla="*/ 4 w 99"/>
                  <a:gd name="T3" fmla="*/ 2 h 67"/>
                  <a:gd name="T4" fmla="*/ 1 w 99"/>
                  <a:gd name="T5" fmla="*/ 0 h 67"/>
                  <a:gd name="T6" fmla="*/ 1 w 99"/>
                  <a:gd name="T7" fmla="*/ 2 h 67"/>
                  <a:gd name="T8" fmla="*/ 0 w 99"/>
                  <a:gd name="T9" fmla="*/ 4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0" y="67"/>
                    </a:moveTo>
                    <a:lnTo>
                      <a:pt x="99" y="34"/>
                    </a:lnTo>
                    <a:lnTo>
                      <a:pt x="1" y="0"/>
                    </a:lnTo>
                    <a:lnTo>
                      <a:pt x="31" y="33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35" name="Freeform 33"/>
              <p:cNvSpPr>
                <a:spLocks/>
              </p:cNvSpPr>
              <p:nvPr/>
            </p:nvSpPr>
            <p:spPr bwMode="auto">
              <a:xfrm>
                <a:off x="1495" y="1888"/>
                <a:ext cx="955" cy="403"/>
              </a:xfrm>
              <a:custGeom>
                <a:avLst/>
                <a:gdLst>
                  <a:gd name="T0" fmla="*/ 0 w 1662"/>
                  <a:gd name="T1" fmla="*/ 1 h 675"/>
                  <a:gd name="T2" fmla="*/ 0 w 1662"/>
                  <a:gd name="T3" fmla="*/ 1 h 675"/>
                  <a:gd name="T4" fmla="*/ 1 w 1662"/>
                  <a:gd name="T5" fmla="*/ 0 h 675"/>
                  <a:gd name="T6" fmla="*/ 2 w 1662"/>
                  <a:gd name="T7" fmla="*/ 1 h 675"/>
                  <a:gd name="T8" fmla="*/ 5 w 1662"/>
                  <a:gd name="T9" fmla="*/ 1 h 675"/>
                  <a:gd name="T10" fmla="*/ 7 w 1662"/>
                  <a:gd name="T11" fmla="*/ 1 h 675"/>
                  <a:gd name="T12" fmla="*/ 10 w 1662"/>
                  <a:gd name="T13" fmla="*/ 1 h 675"/>
                  <a:gd name="T14" fmla="*/ 12 w 1662"/>
                  <a:gd name="T15" fmla="*/ 1 h 675"/>
                  <a:gd name="T16" fmla="*/ 14 w 1662"/>
                  <a:gd name="T17" fmla="*/ 1 h 675"/>
                  <a:gd name="T18" fmla="*/ 16 w 1662"/>
                  <a:gd name="T19" fmla="*/ 2 h 675"/>
                  <a:gd name="T20" fmla="*/ 18 w 1662"/>
                  <a:gd name="T21" fmla="*/ 2 h 675"/>
                  <a:gd name="T22" fmla="*/ 21 w 1662"/>
                  <a:gd name="T23" fmla="*/ 3 h 675"/>
                  <a:gd name="T24" fmla="*/ 23 w 1662"/>
                  <a:gd name="T25" fmla="*/ 4 h 675"/>
                  <a:gd name="T26" fmla="*/ 25 w 1662"/>
                  <a:gd name="T27" fmla="*/ 5 h 675"/>
                  <a:gd name="T28" fmla="*/ 27 w 1662"/>
                  <a:gd name="T29" fmla="*/ 5 h 675"/>
                  <a:gd name="T30" fmla="*/ 29 w 1662"/>
                  <a:gd name="T31" fmla="*/ 6 h 675"/>
                  <a:gd name="T32" fmla="*/ 32 w 1662"/>
                  <a:gd name="T33" fmla="*/ 7 h 675"/>
                  <a:gd name="T34" fmla="*/ 33 w 1662"/>
                  <a:gd name="T35" fmla="*/ 8 h 675"/>
                  <a:gd name="T36" fmla="*/ 35 w 1662"/>
                  <a:gd name="T37" fmla="*/ 8 h 675"/>
                  <a:gd name="T38" fmla="*/ 37 w 1662"/>
                  <a:gd name="T39" fmla="*/ 10 h 675"/>
                  <a:gd name="T40" fmla="*/ 39 w 1662"/>
                  <a:gd name="T41" fmla="*/ 11 h 675"/>
                  <a:gd name="T42" fmla="*/ 41 w 1662"/>
                  <a:gd name="T43" fmla="*/ 12 h 675"/>
                  <a:gd name="T44" fmla="*/ 43 w 1662"/>
                  <a:gd name="T45" fmla="*/ 13 h 675"/>
                  <a:gd name="T46" fmla="*/ 44 w 1662"/>
                  <a:gd name="T47" fmla="*/ 14 h 675"/>
                  <a:gd name="T48" fmla="*/ 46 w 1662"/>
                  <a:gd name="T49" fmla="*/ 16 h 675"/>
                  <a:gd name="T50" fmla="*/ 48 w 1662"/>
                  <a:gd name="T51" fmla="*/ 17 h 675"/>
                  <a:gd name="T52" fmla="*/ 49 w 1662"/>
                  <a:gd name="T53" fmla="*/ 18 h 675"/>
                  <a:gd name="T54" fmla="*/ 51 w 1662"/>
                  <a:gd name="T55" fmla="*/ 20 h 675"/>
                  <a:gd name="T56" fmla="*/ 52 w 1662"/>
                  <a:gd name="T57" fmla="*/ 21 h 675"/>
                  <a:gd name="T58" fmla="*/ 54 w 1662"/>
                  <a:gd name="T59" fmla="*/ 23 h 675"/>
                  <a:gd name="T60" fmla="*/ 55 w 1662"/>
                  <a:gd name="T61" fmla="*/ 24 h 675"/>
                  <a:gd name="T62" fmla="*/ 56 w 1662"/>
                  <a:gd name="T63" fmla="*/ 26 h 675"/>
                  <a:gd name="T64" fmla="*/ 57 w 1662"/>
                  <a:gd name="T65" fmla="*/ 27 h 675"/>
                  <a:gd name="T66" fmla="*/ 59 w 1662"/>
                  <a:gd name="T67" fmla="*/ 29 h 675"/>
                  <a:gd name="T68" fmla="*/ 60 w 1662"/>
                  <a:gd name="T69" fmla="*/ 30 h 67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662"/>
                  <a:gd name="T106" fmla="*/ 0 h 675"/>
                  <a:gd name="T107" fmla="*/ 1662 w 1662"/>
                  <a:gd name="T108" fmla="*/ 675 h 67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662" h="675">
                    <a:moveTo>
                      <a:pt x="0" y="1"/>
                    </a:moveTo>
                    <a:lnTo>
                      <a:pt x="0" y="1"/>
                    </a:lnTo>
                    <a:lnTo>
                      <a:pt x="2" y="0"/>
                    </a:lnTo>
                    <a:lnTo>
                      <a:pt x="68" y="2"/>
                    </a:lnTo>
                    <a:lnTo>
                      <a:pt x="134" y="6"/>
                    </a:lnTo>
                    <a:lnTo>
                      <a:pt x="199" y="11"/>
                    </a:lnTo>
                    <a:lnTo>
                      <a:pt x="264" y="17"/>
                    </a:lnTo>
                    <a:lnTo>
                      <a:pt x="328" y="25"/>
                    </a:lnTo>
                    <a:lnTo>
                      <a:pt x="391" y="34"/>
                    </a:lnTo>
                    <a:lnTo>
                      <a:pt x="454" y="44"/>
                    </a:lnTo>
                    <a:lnTo>
                      <a:pt x="516" y="56"/>
                    </a:lnTo>
                    <a:lnTo>
                      <a:pt x="577" y="69"/>
                    </a:lnTo>
                    <a:lnTo>
                      <a:pt x="638" y="83"/>
                    </a:lnTo>
                    <a:lnTo>
                      <a:pt x="697" y="98"/>
                    </a:lnTo>
                    <a:lnTo>
                      <a:pt x="756" y="115"/>
                    </a:lnTo>
                    <a:lnTo>
                      <a:pt x="814" y="133"/>
                    </a:lnTo>
                    <a:lnTo>
                      <a:pt x="870" y="152"/>
                    </a:lnTo>
                    <a:lnTo>
                      <a:pt x="926" y="172"/>
                    </a:lnTo>
                    <a:lnTo>
                      <a:pt x="981" y="193"/>
                    </a:lnTo>
                    <a:lnTo>
                      <a:pt x="1034" y="216"/>
                    </a:lnTo>
                    <a:lnTo>
                      <a:pt x="1086" y="239"/>
                    </a:lnTo>
                    <a:lnTo>
                      <a:pt x="1137" y="264"/>
                    </a:lnTo>
                    <a:lnTo>
                      <a:pt x="1186" y="289"/>
                    </a:lnTo>
                    <a:lnTo>
                      <a:pt x="1235" y="316"/>
                    </a:lnTo>
                    <a:lnTo>
                      <a:pt x="1281" y="344"/>
                    </a:lnTo>
                    <a:lnTo>
                      <a:pt x="1327" y="373"/>
                    </a:lnTo>
                    <a:lnTo>
                      <a:pt x="1371" y="403"/>
                    </a:lnTo>
                    <a:lnTo>
                      <a:pt x="1413" y="433"/>
                    </a:lnTo>
                    <a:lnTo>
                      <a:pt x="1454" y="465"/>
                    </a:lnTo>
                    <a:lnTo>
                      <a:pt x="1493" y="498"/>
                    </a:lnTo>
                    <a:lnTo>
                      <a:pt x="1530" y="532"/>
                    </a:lnTo>
                    <a:lnTo>
                      <a:pt x="1566" y="566"/>
                    </a:lnTo>
                    <a:lnTo>
                      <a:pt x="1600" y="602"/>
                    </a:lnTo>
                    <a:lnTo>
                      <a:pt x="1632" y="638"/>
                    </a:lnTo>
                    <a:lnTo>
                      <a:pt x="1662" y="675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36" name="Freeform 34"/>
              <p:cNvSpPr>
                <a:spLocks/>
              </p:cNvSpPr>
              <p:nvPr/>
            </p:nvSpPr>
            <p:spPr bwMode="auto">
              <a:xfrm>
                <a:off x="1458" y="1868"/>
                <a:ext cx="56" cy="40"/>
              </a:xfrm>
              <a:custGeom>
                <a:avLst/>
                <a:gdLst>
                  <a:gd name="T0" fmla="*/ 3 w 99"/>
                  <a:gd name="T1" fmla="*/ 0 h 67"/>
                  <a:gd name="T2" fmla="*/ 0 w 99"/>
                  <a:gd name="T3" fmla="*/ 1 h 67"/>
                  <a:gd name="T4" fmla="*/ 3 w 99"/>
                  <a:gd name="T5" fmla="*/ 3 h 67"/>
                  <a:gd name="T6" fmla="*/ 2 w 99"/>
                  <a:gd name="T7" fmla="*/ 1 h 67"/>
                  <a:gd name="T8" fmla="*/ 3 w 99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99" y="0"/>
                    </a:moveTo>
                    <a:lnTo>
                      <a:pt x="0" y="33"/>
                    </a:lnTo>
                    <a:lnTo>
                      <a:pt x="98" y="67"/>
                    </a:lnTo>
                    <a:lnTo>
                      <a:pt x="68" y="3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37" name="Freeform 35"/>
              <p:cNvSpPr>
                <a:spLocks/>
              </p:cNvSpPr>
              <p:nvPr/>
            </p:nvSpPr>
            <p:spPr bwMode="auto">
              <a:xfrm>
                <a:off x="1477" y="2419"/>
                <a:ext cx="981" cy="424"/>
              </a:xfrm>
              <a:custGeom>
                <a:avLst/>
                <a:gdLst>
                  <a:gd name="T0" fmla="*/ 71 w 1658"/>
                  <a:gd name="T1" fmla="*/ 0 h 674"/>
                  <a:gd name="T2" fmla="*/ 70 w 1658"/>
                  <a:gd name="T3" fmla="*/ 3 h 674"/>
                  <a:gd name="T4" fmla="*/ 69 w 1658"/>
                  <a:gd name="T5" fmla="*/ 4 h 674"/>
                  <a:gd name="T6" fmla="*/ 67 w 1658"/>
                  <a:gd name="T7" fmla="*/ 7 h 674"/>
                  <a:gd name="T8" fmla="*/ 66 w 1658"/>
                  <a:gd name="T9" fmla="*/ 9 h 674"/>
                  <a:gd name="T10" fmla="*/ 64 w 1658"/>
                  <a:gd name="T11" fmla="*/ 11 h 674"/>
                  <a:gd name="T12" fmla="*/ 62 w 1658"/>
                  <a:gd name="T13" fmla="*/ 13 h 674"/>
                  <a:gd name="T14" fmla="*/ 60 w 1658"/>
                  <a:gd name="T15" fmla="*/ 15 h 674"/>
                  <a:gd name="T16" fmla="*/ 59 w 1658"/>
                  <a:gd name="T17" fmla="*/ 17 h 674"/>
                  <a:gd name="T18" fmla="*/ 57 w 1658"/>
                  <a:gd name="T19" fmla="*/ 19 h 674"/>
                  <a:gd name="T20" fmla="*/ 54 w 1658"/>
                  <a:gd name="T21" fmla="*/ 21 h 674"/>
                  <a:gd name="T22" fmla="*/ 53 w 1658"/>
                  <a:gd name="T23" fmla="*/ 22 h 674"/>
                  <a:gd name="T24" fmla="*/ 51 w 1658"/>
                  <a:gd name="T25" fmla="*/ 24 h 674"/>
                  <a:gd name="T26" fmla="*/ 49 w 1658"/>
                  <a:gd name="T27" fmla="*/ 26 h 674"/>
                  <a:gd name="T28" fmla="*/ 47 w 1658"/>
                  <a:gd name="T29" fmla="*/ 27 h 674"/>
                  <a:gd name="T30" fmla="*/ 44 w 1658"/>
                  <a:gd name="T31" fmla="*/ 28 h 674"/>
                  <a:gd name="T32" fmla="*/ 42 w 1658"/>
                  <a:gd name="T33" fmla="*/ 30 h 674"/>
                  <a:gd name="T34" fmla="*/ 40 w 1658"/>
                  <a:gd name="T35" fmla="*/ 31 h 674"/>
                  <a:gd name="T36" fmla="*/ 37 w 1658"/>
                  <a:gd name="T37" fmla="*/ 33 h 674"/>
                  <a:gd name="T38" fmla="*/ 35 w 1658"/>
                  <a:gd name="T39" fmla="*/ 33 h 674"/>
                  <a:gd name="T40" fmla="*/ 32 w 1658"/>
                  <a:gd name="T41" fmla="*/ 35 h 674"/>
                  <a:gd name="T42" fmla="*/ 30 w 1658"/>
                  <a:gd name="T43" fmla="*/ 36 h 674"/>
                  <a:gd name="T44" fmla="*/ 27 w 1658"/>
                  <a:gd name="T45" fmla="*/ 36 h 674"/>
                  <a:gd name="T46" fmla="*/ 24 w 1658"/>
                  <a:gd name="T47" fmla="*/ 38 h 674"/>
                  <a:gd name="T48" fmla="*/ 22 w 1658"/>
                  <a:gd name="T49" fmla="*/ 38 h 674"/>
                  <a:gd name="T50" fmla="*/ 20 w 1658"/>
                  <a:gd name="T51" fmla="*/ 39 h 674"/>
                  <a:gd name="T52" fmla="*/ 17 w 1658"/>
                  <a:gd name="T53" fmla="*/ 40 h 674"/>
                  <a:gd name="T54" fmla="*/ 14 w 1658"/>
                  <a:gd name="T55" fmla="*/ 40 h 674"/>
                  <a:gd name="T56" fmla="*/ 11 w 1658"/>
                  <a:gd name="T57" fmla="*/ 41 h 674"/>
                  <a:gd name="T58" fmla="*/ 8 w 1658"/>
                  <a:gd name="T59" fmla="*/ 41 h 674"/>
                  <a:gd name="T60" fmla="*/ 5 w 1658"/>
                  <a:gd name="T61" fmla="*/ 41 h 674"/>
                  <a:gd name="T62" fmla="*/ 3 w 1658"/>
                  <a:gd name="T63" fmla="*/ 42 h 674"/>
                  <a:gd name="T64" fmla="*/ 0 w 1658"/>
                  <a:gd name="T65" fmla="*/ 42 h 67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658"/>
                  <a:gd name="T100" fmla="*/ 0 h 674"/>
                  <a:gd name="T101" fmla="*/ 1658 w 1658"/>
                  <a:gd name="T102" fmla="*/ 674 h 67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658" h="674">
                    <a:moveTo>
                      <a:pt x="1658" y="0"/>
                    </a:moveTo>
                    <a:lnTo>
                      <a:pt x="1628" y="37"/>
                    </a:lnTo>
                    <a:lnTo>
                      <a:pt x="1596" y="73"/>
                    </a:lnTo>
                    <a:lnTo>
                      <a:pt x="1562" y="109"/>
                    </a:lnTo>
                    <a:lnTo>
                      <a:pt x="1527" y="143"/>
                    </a:lnTo>
                    <a:lnTo>
                      <a:pt x="1489" y="177"/>
                    </a:lnTo>
                    <a:lnTo>
                      <a:pt x="1450" y="209"/>
                    </a:lnTo>
                    <a:lnTo>
                      <a:pt x="1410" y="241"/>
                    </a:lnTo>
                    <a:lnTo>
                      <a:pt x="1367" y="272"/>
                    </a:lnTo>
                    <a:lnTo>
                      <a:pt x="1324" y="302"/>
                    </a:lnTo>
                    <a:lnTo>
                      <a:pt x="1278" y="330"/>
                    </a:lnTo>
                    <a:lnTo>
                      <a:pt x="1232" y="358"/>
                    </a:lnTo>
                    <a:lnTo>
                      <a:pt x="1183" y="385"/>
                    </a:lnTo>
                    <a:lnTo>
                      <a:pt x="1134" y="411"/>
                    </a:lnTo>
                    <a:lnTo>
                      <a:pt x="1083" y="435"/>
                    </a:lnTo>
                    <a:lnTo>
                      <a:pt x="1031" y="459"/>
                    </a:lnTo>
                    <a:lnTo>
                      <a:pt x="978" y="481"/>
                    </a:lnTo>
                    <a:lnTo>
                      <a:pt x="923" y="502"/>
                    </a:lnTo>
                    <a:lnTo>
                      <a:pt x="868" y="522"/>
                    </a:lnTo>
                    <a:lnTo>
                      <a:pt x="811" y="541"/>
                    </a:lnTo>
                    <a:lnTo>
                      <a:pt x="754" y="559"/>
                    </a:lnTo>
                    <a:lnTo>
                      <a:pt x="695" y="576"/>
                    </a:lnTo>
                    <a:lnTo>
                      <a:pt x="636" y="591"/>
                    </a:lnTo>
                    <a:lnTo>
                      <a:pt x="575" y="605"/>
                    </a:lnTo>
                    <a:lnTo>
                      <a:pt x="514" y="618"/>
                    </a:lnTo>
                    <a:lnTo>
                      <a:pt x="452" y="630"/>
                    </a:lnTo>
                    <a:lnTo>
                      <a:pt x="389" y="640"/>
                    </a:lnTo>
                    <a:lnTo>
                      <a:pt x="326" y="649"/>
                    </a:lnTo>
                    <a:lnTo>
                      <a:pt x="262" y="657"/>
                    </a:lnTo>
                    <a:lnTo>
                      <a:pt x="197" y="663"/>
                    </a:lnTo>
                    <a:lnTo>
                      <a:pt x="132" y="668"/>
                    </a:lnTo>
                    <a:lnTo>
                      <a:pt x="66" y="672"/>
                    </a:lnTo>
                    <a:lnTo>
                      <a:pt x="0" y="674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38" name="Freeform 36"/>
              <p:cNvSpPr>
                <a:spLocks/>
              </p:cNvSpPr>
              <p:nvPr/>
            </p:nvSpPr>
            <p:spPr bwMode="auto">
              <a:xfrm>
                <a:off x="1437" y="2821"/>
                <a:ext cx="58" cy="43"/>
              </a:xfrm>
              <a:custGeom>
                <a:avLst/>
                <a:gdLst>
                  <a:gd name="T0" fmla="*/ 4 w 99"/>
                  <a:gd name="T1" fmla="*/ 0 h 67"/>
                  <a:gd name="T2" fmla="*/ 0 w 99"/>
                  <a:gd name="T3" fmla="*/ 3 h 67"/>
                  <a:gd name="T4" fmla="*/ 4 w 99"/>
                  <a:gd name="T5" fmla="*/ 5 h 67"/>
                  <a:gd name="T6" fmla="*/ 3 w 99"/>
                  <a:gd name="T7" fmla="*/ 3 h 67"/>
                  <a:gd name="T8" fmla="*/ 4 w 99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98" y="0"/>
                    </a:moveTo>
                    <a:lnTo>
                      <a:pt x="0" y="35"/>
                    </a:lnTo>
                    <a:lnTo>
                      <a:pt x="99" y="67"/>
                    </a:lnTo>
                    <a:lnTo>
                      <a:pt x="68" y="34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39" name="Freeform 37"/>
              <p:cNvSpPr>
                <a:spLocks/>
              </p:cNvSpPr>
              <p:nvPr/>
            </p:nvSpPr>
            <p:spPr bwMode="auto">
              <a:xfrm>
                <a:off x="3390" y="2386"/>
                <a:ext cx="1030" cy="208"/>
              </a:xfrm>
              <a:custGeom>
                <a:avLst/>
                <a:gdLst>
                  <a:gd name="T0" fmla="*/ 75 w 1741"/>
                  <a:gd name="T1" fmla="*/ 21 h 330"/>
                  <a:gd name="T2" fmla="*/ 69 w 1741"/>
                  <a:gd name="T3" fmla="*/ 21 h 330"/>
                  <a:gd name="T4" fmla="*/ 64 w 1741"/>
                  <a:gd name="T5" fmla="*/ 21 h 330"/>
                  <a:gd name="T6" fmla="*/ 59 w 1741"/>
                  <a:gd name="T7" fmla="*/ 20 h 330"/>
                  <a:gd name="T8" fmla="*/ 53 w 1741"/>
                  <a:gd name="T9" fmla="*/ 20 h 330"/>
                  <a:gd name="T10" fmla="*/ 48 w 1741"/>
                  <a:gd name="T11" fmla="*/ 19 h 330"/>
                  <a:gd name="T12" fmla="*/ 43 w 1741"/>
                  <a:gd name="T13" fmla="*/ 18 h 330"/>
                  <a:gd name="T14" fmla="*/ 38 w 1741"/>
                  <a:gd name="T15" fmla="*/ 16 h 330"/>
                  <a:gd name="T16" fmla="*/ 33 w 1741"/>
                  <a:gd name="T17" fmla="*/ 16 h 330"/>
                  <a:gd name="T18" fmla="*/ 28 w 1741"/>
                  <a:gd name="T19" fmla="*/ 14 h 330"/>
                  <a:gd name="T20" fmla="*/ 24 w 1741"/>
                  <a:gd name="T21" fmla="*/ 13 h 330"/>
                  <a:gd name="T22" fmla="*/ 20 w 1741"/>
                  <a:gd name="T23" fmla="*/ 11 h 330"/>
                  <a:gd name="T24" fmla="*/ 17 w 1741"/>
                  <a:gd name="T25" fmla="*/ 10 h 330"/>
                  <a:gd name="T26" fmla="*/ 15 w 1741"/>
                  <a:gd name="T27" fmla="*/ 9 h 330"/>
                  <a:gd name="T28" fmla="*/ 13 w 1741"/>
                  <a:gd name="T29" fmla="*/ 8 h 330"/>
                  <a:gd name="T30" fmla="*/ 11 w 1741"/>
                  <a:gd name="T31" fmla="*/ 7 h 330"/>
                  <a:gd name="T32" fmla="*/ 9 w 1741"/>
                  <a:gd name="T33" fmla="*/ 6 h 330"/>
                  <a:gd name="T34" fmla="*/ 7 w 1741"/>
                  <a:gd name="T35" fmla="*/ 5 h 330"/>
                  <a:gd name="T36" fmla="*/ 5 w 1741"/>
                  <a:gd name="T37" fmla="*/ 4 h 330"/>
                  <a:gd name="T38" fmla="*/ 4 w 1741"/>
                  <a:gd name="T39" fmla="*/ 3 h 330"/>
                  <a:gd name="T40" fmla="*/ 2 w 1741"/>
                  <a:gd name="T41" fmla="*/ 1 h 330"/>
                  <a:gd name="T42" fmla="*/ 0 w 1741"/>
                  <a:gd name="T43" fmla="*/ 0 h 33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741"/>
                  <a:gd name="T67" fmla="*/ 0 h 330"/>
                  <a:gd name="T68" fmla="*/ 1741 w 1741"/>
                  <a:gd name="T69" fmla="*/ 330 h 33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741" h="330">
                    <a:moveTo>
                      <a:pt x="1741" y="330"/>
                    </a:moveTo>
                    <a:lnTo>
                      <a:pt x="1612" y="330"/>
                    </a:lnTo>
                    <a:lnTo>
                      <a:pt x="1485" y="327"/>
                    </a:lnTo>
                    <a:lnTo>
                      <a:pt x="1359" y="321"/>
                    </a:lnTo>
                    <a:lnTo>
                      <a:pt x="1236" y="313"/>
                    </a:lnTo>
                    <a:lnTo>
                      <a:pt x="1115" y="301"/>
                    </a:lnTo>
                    <a:lnTo>
                      <a:pt x="996" y="287"/>
                    </a:lnTo>
                    <a:lnTo>
                      <a:pt x="880" y="270"/>
                    </a:lnTo>
                    <a:lnTo>
                      <a:pt x="767" y="250"/>
                    </a:lnTo>
                    <a:lnTo>
                      <a:pt x="658" y="227"/>
                    </a:lnTo>
                    <a:lnTo>
                      <a:pt x="552" y="202"/>
                    </a:lnTo>
                    <a:lnTo>
                      <a:pt x="449" y="175"/>
                    </a:lnTo>
                    <a:lnTo>
                      <a:pt x="399" y="160"/>
                    </a:lnTo>
                    <a:lnTo>
                      <a:pt x="351" y="145"/>
                    </a:lnTo>
                    <a:lnTo>
                      <a:pt x="303" y="129"/>
                    </a:lnTo>
                    <a:lnTo>
                      <a:pt x="256" y="112"/>
                    </a:lnTo>
                    <a:lnTo>
                      <a:pt x="211" y="95"/>
                    </a:lnTo>
                    <a:lnTo>
                      <a:pt x="166" y="77"/>
                    </a:lnTo>
                    <a:lnTo>
                      <a:pt x="123" y="59"/>
                    </a:lnTo>
                    <a:lnTo>
                      <a:pt x="81" y="40"/>
                    </a:lnTo>
                    <a:lnTo>
                      <a:pt x="40" y="20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0" name="Freeform 38"/>
              <p:cNvSpPr>
                <a:spLocks/>
              </p:cNvSpPr>
              <p:nvPr/>
            </p:nvSpPr>
            <p:spPr bwMode="auto">
              <a:xfrm>
                <a:off x="4401" y="2573"/>
                <a:ext cx="59" cy="42"/>
              </a:xfrm>
              <a:custGeom>
                <a:avLst/>
                <a:gdLst>
                  <a:gd name="T0" fmla="*/ 1 w 99"/>
                  <a:gd name="T1" fmla="*/ 4 h 67"/>
                  <a:gd name="T2" fmla="*/ 5 w 99"/>
                  <a:gd name="T3" fmla="*/ 2 h 67"/>
                  <a:gd name="T4" fmla="*/ 0 w 99"/>
                  <a:gd name="T5" fmla="*/ 0 h 67"/>
                  <a:gd name="T6" fmla="*/ 1 w 99"/>
                  <a:gd name="T7" fmla="*/ 2 h 67"/>
                  <a:gd name="T8" fmla="*/ 1 w 99"/>
                  <a:gd name="T9" fmla="*/ 4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1" y="67"/>
                    </a:moveTo>
                    <a:lnTo>
                      <a:pt x="99" y="32"/>
                    </a:lnTo>
                    <a:lnTo>
                      <a:pt x="0" y="0"/>
                    </a:lnTo>
                    <a:lnTo>
                      <a:pt x="31" y="33"/>
                    </a:lnTo>
                    <a:lnTo>
                      <a:pt x="1" y="67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1" name="Freeform 39"/>
              <p:cNvSpPr>
                <a:spLocks/>
              </p:cNvSpPr>
              <p:nvPr/>
            </p:nvSpPr>
            <p:spPr bwMode="auto">
              <a:xfrm>
                <a:off x="1412" y="2100"/>
                <a:ext cx="1030" cy="208"/>
              </a:xfrm>
              <a:custGeom>
                <a:avLst/>
                <a:gdLst>
                  <a:gd name="T0" fmla="*/ 0 w 1742"/>
                  <a:gd name="T1" fmla="*/ 0 h 331"/>
                  <a:gd name="T2" fmla="*/ 5 w 1742"/>
                  <a:gd name="T3" fmla="*/ 0 h 331"/>
                  <a:gd name="T4" fmla="*/ 11 w 1742"/>
                  <a:gd name="T5" fmla="*/ 1 h 331"/>
                  <a:gd name="T6" fmla="*/ 17 w 1742"/>
                  <a:gd name="T7" fmla="*/ 1 h 331"/>
                  <a:gd name="T8" fmla="*/ 22 w 1742"/>
                  <a:gd name="T9" fmla="*/ 1 h 331"/>
                  <a:gd name="T10" fmla="*/ 27 w 1742"/>
                  <a:gd name="T11" fmla="*/ 2 h 331"/>
                  <a:gd name="T12" fmla="*/ 32 w 1742"/>
                  <a:gd name="T13" fmla="*/ 3 h 331"/>
                  <a:gd name="T14" fmla="*/ 37 w 1742"/>
                  <a:gd name="T15" fmla="*/ 4 h 331"/>
                  <a:gd name="T16" fmla="*/ 41 w 1742"/>
                  <a:gd name="T17" fmla="*/ 5 h 331"/>
                  <a:gd name="T18" fmla="*/ 46 w 1742"/>
                  <a:gd name="T19" fmla="*/ 6 h 331"/>
                  <a:gd name="T20" fmla="*/ 51 w 1742"/>
                  <a:gd name="T21" fmla="*/ 8 h 331"/>
                  <a:gd name="T22" fmla="*/ 55 w 1742"/>
                  <a:gd name="T23" fmla="*/ 10 h 331"/>
                  <a:gd name="T24" fmla="*/ 57 w 1742"/>
                  <a:gd name="T25" fmla="*/ 10 h 331"/>
                  <a:gd name="T26" fmla="*/ 60 w 1742"/>
                  <a:gd name="T27" fmla="*/ 12 h 331"/>
                  <a:gd name="T28" fmla="*/ 61 w 1742"/>
                  <a:gd name="T29" fmla="*/ 12 h 331"/>
                  <a:gd name="T30" fmla="*/ 64 w 1742"/>
                  <a:gd name="T31" fmla="*/ 13 h 331"/>
                  <a:gd name="T32" fmla="*/ 66 w 1742"/>
                  <a:gd name="T33" fmla="*/ 14 h 331"/>
                  <a:gd name="T34" fmla="*/ 67 w 1742"/>
                  <a:gd name="T35" fmla="*/ 16 h 331"/>
                  <a:gd name="T36" fmla="*/ 69 w 1742"/>
                  <a:gd name="T37" fmla="*/ 16 h 331"/>
                  <a:gd name="T38" fmla="*/ 71 w 1742"/>
                  <a:gd name="T39" fmla="*/ 18 h 331"/>
                  <a:gd name="T40" fmla="*/ 73 w 1742"/>
                  <a:gd name="T41" fmla="*/ 19 h 331"/>
                  <a:gd name="T42" fmla="*/ 75 w 1742"/>
                  <a:gd name="T43" fmla="*/ 21 h 33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742"/>
                  <a:gd name="T67" fmla="*/ 0 h 331"/>
                  <a:gd name="T68" fmla="*/ 1742 w 1742"/>
                  <a:gd name="T69" fmla="*/ 331 h 33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742" h="331">
                    <a:moveTo>
                      <a:pt x="0" y="0"/>
                    </a:moveTo>
                    <a:lnTo>
                      <a:pt x="129" y="0"/>
                    </a:lnTo>
                    <a:lnTo>
                      <a:pt x="256" y="3"/>
                    </a:lnTo>
                    <a:lnTo>
                      <a:pt x="382" y="9"/>
                    </a:lnTo>
                    <a:lnTo>
                      <a:pt x="505" y="18"/>
                    </a:lnTo>
                    <a:lnTo>
                      <a:pt x="627" y="29"/>
                    </a:lnTo>
                    <a:lnTo>
                      <a:pt x="745" y="44"/>
                    </a:lnTo>
                    <a:lnTo>
                      <a:pt x="861" y="61"/>
                    </a:lnTo>
                    <a:lnTo>
                      <a:pt x="974" y="80"/>
                    </a:lnTo>
                    <a:lnTo>
                      <a:pt x="1083" y="103"/>
                    </a:lnTo>
                    <a:lnTo>
                      <a:pt x="1190" y="128"/>
                    </a:lnTo>
                    <a:lnTo>
                      <a:pt x="1292" y="156"/>
                    </a:lnTo>
                    <a:lnTo>
                      <a:pt x="1342" y="170"/>
                    </a:lnTo>
                    <a:lnTo>
                      <a:pt x="1391" y="186"/>
                    </a:lnTo>
                    <a:lnTo>
                      <a:pt x="1439" y="202"/>
                    </a:lnTo>
                    <a:lnTo>
                      <a:pt x="1485" y="218"/>
                    </a:lnTo>
                    <a:lnTo>
                      <a:pt x="1531" y="236"/>
                    </a:lnTo>
                    <a:lnTo>
                      <a:pt x="1576" y="254"/>
                    </a:lnTo>
                    <a:lnTo>
                      <a:pt x="1619" y="272"/>
                    </a:lnTo>
                    <a:lnTo>
                      <a:pt x="1661" y="291"/>
                    </a:lnTo>
                    <a:lnTo>
                      <a:pt x="1702" y="311"/>
                    </a:lnTo>
                    <a:lnTo>
                      <a:pt x="1742" y="331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2" name="Freeform 40"/>
              <p:cNvSpPr>
                <a:spLocks/>
              </p:cNvSpPr>
              <p:nvPr/>
            </p:nvSpPr>
            <p:spPr bwMode="auto">
              <a:xfrm>
                <a:off x="1372" y="2079"/>
                <a:ext cx="59" cy="42"/>
              </a:xfrm>
              <a:custGeom>
                <a:avLst/>
                <a:gdLst>
                  <a:gd name="T0" fmla="*/ 5 w 99"/>
                  <a:gd name="T1" fmla="*/ 0 h 67"/>
                  <a:gd name="T2" fmla="*/ 0 w 99"/>
                  <a:gd name="T3" fmla="*/ 3 h 67"/>
                  <a:gd name="T4" fmla="*/ 5 w 99"/>
                  <a:gd name="T5" fmla="*/ 4 h 67"/>
                  <a:gd name="T6" fmla="*/ 3 w 99"/>
                  <a:gd name="T7" fmla="*/ 2 h 67"/>
                  <a:gd name="T8" fmla="*/ 5 w 99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98" y="0"/>
                    </a:moveTo>
                    <a:lnTo>
                      <a:pt x="0" y="35"/>
                    </a:lnTo>
                    <a:lnTo>
                      <a:pt x="99" y="67"/>
                    </a:lnTo>
                    <a:lnTo>
                      <a:pt x="68" y="34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3" name="Freeform 41"/>
              <p:cNvSpPr>
                <a:spLocks/>
              </p:cNvSpPr>
              <p:nvPr/>
            </p:nvSpPr>
            <p:spPr bwMode="auto">
              <a:xfrm>
                <a:off x="3390" y="2104"/>
                <a:ext cx="1030" cy="209"/>
              </a:xfrm>
              <a:custGeom>
                <a:avLst/>
                <a:gdLst>
                  <a:gd name="T0" fmla="*/ 0 w 1742"/>
                  <a:gd name="T1" fmla="*/ 21 h 331"/>
                  <a:gd name="T2" fmla="*/ 2 w 1742"/>
                  <a:gd name="T3" fmla="*/ 20 h 331"/>
                  <a:gd name="T4" fmla="*/ 4 w 1742"/>
                  <a:gd name="T5" fmla="*/ 18 h 331"/>
                  <a:gd name="T6" fmla="*/ 5 w 1742"/>
                  <a:gd name="T7" fmla="*/ 18 h 331"/>
                  <a:gd name="T8" fmla="*/ 7 w 1742"/>
                  <a:gd name="T9" fmla="*/ 16 h 331"/>
                  <a:gd name="T10" fmla="*/ 9 w 1742"/>
                  <a:gd name="T11" fmla="*/ 15 h 331"/>
                  <a:gd name="T12" fmla="*/ 11 w 1742"/>
                  <a:gd name="T13" fmla="*/ 14 h 331"/>
                  <a:gd name="T14" fmla="*/ 13 w 1742"/>
                  <a:gd name="T15" fmla="*/ 13 h 331"/>
                  <a:gd name="T16" fmla="*/ 15 w 1742"/>
                  <a:gd name="T17" fmla="*/ 12 h 331"/>
                  <a:gd name="T18" fmla="*/ 17 w 1742"/>
                  <a:gd name="T19" fmla="*/ 11 h 331"/>
                  <a:gd name="T20" fmla="*/ 20 w 1742"/>
                  <a:gd name="T21" fmla="*/ 10 h 331"/>
                  <a:gd name="T22" fmla="*/ 24 w 1742"/>
                  <a:gd name="T23" fmla="*/ 8 h 331"/>
                  <a:gd name="T24" fmla="*/ 28 w 1742"/>
                  <a:gd name="T25" fmla="*/ 6 h 331"/>
                  <a:gd name="T26" fmla="*/ 33 w 1742"/>
                  <a:gd name="T27" fmla="*/ 5 h 331"/>
                  <a:gd name="T28" fmla="*/ 38 w 1742"/>
                  <a:gd name="T29" fmla="*/ 4 h 331"/>
                  <a:gd name="T30" fmla="*/ 43 w 1742"/>
                  <a:gd name="T31" fmla="*/ 3 h 331"/>
                  <a:gd name="T32" fmla="*/ 48 w 1742"/>
                  <a:gd name="T33" fmla="*/ 2 h 331"/>
                  <a:gd name="T34" fmla="*/ 53 w 1742"/>
                  <a:gd name="T35" fmla="*/ 1 h 331"/>
                  <a:gd name="T36" fmla="*/ 58 w 1742"/>
                  <a:gd name="T37" fmla="*/ 1 h 331"/>
                  <a:gd name="T38" fmla="*/ 64 w 1742"/>
                  <a:gd name="T39" fmla="*/ 1 h 331"/>
                  <a:gd name="T40" fmla="*/ 69 w 1742"/>
                  <a:gd name="T41" fmla="*/ 0 h 331"/>
                  <a:gd name="T42" fmla="*/ 75 w 1742"/>
                  <a:gd name="T43" fmla="*/ 0 h 33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742"/>
                  <a:gd name="T67" fmla="*/ 0 h 331"/>
                  <a:gd name="T68" fmla="*/ 1742 w 1742"/>
                  <a:gd name="T69" fmla="*/ 331 h 33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742" h="331">
                    <a:moveTo>
                      <a:pt x="0" y="331"/>
                    </a:moveTo>
                    <a:lnTo>
                      <a:pt x="40" y="311"/>
                    </a:lnTo>
                    <a:lnTo>
                      <a:pt x="81" y="291"/>
                    </a:lnTo>
                    <a:lnTo>
                      <a:pt x="123" y="272"/>
                    </a:lnTo>
                    <a:lnTo>
                      <a:pt x="167" y="254"/>
                    </a:lnTo>
                    <a:lnTo>
                      <a:pt x="211" y="236"/>
                    </a:lnTo>
                    <a:lnTo>
                      <a:pt x="257" y="218"/>
                    </a:lnTo>
                    <a:lnTo>
                      <a:pt x="303" y="202"/>
                    </a:lnTo>
                    <a:lnTo>
                      <a:pt x="351" y="186"/>
                    </a:lnTo>
                    <a:lnTo>
                      <a:pt x="400" y="170"/>
                    </a:lnTo>
                    <a:lnTo>
                      <a:pt x="450" y="156"/>
                    </a:lnTo>
                    <a:lnTo>
                      <a:pt x="552" y="128"/>
                    </a:lnTo>
                    <a:lnTo>
                      <a:pt x="659" y="103"/>
                    </a:lnTo>
                    <a:lnTo>
                      <a:pt x="768" y="80"/>
                    </a:lnTo>
                    <a:lnTo>
                      <a:pt x="881" y="61"/>
                    </a:lnTo>
                    <a:lnTo>
                      <a:pt x="997" y="44"/>
                    </a:lnTo>
                    <a:lnTo>
                      <a:pt x="1116" y="29"/>
                    </a:lnTo>
                    <a:lnTo>
                      <a:pt x="1237" y="18"/>
                    </a:lnTo>
                    <a:lnTo>
                      <a:pt x="1360" y="9"/>
                    </a:lnTo>
                    <a:lnTo>
                      <a:pt x="1486" y="3"/>
                    </a:lnTo>
                    <a:lnTo>
                      <a:pt x="1613" y="0"/>
                    </a:lnTo>
                    <a:lnTo>
                      <a:pt x="1742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4" name="Freeform 42"/>
              <p:cNvSpPr>
                <a:spLocks/>
              </p:cNvSpPr>
              <p:nvPr/>
            </p:nvSpPr>
            <p:spPr bwMode="auto">
              <a:xfrm>
                <a:off x="4401" y="2085"/>
                <a:ext cx="59" cy="42"/>
              </a:xfrm>
              <a:custGeom>
                <a:avLst/>
                <a:gdLst>
                  <a:gd name="T0" fmla="*/ 0 w 99"/>
                  <a:gd name="T1" fmla="*/ 4 h 67"/>
                  <a:gd name="T2" fmla="*/ 5 w 99"/>
                  <a:gd name="T3" fmla="*/ 2 h 67"/>
                  <a:gd name="T4" fmla="*/ 1 w 99"/>
                  <a:gd name="T5" fmla="*/ 0 h 67"/>
                  <a:gd name="T6" fmla="*/ 1 w 99"/>
                  <a:gd name="T7" fmla="*/ 2 h 67"/>
                  <a:gd name="T8" fmla="*/ 0 w 99"/>
                  <a:gd name="T9" fmla="*/ 4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0" y="67"/>
                    </a:moveTo>
                    <a:lnTo>
                      <a:pt x="99" y="34"/>
                    </a:lnTo>
                    <a:lnTo>
                      <a:pt x="1" y="0"/>
                    </a:lnTo>
                    <a:lnTo>
                      <a:pt x="31" y="33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5" name="Freeform 43"/>
              <p:cNvSpPr>
                <a:spLocks/>
              </p:cNvSpPr>
              <p:nvPr/>
            </p:nvSpPr>
            <p:spPr bwMode="auto">
              <a:xfrm>
                <a:off x="1402" y="2381"/>
                <a:ext cx="1020" cy="211"/>
              </a:xfrm>
              <a:custGeom>
                <a:avLst/>
                <a:gdLst>
                  <a:gd name="T0" fmla="*/ 70 w 1743"/>
                  <a:gd name="T1" fmla="*/ 0 h 330"/>
                  <a:gd name="T2" fmla="*/ 68 w 1743"/>
                  <a:gd name="T3" fmla="*/ 1 h 330"/>
                  <a:gd name="T4" fmla="*/ 67 w 1743"/>
                  <a:gd name="T5" fmla="*/ 3 h 330"/>
                  <a:gd name="T6" fmla="*/ 65 w 1743"/>
                  <a:gd name="T7" fmla="*/ 4 h 330"/>
                  <a:gd name="T8" fmla="*/ 63 w 1743"/>
                  <a:gd name="T9" fmla="*/ 5 h 330"/>
                  <a:gd name="T10" fmla="*/ 61 w 1743"/>
                  <a:gd name="T11" fmla="*/ 6 h 330"/>
                  <a:gd name="T12" fmla="*/ 60 w 1743"/>
                  <a:gd name="T13" fmla="*/ 8 h 330"/>
                  <a:gd name="T14" fmla="*/ 58 w 1743"/>
                  <a:gd name="T15" fmla="*/ 8 h 330"/>
                  <a:gd name="T16" fmla="*/ 56 w 1743"/>
                  <a:gd name="T17" fmla="*/ 10 h 330"/>
                  <a:gd name="T18" fmla="*/ 54 w 1743"/>
                  <a:gd name="T19" fmla="*/ 11 h 330"/>
                  <a:gd name="T20" fmla="*/ 52 w 1743"/>
                  <a:gd name="T21" fmla="*/ 12 h 330"/>
                  <a:gd name="T22" fmla="*/ 47 w 1743"/>
                  <a:gd name="T23" fmla="*/ 13 h 330"/>
                  <a:gd name="T24" fmla="*/ 43 w 1743"/>
                  <a:gd name="T25" fmla="*/ 15 h 330"/>
                  <a:gd name="T26" fmla="*/ 39 w 1743"/>
                  <a:gd name="T27" fmla="*/ 17 h 330"/>
                  <a:gd name="T28" fmla="*/ 35 w 1743"/>
                  <a:gd name="T29" fmla="*/ 19 h 330"/>
                  <a:gd name="T30" fmla="*/ 30 w 1743"/>
                  <a:gd name="T31" fmla="*/ 20 h 330"/>
                  <a:gd name="T32" fmla="*/ 25 w 1743"/>
                  <a:gd name="T33" fmla="*/ 21 h 330"/>
                  <a:gd name="T34" fmla="*/ 20 w 1743"/>
                  <a:gd name="T35" fmla="*/ 21 h 330"/>
                  <a:gd name="T36" fmla="*/ 15 w 1743"/>
                  <a:gd name="T37" fmla="*/ 22 h 330"/>
                  <a:gd name="T38" fmla="*/ 11 w 1743"/>
                  <a:gd name="T39" fmla="*/ 22 h 330"/>
                  <a:gd name="T40" fmla="*/ 5 w 1743"/>
                  <a:gd name="T41" fmla="*/ 22 h 330"/>
                  <a:gd name="T42" fmla="*/ 0 w 1743"/>
                  <a:gd name="T43" fmla="*/ 22 h 33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743"/>
                  <a:gd name="T67" fmla="*/ 0 h 330"/>
                  <a:gd name="T68" fmla="*/ 1743 w 1743"/>
                  <a:gd name="T69" fmla="*/ 330 h 33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743" h="330">
                    <a:moveTo>
                      <a:pt x="1743" y="0"/>
                    </a:moveTo>
                    <a:lnTo>
                      <a:pt x="1703" y="20"/>
                    </a:lnTo>
                    <a:lnTo>
                      <a:pt x="1662" y="40"/>
                    </a:lnTo>
                    <a:lnTo>
                      <a:pt x="1620" y="59"/>
                    </a:lnTo>
                    <a:lnTo>
                      <a:pt x="1576" y="77"/>
                    </a:lnTo>
                    <a:lnTo>
                      <a:pt x="1532" y="95"/>
                    </a:lnTo>
                    <a:lnTo>
                      <a:pt x="1486" y="112"/>
                    </a:lnTo>
                    <a:lnTo>
                      <a:pt x="1439" y="129"/>
                    </a:lnTo>
                    <a:lnTo>
                      <a:pt x="1391" y="145"/>
                    </a:lnTo>
                    <a:lnTo>
                      <a:pt x="1342" y="160"/>
                    </a:lnTo>
                    <a:lnTo>
                      <a:pt x="1292" y="175"/>
                    </a:lnTo>
                    <a:lnTo>
                      <a:pt x="1190" y="202"/>
                    </a:lnTo>
                    <a:lnTo>
                      <a:pt x="1084" y="227"/>
                    </a:lnTo>
                    <a:lnTo>
                      <a:pt x="974" y="250"/>
                    </a:lnTo>
                    <a:lnTo>
                      <a:pt x="861" y="270"/>
                    </a:lnTo>
                    <a:lnTo>
                      <a:pt x="745" y="287"/>
                    </a:lnTo>
                    <a:lnTo>
                      <a:pt x="627" y="301"/>
                    </a:lnTo>
                    <a:lnTo>
                      <a:pt x="505" y="313"/>
                    </a:lnTo>
                    <a:lnTo>
                      <a:pt x="382" y="321"/>
                    </a:lnTo>
                    <a:lnTo>
                      <a:pt x="256" y="327"/>
                    </a:lnTo>
                    <a:lnTo>
                      <a:pt x="129" y="330"/>
                    </a:lnTo>
                    <a:lnTo>
                      <a:pt x="0" y="33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6" name="Freeform 44"/>
              <p:cNvSpPr>
                <a:spLocks/>
              </p:cNvSpPr>
              <p:nvPr/>
            </p:nvSpPr>
            <p:spPr bwMode="auto">
              <a:xfrm>
                <a:off x="1362" y="2571"/>
                <a:ext cx="58" cy="43"/>
              </a:xfrm>
              <a:custGeom>
                <a:avLst/>
                <a:gdLst>
                  <a:gd name="T0" fmla="*/ 4 w 99"/>
                  <a:gd name="T1" fmla="*/ 0 h 67"/>
                  <a:gd name="T2" fmla="*/ 0 w 99"/>
                  <a:gd name="T3" fmla="*/ 2 h 67"/>
                  <a:gd name="T4" fmla="*/ 4 w 99"/>
                  <a:gd name="T5" fmla="*/ 5 h 67"/>
                  <a:gd name="T6" fmla="*/ 3 w 99"/>
                  <a:gd name="T7" fmla="*/ 3 h 67"/>
                  <a:gd name="T8" fmla="*/ 4 w 99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99" y="0"/>
                    </a:moveTo>
                    <a:lnTo>
                      <a:pt x="0" y="33"/>
                    </a:lnTo>
                    <a:lnTo>
                      <a:pt x="98" y="67"/>
                    </a:lnTo>
                    <a:lnTo>
                      <a:pt x="68" y="3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7" name="Line 45"/>
              <p:cNvSpPr>
                <a:spLocks noChangeShapeType="1"/>
              </p:cNvSpPr>
              <p:nvPr/>
            </p:nvSpPr>
            <p:spPr bwMode="auto">
              <a:xfrm>
                <a:off x="3408" y="2352"/>
                <a:ext cx="1038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8" name="Freeform 46"/>
              <p:cNvSpPr>
                <a:spLocks/>
              </p:cNvSpPr>
              <p:nvPr/>
            </p:nvSpPr>
            <p:spPr bwMode="auto">
              <a:xfrm>
                <a:off x="4406" y="2333"/>
                <a:ext cx="58" cy="42"/>
              </a:xfrm>
              <a:custGeom>
                <a:avLst/>
                <a:gdLst>
                  <a:gd name="T0" fmla="*/ 0 w 99"/>
                  <a:gd name="T1" fmla="*/ 4 h 67"/>
                  <a:gd name="T2" fmla="*/ 4 w 99"/>
                  <a:gd name="T3" fmla="*/ 2 h 67"/>
                  <a:gd name="T4" fmla="*/ 0 w 99"/>
                  <a:gd name="T5" fmla="*/ 0 h 67"/>
                  <a:gd name="T6" fmla="*/ 1 w 99"/>
                  <a:gd name="T7" fmla="*/ 2 h 67"/>
                  <a:gd name="T8" fmla="*/ 0 w 99"/>
                  <a:gd name="T9" fmla="*/ 4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0" y="67"/>
                    </a:moveTo>
                    <a:lnTo>
                      <a:pt x="99" y="33"/>
                    </a:lnTo>
                    <a:lnTo>
                      <a:pt x="0" y="0"/>
                    </a:lnTo>
                    <a:lnTo>
                      <a:pt x="31" y="33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9" name="Line 47"/>
              <p:cNvSpPr>
                <a:spLocks noChangeShapeType="1"/>
              </p:cNvSpPr>
              <p:nvPr/>
            </p:nvSpPr>
            <p:spPr bwMode="auto">
              <a:xfrm flipH="1">
                <a:off x="1385" y="2337"/>
                <a:ext cx="1037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50" name="Freeform 48"/>
              <p:cNvSpPr>
                <a:spLocks/>
              </p:cNvSpPr>
              <p:nvPr/>
            </p:nvSpPr>
            <p:spPr bwMode="auto">
              <a:xfrm>
                <a:off x="1344" y="2323"/>
                <a:ext cx="62" cy="33"/>
              </a:xfrm>
              <a:custGeom>
                <a:avLst/>
                <a:gdLst>
                  <a:gd name="T0" fmla="*/ 6 w 99"/>
                  <a:gd name="T1" fmla="*/ 0 h 67"/>
                  <a:gd name="T2" fmla="*/ 0 w 99"/>
                  <a:gd name="T3" fmla="*/ 0 h 67"/>
                  <a:gd name="T4" fmla="*/ 6 w 99"/>
                  <a:gd name="T5" fmla="*/ 1 h 67"/>
                  <a:gd name="T6" fmla="*/ 4 w 99"/>
                  <a:gd name="T7" fmla="*/ 0 h 67"/>
                  <a:gd name="T8" fmla="*/ 6 w 99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99" y="0"/>
                    </a:moveTo>
                    <a:lnTo>
                      <a:pt x="0" y="34"/>
                    </a:lnTo>
                    <a:lnTo>
                      <a:pt x="99" y="67"/>
                    </a:lnTo>
                    <a:lnTo>
                      <a:pt x="68" y="3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0099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51" name="Oval 49"/>
              <p:cNvSpPr>
                <a:spLocks noChangeArrowheads="1"/>
              </p:cNvSpPr>
              <p:nvPr/>
            </p:nvSpPr>
            <p:spPr bwMode="auto">
              <a:xfrm>
                <a:off x="3216" y="2256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99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100"/>
                  <a:t>+</a:t>
                </a:r>
              </a:p>
            </p:txBody>
          </p:sp>
          <p:sp>
            <p:nvSpPr>
              <p:cNvPr id="51252" name="Oval 50"/>
              <p:cNvSpPr>
                <a:spLocks noChangeArrowheads="1"/>
              </p:cNvSpPr>
              <p:nvPr/>
            </p:nvSpPr>
            <p:spPr bwMode="auto">
              <a:xfrm>
                <a:off x="2400" y="2256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99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100"/>
                  <a:t>+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6656089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681973" y="4868466"/>
            <a:ext cx="1428750" cy="342900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BC14A40E-6C49-4390-A55E-04C0CF820D36}" type="slidenum">
              <a:rPr lang="en-US" altLang="zh-CN">
                <a:solidFill>
                  <a:srgbClr val="0000CC"/>
                </a:solidFill>
              </a:rPr>
              <a:pPr algn="r" eaLnBrk="1" hangingPunct="1"/>
              <a:t>6</a:t>
            </a:fld>
            <a:endParaRPr lang="en-US" altLang="zh-CN">
              <a:solidFill>
                <a:srgbClr val="0000CC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87549" y="1296592"/>
            <a:ext cx="5477210" cy="3016250"/>
            <a:chOff x="859399" y="1728788"/>
            <a:chExt cx="7302946" cy="4021667"/>
          </a:xfrm>
        </p:grpSpPr>
        <p:sp>
          <p:nvSpPr>
            <p:cNvPr id="52231" name="Freeform 3"/>
            <p:cNvSpPr>
              <a:spLocks/>
            </p:cNvSpPr>
            <p:nvPr/>
          </p:nvSpPr>
          <p:spPr bwMode="auto">
            <a:xfrm>
              <a:off x="3498779" y="3759465"/>
              <a:ext cx="2416675" cy="1990990"/>
            </a:xfrm>
            <a:custGeom>
              <a:avLst/>
              <a:gdLst>
                <a:gd name="T0" fmla="*/ 155 w 1620"/>
                <a:gd name="T1" fmla="*/ 1 h 1759"/>
                <a:gd name="T2" fmla="*/ 155 w 1620"/>
                <a:gd name="T3" fmla="*/ 2 h 1759"/>
                <a:gd name="T4" fmla="*/ 155 w 1620"/>
                <a:gd name="T5" fmla="*/ 6 h 1759"/>
                <a:gd name="T6" fmla="*/ 153 w 1620"/>
                <a:gd name="T7" fmla="*/ 8 h 1759"/>
                <a:gd name="T8" fmla="*/ 151 w 1620"/>
                <a:gd name="T9" fmla="*/ 12 h 1759"/>
                <a:gd name="T10" fmla="*/ 147 w 1620"/>
                <a:gd name="T11" fmla="*/ 14 h 1759"/>
                <a:gd name="T12" fmla="*/ 143 w 1620"/>
                <a:gd name="T13" fmla="*/ 17 h 1759"/>
                <a:gd name="T14" fmla="*/ 139 w 1620"/>
                <a:gd name="T15" fmla="*/ 20 h 1759"/>
                <a:gd name="T16" fmla="*/ 134 w 1620"/>
                <a:gd name="T17" fmla="*/ 22 h 1759"/>
                <a:gd name="T18" fmla="*/ 128 w 1620"/>
                <a:gd name="T19" fmla="*/ 24 h 1759"/>
                <a:gd name="T20" fmla="*/ 122 w 1620"/>
                <a:gd name="T21" fmla="*/ 26 h 1759"/>
                <a:gd name="T22" fmla="*/ 115 w 1620"/>
                <a:gd name="T23" fmla="*/ 28 h 1759"/>
                <a:gd name="T24" fmla="*/ 108 w 1620"/>
                <a:gd name="T25" fmla="*/ 29 h 1759"/>
                <a:gd name="T26" fmla="*/ 101 w 1620"/>
                <a:gd name="T27" fmla="*/ 30 h 1759"/>
                <a:gd name="T28" fmla="*/ 93 w 1620"/>
                <a:gd name="T29" fmla="*/ 31 h 1759"/>
                <a:gd name="T30" fmla="*/ 89 w 1620"/>
                <a:gd name="T31" fmla="*/ 32 h 1759"/>
                <a:gd name="T32" fmla="*/ 85 w 1620"/>
                <a:gd name="T33" fmla="*/ 32 h 1759"/>
                <a:gd name="T34" fmla="*/ 81 w 1620"/>
                <a:gd name="T35" fmla="*/ 32 h 1759"/>
                <a:gd name="T36" fmla="*/ 77 w 1620"/>
                <a:gd name="T37" fmla="*/ 32 h 1759"/>
                <a:gd name="T38" fmla="*/ 72 w 1620"/>
                <a:gd name="T39" fmla="*/ 32 h 1759"/>
                <a:gd name="T40" fmla="*/ 67 w 1620"/>
                <a:gd name="T41" fmla="*/ 32 h 1759"/>
                <a:gd name="T42" fmla="*/ 62 w 1620"/>
                <a:gd name="T43" fmla="*/ 32 h 1759"/>
                <a:gd name="T44" fmla="*/ 56 w 1620"/>
                <a:gd name="T45" fmla="*/ 32 h 1759"/>
                <a:gd name="T46" fmla="*/ 50 w 1620"/>
                <a:gd name="T47" fmla="*/ 31 h 1759"/>
                <a:gd name="T48" fmla="*/ 45 w 1620"/>
                <a:gd name="T49" fmla="*/ 31 h 1759"/>
                <a:gd name="T50" fmla="*/ 40 w 1620"/>
                <a:gd name="T51" fmla="*/ 30 h 1759"/>
                <a:gd name="T52" fmla="*/ 35 w 1620"/>
                <a:gd name="T53" fmla="*/ 29 h 1759"/>
                <a:gd name="T54" fmla="*/ 30 w 1620"/>
                <a:gd name="T55" fmla="*/ 28 h 1759"/>
                <a:gd name="T56" fmla="*/ 26 w 1620"/>
                <a:gd name="T57" fmla="*/ 27 h 1759"/>
                <a:gd name="T58" fmla="*/ 22 w 1620"/>
                <a:gd name="T59" fmla="*/ 26 h 1759"/>
                <a:gd name="T60" fmla="*/ 17 w 1620"/>
                <a:gd name="T61" fmla="*/ 24 h 1759"/>
                <a:gd name="T62" fmla="*/ 14 w 1620"/>
                <a:gd name="T63" fmla="*/ 23 h 1759"/>
                <a:gd name="T64" fmla="*/ 9 w 1620"/>
                <a:gd name="T65" fmla="*/ 21 h 1759"/>
                <a:gd name="T66" fmla="*/ 6 w 1620"/>
                <a:gd name="T67" fmla="*/ 20 h 1759"/>
                <a:gd name="T68" fmla="*/ 3 w 1620"/>
                <a:gd name="T69" fmla="*/ 17 h 1759"/>
                <a:gd name="T70" fmla="*/ 0 w 1620"/>
                <a:gd name="T71" fmla="*/ 16 h 175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620"/>
                <a:gd name="T109" fmla="*/ 0 h 1759"/>
                <a:gd name="T110" fmla="*/ 1620 w 1620"/>
                <a:gd name="T111" fmla="*/ 1759 h 175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620" h="1759">
                  <a:moveTo>
                    <a:pt x="1620" y="0"/>
                  </a:moveTo>
                  <a:lnTo>
                    <a:pt x="1620" y="16"/>
                  </a:lnTo>
                  <a:lnTo>
                    <a:pt x="1620" y="31"/>
                  </a:lnTo>
                  <a:lnTo>
                    <a:pt x="1619" y="120"/>
                  </a:lnTo>
                  <a:lnTo>
                    <a:pt x="1616" y="208"/>
                  </a:lnTo>
                  <a:lnTo>
                    <a:pt x="1610" y="294"/>
                  </a:lnTo>
                  <a:lnTo>
                    <a:pt x="1602" y="379"/>
                  </a:lnTo>
                  <a:lnTo>
                    <a:pt x="1593" y="463"/>
                  </a:lnTo>
                  <a:lnTo>
                    <a:pt x="1581" y="545"/>
                  </a:lnTo>
                  <a:lnTo>
                    <a:pt x="1568" y="625"/>
                  </a:lnTo>
                  <a:lnTo>
                    <a:pt x="1552" y="704"/>
                  </a:lnTo>
                  <a:lnTo>
                    <a:pt x="1535" y="780"/>
                  </a:lnTo>
                  <a:lnTo>
                    <a:pt x="1516" y="855"/>
                  </a:lnTo>
                  <a:lnTo>
                    <a:pt x="1495" y="927"/>
                  </a:lnTo>
                  <a:lnTo>
                    <a:pt x="1472" y="997"/>
                  </a:lnTo>
                  <a:lnTo>
                    <a:pt x="1448" y="1065"/>
                  </a:lnTo>
                  <a:lnTo>
                    <a:pt x="1423" y="1130"/>
                  </a:lnTo>
                  <a:lnTo>
                    <a:pt x="1396" y="1193"/>
                  </a:lnTo>
                  <a:lnTo>
                    <a:pt x="1367" y="1253"/>
                  </a:lnTo>
                  <a:lnTo>
                    <a:pt x="1337" y="1310"/>
                  </a:lnTo>
                  <a:lnTo>
                    <a:pt x="1306" y="1364"/>
                  </a:lnTo>
                  <a:lnTo>
                    <a:pt x="1273" y="1416"/>
                  </a:lnTo>
                  <a:lnTo>
                    <a:pt x="1239" y="1464"/>
                  </a:lnTo>
                  <a:lnTo>
                    <a:pt x="1204" y="1509"/>
                  </a:lnTo>
                  <a:lnTo>
                    <a:pt x="1168" y="1550"/>
                  </a:lnTo>
                  <a:lnTo>
                    <a:pt x="1131" y="1589"/>
                  </a:lnTo>
                  <a:lnTo>
                    <a:pt x="1092" y="1623"/>
                  </a:lnTo>
                  <a:lnTo>
                    <a:pt x="1053" y="1654"/>
                  </a:lnTo>
                  <a:lnTo>
                    <a:pt x="1013" y="1681"/>
                  </a:lnTo>
                  <a:lnTo>
                    <a:pt x="972" y="1705"/>
                  </a:lnTo>
                  <a:lnTo>
                    <a:pt x="951" y="1715"/>
                  </a:lnTo>
                  <a:lnTo>
                    <a:pt x="930" y="1724"/>
                  </a:lnTo>
                  <a:lnTo>
                    <a:pt x="909" y="1732"/>
                  </a:lnTo>
                  <a:lnTo>
                    <a:pt x="888" y="1739"/>
                  </a:lnTo>
                  <a:lnTo>
                    <a:pt x="866" y="1745"/>
                  </a:lnTo>
                  <a:lnTo>
                    <a:pt x="844" y="1750"/>
                  </a:lnTo>
                  <a:lnTo>
                    <a:pt x="822" y="1754"/>
                  </a:lnTo>
                  <a:lnTo>
                    <a:pt x="800" y="1757"/>
                  </a:lnTo>
                  <a:lnTo>
                    <a:pt x="778" y="1758"/>
                  </a:lnTo>
                  <a:lnTo>
                    <a:pt x="756" y="1759"/>
                  </a:lnTo>
                  <a:lnTo>
                    <a:pt x="727" y="1758"/>
                  </a:lnTo>
                  <a:lnTo>
                    <a:pt x="697" y="1755"/>
                  </a:lnTo>
                  <a:lnTo>
                    <a:pt x="668" y="1750"/>
                  </a:lnTo>
                  <a:lnTo>
                    <a:pt x="639" y="1743"/>
                  </a:lnTo>
                  <a:lnTo>
                    <a:pt x="611" y="1734"/>
                  </a:lnTo>
                  <a:lnTo>
                    <a:pt x="582" y="1724"/>
                  </a:lnTo>
                  <a:lnTo>
                    <a:pt x="554" y="1711"/>
                  </a:lnTo>
                  <a:lnTo>
                    <a:pt x="526" y="1697"/>
                  </a:lnTo>
                  <a:lnTo>
                    <a:pt x="499" y="1681"/>
                  </a:lnTo>
                  <a:lnTo>
                    <a:pt x="472" y="1663"/>
                  </a:lnTo>
                  <a:lnTo>
                    <a:pt x="445" y="1643"/>
                  </a:lnTo>
                  <a:lnTo>
                    <a:pt x="418" y="1622"/>
                  </a:lnTo>
                  <a:lnTo>
                    <a:pt x="392" y="1599"/>
                  </a:lnTo>
                  <a:lnTo>
                    <a:pt x="366" y="1574"/>
                  </a:lnTo>
                  <a:lnTo>
                    <a:pt x="341" y="1547"/>
                  </a:lnTo>
                  <a:lnTo>
                    <a:pt x="317" y="1519"/>
                  </a:lnTo>
                  <a:lnTo>
                    <a:pt x="292" y="1489"/>
                  </a:lnTo>
                  <a:lnTo>
                    <a:pt x="268" y="1458"/>
                  </a:lnTo>
                  <a:lnTo>
                    <a:pt x="245" y="1425"/>
                  </a:lnTo>
                  <a:lnTo>
                    <a:pt x="223" y="1391"/>
                  </a:lnTo>
                  <a:lnTo>
                    <a:pt x="200" y="1355"/>
                  </a:lnTo>
                  <a:lnTo>
                    <a:pt x="179" y="1318"/>
                  </a:lnTo>
                  <a:lnTo>
                    <a:pt x="158" y="1279"/>
                  </a:lnTo>
                  <a:lnTo>
                    <a:pt x="138" y="1239"/>
                  </a:lnTo>
                  <a:lnTo>
                    <a:pt x="118" y="1197"/>
                  </a:lnTo>
                  <a:lnTo>
                    <a:pt x="99" y="1154"/>
                  </a:lnTo>
                  <a:lnTo>
                    <a:pt x="81" y="1110"/>
                  </a:lnTo>
                  <a:lnTo>
                    <a:pt x="63" y="1064"/>
                  </a:lnTo>
                  <a:lnTo>
                    <a:pt x="46" y="1017"/>
                  </a:lnTo>
                  <a:lnTo>
                    <a:pt x="30" y="969"/>
                  </a:lnTo>
                  <a:lnTo>
                    <a:pt x="15" y="920"/>
                  </a:lnTo>
                  <a:lnTo>
                    <a:pt x="0" y="869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2" name="Freeform 4"/>
            <p:cNvSpPr>
              <a:spLocks/>
            </p:cNvSpPr>
            <p:nvPr/>
          </p:nvSpPr>
          <p:spPr bwMode="auto">
            <a:xfrm>
              <a:off x="3388054" y="4453997"/>
              <a:ext cx="99225" cy="116858"/>
            </a:xfrm>
            <a:custGeom>
              <a:avLst/>
              <a:gdLst>
                <a:gd name="T0" fmla="*/ 7 w 65"/>
                <a:gd name="T1" fmla="*/ 2 h 104"/>
                <a:gd name="T2" fmla="*/ 1 w 65"/>
                <a:gd name="T3" fmla="*/ 0 h 104"/>
                <a:gd name="T4" fmla="*/ 0 w 65"/>
                <a:gd name="T5" fmla="*/ 2 h 104"/>
                <a:gd name="T6" fmla="*/ 3 w 65"/>
                <a:gd name="T7" fmla="*/ 2 h 104"/>
                <a:gd name="T8" fmla="*/ 7 w 65"/>
                <a:gd name="T9" fmla="*/ 2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4"/>
                <a:gd name="T17" fmla="*/ 65 w 65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4">
                  <a:moveTo>
                    <a:pt x="65" y="87"/>
                  </a:moveTo>
                  <a:lnTo>
                    <a:pt x="7" y="0"/>
                  </a:lnTo>
                  <a:lnTo>
                    <a:pt x="0" y="104"/>
                  </a:lnTo>
                  <a:lnTo>
                    <a:pt x="24" y="66"/>
                  </a:lnTo>
                  <a:lnTo>
                    <a:pt x="65" y="87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3" name="Freeform 5"/>
            <p:cNvSpPr>
              <a:spLocks/>
            </p:cNvSpPr>
            <p:nvPr/>
          </p:nvSpPr>
          <p:spPr bwMode="auto">
            <a:xfrm>
              <a:off x="3333404" y="3794743"/>
              <a:ext cx="2582050" cy="1955712"/>
            </a:xfrm>
            <a:custGeom>
              <a:avLst/>
              <a:gdLst>
                <a:gd name="T0" fmla="*/ 167 w 1728"/>
                <a:gd name="T1" fmla="*/ 2 h 1728"/>
                <a:gd name="T2" fmla="*/ 167 w 1728"/>
                <a:gd name="T3" fmla="*/ 5 h 1728"/>
                <a:gd name="T4" fmla="*/ 165 w 1728"/>
                <a:gd name="T5" fmla="*/ 8 h 1728"/>
                <a:gd name="T6" fmla="*/ 162 w 1728"/>
                <a:gd name="T7" fmla="*/ 11 h 1728"/>
                <a:gd name="T8" fmla="*/ 159 w 1728"/>
                <a:gd name="T9" fmla="*/ 14 h 1728"/>
                <a:gd name="T10" fmla="*/ 155 w 1728"/>
                <a:gd name="T11" fmla="*/ 16 h 1728"/>
                <a:gd name="T12" fmla="*/ 150 w 1728"/>
                <a:gd name="T13" fmla="*/ 19 h 1728"/>
                <a:gd name="T14" fmla="*/ 145 w 1728"/>
                <a:gd name="T15" fmla="*/ 22 h 1728"/>
                <a:gd name="T16" fmla="*/ 140 w 1728"/>
                <a:gd name="T17" fmla="*/ 24 h 1728"/>
                <a:gd name="T18" fmla="*/ 133 w 1728"/>
                <a:gd name="T19" fmla="*/ 26 h 1728"/>
                <a:gd name="T20" fmla="*/ 127 w 1728"/>
                <a:gd name="T21" fmla="*/ 27 h 1728"/>
                <a:gd name="T22" fmla="*/ 120 w 1728"/>
                <a:gd name="T23" fmla="*/ 28 h 1728"/>
                <a:gd name="T24" fmla="*/ 112 w 1728"/>
                <a:gd name="T25" fmla="*/ 30 h 1728"/>
                <a:gd name="T26" fmla="*/ 104 w 1728"/>
                <a:gd name="T27" fmla="*/ 31 h 1728"/>
                <a:gd name="T28" fmla="*/ 100 w 1728"/>
                <a:gd name="T29" fmla="*/ 31 h 1728"/>
                <a:gd name="T30" fmla="*/ 96 w 1728"/>
                <a:gd name="T31" fmla="*/ 31 h 1728"/>
                <a:gd name="T32" fmla="*/ 92 w 1728"/>
                <a:gd name="T33" fmla="*/ 32 h 1728"/>
                <a:gd name="T34" fmla="*/ 88 w 1728"/>
                <a:gd name="T35" fmla="*/ 32 h 1728"/>
                <a:gd name="T36" fmla="*/ 83 w 1728"/>
                <a:gd name="T37" fmla="*/ 32 h 1728"/>
                <a:gd name="T38" fmla="*/ 79 w 1728"/>
                <a:gd name="T39" fmla="*/ 32 h 1728"/>
                <a:gd name="T40" fmla="*/ 75 w 1728"/>
                <a:gd name="T41" fmla="*/ 32 h 1728"/>
                <a:gd name="T42" fmla="*/ 71 w 1728"/>
                <a:gd name="T43" fmla="*/ 31 h 1728"/>
                <a:gd name="T44" fmla="*/ 67 w 1728"/>
                <a:gd name="T45" fmla="*/ 31 h 1728"/>
                <a:gd name="T46" fmla="*/ 62 w 1728"/>
                <a:gd name="T47" fmla="*/ 31 h 1728"/>
                <a:gd name="T48" fmla="*/ 55 w 1728"/>
                <a:gd name="T49" fmla="*/ 30 h 1728"/>
                <a:gd name="T50" fmla="*/ 47 w 1728"/>
                <a:gd name="T51" fmla="*/ 28 h 1728"/>
                <a:gd name="T52" fmla="*/ 40 w 1728"/>
                <a:gd name="T53" fmla="*/ 27 h 1728"/>
                <a:gd name="T54" fmla="*/ 33 w 1728"/>
                <a:gd name="T55" fmla="*/ 25 h 1728"/>
                <a:gd name="T56" fmla="*/ 28 w 1728"/>
                <a:gd name="T57" fmla="*/ 24 h 1728"/>
                <a:gd name="T58" fmla="*/ 22 w 1728"/>
                <a:gd name="T59" fmla="*/ 22 h 1728"/>
                <a:gd name="T60" fmla="*/ 17 w 1728"/>
                <a:gd name="T61" fmla="*/ 19 h 1728"/>
                <a:gd name="T62" fmla="*/ 12 w 1728"/>
                <a:gd name="T63" fmla="*/ 16 h 1728"/>
                <a:gd name="T64" fmla="*/ 8 w 1728"/>
                <a:gd name="T65" fmla="*/ 14 h 1728"/>
                <a:gd name="T66" fmla="*/ 5 w 1728"/>
                <a:gd name="T67" fmla="*/ 11 h 1728"/>
                <a:gd name="T68" fmla="*/ 2 w 1728"/>
                <a:gd name="T69" fmla="*/ 8 h 1728"/>
                <a:gd name="T70" fmla="*/ 1 w 1728"/>
                <a:gd name="T71" fmla="*/ 5 h 1728"/>
                <a:gd name="T72" fmla="*/ 1 w 1728"/>
                <a:gd name="T73" fmla="*/ 2 h 172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728"/>
                <a:gd name="T112" fmla="*/ 0 h 1728"/>
                <a:gd name="T113" fmla="*/ 1728 w 1728"/>
                <a:gd name="T114" fmla="*/ 1728 h 172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728" h="1728">
                  <a:moveTo>
                    <a:pt x="1728" y="18"/>
                  </a:moveTo>
                  <a:lnTo>
                    <a:pt x="1726" y="106"/>
                  </a:lnTo>
                  <a:lnTo>
                    <a:pt x="1723" y="193"/>
                  </a:lnTo>
                  <a:lnTo>
                    <a:pt x="1717" y="279"/>
                  </a:lnTo>
                  <a:lnTo>
                    <a:pt x="1709" y="363"/>
                  </a:lnTo>
                  <a:lnTo>
                    <a:pt x="1699" y="446"/>
                  </a:lnTo>
                  <a:lnTo>
                    <a:pt x="1687" y="527"/>
                  </a:lnTo>
                  <a:lnTo>
                    <a:pt x="1673" y="607"/>
                  </a:lnTo>
                  <a:lnTo>
                    <a:pt x="1658" y="685"/>
                  </a:lnTo>
                  <a:lnTo>
                    <a:pt x="1640" y="761"/>
                  </a:lnTo>
                  <a:lnTo>
                    <a:pt x="1621" y="834"/>
                  </a:lnTo>
                  <a:lnTo>
                    <a:pt x="1600" y="906"/>
                  </a:lnTo>
                  <a:lnTo>
                    <a:pt x="1577" y="975"/>
                  </a:lnTo>
                  <a:lnTo>
                    <a:pt x="1553" y="1042"/>
                  </a:lnTo>
                  <a:lnTo>
                    <a:pt x="1528" y="1107"/>
                  </a:lnTo>
                  <a:lnTo>
                    <a:pt x="1500" y="1169"/>
                  </a:lnTo>
                  <a:lnTo>
                    <a:pt x="1472" y="1228"/>
                  </a:lnTo>
                  <a:lnTo>
                    <a:pt x="1442" y="1285"/>
                  </a:lnTo>
                  <a:lnTo>
                    <a:pt x="1411" y="1338"/>
                  </a:lnTo>
                  <a:lnTo>
                    <a:pt x="1378" y="1389"/>
                  </a:lnTo>
                  <a:lnTo>
                    <a:pt x="1344" y="1437"/>
                  </a:lnTo>
                  <a:lnTo>
                    <a:pt x="1309" y="1481"/>
                  </a:lnTo>
                  <a:lnTo>
                    <a:pt x="1273" y="1522"/>
                  </a:lnTo>
                  <a:lnTo>
                    <a:pt x="1236" y="1560"/>
                  </a:lnTo>
                  <a:lnTo>
                    <a:pt x="1198" y="1594"/>
                  </a:lnTo>
                  <a:lnTo>
                    <a:pt x="1159" y="1625"/>
                  </a:lnTo>
                  <a:lnTo>
                    <a:pt x="1119" y="1651"/>
                  </a:lnTo>
                  <a:lnTo>
                    <a:pt x="1079" y="1674"/>
                  </a:lnTo>
                  <a:lnTo>
                    <a:pt x="1058" y="1684"/>
                  </a:lnTo>
                  <a:lnTo>
                    <a:pt x="1037" y="1693"/>
                  </a:lnTo>
                  <a:lnTo>
                    <a:pt x="1016" y="1701"/>
                  </a:lnTo>
                  <a:lnTo>
                    <a:pt x="995" y="1708"/>
                  </a:lnTo>
                  <a:lnTo>
                    <a:pt x="973" y="1714"/>
                  </a:lnTo>
                  <a:lnTo>
                    <a:pt x="952" y="1719"/>
                  </a:lnTo>
                  <a:lnTo>
                    <a:pt x="930" y="1723"/>
                  </a:lnTo>
                  <a:lnTo>
                    <a:pt x="908" y="1726"/>
                  </a:lnTo>
                  <a:lnTo>
                    <a:pt x="886" y="1727"/>
                  </a:lnTo>
                  <a:lnTo>
                    <a:pt x="864" y="1728"/>
                  </a:lnTo>
                  <a:lnTo>
                    <a:pt x="842" y="1727"/>
                  </a:lnTo>
                  <a:lnTo>
                    <a:pt x="820" y="1726"/>
                  </a:lnTo>
                  <a:lnTo>
                    <a:pt x="798" y="1723"/>
                  </a:lnTo>
                  <a:lnTo>
                    <a:pt x="776" y="1719"/>
                  </a:lnTo>
                  <a:lnTo>
                    <a:pt x="754" y="1714"/>
                  </a:lnTo>
                  <a:lnTo>
                    <a:pt x="732" y="1708"/>
                  </a:lnTo>
                  <a:lnTo>
                    <a:pt x="711" y="1701"/>
                  </a:lnTo>
                  <a:lnTo>
                    <a:pt x="690" y="1693"/>
                  </a:lnTo>
                  <a:lnTo>
                    <a:pt x="669" y="1684"/>
                  </a:lnTo>
                  <a:lnTo>
                    <a:pt x="648" y="1674"/>
                  </a:lnTo>
                  <a:lnTo>
                    <a:pt x="607" y="1650"/>
                  </a:lnTo>
                  <a:lnTo>
                    <a:pt x="567" y="1623"/>
                  </a:lnTo>
                  <a:lnTo>
                    <a:pt x="528" y="1592"/>
                  </a:lnTo>
                  <a:lnTo>
                    <a:pt x="490" y="1558"/>
                  </a:lnTo>
                  <a:lnTo>
                    <a:pt x="452" y="1519"/>
                  </a:lnTo>
                  <a:lnTo>
                    <a:pt x="416" y="1478"/>
                  </a:lnTo>
                  <a:lnTo>
                    <a:pt x="381" y="1433"/>
                  </a:lnTo>
                  <a:lnTo>
                    <a:pt x="347" y="1385"/>
                  </a:lnTo>
                  <a:lnTo>
                    <a:pt x="315" y="1333"/>
                  </a:lnTo>
                  <a:lnTo>
                    <a:pt x="283" y="1279"/>
                  </a:lnTo>
                  <a:lnTo>
                    <a:pt x="253" y="1222"/>
                  </a:lnTo>
                  <a:lnTo>
                    <a:pt x="225" y="1162"/>
                  </a:lnTo>
                  <a:lnTo>
                    <a:pt x="197" y="1099"/>
                  </a:lnTo>
                  <a:lnTo>
                    <a:pt x="172" y="1034"/>
                  </a:lnTo>
                  <a:lnTo>
                    <a:pt x="148" y="966"/>
                  </a:lnTo>
                  <a:lnTo>
                    <a:pt x="125" y="896"/>
                  </a:lnTo>
                  <a:lnTo>
                    <a:pt x="104" y="824"/>
                  </a:lnTo>
                  <a:lnTo>
                    <a:pt x="85" y="749"/>
                  </a:lnTo>
                  <a:lnTo>
                    <a:pt x="68" y="673"/>
                  </a:lnTo>
                  <a:lnTo>
                    <a:pt x="52" y="594"/>
                  </a:lnTo>
                  <a:lnTo>
                    <a:pt x="39" y="514"/>
                  </a:lnTo>
                  <a:lnTo>
                    <a:pt x="27" y="432"/>
                  </a:lnTo>
                  <a:lnTo>
                    <a:pt x="18" y="348"/>
                  </a:lnTo>
                  <a:lnTo>
                    <a:pt x="10" y="263"/>
                  </a:lnTo>
                  <a:lnTo>
                    <a:pt x="4" y="177"/>
                  </a:lnTo>
                  <a:lnTo>
                    <a:pt x="1" y="89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4" name="Freeform 6"/>
            <p:cNvSpPr>
              <a:spLocks/>
            </p:cNvSpPr>
            <p:nvPr/>
          </p:nvSpPr>
          <p:spPr bwMode="auto">
            <a:xfrm>
              <a:off x="3467909" y="3252347"/>
              <a:ext cx="2262326" cy="337344"/>
            </a:xfrm>
            <a:custGeom>
              <a:avLst/>
              <a:gdLst>
                <a:gd name="T0" fmla="*/ 0 w 1506"/>
                <a:gd name="T1" fmla="*/ 6 h 298"/>
                <a:gd name="T2" fmla="*/ 5 w 1506"/>
                <a:gd name="T3" fmla="*/ 5 h 298"/>
                <a:gd name="T4" fmla="*/ 8 w 1506"/>
                <a:gd name="T5" fmla="*/ 4 h 298"/>
                <a:gd name="T6" fmla="*/ 14 w 1506"/>
                <a:gd name="T7" fmla="*/ 4 h 298"/>
                <a:gd name="T8" fmla="*/ 18 w 1506"/>
                <a:gd name="T9" fmla="*/ 3 h 298"/>
                <a:gd name="T10" fmla="*/ 22 w 1506"/>
                <a:gd name="T11" fmla="*/ 3 h 298"/>
                <a:gd name="T12" fmla="*/ 27 w 1506"/>
                <a:gd name="T13" fmla="*/ 2 h 298"/>
                <a:gd name="T14" fmla="*/ 32 w 1506"/>
                <a:gd name="T15" fmla="*/ 2 h 298"/>
                <a:gd name="T16" fmla="*/ 37 w 1506"/>
                <a:gd name="T17" fmla="*/ 2 h 298"/>
                <a:gd name="T18" fmla="*/ 42 w 1506"/>
                <a:gd name="T19" fmla="*/ 1 h 298"/>
                <a:gd name="T20" fmla="*/ 47 w 1506"/>
                <a:gd name="T21" fmla="*/ 1 h 298"/>
                <a:gd name="T22" fmla="*/ 52 w 1506"/>
                <a:gd name="T23" fmla="*/ 1 h 298"/>
                <a:gd name="T24" fmla="*/ 57 w 1506"/>
                <a:gd name="T25" fmla="*/ 1 h 298"/>
                <a:gd name="T26" fmla="*/ 62 w 1506"/>
                <a:gd name="T27" fmla="*/ 1 h 298"/>
                <a:gd name="T28" fmla="*/ 67 w 1506"/>
                <a:gd name="T29" fmla="*/ 1 h 298"/>
                <a:gd name="T30" fmla="*/ 72 w 1506"/>
                <a:gd name="T31" fmla="*/ 1 h 298"/>
                <a:gd name="T32" fmla="*/ 78 w 1506"/>
                <a:gd name="T33" fmla="*/ 0 h 298"/>
                <a:gd name="T34" fmla="*/ 82 w 1506"/>
                <a:gd name="T35" fmla="*/ 1 h 298"/>
                <a:gd name="T36" fmla="*/ 87 w 1506"/>
                <a:gd name="T37" fmla="*/ 1 h 298"/>
                <a:gd name="T38" fmla="*/ 93 w 1506"/>
                <a:gd name="T39" fmla="*/ 1 h 298"/>
                <a:gd name="T40" fmla="*/ 97 w 1506"/>
                <a:gd name="T41" fmla="*/ 1 h 298"/>
                <a:gd name="T42" fmla="*/ 102 w 1506"/>
                <a:gd name="T43" fmla="*/ 1 h 298"/>
                <a:gd name="T44" fmla="*/ 107 w 1506"/>
                <a:gd name="T45" fmla="*/ 1 h 298"/>
                <a:gd name="T46" fmla="*/ 112 w 1506"/>
                <a:gd name="T47" fmla="*/ 1 h 298"/>
                <a:gd name="T48" fmla="*/ 116 w 1506"/>
                <a:gd name="T49" fmla="*/ 2 h 298"/>
                <a:gd name="T50" fmla="*/ 121 w 1506"/>
                <a:gd name="T51" fmla="*/ 2 h 298"/>
                <a:gd name="T52" fmla="*/ 125 w 1506"/>
                <a:gd name="T53" fmla="*/ 2 h 298"/>
                <a:gd name="T54" fmla="*/ 129 w 1506"/>
                <a:gd name="T55" fmla="*/ 3 h 298"/>
                <a:gd name="T56" fmla="*/ 134 w 1506"/>
                <a:gd name="T57" fmla="*/ 3 h 298"/>
                <a:gd name="T58" fmla="*/ 138 w 1506"/>
                <a:gd name="T59" fmla="*/ 3 h 298"/>
                <a:gd name="T60" fmla="*/ 142 w 1506"/>
                <a:gd name="T61" fmla="*/ 4 h 298"/>
                <a:gd name="T62" fmla="*/ 146 w 1506"/>
                <a:gd name="T63" fmla="*/ 4 h 298"/>
                <a:gd name="T64" fmla="*/ 151 w 1506"/>
                <a:gd name="T65" fmla="*/ 5 h 29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06"/>
                <a:gd name="T100" fmla="*/ 0 h 298"/>
                <a:gd name="T101" fmla="*/ 1506 w 1506"/>
                <a:gd name="T102" fmla="*/ 298 h 29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06" h="298">
                  <a:moveTo>
                    <a:pt x="0" y="298"/>
                  </a:moveTo>
                  <a:lnTo>
                    <a:pt x="43" y="263"/>
                  </a:lnTo>
                  <a:lnTo>
                    <a:pt x="86" y="230"/>
                  </a:lnTo>
                  <a:lnTo>
                    <a:pt x="131" y="199"/>
                  </a:lnTo>
                  <a:lnTo>
                    <a:pt x="176" y="170"/>
                  </a:lnTo>
                  <a:lnTo>
                    <a:pt x="223" y="143"/>
                  </a:lnTo>
                  <a:lnTo>
                    <a:pt x="270" y="119"/>
                  </a:lnTo>
                  <a:lnTo>
                    <a:pt x="318" y="97"/>
                  </a:lnTo>
                  <a:lnTo>
                    <a:pt x="367" y="77"/>
                  </a:lnTo>
                  <a:lnTo>
                    <a:pt x="416" y="59"/>
                  </a:lnTo>
                  <a:lnTo>
                    <a:pt x="467" y="43"/>
                  </a:lnTo>
                  <a:lnTo>
                    <a:pt x="517" y="30"/>
                  </a:lnTo>
                  <a:lnTo>
                    <a:pt x="568" y="19"/>
                  </a:lnTo>
                  <a:lnTo>
                    <a:pt x="620" y="11"/>
                  </a:lnTo>
                  <a:lnTo>
                    <a:pt x="671" y="5"/>
                  </a:lnTo>
                  <a:lnTo>
                    <a:pt x="724" y="1"/>
                  </a:lnTo>
                  <a:lnTo>
                    <a:pt x="776" y="0"/>
                  </a:lnTo>
                  <a:lnTo>
                    <a:pt x="825" y="1"/>
                  </a:lnTo>
                  <a:lnTo>
                    <a:pt x="873" y="4"/>
                  </a:lnTo>
                  <a:lnTo>
                    <a:pt x="922" y="10"/>
                  </a:lnTo>
                  <a:lnTo>
                    <a:pt x="970" y="17"/>
                  </a:lnTo>
                  <a:lnTo>
                    <a:pt x="1017" y="26"/>
                  </a:lnTo>
                  <a:lnTo>
                    <a:pt x="1065" y="38"/>
                  </a:lnTo>
                  <a:lnTo>
                    <a:pt x="1111" y="51"/>
                  </a:lnTo>
                  <a:lnTo>
                    <a:pt x="1158" y="67"/>
                  </a:lnTo>
                  <a:lnTo>
                    <a:pt x="1204" y="84"/>
                  </a:lnTo>
                  <a:lnTo>
                    <a:pt x="1249" y="104"/>
                  </a:lnTo>
                  <a:lnTo>
                    <a:pt x="1294" y="125"/>
                  </a:lnTo>
                  <a:lnTo>
                    <a:pt x="1338" y="149"/>
                  </a:lnTo>
                  <a:lnTo>
                    <a:pt x="1381" y="174"/>
                  </a:lnTo>
                  <a:lnTo>
                    <a:pt x="1424" y="201"/>
                  </a:lnTo>
                  <a:lnTo>
                    <a:pt x="1465" y="230"/>
                  </a:lnTo>
                  <a:lnTo>
                    <a:pt x="1506" y="261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5" name="Freeform 7"/>
            <p:cNvSpPr>
              <a:spLocks/>
            </p:cNvSpPr>
            <p:nvPr/>
          </p:nvSpPr>
          <p:spPr bwMode="auto">
            <a:xfrm>
              <a:off x="1582638" y="1988962"/>
              <a:ext cx="1603032" cy="1563247"/>
            </a:xfrm>
            <a:custGeom>
              <a:avLst/>
              <a:gdLst>
                <a:gd name="T0" fmla="*/ 2331 w 576"/>
                <a:gd name="T1" fmla="*/ 2952 h 533"/>
                <a:gd name="T2" fmla="*/ 2162 w 576"/>
                <a:gd name="T3" fmla="*/ 2836 h 533"/>
                <a:gd name="T4" fmla="*/ 2003 w 576"/>
                <a:gd name="T5" fmla="*/ 2702 h 533"/>
                <a:gd name="T6" fmla="*/ 1839 w 576"/>
                <a:gd name="T7" fmla="*/ 2571 h 533"/>
                <a:gd name="T8" fmla="*/ 1677 w 576"/>
                <a:gd name="T9" fmla="*/ 2418 h 533"/>
                <a:gd name="T10" fmla="*/ 1526 w 576"/>
                <a:gd name="T11" fmla="*/ 2267 h 533"/>
                <a:gd name="T12" fmla="*/ 1372 w 576"/>
                <a:gd name="T13" fmla="*/ 2096 h 533"/>
                <a:gd name="T14" fmla="*/ 1219 w 576"/>
                <a:gd name="T15" fmla="*/ 1927 h 533"/>
                <a:gd name="T16" fmla="*/ 1072 w 576"/>
                <a:gd name="T17" fmla="*/ 1745 h 533"/>
                <a:gd name="T18" fmla="*/ 928 w 576"/>
                <a:gd name="T19" fmla="*/ 1555 h 533"/>
                <a:gd name="T20" fmla="*/ 784 w 576"/>
                <a:gd name="T21" fmla="*/ 1359 h 533"/>
                <a:gd name="T22" fmla="*/ 645 w 576"/>
                <a:gd name="T23" fmla="*/ 1153 h 533"/>
                <a:gd name="T24" fmla="*/ 511 w 576"/>
                <a:gd name="T25" fmla="*/ 936 h 533"/>
                <a:gd name="T26" fmla="*/ 376 w 576"/>
                <a:gd name="T27" fmla="*/ 718 h 533"/>
                <a:gd name="T28" fmla="*/ 245 w 576"/>
                <a:gd name="T29" fmla="*/ 483 h 533"/>
                <a:gd name="T30" fmla="*/ 122 w 576"/>
                <a:gd name="T31" fmla="*/ 245 h 533"/>
                <a:gd name="T32" fmla="*/ 0 w 576"/>
                <a:gd name="T33" fmla="*/ 0 h 53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76"/>
                <a:gd name="T52" fmla="*/ 0 h 533"/>
                <a:gd name="T53" fmla="*/ 576 w 576"/>
                <a:gd name="T54" fmla="*/ 533 h 53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76" h="533">
                  <a:moveTo>
                    <a:pt x="576" y="533"/>
                  </a:moveTo>
                  <a:lnTo>
                    <a:pt x="535" y="512"/>
                  </a:lnTo>
                  <a:lnTo>
                    <a:pt x="495" y="488"/>
                  </a:lnTo>
                  <a:lnTo>
                    <a:pt x="455" y="464"/>
                  </a:lnTo>
                  <a:lnTo>
                    <a:pt x="415" y="437"/>
                  </a:lnTo>
                  <a:lnTo>
                    <a:pt x="377" y="409"/>
                  </a:lnTo>
                  <a:lnTo>
                    <a:pt x="339" y="379"/>
                  </a:lnTo>
                  <a:lnTo>
                    <a:pt x="301" y="348"/>
                  </a:lnTo>
                  <a:lnTo>
                    <a:pt x="265" y="315"/>
                  </a:lnTo>
                  <a:lnTo>
                    <a:pt x="229" y="281"/>
                  </a:lnTo>
                  <a:lnTo>
                    <a:pt x="194" y="245"/>
                  </a:lnTo>
                  <a:lnTo>
                    <a:pt x="159" y="208"/>
                  </a:lnTo>
                  <a:lnTo>
                    <a:pt x="126" y="169"/>
                  </a:lnTo>
                  <a:lnTo>
                    <a:pt x="93" y="129"/>
                  </a:lnTo>
                  <a:lnTo>
                    <a:pt x="61" y="87"/>
                  </a:lnTo>
                  <a:lnTo>
                    <a:pt x="30" y="44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6" name="Freeform 8"/>
            <p:cNvSpPr>
              <a:spLocks/>
            </p:cNvSpPr>
            <p:nvPr/>
          </p:nvSpPr>
          <p:spPr bwMode="auto">
            <a:xfrm>
              <a:off x="1099744" y="2637191"/>
              <a:ext cx="2088131" cy="939271"/>
            </a:xfrm>
            <a:custGeom>
              <a:avLst/>
              <a:gdLst>
                <a:gd name="T0" fmla="*/ 2159 w 803"/>
                <a:gd name="T1" fmla="*/ 7352 h 241"/>
                <a:gd name="T2" fmla="*/ 2018 w 803"/>
                <a:gd name="T3" fmla="*/ 7311 h 241"/>
                <a:gd name="T4" fmla="*/ 1877 w 803"/>
                <a:gd name="T5" fmla="*/ 7237 h 241"/>
                <a:gd name="T6" fmla="*/ 1736 w 803"/>
                <a:gd name="T7" fmla="*/ 7079 h 241"/>
                <a:gd name="T8" fmla="*/ 1594 w 803"/>
                <a:gd name="T9" fmla="*/ 6880 h 241"/>
                <a:gd name="T10" fmla="*/ 1455 w 803"/>
                <a:gd name="T11" fmla="*/ 6627 h 241"/>
                <a:gd name="T12" fmla="*/ 1318 w 803"/>
                <a:gd name="T13" fmla="*/ 6280 h 241"/>
                <a:gd name="T14" fmla="*/ 1179 w 803"/>
                <a:gd name="T15" fmla="*/ 5915 h 241"/>
                <a:gd name="T16" fmla="*/ 1045 w 803"/>
                <a:gd name="T17" fmla="*/ 5483 h 241"/>
                <a:gd name="T18" fmla="*/ 906 w 803"/>
                <a:gd name="T19" fmla="*/ 5009 h 241"/>
                <a:gd name="T20" fmla="*/ 772 w 803"/>
                <a:gd name="T21" fmla="*/ 4453 h 241"/>
                <a:gd name="T22" fmla="*/ 639 w 803"/>
                <a:gd name="T23" fmla="*/ 3843 h 241"/>
                <a:gd name="T24" fmla="*/ 509 w 803"/>
                <a:gd name="T25" fmla="*/ 3171 h 241"/>
                <a:gd name="T26" fmla="*/ 379 w 803"/>
                <a:gd name="T27" fmla="*/ 2468 h 241"/>
                <a:gd name="T28" fmla="*/ 250 w 803"/>
                <a:gd name="T29" fmla="*/ 1706 h 241"/>
                <a:gd name="T30" fmla="*/ 123 w 803"/>
                <a:gd name="T31" fmla="*/ 879 h 241"/>
                <a:gd name="T32" fmla="*/ 0 w 803"/>
                <a:gd name="T33" fmla="*/ 0 h 24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3"/>
                <a:gd name="T52" fmla="*/ 0 h 241"/>
                <a:gd name="T53" fmla="*/ 803 w 803"/>
                <a:gd name="T54" fmla="*/ 241 h 24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3" h="241">
                  <a:moveTo>
                    <a:pt x="803" y="241"/>
                  </a:moveTo>
                  <a:lnTo>
                    <a:pt x="750" y="240"/>
                  </a:lnTo>
                  <a:lnTo>
                    <a:pt x="698" y="237"/>
                  </a:lnTo>
                  <a:lnTo>
                    <a:pt x="645" y="232"/>
                  </a:lnTo>
                  <a:lnTo>
                    <a:pt x="593" y="226"/>
                  </a:lnTo>
                  <a:lnTo>
                    <a:pt x="541" y="217"/>
                  </a:lnTo>
                  <a:lnTo>
                    <a:pt x="490" y="206"/>
                  </a:lnTo>
                  <a:lnTo>
                    <a:pt x="438" y="194"/>
                  </a:lnTo>
                  <a:lnTo>
                    <a:pt x="388" y="180"/>
                  </a:lnTo>
                  <a:lnTo>
                    <a:pt x="337" y="164"/>
                  </a:lnTo>
                  <a:lnTo>
                    <a:pt x="287" y="146"/>
                  </a:lnTo>
                  <a:lnTo>
                    <a:pt x="238" y="126"/>
                  </a:lnTo>
                  <a:lnTo>
                    <a:pt x="189" y="104"/>
                  </a:lnTo>
                  <a:lnTo>
                    <a:pt x="141" y="81"/>
                  </a:lnTo>
                  <a:lnTo>
                    <a:pt x="93" y="56"/>
                  </a:lnTo>
                  <a:lnTo>
                    <a:pt x="46" y="29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7" name="Freeform 9"/>
            <p:cNvSpPr>
              <a:spLocks/>
            </p:cNvSpPr>
            <p:nvPr/>
          </p:nvSpPr>
          <p:spPr bwMode="auto">
            <a:xfrm>
              <a:off x="2932095" y="2762868"/>
              <a:ext cx="326339" cy="760677"/>
            </a:xfrm>
            <a:custGeom>
              <a:avLst/>
              <a:gdLst>
                <a:gd name="T0" fmla="*/ 22 w 217"/>
                <a:gd name="T1" fmla="*/ 12 h 673"/>
                <a:gd name="T2" fmla="*/ 20 w 217"/>
                <a:gd name="T3" fmla="*/ 12 h 673"/>
                <a:gd name="T4" fmla="*/ 18 w 217"/>
                <a:gd name="T5" fmla="*/ 11 h 673"/>
                <a:gd name="T6" fmla="*/ 17 w 217"/>
                <a:gd name="T7" fmla="*/ 11 h 673"/>
                <a:gd name="T8" fmla="*/ 16 w 217"/>
                <a:gd name="T9" fmla="*/ 10 h 673"/>
                <a:gd name="T10" fmla="*/ 14 w 217"/>
                <a:gd name="T11" fmla="*/ 9 h 673"/>
                <a:gd name="T12" fmla="*/ 12 w 217"/>
                <a:gd name="T13" fmla="*/ 9 h 673"/>
                <a:gd name="T14" fmla="*/ 11 w 217"/>
                <a:gd name="T15" fmla="*/ 8 h 673"/>
                <a:gd name="T16" fmla="*/ 10 w 217"/>
                <a:gd name="T17" fmla="*/ 7 h 673"/>
                <a:gd name="T18" fmla="*/ 8 w 217"/>
                <a:gd name="T19" fmla="*/ 6 h 673"/>
                <a:gd name="T20" fmla="*/ 7 w 217"/>
                <a:gd name="T21" fmla="*/ 6 h 673"/>
                <a:gd name="T22" fmla="*/ 5 w 217"/>
                <a:gd name="T23" fmla="*/ 5 h 673"/>
                <a:gd name="T24" fmla="*/ 5 w 217"/>
                <a:gd name="T25" fmla="*/ 4 h 673"/>
                <a:gd name="T26" fmla="*/ 3 w 217"/>
                <a:gd name="T27" fmla="*/ 3 h 673"/>
                <a:gd name="T28" fmla="*/ 2 w 217"/>
                <a:gd name="T29" fmla="*/ 2 h 673"/>
                <a:gd name="T30" fmla="*/ 1 w 217"/>
                <a:gd name="T31" fmla="*/ 1 h 673"/>
                <a:gd name="T32" fmla="*/ 0 w 217"/>
                <a:gd name="T33" fmla="*/ 0 h 67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7"/>
                <a:gd name="T52" fmla="*/ 0 h 673"/>
                <a:gd name="T53" fmla="*/ 217 w 217"/>
                <a:gd name="T54" fmla="*/ 673 h 67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7" h="673">
                  <a:moveTo>
                    <a:pt x="217" y="673"/>
                  </a:moveTo>
                  <a:lnTo>
                    <a:pt x="200" y="646"/>
                  </a:lnTo>
                  <a:lnTo>
                    <a:pt x="184" y="616"/>
                  </a:lnTo>
                  <a:lnTo>
                    <a:pt x="168" y="584"/>
                  </a:lnTo>
                  <a:lnTo>
                    <a:pt x="152" y="550"/>
                  </a:lnTo>
                  <a:lnTo>
                    <a:pt x="137" y="514"/>
                  </a:lnTo>
                  <a:lnTo>
                    <a:pt x="122" y="476"/>
                  </a:lnTo>
                  <a:lnTo>
                    <a:pt x="108" y="437"/>
                  </a:lnTo>
                  <a:lnTo>
                    <a:pt x="94" y="395"/>
                  </a:lnTo>
                  <a:lnTo>
                    <a:pt x="80" y="352"/>
                  </a:lnTo>
                  <a:lnTo>
                    <a:pt x="67" y="306"/>
                  </a:lnTo>
                  <a:lnTo>
                    <a:pt x="55" y="259"/>
                  </a:lnTo>
                  <a:lnTo>
                    <a:pt x="43" y="211"/>
                  </a:lnTo>
                  <a:lnTo>
                    <a:pt x="31" y="160"/>
                  </a:lnTo>
                  <a:lnTo>
                    <a:pt x="20" y="108"/>
                  </a:lnTo>
                  <a:lnTo>
                    <a:pt x="10" y="5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8" name="Freeform 10"/>
            <p:cNvSpPr>
              <a:spLocks/>
            </p:cNvSpPr>
            <p:nvPr/>
          </p:nvSpPr>
          <p:spPr bwMode="auto">
            <a:xfrm>
              <a:off x="4210993" y="3693319"/>
              <a:ext cx="1561137" cy="176389"/>
            </a:xfrm>
            <a:custGeom>
              <a:avLst/>
              <a:gdLst>
                <a:gd name="T0" fmla="*/ 82 w 1089"/>
                <a:gd name="T1" fmla="*/ 0 h 114"/>
                <a:gd name="T2" fmla="*/ 75 w 1089"/>
                <a:gd name="T3" fmla="*/ 3 h 114"/>
                <a:gd name="T4" fmla="*/ 69 w 1089"/>
                <a:gd name="T5" fmla="*/ 6 h 114"/>
                <a:gd name="T6" fmla="*/ 62 w 1089"/>
                <a:gd name="T7" fmla="*/ 8 h 114"/>
                <a:gd name="T8" fmla="*/ 55 w 1089"/>
                <a:gd name="T9" fmla="*/ 10 h 114"/>
                <a:gd name="T10" fmla="*/ 47 w 1089"/>
                <a:gd name="T11" fmla="*/ 12 h 114"/>
                <a:gd name="T12" fmla="*/ 40 w 1089"/>
                <a:gd name="T13" fmla="*/ 13 h 114"/>
                <a:gd name="T14" fmla="*/ 33 w 1089"/>
                <a:gd name="T15" fmla="*/ 13 h 114"/>
                <a:gd name="T16" fmla="*/ 25 w 1089"/>
                <a:gd name="T17" fmla="*/ 13 h 114"/>
                <a:gd name="T18" fmla="*/ 19 w 1089"/>
                <a:gd name="T19" fmla="*/ 13 h 114"/>
                <a:gd name="T20" fmla="*/ 13 w 1089"/>
                <a:gd name="T21" fmla="*/ 13 h 114"/>
                <a:gd name="T22" fmla="*/ 7 w 1089"/>
                <a:gd name="T23" fmla="*/ 13 h 114"/>
                <a:gd name="T24" fmla="*/ 0 w 1089"/>
                <a:gd name="T25" fmla="*/ 11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89"/>
                <a:gd name="T40" fmla="*/ 0 h 114"/>
                <a:gd name="T41" fmla="*/ 1089 w 1089"/>
                <a:gd name="T42" fmla="*/ 114 h 11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89" h="114">
                  <a:moveTo>
                    <a:pt x="1089" y="0"/>
                  </a:moveTo>
                  <a:lnTo>
                    <a:pt x="1002" y="26"/>
                  </a:lnTo>
                  <a:lnTo>
                    <a:pt x="912" y="49"/>
                  </a:lnTo>
                  <a:lnTo>
                    <a:pt x="820" y="69"/>
                  </a:lnTo>
                  <a:lnTo>
                    <a:pt x="726" y="85"/>
                  </a:lnTo>
                  <a:lnTo>
                    <a:pt x="630" y="98"/>
                  </a:lnTo>
                  <a:lnTo>
                    <a:pt x="532" y="107"/>
                  </a:lnTo>
                  <a:lnTo>
                    <a:pt x="434" y="112"/>
                  </a:lnTo>
                  <a:lnTo>
                    <a:pt x="335" y="114"/>
                  </a:lnTo>
                  <a:lnTo>
                    <a:pt x="250" y="113"/>
                  </a:lnTo>
                  <a:lnTo>
                    <a:pt x="166" y="109"/>
                  </a:lnTo>
                  <a:lnTo>
                    <a:pt x="83" y="102"/>
                  </a:lnTo>
                  <a:lnTo>
                    <a:pt x="0" y="92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9" name="Freeform 11"/>
            <p:cNvSpPr>
              <a:spLocks/>
            </p:cNvSpPr>
            <p:nvPr/>
          </p:nvSpPr>
          <p:spPr bwMode="auto">
            <a:xfrm rot="-180000">
              <a:off x="4128933" y="3797618"/>
              <a:ext cx="147735" cy="101424"/>
            </a:xfrm>
            <a:custGeom>
              <a:avLst/>
              <a:gdLst>
                <a:gd name="T0" fmla="*/ 8 w 103"/>
                <a:gd name="T1" fmla="*/ 0 h 66"/>
                <a:gd name="T2" fmla="*/ 0 w 103"/>
                <a:gd name="T3" fmla="*/ 2 h 66"/>
                <a:gd name="T4" fmla="*/ 7 w 103"/>
                <a:gd name="T5" fmla="*/ 7 h 66"/>
                <a:gd name="T6" fmla="*/ 5 w 103"/>
                <a:gd name="T7" fmla="*/ 3 h 66"/>
                <a:gd name="T8" fmla="*/ 8 w 103"/>
                <a:gd name="T9" fmla="*/ 0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66"/>
                <a:gd name="T17" fmla="*/ 103 w 103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66">
                  <a:moveTo>
                    <a:pt x="103" y="0"/>
                  </a:moveTo>
                  <a:lnTo>
                    <a:pt x="0" y="19"/>
                  </a:lnTo>
                  <a:lnTo>
                    <a:pt x="93" y="66"/>
                  </a:lnTo>
                  <a:lnTo>
                    <a:pt x="67" y="29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0" name="Freeform 12"/>
            <p:cNvSpPr>
              <a:spLocks/>
            </p:cNvSpPr>
            <p:nvPr/>
          </p:nvSpPr>
          <p:spPr bwMode="auto">
            <a:xfrm>
              <a:off x="6008064" y="2132278"/>
              <a:ext cx="1285513" cy="1408906"/>
            </a:xfrm>
            <a:custGeom>
              <a:avLst/>
              <a:gdLst>
                <a:gd name="T0" fmla="*/ 84 w 858"/>
                <a:gd name="T1" fmla="*/ 0 h 1246"/>
                <a:gd name="T2" fmla="*/ 84 w 858"/>
                <a:gd name="T3" fmla="*/ 1 h 1246"/>
                <a:gd name="T4" fmla="*/ 84 w 858"/>
                <a:gd name="T5" fmla="*/ 2 h 1246"/>
                <a:gd name="T6" fmla="*/ 83 w 858"/>
                <a:gd name="T7" fmla="*/ 3 h 1246"/>
                <a:gd name="T8" fmla="*/ 82 w 858"/>
                <a:gd name="T9" fmla="*/ 4 h 1246"/>
                <a:gd name="T10" fmla="*/ 82 w 858"/>
                <a:gd name="T11" fmla="*/ 5 h 1246"/>
                <a:gd name="T12" fmla="*/ 80 w 858"/>
                <a:gd name="T13" fmla="*/ 6 h 1246"/>
                <a:gd name="T14" fmla="*/ 79 w 858"/>
                <a:gd name="T15" fmla="*/ 7 h 1246"/>
                <a:gd name="T16" fmla="*/ 77 w 858"/>
                <a:gd name="T17" fmla="*/ 7 h 1246"/>
                <a:gd name="T18" fmla="*/ 75 w 858"/>
                <a:gd name="T19" fmla="*/ 8 h 1246"/>
                <a:gd name="T20" fmla="*/ 73 w 858"/>
                <a:gd name="T21" fmla="*/ 9 h 1246"/>
                <a:gd name="T22" fmla="*/ 71 w 858"/>
                <a:gd name="T23" fmla="*/ 10 h 1246"/>
                <a:gd name="T24" fmla="*/ 70 w 858"/>
                <a:gd name="T25" fmla="*/ 11 h 1246"/>
                <a:gd name="T26" fmla="*/ 67 w 858"/>
                <a:gd name="T27" fmla="*/ 12 h 1246"/>
                <a:gd name="T28" fmla="*/ 65 w 858"/>
                <a:gd name="T29" fmla="*/ 12 h 1246"/>
                <a:gd name="T30" fmla="*/ 63 w 858"/>
                <a:gd name="T31" fmla="*/ 13 h 1246"/>
                <a:gd name="T32" fmla="*/ 60 w 858"/>
                <a:gd name="T33" fmla="*/ 14 h 1246"/>
                <a:gd name="T34" fmla="*/ 57 w 858"/>
                <a:gd name="T35" fmla="*/ 14 h 1246"/>
                <a:gd name="T36" fmla="*/ 54 w 858"/>
                <a:gd name="T37" fmla="*/ 15 h 1246"/>
                <a:gd name="T38" fmla="*/ 51 w 858"/>
                <a:gd name="T39" fmla="*/ 16 h 1246"/>
                <a:gd name="T40" fmla="*/ 48 w 858"/>
                <a:gd name="T41" fmla="*/ 16 h 1246"/>
                <a:gd name="T42" fmla="*/ 44 w 858"/>
                <a:gd name="T43" fmla="*/ 17 h 1246"/>
                <a:gd name="T44" fmla="*/ 41 w 858"/>
                <a:gd name="T45" fmla="*/ 18 h 1246"/>
                <a:gd name="T46" fmla="*/ 37 w 858"/>
                <a:gd name="T47" fmla="*/ 18 h 1246"/>
                <a:gd name="T48" fmla="*/ 34 w 858"/>
                <a:gd name="T49" fmla="*/ 19 h 1246"/>
                <a:gd name="T50" fmla="*/ 29 w 858"/>
                <a:gd name="T51" fmla="*/ 19 h 1246"/>
                <a:gd name="T52" fmla="*/ 26 w 858"/>
                <a:gd name="T53" fmla="*/ 20 h 1246"/>
                <a:gd name="T54" fmla="*/ 22 w 858"/>
                <a:gd name="T55" fmla="*/ 21 h 1246"/>
                <a:gd name="T56" fmla="*/ 18 w 858"/>
                <a:gd name="T57" fmla="*/ 21 h 1246"/>
                <a:gd name="T58" fmla="*/ 14 w 858"/>
                <a:gd name="T59" fmla="*/ 22 h 1246"/>
                <a:gd name="T60" fmla="*/ 10 w 858"/>
                <a:gd name="T61" fmla="*/ 22 h 1246"/>
                <a:gd name="T62" fmla="*/ 5 w 858"/>
                <a:gd name="T63" fmla="*/ 23 h 1246"/>
                <a:gd name="T64" fmla="*/ 0 w 858"/>
                <a:gd name="T65" fmla="*/ 23 h 124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858"/>
                <a:gd name="T100" fmla="*/ 0 h 1246"/>
                <a:gd name="T101" fmla="*/ 858 w 858"/>
                <a:gd name="T102" fmla="*/ 1246 h 124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858" h="1246">
                  <a:moveTo>
                    <a:pt x="858" y="0"/>
                  </a:moveTo>
                  <a:lnTo>
                    <a:pt x="855" y="52"/>
                  </a:lnTo>
                  <a:lnTo>
                    <a:pt x="850" y="103"/>
                  </a:lnTo>
                  <a:lnTo>
                    <a:pt x="843" y="154"/>
                  </a:lnTo>
                  <a:lnTo>
                    <a:pt x="834" y="205"/>
                  </a:lnTo>
                  <a:lnTo>
                    <a:pt x="824" y="255"/>
                  </a:lnTo>
                  <a:lnTo>
                    <a:pt x="812" y="304"/>
                  </a:lnTo>
                  <a:lnTo>
                    <a:pt x="799" y="352"/>
                  </a:lnTo>
                  <a:lnTo>
                    <a:pt x="783" y="400"/>
                  </a:lnTo>
                  <a:lnTo>
                    <a:pt x="766" y="448"/>
                  </a:lnTo>
                  <a:lnTo>
                    <a:pt x="748" y="494"/>
                  </a:lnTo>
                  <a:lnTo>
                    <a:pt x="728" y="540"/>
                  </a:lnTo>
                  <a:lnTo>
                    <a:pt x="707" y="585"/>
                  </a:lnTo>
                  <a:lnTo>
                    <a:pt x="684" y="629"/>
                  </a:lnTo>
                  <a:lnTo>
                    <a:pt x="659" y="672"/>
                  </a:lnTo>
                  <a:lnTo>
                    <a:pt x="633" y="714"/>
                  </a:lnTo>
                  <a:lnTo>
                    <a:pt x="606" y="755"/>
                  </a:lnTo>
                  <a:lnTo>
                    <a:pt x="577" y="796"/>
                  </a:lnTo>
                  <a:lnTo>
                    <a:pt x="547" y="835"/>
                  </a:lnTo>
                  <a:lnTo>
                    <a:pt x="516" y="873"/>
                  </a:lnTo>
                  <a:lnTo>
                    <a:pt x="483" y="909"/>
                  </a:lnTo>
                  <a:lnTo>
                    <a:pt x="449" y="945"/>
                  </a:lnTo>
                  <a:lnTo>
                    <a:pt x="414" y="979"/>
                  </a:lnTo>
                  <a:lnTo>
                    <a:pt x="378" y="1012"/>
                  </a:lnTo>
                  <a:lnTo>
                    <a:pt x="340" y="1044"/>
                  </a:lnTo>
                  <a:lnTo>
                    <a:pt x="302" y="1075"/>
                  </a:lnTo>
                  <a:lnTo>
                    <a:pt x="262" y="1104"/>
                  </a:lnTo>
                  <a:lnTo>
                    <a:pt x="221" y="1131"/>
                  </a:lnTo>
                  <a:lnTo>
                    <a:pt x="179" y="1157"/>
                  </a:lnTo>
                  <a:lnTo>
                    <a:pt x="135" y="1182"/>
                  </a:lnTo>
                  <a:lnTo>
                    <a:pt x="91" y="1205"/>
                  </a:lnTo>
                  <a:lnTo>
                    <a:pt x="46" y="1226"/>
                  </a:lnTo>
                  <a:lnTo>
                    <a:pt x="0" y="1246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1" name="Freeform 13"/>
            <p:cNvSpPr>
              <a:spLocks/>
            </p:cNvSpPr>
            <p:nvPr/>
          </p:nvSpPr>
          <p:spPr bwMode="auto">
            <a:xfrm>
              <a:off x="7245067" y="2055107"/>
              <a:ext cx="99225" cy="114653"/>
            </a:xfrm>
            <a:custGeom>
              <a:avLst/>
              <a:gdLst>
                <a:gd name="T0" fmla="*/ 6 w 67"/>
                <a:gd name="T1" fmla="*/ 2 h 100"/>
                <a:gd name="T2" fmla="*/ 3 w 67"/>
                <a:gd name="T3" fmla="*/ 0 h 100"/>
                <a:gd name="T4" fmla="*/ 0 w 67"/>
                <a:gd name="T5" fmla="*/ 2 h 100"/>
                <a:gd name="T6" fmla="*/ 3 w 67"/>
                <a:gd name="T7" fmla="*/ 2 h 100"/>
                <a:gd name="T8" fmla="*/ 6 w 67"/>
                <a:gd name="T9" fmla="*/ 2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00"/>
                <a:gd name="T17" fmla="*/ 67 w 67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00">
                  <a:moveTo>
                    <a:pt x="67" y="100"/>
                  </a:moveTo>
                  <a:lnTo>
                    <a:pt x="36" y="0"/>
                  </a:lnTo>
                  <a:lnTo>
                    <a:pt x="0" y="98"/>
                  </a:lnTo>
                  <a:lnTo>
                    <a:pt x="34" y="68"/>
                  </a:lnTo>
                  <a:lnTo>
                    <a:pt x="67" y="10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2" name="Freeform 14"/>
            <p:cNvSpPr>
              <a:spLocks/>
            </p:cNvSpPr>
            <p:nvPr/>
          </p:nvSpPr>
          <p:spPr bwMode="auto">
            <a:xfrm>
              <a:off x="6043344" y="3737417"/>
              <a:ext cx="1276693" cy="1613958"/>
            </a:xfrm>
            <a:custGeom>
              <a:avLst/>
              <a:gdLst>
                <a:gd name="T0" fmla="*/ 0 w 850"/>
                <a:gd name="T1" fmla="*/ 0 h 1424"/>
                <a:gd name="T2" fmla="*/ 3 w 850"/>
                <a:gd name="T3" fmla="*/ 1 h 1424"/>
                <a:gd name="T4" fmla="*/ 8 w 850"/>
                <a:gd name="T5" fmla="*/ 1 h 1424"/>
                <a:gd name="T6" fmla="*/ 12 w 850"/>
                <a:gd name="T7" fmla="*/ 2 h 1424"/>
                <a:gd name="T8" fmla="*/ 15 w 850"/>
                <a:gd name="T9" fmla="*/ 2 h 1424"/>
                <a:gd name="T10" fmla="*/ 20 w 850"/>
                <a:gd name="T11" fmla="*/ 3 h 1424"/>
                <a:gd name="T12" fmla="*/ 23 w 850"/>
                <a:gd name="T13" fmla="*/ 3 h 1424"/>
                <a:gd name="T14" fmla="*/ 27 w 850"/>
                <a:gd name="T15" fmla="*/ 4 h 1424"/>
                <a:gd name="T16" fmla="*/ 30 w 850"/>
                <a:gd name="T17" fmla="*/ 4 h 1424"/>
                <a:gd name="T18" fmla="*/ 33 w 850"/>
                <a:gd name="T19" fmla="*/ 5 h 1424"/>
                <a:gd name="T20" fmla="*/ 37 w 850"/>
                <a:gd name="T21" fmla="*/ 6 h 1424"/>
                <a:gd name="T22" fmla="*/ 40 w 850"/>
                <a:gd name="T23" fmla="*/ 7 h 1424"/>
                <a:gd name="T24" fmla="*/ 43 w 850"/>
                <a:gd name="T25" fmla="*/ 7 h 1424"/>
                <a:gd name="T26" fmla="*/ 46 w 850"/>
                <a:gd name="T27" fmla="*/ 8 h 1424"/>
                <a:gd name="T28" fmla="*/ 49 w 850"/>
                <a:gd name="T29" fmla="*/ 9 h 1424"/>
                <a:gd name="T30" fmla="*/ 52 w 850"/>
                <a:gd name="T31" fmla="*/ 10 h 1424"/>
                <a:gd name="T32" fmla="*/ 55 w 850"/>
                <a:gd name="T33" fmla="*/ 11 h 1424"/>
                <a:gd name="T34" fmla="*/ 57 w 850"/>
                <a:gd name="T35" fmla="*/ 11 h 1424"/>
                <a:gd name="T36" fmla="*/ 60 w 850"/>
                <a:gd name="T37" fmla="*/ 12 h 1424"/>
                <a:gd name="T38" fmla="*/ 63 w 850"/>
                <a:gd name="T39" fmla="*/ 13 h 1424"/>
                <a:gd name="T40" fmla="*/ 65 w 850"/>
                <a:gd name="T41" fmla="*/ 14 h 1424"/>
                <a:gd name="T42" fmla="*/ 67 w 850"/>
                <a:gd name="T43" fmla="*/ 15 h 1424"/>
                <a:gd name="T44" fmla="*/ 69 w 850"/>
                <a:gd name="T45" fmla="*/ 16 h 1424"/>
                <a:gd name="T46" fmla="*/ 72 w 850"/>
                <a:gd name="T47" fmla="*/ 17 h 1424"/>
                <a:gd name="T48" fmla="*/ 74 w 850"/>
                <a:gd name="T49" fmla="*/ 18 h 1424"/>
                <a:gd name="T50" fmla="*/ 75 w 850"/>
                <a:gd name="T51" fmla="*/ 19 h 1424"/>
                <a:gd name="T52" fmla="*/ 77 w 850"/>
                <a:gd name="T53" fmla="*/ 20 h 1424"/>
                <a:gd name="T54" fmla="*/ 79 w 850"/>
                <a:gd name="T55" fmla="*/ 21 h 1424"/>
                <a:gd name="T56" fmla="*/ 80 w 850"/>
                <a:gd name="T57" fmla="*/ 22 h 1424"/>
                <a:gd name="T58" fmla="*/ 82 w 850"/>
                <a:gd name="T59" fmla="*/ 23 h 1424"/>
                <a:gd name="T60" fmla="*/ 82 w 850"/>
                <a:gd name="T61" fmla="*/ 24 h 1424"/>
                <a:gd name="T62" fmla="*/ 84 w 850"/>
                <a:gd name="T63" fmla="*/ 25 h 1424"/>
                <a:gd name="T64" fmla="*/ 85 w 850"/>
                <a:gd name="T65" fmla="*/ 26 h 142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850"/>
                <a:gd name="T100" fmla="*/ 0 h 1424"/>
                <a:gd name="T101" fmla="*/ 850 w 850"/>
                <a:gd name="T102" fmla="*/ 1424 h 142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850" h="1424">
                  <a:moveTo>
                    <a:pt x="0" y="0"/>
                  </a:moveTo>
                  <a:lnTo>
                    <a:pt x="40" y="25"/>
                  </a:lnTo>
                  <a:lnTo>
                    <a:pt x="80" y="51"/>
                  </a:lnTo>
                  <a:lnTo>
                    <a:pt x="118" y="79"/>
                  </a:lnTo>
                  <a:lnTo>
                    <a:pt x="156" y="108"/>
                  </a:lnTo>
                  <a:lnTo>
                    <a:pt x="194" y="139"/>
                  </a:lnTo>
                  <a:lnTo>
                    <a:pt x="230" y="171"/>
                  </a:lnTo>
                  <a:lnTo>
                    <a:pt x="266" y="205"/>
                  </a:lnTo>
                  <a:lnTo>
                    <a:pt x="301" y="240"/>
                  </a:lnTo>
                  <a:lnTo>
                    <a:pt x="335" y="276"/>
                  </a:lnTo>
                  <a:lnTo>
                    <a:pt x="368" y="314"/>
                  </a:lnTo>
                  <a:lnTo>
                    <a:pt x="401" y="353"/>
                  </a:lnTo>
                  <a:lnTo>
                    <a:pt x="432" y="394"/>
                  </a:lnTo>
                  <a:lnTo>
                    <a:pt x="463" y="435"/>
                  </a:lnTo>
                  <a:lnTo>
                    <a:pt x="493" y="478"/>
                  </a:lnTo>
                  <a:lnTo>
                    <a:pt x="521" y="522"/>
                  </a:lnTo>
                  <a:lnTo>
                    <a:pt x="549" y="568"/>
                  </a:lnTo>
                  <a:lnTo>
                    <a:pt x="576" y="614"/>
                  </a:lnTo>
                  <a:lnTo>
                    <a:pt x="602" y="662"/>
                  </a:lnTo>
                  <a:lnTo>
                    <a:pt x="627" y="710"/>
                  </a:lnTo>
                  <a:lnTo>
                    <a:pt x="651" y="760"/>
                  </a:lnTo>
                  <a:lnTo>
                    <a:pt x="673" y="810"/>
                  </a:lnTo>
                  <a:lnTo>
                    <a:pt x="695" y="862"/>
                  </a:lnTo>
                  <a:lnTo>
                    <a:pt x="716" y="914"/>
                  </a:lnTo>
                  <a:lnTo>
                    <a:pt x="735" y="968"/>
                  </a:lnTo>
                  <a:lnTo>
                    <a:pt x="754" y="1022"/>
                  </a:lnTo>
                  <a:lnTo>
                    <a:pt x="771" y="1077"/>
                  </a:lnTo>
                  <a:lnTo>
                    <a:pt x="787" y="1133"/>
                  </a:lnTo>
                  <a:lnTo>
                    <a:pt x="802" y="1190"/>
                  </a:lnTo>
                  <a:lnTo>
                    <a:pt x="816" y="1247"/>
                  </a:lnTo>
                  <a:lnTo>
                    <a:pt x="829" y="1306"/>
                  </a:lnTo>
                  <a:lnTo>
                    <a:pt x="840" y="1364"/>
                  </a:lnTo>
                  <a:lnTo>
                    <a:pt x="850" y="1424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3" name="Freeform 15"/>
            <p:cNvSpPr>
              <a:spLocks/>
            </p:cNvSpPr>
            <p:nvPr/>
          </p:nvSpPr>
          <p:spPr bwMode="auto">
            <a:xfrm>
              <a:off x="7264912" y="5311688"/>
              <a:ext cx="99225" cy="116858"/>
            </a:xfrm>
            <a:custGeom>
              <a:avLst/>
              <a:gdLst>
                <a:gd name="T0" fmla="*/ 0 w 66"/>
                <a:gd name="T1" fmla="*/ 1 h 103"/>
                <a:gd name="T2" fmla="*/ 5 w 66"/>
                <a:gd name="T3" fmla="*/ 2 h 103"/>
                <a:gd name="T4" fmla="*/ 7 w 66"/>
                <a:gd name="T5" fmla="*/ 0 h 103"/>
                <a:gd name="T6" fmla="*/ 3 w 66"/>
                <a:gd name="T7" fmla="*/ 1 h 103"/>
                <a:gd name="T8" fmla="*/ 0 w 66"/>
                <a:gd name="T9" fmla="*/ 1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103"/>
                <a:gd name="T17" fmla="*/ 66 w 66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103">
                  <a:moveTo>
                    <a:pt x="0" y="10"/>
                  </a:moveTo>
                  <a:lnTo>
                    <a:pt x="48" y="103"/>
                  </a:lnTo>
                  <a:lnTo>
                    <a:pt x="66" y="0"/>
                  </a:lnTo>
                  <a:lnTo>
                    <a:pt x="38" y="3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4" name="Freeform 16"/>
            <p:cNvSpPr>
              <a:spLocks/>
            </p:cNvSpPr>
            <p:nvPr/>
          </p:nvSpPr>
          <p:spPr bwMode="auto">
            <a:xfrm>
              <a:off x="5939709" y="1805958"/>
              <a:ext cx="491714" cy="1730816"/>
            </a:xfrm>
            <a:custGeom>
              <a:avLst/>
              <a:gdLst>
                <a:gd name="T0" fmla="*/ 33 w 327"/>
                <a:gd name="T1" fmla="*/ 0 h 1529"/>
                <a:gd name="T2" fmla="*/ 33 w 327"/>
                <a:gd name="T3" fmla="*/ 3 h 1529"/>
                <a:gd name="T4" fmla="*/ 32 w 327"/>
                <a:gd name="T5" fmla="*/ 5 h 1529"/>
                <a:gd name="T6" fmla="*/ 31 w 327"/>
                <a:gd name="T7" fmla="*/ 7 h 1529"/>
                <a:gd name="T8" fmla="*/ 30 w 327"/>
                <a:gd name="T9" fmla="*/ 9 h 1529"/>
                <a:gd name="T10" fmla="*/ 29 w 327"/>
                <a:gd name="T11" fmla="*/ 10 h 1529"/>
                <a:gd name="T12" fmla="*/ 29 w 327"/>
                <a:gd name="T13" fmla="*/ 11 h 1529"/>
                <a:gd name="T14" fmla="*/ 29 w 327"/>
                <a:gd name="T15" fmla="*/ 12 h 1529"/>
                <a:gd name="T16" fmla="*/ 27 w 327"/>
                <a:gd name="T17" fmla="*/ 13 h 1529"/>
                <a:gd name="T18" fmla="*/ 27 w 327"/>
                <a:gd name="T19" fmla="*/ 14 h 1529"/>
                <a:gd name="T20" fmla="*/ 26 w 327"/>
                <a:gd name="T21" fmla="*/ 15 h 1529"/>
                <a:gd name="T22" fmla="*/ 25 w 327"/>
                <a:gd name="T23" fmla="*/ 16 h 1529"/>
                <a:gd name="T24" fmla="*/ 23 w 327"/>
                <a:gd name="T25" fmla="*/ 17 h 1529"/>
                <a:gd name="T26" fmla="*/ 23 w 327"/>
                <a:gd name="T27" fmla="*/ 18 h 1529"/>
                <a:gd name="T28" fmla="*/ 21 w 327"/>
                <a:gd name="T29" fmla="*/ 19 h 1529"/>
                <a:gd name="T30" fmla="*/ 20 w 327"/>
                <a:gd name="T31" fmla="*/ 20 h 1529"/>
                <a:gd name="T32" fmla="*/ 18 w 327"/>
                <a:gd name="T33" fmla="*/ 21 h 1529"/>
                <a:gd name="T34" fmla="*/ 18 w 327"/>
                <a:gd name="T35" fmla="*/ 22 h 1529"/>
                <a:gd name="T36" fmla="*/ 16 w 327"/>
                <a:gd name="T37" fmla="*/ 22 h 1529"/>
                <a:gd name="T38" fmla="*/ 14 w 327"/>
                <a:gd name="T39" fmla="*/ 23 h 1529"/>
                <a:gd name="T40" fmla="*/ 14 w 327"/>
                <a:gd name="T41" fmla="*/ 24 h 1529"/>
                <a:gd name="T42" fmla="*/ 12 w 327"/>
                <a:gd name="T43" fmla="*/ 24 h 1529"/>
                <a:gd name="T44" fmla="*/ 10 w 327"/>
                <a:gd name="T45" fmla="*/ 25 h 1529"/>
                <a:gd name="T46" fmla="*/ 8 w 327"/>
                <a:gd name="T47" fmla="*/ 26 h 1529"/>
                <a:gd name="T48" fmla="*/ 7 w 327"/>
                <a:gd name="T49" fmla="*/ 26 h 1529"/>
                <a:gd name="T50" fmla="*/ 5 w 327"/>
                <a:gd name="T51" fmla="*/ 27 h 1529"/>
                <a:gd name="T52" fmla="*/ 3 w 327"/>
                <a:gd name="T53" fmla="*/ 27 h 1529"/>
                <a:gd name="T54" fmla="*/ 1 w 327"/>
                <a:gd name="T55" fmla="*/ 28 h 1529"/>
                <a:gd name="T56" fmla="*/ 0 w 327"/>
                <a:gd name="T57" fmla="*/ 28 h 152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327"/>
                <a:gd name="T88" fmla="*/ 0 h 1529"/>
                <a:gd name="T89" fmla="*/ 327 w 327"/>
                <a:gd name="T90" fmla="*/ 1529 h 1529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327" h="1529">
                  <a:moveTo>
                    <a:pt x="327" y="0"/>
                  </a:moveTo>
                  <a:lnTo>
                    <a:pt x="324" y="129"/>
                  </a:lnTo>
                  <a:lnTo>
                    <a:pt x="318" y="256"/>
                  </a:lnTo>
                  <a:lnTo>
                    <a:pt x="310" y="381"/>
                  </a:lnTo>
                  <a:lnTo>
                    <a:pt x="299" y="501"/>
                  </a:lnTo>
                  <a:lnTo>
                    <a:pt x="293" y="560"/>
                  </a:lnTo>
                  <a:lnTo>
                    <a:pt x="286" y="618"/>
                  </a:lnTo>
                  <a:lnTo>
                    <a:pt x="278" y="675"/>
                  </a:lnTo>
                  <a:lnTo>
                    <a:pt x="270" y="731"/>
                  </a:lnTo>
                  <a:lnTo>
                    <a:pt x="261" y="786"/>
                  </a:lnTo>
                  <a:lnTo>
                    <a:pt x="252" y="839"/>
                  </a:lnTo>
                  <a:lnTo>
                    <a:pt x="242" y="891"/>
                  </a:lnTo>
                  <a:lnTo>
                    <a:pt x="231" y="942"/>
                  </a:lnTo>
                  <a:lnTo>
                    <a:pt x="220" y="992"/>
                  </a:lnTo>
                  <a:lnTo>
                    <a:pt x="209" y="1040"/>
                  </a:lnTo>
                  <a:lnTo>
                    <a:pt x="197" y="1086"/>
                  </a:lnTo>
                  <a:lnTo>
                    <a:pt x="184" y="1131"/>
                  </a:lnTo>
                  <a:lnTo>
                    <a:pt x="171" y="1175"/>
                  </a:lnTo>
                  <a:lnTo>
                    <a:pt x="158" y="1216"/>
                  </a:lnTo>
                  <a:lnTo>
                    <a:pt x="144" y="1256"/>
                  </a:lnTo>
                  <a:lnTo>
                    <a:pt x="130" y="1294"/>
                  </a:lnTo>
                  <a:lnTo>
                    <a:pt x="115" y="1331"/>
                  </a:lnTo>
                  <a:lnTo>
                    <a:pt x="100" y="1365"/>
                  </a:lnTo>
                  <a:lnTo>
                    <a:pt x="84" y="1398"/>
                  </a:lnTo>
                  <a:lnTo>
                    <a:pt x="68" y="1428"/>
                  </a:lnTo>
                  <a:lnTo>
                    <a:pt x="52" y="1457"/>
                  </a:lnTo>
                  <a:lnTo>
                    <a:pt x="35" y="1483"/>
                  </a:lnTo>
                  <a:lnTo>
                    <a:pt x="18" y="1507"/>
                  </a:lnTo>
                  <a:lnTo>
                    <a:pt x="0" y="1529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5" name="Freeform 17"/>
            <p:cNvSpPr>
              <a:spLocks/>
            </p:cNvSpPr>
            <p:nvPr/>
          </p:nvSpPr>
          <p:spPr bwMode="auto">
            <a:xfrm>
              <a:off x="6382913" y="1728788"/>
              <a:ext cx="101430" cy="112448"/>
            </a:xfrm>
            <a:custGeom>
              <a:avLst/>
              <a:gdLst>
                <a:gd name="T0" fmla="*/ 7 w 67"/>
                <a:gd name="T1" fmla="*/ 2 h 99"/>
                <a:gd name="T2" fmla="*/ 3 w 67"/>
                <a:gd name="T3" fmla="*/ 0 h 99"/>
                <a:gd name="T4" fmla="*/ 0 w 67"/>
                <a:gd name="T5" fmla="*/ 2 h 99"/>
                <a:gd name="T6" fmla="*/ 3 w 67"/>
                <a:gd name="T7" fmla="*/ 2 h 99"/>
                <a:gd name="T8" fmla="*/ 7 w 67"/>
                <a:gd name="T9" fmla="*/ 2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99"/>
                <a:gd name="T17" fmla="*/ 67 w 67"/>
                <a:gd name="T18" fmla="*/ 99 h 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99">
                  <a:moveTo>
                    <a:pt x="67" y="99"/>
                  </a:moveTo>
                  <a:lnTo>
                    <a:pt x="33" y="0"/>
                  </a:lnTo>
                  <a:lnTo>
                    <a:pt x="0" y="99"/>
                  </a:lnTo>
                  <a:lnTo>
                    <a:pt x="33" y="68"/>
                  </a:lnTo>
                  <a:lnTo>
                    <a:pt x="67" y="99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6" name="Freeform 18"/>
            <p:cNvSpPr>
              <a:spLocks/>
            </p:cNvSpPr>
            <p:nvPr/>
          </p:nvSpPr>
          <p:spPr bwMode="auto">
            <a:xfrm>
              <a:off x="5999244" y="3777104"/>
              <a:ext cx="504944" cy="1744045"/>
            </a:xfrm>
            <a:custGeom>
              <a:avLst/>
              <a:gdLst>
                <a:gd name="T0" fmla="*/ 0 w 337"/>
                <a:gd name="T1" fmla="*/ 0 h 1539"/>
                <a:gd name="T2" fmla="*/ 1 w 337"/>
                <a:gd name="T3" fmla="*/ 1 h 1539"/>
                <a:gd name="T4" fmla="*/ 3 w 337"/>
                <a:gd name="T5" fmla="*/ 1 h 1539"/>
                <a:gd name="T6" fmla="*/ 5 w 337"/>
                <a:gd name="T7" fmla="*/ 2 h 1539"/>
                <a:gd name="T8" fmla="*/ 7 w 337"/>
                <a:gd name="T9" fmla="*/ 2 h 1539"/>
                <a:gd name="T10" fmla="*/ 8 w 337"/>
                <a:gd name="T11" fmla="*/ 3 h 1539"/>
                <a:gd name="T12" fmla="*/ 10 w 337"/>
                <a:gd name="T13" fmla="*/ 3 h 1539"/>
                <a:gd name="T14" fmla="*/ 12 w 337"/>
                <a:gd name="T15" fmla="*/ 4 h 1539"/>
                <a:gd name="T16" fmla="*/ 13 w 337"/>
                <a:gd name="T17" fmla="*/ 4 h 1539"/>
                <a:gd name="T18" fmla="*/ 15 w 337"/>
                <a:gd name="T19" fmla="*/ 5 h 1539"/>
                <a:gd name="T20" fmla="*/ 16 w 337"/>
                <a:gd name="T21" fmla="*/ 6 h 1539"/>
                <a:gd name="T22" fmla="*/ 18 w 337"/>
                <a:gd name="T23" fmla="*/ 6 h 1539"/>
                <a:gd name="T24" fmla="*/ 19 w 337"/>
                <a:gd name="T25" fmla="*/ 7 h 1539"/>
                <a:gd name="T26" fmla="*/ 20 w 337"/>
                <a:gd name="T27" fmla="*/ 8 h 1539"/>
                <a:gd name="T28" fmla="*/ 21 w 337"/>
                <a:gd name="T29" fmla="*/ 9 h 1539"/>
                <a:gd name="T30" fmla="*/ 22 w 337"/>
                <a:gd name="T31" fmla="*/ 10 h 1539"/>
                <a:gd name="T32" fmla="*/ 24 w 337"/>
                <a:gd name="T33" fmla="*/ 11 h 1539"/>
                <a:gd name="T34" fmla="*/ 24 w 337"/>
                <a:gd name="T35" fmla="*/ 12 h 1539"/>
                <a:gd name="T36" fmla="*/ 26 w 337"/>
                <a:gd name="T37" fmla="*/ 13 h 1539"/>
                <a:gd name="T38" fmla="*/ 27 w 337"/>
                <a:gd name="T39" fmla="*/ 13 h 1539"/>
                <a:gd name="T40" fmla="*/ 27 w 337"/>
                <a:gd name="T41" fmla="*/ 15 h 1539"/>
                <a:gd name="T42" fmla="*/ 28 w 337"/>
                <a:gd name="T43" fmla="*/ 16 h 1539"/>
                <a:gd name="T44" fmla="*/ 29 w 337"/>
                <a:gd name="T45" fmla="*/ 17 h 1539"/>
                <a:gd name="T46" fmla="*/ 29 w 337"/>
                <a:gd name="T47" fmla="*/ 18 h 1539"/>
                <a:gd name="T48" fmla="*/ 30 w 337"/>
                <a:gd name="T49" fmla="*/ 19 h 1539"/>
                <a:gd name="T50" fmla="*/ 31 w 337"/>
                <a:gd name="T51" fmla="*/ 20 h 1539"/>
                <a:gd name="T52" fmla="*/ 31 w 337"/>
                <a:gd name="T53" fmla="*/ 21 h 1539"/>
                <a:gd name="T54" fmla="*/ 33 w 337"/>
                <a:gd name="T55" fmla="*/ 24 h 1539"/>
                <a:gd name="T56" fmla="*/ 33 w 337"/>
                <a:gd name="T57" fmla="*/ 26 h 1539"/>
                <a:gd name="T58" fmla="*/ 33 w 337"/>
                <a:gd name="T59" fmla="*/ 28 h 153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337"/>
                <a:gd name="T91" fmla="*/ 0 h 1539"/>
                <a:gd name="T92" fmla="*/ 337 w 337"/>
                <a:gd name="T93" fmla="*/ 1539 h 1539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337" h="1539">
                  <a:moveTo>
                    <a:pt x="0" y="0"/>
                  </a:moveTo>
                  <a:lnTo>
                    <a:pt x="18" y="21"/>
                  </a:lnTo>
                  <a:lnTo>
                    <a:pt x="36" y="44"/>
                  </a:lnTo>
                  <a:lnTo>
                    <a:pt x="53" y="70"/>
                  </a:lnTo>
                  <a:lnTo>
                    <a:pt x="70" y="98"/>
                  </a:lnTo>
                  <a:lnTo>
                    <a:pt x="86" y="128"/>
                  </a:lnTo>
                  <a:lnTo>
                    <a:pt x="102" y="160"/>
                  </a:lnTo>
                  <a:lnTo>
                    <a:pt x="118" y="194"/>
                  </a:lnTo>
                  <a:lnTo>
                    <a:pt x="133" y="230"/>
                  </a:lnTo>
                  <a:lnTo>
                    <a:pt x="148" y="268"/>
                  </a:lnTo>
                  <a:lnTo>
                    <a:pt x="163" y="307"/>
                  </a:lnTo>
                  <a:lnTo>
                    <a:pt x="176" y="349"/>
                  </a:lnTo>
                  <a:lnTo>
                    <a:pt x="190" y="392"/>
                  </a:lnTo>
                  <a:lnTo>
                    <a:pt x="203" y="438"/>
                  </a:lnTo>
                  <a:lnTo>
                    <a:pt x="215" y="484"/>
                  </a:lnTo>
                  <a:lnTo>
                    <a:pt x="227" y="533"/>
                  </a:lnTo>
                  <a:lnTo>
                    <a:pt x="238" y="582"/>
                  </a:lnTo>
                  <a:lnTo>
                    <a:pt x="249" y="634"/>
                  </a:lnTo>
                  <a:lnTo>
                    <a:pt x="259" y="686"/>
                  </a:lnTo>
                  <a:lnTo>
                    <a:pt x="269" y="740"/>
                  </a:lnTo>
                  <a:lnTo>
                    <a:pt x="278" y="796"/>
                  </a:lnTo>
                  <a:lnTo>
                    <a:pt x="287" y="852"/>
                  </a:lnTo>
                  <a:lnTo>
                    <a:pt x="294" y="910"/>
                  </a:lnTo>
                  <a:lnTo>
                    <a:pt x="302" y="969"/>
                  </a:lnTo>
                  <a:lnTo>
                    <a:pt x="308" y="1029"/>
                  </a:lnTo>
                  <a:lnTo>
                    <a:pt x="314" y="1090"/>
                  </a:lnTo>
                  <a:lnTo>
                    <a:pt x="320" y="1151"/>
                  </a:lnTo>
                  <a:lnTo>
                    <a:pt x="328" y="1278"/>
                  </a:lnTo>
                  <a:lnTo>
                    <a:pt x="334" y="1407"/>
                  </a:lnTo>
                  <a:lnTo>
                    <a:pt x="337" y="1539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7" name="Freeform 19"/>
            <p:cNvSpPr>
              <a:spLocks/>
            </p:cNvSpPr>
            <p:nvPr/>
          </p:nvSpPr>
          <p:spPr bwMode="auto">
            <a:xfrm>
              <a:off x="6455678" y="5485872"/>
              <a:ext cx="99225" cy="112448"/>
            </a:xfrm>
            <a:custGeom>
              <a:avLst/>
              <a:gdLst>
                <a:gd name="T0" fmla="*/ 0 w 67"/>
                <a:gd name="T1" fmla="*/ 0 h 99"/>
                <a:gd name="T2" fmla="*/ 3 w 67"/>
                <a:gd name="T3" fmla="*/ 2 h 99"/>
                <a:gd name="T4" fmla="*/ 6 w 67"/>
                <a:gd name="T5" fmla="*/ 0 h 99"/>
                <a:gd name="T6" fmla="*/ 3 w 67"/>
                <a:gd name="T7" fmla="*/ 1 h 99"/>
                <a:gd name="T8" fmla="*/ 0 w 67"/>
                <a:gd name="T9" fmla="*/ 0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99"/>
                <a:gd name="T17" fmla="*/ 67 w 67"/>
                <a:gd name="T18" fmla="*/ 99 h 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8" name="Freeform 20"/>
            <p:cNvSpPr>
              <a:spLocks/>
            </p:cNvSpPr>
            <p:nvPr/>
          </p:nvSpPr>
          <p:spPr bwMode="auto">
            <a:xfrm rot="21377095">
              <a:off x="6065913" y="2982056"/>
              <a:ext cx="1658157" cy="557830"/>
            </a:xfrm>
            <a:custGeom>
              <a:avLst/>
              <a:gdLst>
                <a:gd name="T0" fmla="*/ 110 w 1105"/>
                <a:gd name="T1" fmla="*/ 0 h 494"/>
                <a:gd name="T2" fmla="*/ 104 w 1105"/>
                <a:gd name="T3" fmla="*/ 1 h 494"/>
                <a:gd name="T4" fmla="*/ 98 w 1105"/>
                <a:gd name="T5" fmla="*/ 2 h 494"/>
                <a:gd name="T6" fmla="*/ 92 w 1105"/>
                <a:gd name="T7" fmla="*/ 3 h 494"/>
                <a:gd name="T8" fmla="*/ 86 w 1105"/>
                <a:gd name="T9" fmla="*/ 4 h 494"/>
                <a:gd name="T10" fmla="*/ 79 w 1105"/>
                <a:gd name="T11" fmla="*/ 5 h 494"/>
                <a:gd name="T12" fmla="*/ 73 w 1105"/>
                <a:gd name="T13" fmla="*/ 5 h 494"/>
                <a:gd name="T14" fmla="*/ 66 w 1105"/>
                <a:gd name="T15" fmla="*/ 6 h 494"/>
                <a:gd name="T16" fmla="*/ 59 w 1105"/>
                <a:gd name="T17" fmla="*/ 7 h 494"/>
                <a:gd name="T18" fmla="*/ 52 w 1105"/>
                <a:gd name="T19" fmla="*/ 7 h 494"/>
                <a:gd name="T20" fmla="*/ 45 w 1105"/>
                <a:gd name="T21" fmla="*/ 8 h 494"/>
                <a:gd name="T22" fmla="*/ 37 w 1105"/>
                <a:gd name="T23" fmla="*/ 8 h 494"/>
                <a:gd name="T24" fmla="*/ 30 w 1105"/>
                <a:gd name="T25" fmla="*/ 8 h 494"/>
                <a:gd name="T26" fmla="*/ 22 w 1105"/>
                <a:gd name="T27" fmla="*/ 9 h 494"/>
                <a:gd name="T28" fmla="*/ 19 w 1105"/>
                <a:gd name="T29" fmla="*/ 9 h 494"/>
                <a:gd name="T30" fmla="*/ 15 w 1105"/>
                <a:gd name="T31" fmla="*/ 9 h 494"/>
                <a:gd name="T32" fmla="*/ 11 w 1105"/>
                <a:gd name="T33" fmla="*/ 9 h 494"/>
                <a:gd name="T34" fmla="*/ 7 w 1105"/>
                <a:gd name="T35" fmla="*/ 9 h 494"/>
                <a:gd name="T36" fmla="*/ 3 w 1105"/>
                <a:gd name="T37" fmla="*/ 9 h 494"/>
                <a:gd name="T38" fmla="*/ 0 w 1105"/>
                <a:gd name="T39" fmla="*/ 9 h 49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05"/>
                <a:gd name="T61" fmla="*/ 0 h 494"/>
                <a:gd name="T62" fmla="*/ 1105 w 1105"/>
                <a:gd name="T63" fmla="*/ 494 h 49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05" h="494">
                  <a:moveTo>
                    <a:pt x="1105" y="0"/>
                  </a:moveTo>
                  <a:lnTo>
                    <a:pt x="1048" y="58"/>
                  </a:lnTo>
                  <a:lnTo>
                    <a:pt x="989" y="112"/>
                  </a:lnTo>
                  <a:lnTo>
                    <a:pt x="927" y="163"/>
                  </a:lnTo>
                  <a:lnTo>
                    <a:pt x="864" y="211"/>
                  </a:lnTo>
                  <a:lnTo>
                    <a:pt x="799" y="255"/>
                  </a:lnTo>
                  <a:lnTo>
                    <a:pt x="732" y="296"/>
                  </a:lnTo>
                  <a:lnTo>
                    <a:pt x="664" y="333"/>
                  </a:lnTo>
                  <a:lnTo>
                    <a:pt x="595" y="366"/>
                  </a:lnTo>
                  <a:lnTo>
                    <a:pt x="524" y="395"/>
                  </a:lnTo>
                  <a:lnTo>
                    <a:pt x="451" y="421"/>
                  </a:lnTo>
                  <a:lnTo>
                    <a:pt x="378" y="443"/>
                  </a:lnTo>
                  <a:lnTo>
                    <a:pt x="304" y="461"/>
                  </a:lnTo>
                  <a:lnTo>
                    <a:pt x="229" y="476"/>
                  </a:lnTo>
                  <a:lnTo>
                    <a:pt x="191" y="481"/>
                  </a:lnTo>
                  <a:lnTo>
                    <a:pt x="153" y="486"/>
                  </a:lnTo>
                  <a:lnTo>
                    <a:pt x="115" y="489"/>
                  </a:lnTo>
                  <a:lnTo>
                    <a:pt x="77" y="492"/>
                  </a:lnTo>
                  <a:lnTo>
                    <a:pt x="39" y="494"/>
                  </a:lnTo>
                  <a:lnTo>
                    <a:pt x="0" y="494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0" name="Freeform 22"/>
            <p:cNvSpPr>
              <a:spLocks/>
            </p:cNvSpPr>
            <p:nvPr/>
          </p:nvSpPr>
          <p:spPr bwMode="auto">
            <a:xfrm rot="153996">
              <a:off x="6001449" y="3733268"/>
              <a:ext cx="1660362" cy="560035"/>
            </a:xfrm>
            <a:custGeom>
              <a:avLst/>
              <a:gdLst>
                <a:gd name="T0" fmla="*/ 0 w 1106"/>
                <a:gd name="T1" fmla="*/ 0 h 493"/>
                <a:gd name="T2" fmla="*/ 3 w 1106"/>
                <a:gd name="T3" fmla="*/ 1 h 493"/>
                <a:gd name="T4" fmla="*/ 7 w 1106"/>
                <a:gd name="T5" fmla="*/ 1 h 493"/>
                <a:gd name="T6" fmla="*/ 12 w 1106"/>
                <a:gd name="T7" fmla="*/ 1 h 493"/>
                <a:gd name="T8" fmla="*/ 15 w 1106"/>
                <a:gd name="T9" fmla="*/ 1 h 493"/>
                <a:gd name="T10" fmla="*/ 20 w 1106"/>
                <a:gd name="T11" fmla="*/ 1 h 493"/>
                <a:gd name="T12" fmla="*/ 22 w 1106"/>
                <a:gd name="T13" fmla="*/ 1 h 493"/>
                <a:gd name="T14" fmla="*/ 30 w 1106"/>
                <a:gd name="T15" fmla="*/ 1 h 493"/>
                <a:gd name="T16" fmla="*/ 37 w 1106"/>
                <a:gd name="T17" fmla="*/ 1 h 493"/>
                <a:gd name="T18" fmla="*/ 45 w 1106"/>
                <a:gd name="T19" fmla="*/ 2 h 493"/>
                <a:gd name="T20" fmla="*/ 52 w 1106"/>
                <a:gd name="T21" fmla="*/ 2 h 493"/>
                <a:gd name="T22" fmla="*/ 59 w 1106"/>
                <a:gd name="T23" fmla="*/ 3 h 493"/>
                <a:gd name="T24" fmla="*/ 66 w 1106"/>
                <a:gd name="T25" fmla="*/ 3 h 493"/>
                <a:gd name="T26" fmla="*/ 73 w 1106"/>
                <a:gd name="T27" fmla="*/ 4 h 493"/>
                <a:gd name="T28" fmla="*/ 80 w 1106"/>
                <a:gd name="T29" fmla="*/ 4 h 493"/>
                <a:gd name="T30" fmla="*/ 86 w 1106"/>
                <a:gd name="T31" fmla="*/ 5 h 493"/>
                <a:gd name="T32" fmla="*/ 92 w 1106"/>
                <a:gd name="T33" fmla="*/ 6 h 493"/>
                <a:gd name="T34" fmla="*/ 99 w 1106"/>
                <a:gd name="T35" fmla="*/ 7 h 493"/>
                <a:gd name="T36" fmla="*/ 104 w 1106"/>
                <a:gd name="T37" fmla="*/ 8 h 493"/>
                <a:gd name="T38" fmla="*/ 110 w 1106"/>
                <a:gd name="T39" fmla="*/ 9 h 49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06"/>
                <a:gd name="T61" fmla="*/ 0 h 493"/>
                <a:gd name="T62" fmla="*/ 1106 w 1106"/>
                <a:gd name="T63" fmla="*/ 493 h 49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06" h="493">
                  <a:moveTo>
                    <a:pt x="0" y="0"/>
                  </a:moveTo>
                  <a:lnTo>
                    <a:pt x="39" y="1"/>
                  </a:lnTo>
                  <a:lnTo>
                    <a:pt x="77" y="2"/>
                  </a:lnTo>
                  <a:lnTo>
                    <a:pt x="115" y="5"/>
                  </a:lnTo>
                  <a:lnTo>
                    <a:pt x="153" y="8"/>
                  </a:lnTo>
                  <a:lnTo>
                    <a:pt x="191" y="13"/>
                  </a:lnTo>
                  <a:lnTo>
                    <a:pt x="229" y="18"/>
                  </a:lnTo>
                  <a:lnTo>
                    <a:pt x="304" y="33"/>
                  </a:lnTo>
                  <a:lnTo>
                    <a:pt x="378" y="51"/>
                  </a:lnTo>
                  <a:lnTo>
                    <a:pt x="452" y="73"/>
                  </a:lnTo>
                  <a:lnTo>
                    <a:pt x="524" y="98"/>
                  </a:lnTo>
                  <a:lnTo>
                    <a:pt x="595" y="128"/>
                  </a:lnTo>
                  <a:lnTo>
                    <a:pt x="665" y="161"/>
                  </a:lnTo>
                  <a:lnTo>
                    <a:pt x="733" y="198"/>
                  </a:lnTo>
                  <a:lnTo>
                    <a:pt x="800" y="239"/>
                  </a:lnTo>
                  <a:lnTo>
                    <a:pt x="865" y="283"/>
                  </a:lnTo>
                  <a:lnTo>
                    <a:pt x="928" y="330"/>
                  </a:lnTo>
                  <a:lnTo>
                    <a:pt x="990" y="381"/>
                  </a:lnTo>
                  <a:lnTo>
                    <a:pt x="1049" y="435"/>
                  </a:lnTo>
                  <a:lnTo>
                    <a:pt x="1106" y="493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1" name="Freeform 23"/>
            <p:cNvSpPr>
              <a:spLocks/>
            </p:cNvSpPr>
            <p:nvPr/>
          </p:nvSpPr>
          <p:spPr bwMode="auto">
            <a:xfrm rot="153996">
              <a:off x="7530972" y="4246482"/>
              <a:ext cx="136710" cy="108038"/>
            </a:xfrm>
            <a:custGeom>
              <a:avLst/>
              <a:gdLst>
                <a:gd name="T0" fmla="*/ 0 w 91"/>
                <a:gd name="T1" fmla="*/ 1 h 96"/>
                <a:gd name="T2" fmla="*/ 10 w 91"/>
                <a:gd name="T3" fmla="*/ 2 h 96"/>
                <a:gd name="T4" fmla="*/ 5 w 91"/>
                <a:gd name="T5" fmla="*/ 0 h 96"/>
                <a:gd name="T6" fmla="*/ 5 w 91"/>
                <a:gd name="T7" fmla="*/ 1 h 96"/>
                <a:gd name="T8" fmla="*/ 0 w 91"/>
                <a:gd name="T9" fmla="*/ 1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"/>
                <a:gd name="T16" fmla="*/ 0 h 96"/>
                <a:gd name="T17" fmla="*/ 91 w 91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" h="96">
                  <a:moveTo>
                    <a:pt x="0" y="45"/>
                  </a:moveTo>
                  <a:lnTo>
                    <a:pt x="91" y="96"/>
                  </a:lnTo>
                  <a:lnTo>
                    <a:pt x="49" y="0"/>
                  </a:lnTo>
                  <a:lnTo>
                    <a:pt x="46" y="45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2" name="Freeform 24"/>
            <p:cNvSpPr>
              <a:spLocks/>
            </p:cNvSpPr>
            <p:nvPr/>
          </p:nvSpPr>
          <p:spPr bwMode="auto">
            <a:xfrm>
              <a:off x="8014610" y="3595300"/>
              <a:ext cx="147735" cy="74965"/>
            </a:xfrm>
            <a:custGeom>
              <a:avLst/>
              <a:gdLst>
                <a:gd name="T0" fmla="*/ 0 w 99"/>
                <a:gd name="T1" fmla="*/ 2 h 67"/>
                <a:gd name="T2" fmla="*/ 9 w 99"/>
                <a:gd name="T3" fmla="*/ 1 h 67"/>
                <a:gd name="T4" fmla="*/ 0 w 99"/>
                <a:gd name="T5" fmla="*/ 0 h 67"/>
                <a:gd name="T6" fmla="*/ 3 w 99"/>
                <a:gd name="T7" fmla="*/ 1 h 67"/>
                <a:gd name="T8" fmla="*/ 0 w 99"/>
                <a:gd name="T9" fmla="*/ 2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"/>
                <a:gd name="T16" fmla="*/ 0 h 67"/>
                <a:gd name="T17" fmla="*/ 99 w 99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" h="67">
                  <a:moveTo>
                    <a:pt x="0" y="67"/>
                  </a:moveTo>
                  <a:lnTo>
                    <a:pt x="99" y="33"/>
                  </a:lnTo>
                  <a:lnTo>
                    <a:pt x="0" y="0"/>
                  </a:lnTo>
                  <a:lnTo>
                    <a:pt x="31" y="33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3" name="Freeform 25"/>
            <p:cNvSpPr>
              <a:spLocks/>
            </p:cNvSpPr>
            <p:nvPr/>
          </p:nvSpPr>
          <p:spPr bwMode="auto">
            <a:xfrm>
              <a:off x="4058848" y="3746236"/>
              <a:ext cx="1713282" cy="381441"/>
            </a:xfrm>
            <a:custGeom>
              <a:avLst/>
              <a:gdLst>
                <a:gd name="T0" fmla="*/ 95 w 1182"/>
                <a:gd name="T1" fmla="*/ 0 h 261"/>
                <a:gd name="T2" fmla="*/ 92 w 1182"/>
                <a:gd name="T3" fmla="*/ 3 h 261"/>
                <a:gd name="T4" fmla="*/ 89 w 1182"/>
                <a:gd name="T5" fmla="*/ 5 h 261"/>
                <a:gd name="T6" fmla="*/ 85 w 1182"/>
                <a:gd name="T7" fmla="*/ 7 h 261"/>
                <a:gd name="T8" fmla="*/ 82 w 1182"/>
                <a:gd name="T9" fmla="*/ 10 h 261"/>
                <a:gd name="T10" fmla="*/ 78 w 1182"/>
                <a:gd name="T11" fmla="*/ 12 h 261"/>
                <a:gd name="T12" fmla="*/ 75 w 1182"/>
                <a:gd name="T13" fmla="*/ 13 h 261"/>
                <a:gd name="T14" fmla="*/ 71 w 1182"/>
                <a:gd name="T15" fmla="*/ 15 h 261"/>
                <a:gd name="T16" fmla="*/ 68 w 1182"/>
                <a:gd name="T17" fmla="*/ 17 h 261"/>
                <a:gd name="T18" fmla="*/ 64 w 1182"/>
                <a:gd name="T19" fmla="*/ 18 h 261"/>
                <a:gd name="T20" fmla="*/ 60 w 1182"/>
                <a:gd name="T21" fmla="*/ 19 h 261"/>
                <a:gd name="T22" fmla="*/ 56 w 1182"/>
                <a:gd name="T23" fmla="*/ 20 h 261"/>
                <a:gd name="T24" fmla="*/ 52 w 1182"/>
                <a:gd name="T25" fmla="*/ 21 h 261"/>
                <a:gd name="T26" fmla="*/ 49 w 1182"/>
                <a:gd name="T27" fmla="*/ 21 h 261"/>
                <a:gd name="T28" fmla="*/ 45 w 1182"/>
                <a:gd name="T29" fmla="*/ 22 h 261"/>
                <a:gd name="T30" fmla="*/ 40 w 1182"/>
                <a:gd name="T31" fmla="*/ 22 h 261"/>
                <a:gd name="T32" fmla="*/ 36 w 1182"/>
                <a:gd name="T33" fmla="*/ 22 h 261"/>
                <a:gd name="T34" fmla="*/ 32 w 1182"/>
                <a:gd name="T35" fmla="*/ 22 h 261"/>
                <a:gd name="T36" fmla="*/ 27 w 1182"/>
                <a:gd name="T37" fmla="*/ 21 h 261"/>
                <a:gd name="T38" fmla="*/ 22 w 1182"/>
                <a:gd name="T39" fmla="*/ 21 h 261"/>
                <a:gd name="T40" fmla="*/ 18 w 1182"/>
                <a:gd name="T41" fmla="*/ 20 h 261"/>
                <a:gd name="T42" fmla="*/ 13 w 1182"/>
                <a:gd name="T43" fmla="*/ 19 h 261"/>
                <a:gd name="T44" fmla="*/ 9 w 1182"/>
                <a:gd name="T45" fmla="*/ 18 h 261"/>
                <a:gd name="T46" fmla="*/ 5 w 1182"/>
                <a:gd name="T47" fmla="*/ 17 h 261"/>
                <a:gd name="T48" fmla="*/ 0 w 1182"/>
                <a:gd name="T49" fmla="*/ 14 h 26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82"/>
                <a:gd name="T76" fmla="*/ 0 h 261"/>
                <a:gd name="T77" fmla="*/ 1182 w 1182"/>
                <a:gd name="T78" fmla="*/ 261 h 26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82" h="261">
                  <a:moveTo>
                    <a:pt x="1182" y="0"/>
                  </a:moveTo>
                  <a:lnTo>
                    <a:pt x="1141" y="31"/>
                  </a:lnTo>
                  <a:lnTo>
                    <a:pt x="1100" y="60"/>
                  </a:lnTo>
                  <a:lnTo>
                    <a:pt x="1057" y="87"/>
                  </a:lnTo>
                  <a:lnTo>
                    <a:pt x="1014" y="113"/>
                  </a:lnTo>
                  <a:lnTo>
                    <a:pt x="970" y="136"/>
                  </a:lnTo>
                  <a:lnTo>
                    <a:pt x="925" y="157"/>
                  </a:lnTo>
                  <a:lnTo>
                    <a:pt x="880" y="177"/>
                  </a:lnTo>
                  <a:lnTo>
                    <a:pt x="834" y="194"/>
                  </a:lnTo>
                  <a:lnTo>
                    <a:pt x="787" y="210"/>
                  </a:lnTo>
                  <a:lnTo>
                    <a:pt x="740" y="223"/>
                  </a:lnTo>
                  <a:lnTo>
                    <a:pt x="693" y="235"/>
                  </a:lnTo>
                  <a:lnTo>
                    <a:pt x="645" y="244"/>
                  </a:lnTo>
                  <a:lnTo>
                    <a:pt x="597" y="252"/>
                  </a:lnTo>
                  <a:lnTo>
                    <a:pt x="549" y="257"/>
                  </a:lnTo>
                  <a:lnTo>
                    <a:pt x="500" y="260"/>
                  </a:lnTo>
                  <a:lnTo>
                    <a:pt x="451" y="261"/>
                  </a:lnTo>
                  <a:lnTo>
                    <a:pt x="393" y="260"/>
                  </a:lnTo>
                  <a:lnTo>
                    <a:pt x="336" y="255"/>
                  </a:lnTo>
                  <a:lnTo>
                    <a:pt x="279" y="248"/>
                  </a:lnTo>
                  <a:lnTo>
                    <a:pt x="222" y="237"/>
                  </a:lnTo>
                  <a:lnTo>
                    <a:pt x="165" y="224"/>
                  </a:lnTo>
                  <a:lnTo>
                    <a:pt x="110" y="208"/>
                  </a:lnTo>
                  <a:lnTo>
                    <a:pt x="54" y="190"/>
                  </a:lnTo>
                  <a:lnTo>
                    <a:pt x="0" y="168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4" name="Freeform 26"/>
            <p:cNvSpPr>
              <a:spLocks/>
            </p:cNvSpPr>
            <p:nvPr/>
          </p:nvSpPr>
          <p:spPr bwMode="auto">
            <a:xfrm>
              <a:off x="3998206" y="3963253"/>
              <a:ext cx="149940" cy="101424"/>
            </a:xfrm>
            <a:custGeom>
              <a:avLst/>
              <a:gdLst>
                <a:gd name="T0" fmla="*/ 8 w 104"/>
                <a:gd name="T1" fmla="*/ 1 h 71"/>
                <a:gd name="T2" fmla="*/ 0 w 104"/>
                <a:gd name="T3" fmla="*/ 0 h 71"/>
                <a:gd name="T4" fmla="*/ 6 w 104"/>
                <a:gd name="T5" fmla="*/ 5 h 71"/>
                <a:gd name="T6" fmla="*/ 5 w 104"/>
                <a:gd name="T7" fmla="*/ 2 h 71"/>
                <a:gd name="T8" fmla="*/ 8 w 104"/>
                <a:gd name="T9" fmla="*/ 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71"/>
                <a:gd name="T17" fmla="*/ 104 w 104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71">
                  <a:moveTo>
                    <a:pt x="104" y="10"/>
                  </a:moveTo>
                  <a:lnTo>
                    <a:pt x="0" y="0"/>
                  </a:lnTo>
                  <a:lnTo>
                    <a:pt x="76" y="71"/>
                  </a:lnTo>
                  <a:lnTo>
                    <a:pt x="62" y="28"/>
                  </a:lnTo>
                  <a:lnTo>
                    <a:pt x="104" y="1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5" name="Freeform 27"/>
            <p:cNvSpPr>
              <a:spLocks/>
            </p:cNvSpPr>
            <p:nvPr/>
          </p:nvSpPr>
          <p:spPr bwMode="auto">
            <a:xfrm>
              <a:off x="3324584" y="1735403"/>
              <a:ext cx="2593075" cy="1744045"/>
            </a:xfrm>
            <a:custGeom>
              <a:avLst/>
              <a:gdLst>
                <a:gd name="T0" fmla="*/ 1 w 1680"/>
                <a:gd name="T1" fmla="*/ 27 h 1539"/>
                <a:gd name="T2" fmla="*/ 1 w 1680"/>
                <a:gd name="T3" fmla="*/ 25 h 1539"/>
                <a:gd name="T4" fmla="*/ 1 w 1680"/>
                <a:gd name="T5" fmla="*/ 23 h 1539"/>
                <a:gd name="T6" fmla="*/ 3 w 1680"/>
                <a:gd name="T7" fmla="*/ 20 h 1539"/>
                <a:gd name="T8" fmla="*/ 6 w 1680"/>
                <a:gd name="T9" fmla="*/ 17 h 1539"/>
                <a:gd name="T10" fmla="*/ 10 w 1680"/>
                <a:gd name="T11" fmla="*/ 15 h 1539"/>
                <a:gd name="T12" fmla="*/ 14 w 1680"/>
                <a:gd name="T13" fmla="*/ 13 h 1539"/>
                <a:gd name="T14" fmla="*/ 20 w 1680"/>
                <a:gd name="T15" fmla="*/ 11 h 1539"/>
                <a:gd name="T16" fmla="*/ 26 w 1680"/>
                <a:gd name="T17" fmla="*/ 9 h 1539"/>
                <a:gd name="T18" fmla="*/ 33 w 1680"/>
                <a:gd name="T19" fmla="*/ 7 h 1539"/>
                <a:gd name="T20" fmla="*/ 40 w 1680"/>
                <a:gd name="T21" fmla="*/ 5 h 1539"/>
                <a:gd name="T22" fmla="*/ 48 w 1680"/>
                <a:gd name="T23" fmla="*/ 4 h 1539"/>
                <a:gd name="T24" fmla="*/ 56 w 1680"/>
                <a:gd name="T25" fmla="*/ 3 h 1539"/>
                <a:gd name="T26" fmla="*/ 64 w 1680"/>
                <a:gd name="T27" fmla="*/ 2 h 1539"/>
                <a:gd name="T28" fmla="*/ 74 w 1680"/>
                <a:gd name="T29" fmla="*/ 1 h 1539"/>
                <a:gd name="T30" fmla="*/ 84 w 1680"/>
                <a:gd name="T31" fmla="*/ 1 h 1539"/>
                <a:gd name="T32" fmla="*/ 94 w 1680"/>
                <a:gd name="T33" fmla="*/ 1 h 1539"/>
                <a:gd name="T34" fmla="*/ 104 w 1680"/>
                <a:gd name="T35" fmla="*/ 1 h 1539"/>
                <a:gd name="T36" fmla="*/ 113 w 1680"/>
                <a:gd name="T37" fmla="*/ 1 h 1539"/>
                <a:gd name="T38" fmla="*/ 124 w 1680"/>
                <a:gd name="T39" fmla="*/ 1 h 1539"/>
                <a:gd name="T40" fmla="*/ 133 w 1680"/>
                <a:gd name="T41" fmla="*/ 2 h 1539"/>
                <a:gd name="T42" fmla="*/ 141 w 1680"/>
                <a:gd name="T43" fmla="*/ 3 h 1539"/>
                <a:gd name="T44" fmla="*/ 150 w 1680"/>
                <a:gd name="T45" fmla="*/ 4 h 1539"/>
                <a:gd name="T46" fmla="*/ 158 w 1680"/>
                <a:gd name="T47" fmla="*/ 5 h 1539"/>
                <a:gd name="T48" fmla="*/ 165 w 1680"/>
                <a:gd name="T49" fmla="*/ 7 h 1539"/>
                <a:gd name="T50" fmla="*/ 172 w 1680"/>
                <a:gd name="T51" fmla="*/ 9 h 1539"/>
                <a:gd name="T52" fmla="*/ 178 w 1680"/>
                <a:gd name="T53" fmla="*/ 11 h 1539"/>
                <a:gd name="T54" fmla="*/ 184 w 1680"/>
                <a:gd name="T55" fmla="*/ 13 h 1539"/>
                <a:gd name="T56" fmla="*/ 188 w 1680"/>
                <a:gd name="T57" fmla="*/ 15 h 1539"/>
                <a:gd name="T58" fmla="*/ 192 w 1680"/>
                <a:gd name="T59" fmla="*/ 17 h 1539"/>
                <a:gd name="T60" fmla="*/ 195 w 1680"/>
                <a:gd name="T61" fmla="*/ 20 h 1539"/>
                <a:gd name="T62" fmla="*/ 197 w 1680"/>
                <a:gd name="T63" fmla="*/ 23 h 1539"/>
                <a:gd name="T64" fmla="*/ 197 w 1680"/>
                <a:gd name="T65" fmla="*/ 25 h 1539"/>
                <a:gd name="T66" fmla="*/ 197 w 1680"/>
                <a:gd name="T67" fmla="*/ 27 h 153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80"/>
                <a:gd name="T103" fmla="*/ 0 h 1539"/>
                <a:gd name="T104" fmla="*/ 1680 w 1680"/>
                <a:gd name="T105" fmla="*/ 1539 h 153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80" h="1539">
                  <a:moveTo>
                    <a:pt x="2" y="1539"/>
                  </a:moveTo>
                  <a:lnTo>
                    <a:pt x="1" y="1493"/>
                  </a:lnTo>
                  <a:lnTo>
                    <a:pt x="0" y="1447"/>
                  </a:lnTo>
                  <a:lnTo>
                    <a:pt x="1" y="1373"/>
                  </a:lnTo>
                  <a:lnTo>
                    <a:pt x="4" y="1299"/>
                  </a:lnTo>
                  <a:lnTo>
                    <a:pt x="10" y="1227"/>
                  </a:lnTo>
                  <a:lnTo>
                    <a:pt x="17" y="1155"/>
                  </a:lnTo>
                  <a:lnTo>
                    <a:pt x="26" y="1085"/>
                  </a:lnTo>
                  <a:lnTo>
                    <a:pt x="38" y="1017"/>
                  </a:lnTo>
                  <a:lnTo>
                    <a:pt x="51" y="950"/>
                  </a:lnTo>
                  <a:lnTo>
                    <a:pt x="66" y="884"/>
                  </a:lnTo>
                  <a:lnTo>
                    <a:pt x="83" y="820"/>
                  </a:lnTo>
                  <a:lnTo>
                    <a:pt x="101" y="757"/>
                  </a:lnTo>
                  <a:lnTo>
                    <a:pt x="122" y="697"/>
                  </a:lnTo>
                  <a:lnTo>
                    <a:pt x="143" y="638"/>
                  </a:lnTo>
                  <a:lnTo>
                    <a:pt x="167" y="581"/>
                  </a:lnTo>
                  <a:lnTo>
                    <a:pt x="192" y="527"/>
                  </a:lnTo>
                  <a:lnTo>
                    <a:pt x="218" y="474"/>
                  </a:lnTo>
                  <a:lnTo>
                    <a:pt x="246" y="424"/>
                  </a:lnTo>
                  <a:lnTo>
                    <a:pt x="275" y="376"/>
                  </a:lnTo>
                  <a:lnTo>
                    <a:pt x="306" y="331"/>
                  </a:lnTo>
                  <a:lnTo>
                    <a:pt x="337" y="288"/>
                  </a:lnTo>
                  <a:lnTo>
                    <a:pt x="370" y="247"/>
                  </a:lnTo>
                  <a:lnTo>
                    <a:pt x="404" y="210"/>
                  </a:lnTo>
                  <a:lnTo>
                    <a:pt x="440" y="175"/>
                  </a:lnTo>
                  <a:lnTo>
                    <a:pt x="476" y="143"/>
                  </a:lnTo>
                  <a:lnTo>
                    <a:pt x="513" y="114"/>
                  </a:lnTo>
                  <a:lnTo>
                    <a:pt x="551" y="88"/>
                  </a:lnTo>
                  <a:lnTo>
                    <a:pt x="590" y="65"/>
                  </a:lnTo>
                  <a:lnTo>
                    <a:pt x="630" y="46"/>
                  </a:lnTo>
                  <a:lnTo>
                    <a:pt x="671" y="29"/>
                  </a:lnTo>
                  <a:lnTo>
                    <a:pt x="712" y="17"/>
                  </a:lnTo>
                  <a:lnTo>
                    <a:pt x="754" y="8"/>
                  </a:lnTo>
                  <a:lnTo>
                    <a:pt x="797" y="2"/>
                  </a:lnTo>
                  <a:lnTo>
                    <a:pt x="840" y="0"/>
                  </a:lnTo>
                  <a:lnTo>
                    <a:pt x="883" y="2"/>
                  </a:lnTo>
                  <a:lnTo>
                    <a:pt x="926" y="8"/>
                  </a:lnTo>
                  <a:lnTo>
                    <a:pt x="968" y="17"/>
                  </a:lnTo>
                  <a:lnTo>
                    <a:pt x="1009" y="29"/>
                  </a:lnTo>
                  <a:lnTo>
                    <a:pt x="1050" y="46"/>
                  </a:lnTo>
                  <a:lnTo>
                    <a:pt x="1090" y="65"/>
                  </a:lnTo>
                  <a:lnTo>
                    <a:pt x="1129" y="88"/>
                  </a:lnTo>
                  <a:lnTo>
                    <a:pt x="1167" y="114"/>
                  </a:lnTo>
                  <a:lnTo>
                    <a:pt x="1204" y="143"/>
                  </a:lnTo>
                  <a:lnTo>
                    <a:pt x="1240" y="175"/>
                  </a:lnTo>
                  <a:lnTo>
                    <a:pt x="1276" y="210"/>
                  </a:lnTo>
                  <a:lnTo>
                    <a:pt x="1310" y="247"/>
                  </a:lnTo>
                  <a:lnTo>
                    <a:pt x="1343" y="288"/>
                  </a:lnTo>
                  <a:lnTo>
                    <a:pt x="1374" y="331"/>
                  </a:lnTo>
                  <a:lnTo>
                    <a:pt x="1405" y="376"/>
                  </a:lnTo>
                  <a:lnTo>
                    <a:pt x="1434" y="424"/>
                  </a:lnTo>
                  <a:lnTo>
                    <a:pt x="1462" y="474"/>
                  </a:lnTo>
                  <a:lnTo>
                    <a:pt x="1488" y="527"/>
                  </a:lnTo>
                  <a:lnTo>
                    <a:pt x="1513" y="581"/>
                  </a:lnTo>
                  <a:lnTo>
                    <a:pt x="1537" y="638"/>
                  </a:lnTo>
                  <a:lnTo>
                    <a:pt x="1558" y="697"/>
                  </a:lnTo>
                  <a:lnTo>
                    <a:pt x="1579" y="757"/>
                  </a:lnTo>
                  <a:lnTo>
                    <a:pt x="1597" y="820"/>
                  </a:lnTo>
                  <a:lnTo>
                    <a:pt x="1614" y="884"/>
                  </a:lnTo>
                  <a:lnTo>
                    <a:pt x="1629" y="950"/>
                  </a:lnTo>
                  <a:lnTo>
                    <a:pt x="1642" y="1017"/>
                  </a:lnTo>
                  <a:lnTo>
                    <a:pt x="1654" y="1085"/>
                  </a:lnTo>
                  <a:lnTo>
                    <a:pt x="1663" y="1155"/>
                  </a:lnTo>
                  <a:lnTo>
                    <a:pt x="1670" y="1227"/>
                  </a:lnTo>
                  <a:lnTo>
                    <a:pt x="1676" y="1299"/>
                  </a:lnTo>
                  <a:lnTo>
                    <a:pt x="1679" y="1373"/>
                  </a:lnTo>
                  <a:lnTo>
                    <a:pt x="1680" y="1447"/>
                  </a:lnTo>
                  <a:lnTo>
                    <a:pt x="1680" y="1467"/>
                  </a:lnTo>
                  <a:lnTo>
                    <a:pt x="1680" y="1487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6" name="Freeform 28"/>
            <p:cNvSpPr>
              <a:spLocks/>
            </p:cNvSpPr>
            <p:nvPr/>
          </p:nvSpPr>
          <p:spPr bwMode="auto">
            <a:xfrm>
              <a:off x="3452474" y="1730993"/>
              <a:ext cx="2462980" cy="1744045"/>
            </a:xfrm>
            <a:custGeom>
              <a:avLst/>
              <a:gdLst>
                <a:gd name="T0" fmla="*/ 1 w 1603"/>
                <a:gd name="T1" fmla="*/ 18 h 1488"/>
                <a:gd name="T2" fmla="*/ 5 w 1603"/>
                <a:gd name="T3" fmla="*/ 16 h 1488"/>
                <a:gd name="T4" fmla="*/ 8 w 1603"/>
                <a:gd name="T5" fmla="*/ 14 h 1488"/>
                <a:gd name="T6" fmla="*/ 13 w 1603"/>
                <a:gd name="T7" fmla="*/ 12 h 1488"/>
                <a:gd name="T8" fmla="*/ 17 w 1603"/>
                <a:gd name="T9" fmla="*/ 11 h 1488"/>
                <a:gd name="T10" fmla="*/ 22 w 1603"/>
                <a:gd name="T11" fmla="*/ 9 h 1488"/>
                <a:gd name="T12" fmla="*/ 27 w 1603"/>
                <a:gd name="T13" fmla="*/ 7 h 1488"/>
                <a:gd name="T14" fmla="*/ 33 w 1603"/>
                <a:gd name="T15" fmla="*/ 6 h 1488"/>
                <a:gd name="T16" fmla="*/ 38 w 1603"/>
                <a:gd name="T17" fmla="*/ 5 h 1488"/>
                <a:gd name="T18" fmla="*/ 44 w 1603"/>
                <a:gd name="T19" fmla="*/ 3 h 1488"/>
                <a:gd name="T20" fmla="*/ 50 w 1603"/>
                <a:gd name="T21" fmla="*/ 3 h 1488"/>
                <a:gd name="T22" fmla="*/ 57 w 1603"/>
                <a:gd name="T23" fmla="*/ 2 h 1488"/>
                <a:gd name="T24" fmla="*/ 63 w 1603"/>
                <a:gd name="T25" fmla="*/ 1 h 1488"/>
                <a:gd name="T26" fmla="*/ 70 w 1603"/>
                <a:gd name="T27" fmla="*/ 1 h 1488"/>
                <a:gd name="T28" fmla="*/ 77 w 1603"/>
                <a:gd name="T29" fmla="*/ 1 h 1488"/>
                <a:gd name="T30" fmla="*/ 84 w 1603"/>
                <a:gd name="T31" fmla="*/ 1 h 1488"/>
                <a:gd name="T32" fmla="*/ 92 w 1603"/>
                <a:gd name="T33" fmla="*/ 1 h 1488"/>
                <a:gd name="T34" fmla="*/ 102 w 1603"/>
                <a:gd name="T35" fmla="*/ 1 h 1488"/>
                <a:gd name="T36" fmla="*/ 111 w 1603"/>
                <a:gd name="T37" fmla="*/ 1 h 1488"/>
                <a:gd name="T38" fmla="*/ 121 w 1603"/>
                <a:gd name="T39" fmla="*/ 2 h 1488"/>
                <a:gd name="T40" fmla="*/ 129 w 1603"/>
                <a:gd name="T41" fmla="*/ 3 h 1488"/>
                <a:gd name="T42" fmla="*/ 137 w 1603"/>
                <a:gd name="T43" fmla="*/ 5 h 1488"/>
                <a:gd name="T44" fmla="*/ 145 w 1603"/>
                <a:gd name="T45" fmla="*/ 6 h 1488"/>
                <a:gd name="T46" fmla="*/ 152 w 1603"/>
                <a:gd name="T47" fmla="*/ 9 h 1488"/>
                <a:gd name="T48" fmla="*/ 158 w 1603"/>
                <a:gd name="T49" fmla="*/ 11 h 1488"/>
                <a:gd name="T50" fmla="*/ 164 w 1603"/>
                <a:gd name="T51" fmla="*/ 13 h 1488"/>
                <a:gd name="T52" fmla="*/ 169 w 1603"/>
                <a:gd name="T53" fmla="*/ 16 h 1488"/>
                <a:gd name="T54" fmla="*/ 174 w 1603"/>
                <a:gd name="T55" fmla="*/ 19 h 1488"/>
                <a:gd name="T56" fmla="*/ 178 w 1603"/>
                <a:gd name="T57" fmla="*/ 21 h 1488"/>
                <a:gd name="T58" fmla="*/ 180 w 1603"/>
                <a:gd name="T59" fmla="*/ 24 h 1488"/>
                <a:gd name="T60" fmla="*/ 183 w 1603"/>
                <a:gd name="T61" fmla="*/ 28 h 1488"/>
                <a:gd name="T62" fmla="*/ 183 w 1603"/>
                <a:gd name="T63" fmla="*/ 31 h 1488"/>
                <a:gd name="T64" fmla="*/ 183 w 1603"/>
                <a:gd name="T65" fmla="*/ 33 h 148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03"/>
                <a:gd name="T100" fmla="*/ 0 h 1488"/>
                <a:gd name="T101" fmla="*/ 1603 w 1603"/>
                <a:gd name="T102" fmla="*/ 1488 h 148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03" h="1488">
                  <a:moveTo>
                    <a:pt x="0" y="838"/>
                  </a:moveTo>
                  <a:lnTo>
                    <a:pt x="13" y="791"/>
                  </a:lnTo>
                  <a:lnTo>
                    <a:pt x="28" y="745"/>
                  </a:lnTo>
                  <a:lnTo>
                    <a:pt x="43" y="700"/>
                  </a:lnTo>
                  <a:lnTo>
                    <a:pt x="59" y="656"/>
                  </a:lnTo>
                  <a:lnTo>
                    <a:pt x="75" y="613"/>
                  </a:lnTo>
                  <a:lnTo>
                    <a:pt x="93" y="572"/>
                  </a:lnTo>
                  <a:lnTo>
                    <a:pt x="112" y="531"/>
                  </a:lnTo>
                  <a:lnTo>
                    <a:pt x="131" y="492"/>
                  </a:lnTo>
                  <a:lnTo>
                    <a:pt x="151" y="455"/>
                  </a:lnTo>
                  <a:lnTo>
                    <a:pt x="171" y="418"/>
                  </a:lnTo>
                  <a:lnTo>
                    <a:pt x="193" y="383"/>
                  </a:lnTo>
                  <a:lnTo>
                    <a:pt x="215" y="349"/>
                  </a:lnTo>
                  <a:lnTo>
                    <a:pt x="238" y="317"/>
                  </a:lnTo>
                  <a:lnTo>
                    <a:pt x="261" y="286"/>
                  </a:lnTo>
                  <a:lnTo>
                    <a:pt x="285" y="256"/>
                  </a:lnTo>
                  <a:lnTo>
                    <a:pt x="310" y="228"/>
                  </a:lnTo>
                  <a:lnTo>
                    <a:pt x="335" y="202"/>
                  </a:lnTo>
                  <a:lnTo>
                    <a:pt x="360" y="176"/>
                  </a:lnTo>
                  <a:lnTo>
                    <a:pt x="386" y="153"/>
                  </a:lnTo>
                  <a:lnTo>
                    <a:pt x="413" y="131"/>
                  </a:lnTo>
                  <a:lnTo>
                    <a:pt x="440" y="111"/>
                  </a:lnTo>
                  <a:lnTo>
                    <a:pt x="468" y="92"/>
                  </a:lnTo>
                  <a:lnTo>
                    <a:pt x="496" y="75"/>
                  </a:lnTo>
                  <a:lnTo>
                    <a:pt x="524" y="59"/>
                  </a:lnTo>
                  <a:lnTo>
                    <a:pt x="553" y="46"/>
                  </a:lnTo>
                  <a:lnTo>
                    <a:pt x="582" y="34"/>
                  </a:lnTo>
                  <a:lnTo>
                    <a:pt x="612" y="24"/>
                  </a:lnTo>
                  <a:lnTo>
                    <a:pt x="641" y="15"/>
                  </a:lnTo>
                  <a:lnTo>
                    <a:pt x="671" y="9"/>
                  </a:lnTo>
                  <a:lnTo>
                    <a:pt x="702" y="4"/>
                  </a:lnTo>
                  <a:lnTo>
                    <a:pt x="732" y="1"/>
                  </a:lnTo>
                  <a:lnTo>
                    <a:pt x="763" y="0"/>
                  </a:lnTo>
                  <a:lnTo>
                    <a:pt x="806" y="2"/>
                  </a:lnTo>
                  <a:lnTo>
                    <a:pt x="849" y="8"/>
                  </a:lnTo>
                  <a:lnTo>
                    <a:pt x="891" y="17"/>
                  </a:lnTo>
                  <a:lnTo>
                    <a:pt x="932" y="29"/>
                  </a:lnTo>
                  <a:lnTo>
                    <a:pt x="973" y="46"/>
                  </a:lnTo>
                  <a:lnTo>
                    <a:pt x="1013" y="65"/>
                  </a:lnTo>
                  <a:lnTo>
                    <a:pt x="1052" y="88"/>
                  </a:lnTo>
                  <a:lnTo>
                    <a:pt x="1090" y="114"/>
                  </a:lnTo>
                  <a:lnTo>
                    <a:pt x="1127" y="143"/>
                  </a:lnTo>
                  <a:lnTo>
                    <a:pt x="1163" y="175"/>
                  </a:lnTo>
                  <a:lnTo>
                    <a:pt x="1199" y="210"/>
                  </a:lnTo>
                  <a:lnTo>
                    <a:pt x="1233" y="247"/>
                  </a:lnTo>
                  <a:lnTo>
                    <a:pt x="1266" y="288"/>
                  </a:lnTo>
                  <a:lnTo>
                    <a:pt x="1297" y="331"/>
                  </a:lnTo>
                  <a:lnTo>
                    <a:pt x="1328" y="376"/>
                  </a:lnTo>
                  <a:lnTo>
                    <a:pt x="1357" y="424"/>
                  </a:lnTo>
                  <a:lnTo>
                    <a:pt x="1385" y="474"/>
                  </a:lnTo>
                  <a:lnTo>
                    <a:pt x="1411" y="527"/>
                  </a:lnTo>
                  <a:lnTo>
                    <a:pt x="1436" y="582"/>
                  </a:lnTo>
                  <a:lnTo>
                    <a:pt x="1460" y="638"/>
                  </a:lnTo>
                  <a:lnTo>
                    <a:pt x="1481" y="697"/>
                  </a:lnTo>
                  <a:lnTo>
                    <a:pt x="1502" y="758"/>
                  </a:lnTo>
                  <a:lnTo>
                    <a:pt x="1520" y="820"/>
                  </a:lnTo>
                  <a:lnTo>
                    <a:pt x="1537" y="884"/>
                  </a:lnTo>
                  <a:lnTo>
                    <a:pt x="1552" y="950"/>
                  </a:lnTo>
                  <a:lnTo>
                    <a:pt x="1565" y="1017"/>
                  </a:lnTo>
                  <a:lnTo>
                    <a:pt x="1577" y="1086"/>
                  </a:lnTo>
                  <a:lnTo>
                    <a:pt x="1586" y="1156"/>
                  </a:lnTo>
                  <a:lnTo>
                    <a:pt x="1593" y="1227"/>
                  </a:lnTo>
                  <a:lnTo>
                    <a:pt x="1599" y="1300"/>
                  </a:lnTo>
                  <a:lnTo>
                    <a:pt x="1602" y="1373"/>
                  </a:lnTo>
                  <a:lnTo>
                    <a:pt x="1603" y="1448"/>
                  </a:lnTo>
                  <a:lnTo>
                    <a:pt x="1603" y="1468"/>
                  </a:lnTo>
                  <a:lnTo>
                    <a:pt x="1603" y="1488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7" name="Freeform 29"/>
            <p:cNvSpPr>
              <a:spLocks/>
            </p:cNvSpPr>
            <p:nvPr/>
          </p:nvSpPr>
          <p:spPr bwMode="auto">
            <a:xfrm>
              <a:off x="3398214" y="2685892"/>
              <a:ext cx="99225" cy="121267"/>
            </a:xfrm>
            <a:custGeom>
              <a:avLst/>
              <a:gdLst>
                <a:gd name="T0" fmla="*/ 0 w 65"/>
                <a:gd name="T1" fmla="*/ 0 h 104"/>
                <a:gd name="T2" fmla="*/ 1 w 65"/>
                <a:gd name="T3" fmla="*/ 2 h 104"/>
                <a:gd name="T4" fmla="*/ 7 w 65"/>
                <a:gd name="T5" fmla="*/ 1 h 104"/>
                <a:gd name="T6" fmla="*/ 3 w 65"/>
                <a:gd name="T7" fmla="*/ 1 h 104"/>
                <a:gd name="T8" fmla="*/ 0 w 65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4"/>
                <a:gd name="T17" fmla="*/ 65 w 65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4">
                  <a:moveTo>
                    <a:pt x="0" y="0"/>
                  </a:moveTo>
                  <a:lnTo>
                    <a:pt x="8" y="104"/>
                  </a:lnTo>
                  <a:lnTo>
                    <a:pt x="65" y="16"/>
                  </a:lnTo>
                  <a:lnTo>
                    <a:pt x="25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8" name="Freeform 30"/>
            <p:cNvSpPr>
              <a:spLocks/>
            </p:cNvSpPr>
            <p:nvPr/>
          </p:nvSpPr>
          <p:spPr bwMode="auto">
            <a:xfrm>
              <a:off x="3505394" y="3468424"/>
              <a:ext cx="2211611" cy="127882"/>
            </a:xfrm>
            <a:custGeom>
              <a:avLst/>
              <a:gdLst>
                <a:gd name="T0" fmla="*/ 0 w 1473"/>
                <a:gd name="T1" fmla="*/ 2 h 113"/>
                <a:gd name="T2" fmla="*/ 8 w 1473"/>
                <a:gd name="T3" fmla="*/ 2 h 113"/>
                <a:gd name="T4" fmla="*/ 18 w 1473"/>
                <a:gd name="T5" fmla="*/ 2 h 113"/>
                <a:gd name="T6" fmla="*/ 27 w 1473"/>
                <a:gd name="T7" fmla="*/ 1 h 113"/>
                <a:gd name="T8" fmla="*/ 36 w 1473"/>
                <a:gd name="T9" fmla="*/ 1 h 113"/>
                <a:gd name="T10" fmla="*/ 46 w 1473"/>
                <a:gd name="T11" fmla="*/ 1 h 113"/>
                <a:gd name="T12" fmla="*/ 55 w 1473"/>
                <a:gd name="T13" fmla="*/ 1 h 113"/>
                <a:gd name="T14" fmla="*/ 65 w 1473"/>
                <a:gd name="T15" fmla="*/ 1 h 113"/>
                <a:gd name="T16" fmla="*/ 75 w 1473"/>
                <a:gd name="T17" fmla="*/ 0 h 113"/>
                <a:gd name="T18" fmla="*/ 84 w 1473"/>
                <a:gd name="T19" fmla="*/ 1 h 113"/>
                <a:gd name="T20" fmla="*/ 94 w 1473"/>
                <a:gd name="T21" fmla="*/ 1 h 113"/>
                <a:gd name="T22" fmla="*/ 103 w 1473"/>
                <a:gd name="T23" fmla="*/ 1 h 113"/>
                <a:gd name="T24" fmla="*/ 112 w 1473"/>
                <a:gd name="T25" fmla="*/ 1 h 113"/>
                <a:gd name="T26" fmla="*/ 121 w 1473"/>
                <a:gd name="T27" fmla="*/ 1 h 113"/>
                <a:gd name="T28" fmla="*/ 130 w 1473"/>
                <a:gd name="T29" fmla="*/ 1 h 113"/>
                <a:gd name="T30" fmla="*/ 139 w 1473"/>
                <a:gd name="T31" fmla="*/ 2 h 113"/>
                <a:gd name="T32" fmla="*/ 147 w 1473"/>
                <a:gd name="T33" fmla="*/ 2 h 11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73"/>
                <a:gd name="T52" fmla="*/ 0 h 113"/>
                <a:gd name="T53" fmla="*/ 1473 w 1473"/>
                <a:gd name="T54" fmla="*/ 113 h 11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73" h="113">
                  <a:moveTo>
                    <a:pt x="0" y="113"/>
                  </a:moveTo>
                  <a:lnTo>
                    <a:pt x="87" y="87"/>
                  </a:lnTo>
                  <a:lnTo>
                    <a:pt x="176" y="64"/>
                  </a:lnTo>
                  <a:lnTo>
                    <a:pt x="268" y="45"/>
                  </a:lnTo>
                  <a:lnTo>
                    <a:pt x="362" y="29"/>
                  </a:lnTo>
                  <a:lnTo>
                    <a:pt x="457" y="16"/>
                  </a:lnTo>
                  <a:lnTo>
                    <a:pt x="554" y="7"/>
                  </a:lnTo>
                  <a:lnTo>
                    <a:pt x="651" y="2"/>
                  </a:lnTo>
                  <a:lnTo>
                    <a:pt x="750" y="0"/>
                  </a:lnTo>
                  <a:lnTo>
                    <a:pt x="845" y="2"/>
                  </a:lnTo>
                  <a:lnTo>
                    <a:pt x="939" y="7"/>
                  </a:lnTo>
                  <a:lnTo>
                    <a:pt x="1032" y="15"/>
                  </a:lnTo>
                  <a:lnTo>
                    <a:pt x="1124" y="27"/>
                  </a:lnTo>
                  <a:lnTo>
                    <a:pt x="1214" y="41"/>
                  </a:lnTo>
                  <a:lnTo>
                    <a:pt x="1302" y="59"/>
                  </a:lnTo>
                  <a:lnTo>
                    <a:pt x="1389" y="80"/>
                  </a:lnTo>
                  <a:lnTo>
                    <a:pt x="1473" y="104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9" name="Freeform 31"/>
            <p:cNvSpPr>
              <a:spLocks/>
            </p:cNvSpPr>
            <p:nvPr/>
          </p:nvSpPr>
          <p:spPr bwMode="auto">
            <a:xfrm>
              <a:off x="3517759" y="3688239"/>
              <a:ext cx="612989" cy="143316"/>
            </a:xfrm>
            <a:custGeom>
              <a:avLst/>
              <a:gdLst>
                <a:gd name="T0" fmla="*/ 58 w 381"/>
                <a:gd name="T1" fmla="*/ 16 h 86"/>
                <a:gd name="T2" fmla="*/ 42 w 381"/>
                <a:gd name="T3" fmla="*/ 13 h 86"/>
                <a:gd name="T4" fmla="*/ 28 w 381"/>
                <a:gd name="T5" fmla="*/ 10 h 86"/>
                <a:gd name="T6" fmla="*/ 14 w 381"/>
                <a:gd name="T7" fmla="*/ 5 h 86"/>
                <a:gd name="T8" fmla="*/ 0 w 381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1"/>
                <a:gd name="T16" fmla="*/ 0 h 86"/>
                <a:gd name="T17" fmla="*/ 381 w 381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1" h="86">
                  <a:moveTo>
                    <a:pt x="381" y="86"/>
                  </a:moveTo>
                  <a:lnTo>
                    <a:pt x="282" y="70"/>
                  </a:lnTo>
                  <a:lnTo>
                    <a:pt x="185" y="50"/>
                  </a:lnTo>
                  <a:lnTo>
                    <a:pt x="91" y="2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0" name="Freeform 32"/>
            <p:cNvSpPr>
              <a:spLocks/>
            </p:cNvSpPr>
            <p:nvPr/>
          </p:nvSpPr>
          <p:spPr bwMode="auto">
            <a:xfrm>
              <a:off x="3467909" y="3746236"/>
              <a:ext cx="584324" cy="238125"/>
            </a:xfrm>
            <a:custGeom>
              <a:avLst/>
              <a:gdLst>
                <a:gd name="T0" fmla="*/ 76 w 340"/>
                <a:gd name="T1" fmla="*/ 4 h 211"/>
                <a:gd name="T2" fmla="*/ 66 w 340"/>
                <a:gd name="T3" fmla="*/ 4 h 211"/>
                <a:gd name="T4" fmla="*/ 56 w 340"/>
                <a:gd name="T5" fmla="*/ 3 h 211"/>
                <a:gd name="T6" fmla="*/ 46 w 340"/>
                <a:gd name="T7" fmla="*/ 3 h 211"/>
                <a:gd name="T8" fmla="*/ 37 w 340"/>
                <a:gd name="T9" fmla="*/ 2 h 211"/>
                <a:gd name="T10" fmla="*/ 27 w 340"/>
                <a:gd name="T11" fmla="*/ 2 h 211"/>
                <a:gd name="T12" fmla="*/ 18 w 340"/>
                <a:gd name="T13" fmla="*/ 2 h 211"/>
                <a:gd name="T14" fmla="*/ 9 w 340"/>
                <a:gd name="T15" fmla="*/ 1 h 211"/>
                <a:gd name="T16" fmla="*/ 0 w 340"/>
                <a:gd name="T17" fmla="*/ 0 h 2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40"/>
                <a:gd name="T28" fmla="*/ 0 h 211"/>
                <a:gd name="T29" fmla="*/ 340 w 340"/>
                <a:gd name="T30" fmla="*/ 211 h 21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40" h="211">
                  <a:moveTo>
                    <a:pt x="340" y="211"/>
                  </a:moveTo>
                  <a:lnTo>
                    <a:pt x="295" y="191"/>
                  </a:lnTo>
                  <a:lnTo>
                    <a:pt x="250" y="170"/>
                  </a:lnTo>
                  <a:lnTo>
                    <a:pt x="206" y="146"/>
                  </a:lnTo>
                  <a:lnTo>
                    <a:pt x="163" y="121"/>
                  </a:lnTo>
                  <a:lnTo>
                    <a:pt x="121" y="93"/>
                  </a:lnTo>
                  <a:lnTo>
                    <a:pt x="80" y="64"/>
                  </a:lnTo>
                  <a:lnTo>
                    <a:pt x="39" y="3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1" name="Freeform 33"/>
            <p:cNvSpPr>
              <a:spLocks/>
            </p:cNvSpPr>
            <p:nvPr/>
          </p:nvSpPr>
          <p:spPr bwMode="auto">
            <a:xfrm>
              <a:off x="4100743" y="3252347"/>
              <a:ext cx="1629492" cy="295451"/>
            </a:xfrm>
            <a:custGeom>
              <a:avLst/>
              <a:gdLst>
                <a:gd name="T0" fmla="*/ 0 w 1084"/>
                <a:gd name="T1" fmla="*/ 1 h 261"/>
                <a:gd name="T2" fmla="*/ 5 w 1084"/>
                <a:gd name="T3" fmla="*/ 1 h 261"/>
                <a:gd name="T4" fmla="*/ 8 w 1084"/>
                <a:gd name="T5" fmla="*/ 1 h 261"/>
                <a:gd name="T6" fmla="*/ 14 w 1084"/>
                <a:gd name="T7" fmla="*/ 1 h 261"/>
                <a:gd name="T8" fmla="*/ 17 w 1084"/>
                <a:gd name="T9" fmla="*/ 1 h 261"/>
                <a:gd name="T10" fmla="*/ 22 w 1084"/>
                <a:gd name="T11" fmla="*/ 1 h 261"/>
                <a:gd name="T12" fmla="*/ 27 w 1084"/>
                <a:gd name="T13" fmla="*/ 1 h 261"/>
                <a:gd name="T14" fmla="*/ 31 w 1084"/>
                <a:gd name="T15" fmla="*/ 1 h 261"/>
                <a:gd name="T16" fmla="*/ 35 w 1084"/>
                <a:gd name="T17" fmla="*/ 0 h 261"/>
                <a:gd name="T18" fmla="*/ 40 w 1084"/>
                <a:gd name="T19" fmla="*/ 1 h 261"/>
                <a:gd name="T20" fmla="*/ 45 w 1084"/>
                <a:gd name="T21" fmla="*/ 1 h 261"/>
                <a:gd name="T22" fmla="*/ 50 w 1084"/>
                <a:gd name="T23" fmla="*/ 1 h 261"/>
                <a:gd name="T24" fmla="*/ 55 w 1084"/>
                <a:gd name="T25" fmla="*/ 1 h 261"/>
                <a:gd name="T26" fmla="*/ 60 w 1084"/>
                <a:gd name="T27" fmla="*/ 1 h 261"/>
                <a:gd name="T28" fmla="*/ 65 w 1084"/>
                <a:gd name="T29" fmla="*/ 1 h 261"/>
                <a:gd name="T30" fmla="*/ 70 w 1084"/>
                <a:gd name="T31" fmla="*/ 1 h 261"/>
                <a:gd name="T32" fmla="*/ 74 w 1084"/>
                <a:gd name="T33" fmla="*/ 2 h 261"/>
                <a:gd name="T34" fmla="*/ 78 w 1084"/>
                <a:gd name="T35" fmla="*/ 2 h 261"/>
                <a:gd name="T36" fmla="*/ 83 w 1084"/>
                <a:gd name="T37" fmla="*/ 2 h 261"/>
                <a:gd name="T38" fmla="*/ 87 w 1084"/>
                <a:gd name="T39" fmla="*/ 3 h 261"/>
                <a:gd name="T40" fmla="*/ 92 w 1084"/>
                <a:gd name="T41" fmla="*/ 3 h 261"/>
                <a:gd name="T42" fmla="*/ 96 w 1084"/>
                <a:gd name="T43" fmla="*/ 3 h 261"/>
                <a:gd name="T44" fmla="*/ 101 w 1084"/>
                <a:gd name="T45" fmla="*/ 4 h 261"/>
                <a:gd name="T46" fmla="*/ 105 w 1084"/>
                <a:gd name="T47" fmla="*/ 4 h 261"/>
                <a:gd name="T48" fmla="*/ 109 w 1084"/>
                <a:gd name="T49" fmla="*/ 5 h 26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084"/>
                <a:gd name="T76" fmla="*/ 0 h 261"/>
                <a:gd name="T77" fmla="*/ 1084 w 1084"/>
                <a:gd name="T78" fmla="*/ 261 h 26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084" h="261">
                  <a:moveTo>
                    <a:pt x="0" y="57"/>
                  </a:moveTo>
                  <a:lnTo>
                    <a:pt x="43" y="44"/>
                  </a:lnTo>
                  <a:lnTo>
                    <a:pt x="87" y="32"/>
                  </a:lnTo>
                  <a:lnTo>
                    <a:pt x="131" y="22"/>
                  </a:lnTo>
                  <a:lnTo>
                    <a:pt x="175" y="14"/>
                  </a:lnTo>
                  <a:lnTo>
                    <a:pt x="220" y="8"/>
                  </a:lnTo>
                  <a:lnTo>
                    <a:pt x="264" y="4"/>
                  </a:lnTo>
                  <a:lnTo>
                    <a:pt x="309" y="1"/>
                  </a:lnTo>
                  <a:lnTo>
                    <a:pt x="354" y="0"/>
                  </a:lnTo>
                  <a:lnTo>
                    <a:pt x="403" y="1"/>
                  </a:lnTo>
                  <a:lnTo>
                    <a:pt x="451" y="4"/>
                  </a:lnTo>
                  <a:lnTo>
                    <a:pt x="500" y="10"/>
                  </a:lnTo>
                  <a:lnTo>
                    <a:pt x="548" y="17"/>
                  </a:lnTo>
                  <a:lnTo>
                    <a:pt x="595" y="26"/>
                  </a:lnTo>
                  <a:lnTo>
                    <a:pt x="643" y="38"/>
                  </a:lnTo>
                  <a:lnTo>
                    <a:pt x="689" y="51"/>
                  </a:lnTo>
                  <a:lnTo>
                    <a:pt x="736" y="67"/>
                  </a:lnTo>
                  <a:lnTo>
                    <a:pt x="782" y="84"/>
                  </a:lnTo>
                  <a:lnTo>
                    <a:pt x="827" y="104"/>
                  </a:lnTo>
                  <a:lnTo>
                    <a:pt x="872" y="125"/>
                  </a:lnTo>
                  <a:lnTo>
                    <a:pt x="916" y="149"/>
                  </a:lnTo>
                  <a:lnTo>
                    <a:pt x="959" y="174"/>
                  </a:lnTo>
                  <a:lnTo>
                    <a:pt x="1002" y="201"/>
                  </a:lnTo>
                  <a:lnTo>
                    <a:pt x="1043" y="230"/>
                  </a:lnTo>
                  <a:lnTo>
                    <a:pt x="1084" y="261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2" name="Freeform 34"/>
            <p:cNvSpPr>
              <a:spLocks/>
            </p:cNvSpPr>
            <p:nvPr/>
          </p:nvSpPr>
          <p:spPr bwMode="auto">
            <a:xfrm>
              <a:off x="4072078" y="3255222"/>
              <a:ext cx="158760" cy="74965"/>
            </a:xfrm>
            <a:custGeom>
              <a:avLst/>
              <a:gdLst>
                <a:gd name="T0" fmla="*/ 9 w 104"/>
                <a:gd name="T1" fmla="*/ 0 h 66"/>
                <a:gd name="T2" fmla="*/ 0 w 104"/>
                <a:gd name="T3" fmla="*/ 2 h 66"/>
                <a:gd name="T4" fmla="*/ 12 w 104"/>
                <a:gd name="T5" fmla="*/ 1 h 66"/>
                <a:gd name="T6" fmla="*/ 7 w 104"/>
                <a:gd name="T7" fmla="*/ 1 h 66"/>
                <a:gd name="T8" fmla="*/ 9 w 104"/>
                <a:gd name="T9" fmla="*/ 0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66"/>
                <a:gd name="T17" fmla="*/ 104 w 104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66">
                  <a:moveTo>
                    <a:pt x="81" y="0"/>
                  </a:moveTo>
                  <a:lnTo>
                    <a:pt x="0" y="66"/>
                  </a:lnTo>
                  <a:lnTo>
                    <a:pt x="104" y="63"/>
                  </a:lnTo>
                  <a:lnTo>
                    <a:pt x="64" y="43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3" name="Freeform 35"/>
            <p:cNvSpPr>
              <a:spLocks/>
            </p:cNvSpPr>
            <p:nvPr/>
          </p:nvSpPr>
          <p:spPr bwMode="auto">
            <a:xfrm>
              <a:off x="4127203" y="3468424"/>
              <a:ext cx="1587597" cy="119063"/>
            </a:xfrm>
            <a:custGeom>
              <a:avLst/>
              <a:gdLst>
                <a:gd name="T0" fmla="*/ 0 w 1058"/>
                <a:gd name="T1" fmla="*/ 1 h 104"/>
                <a:gd name="T2" fmla="*/ 8 w 1058"/>
                <a:gd name="T3" fmla="*/ 1 h 104"/>
                <a:gd name="T4" fmla="*/ 16 w 1058"/>
                <a:gd name="T5" fmla="*/ 1 h 104"/>
                <a:gd name="T6" fmla="*/ 25 w 1058"/>
                <a:gd name="T7" fmla="*/ 1 h 104"/>
                <a:gd name="T8" fmla="*/ 33 w 1058"/>
                <a:gd name="T9" fmla="*/ 0 h 104"/>
                <a:gd name="T10" fmla="*/ 43 w 1058"/>
                <a:gd name="T11" fmla="*/ 1 h 104"/>
                <a:gd name="T12" fmla="*/ 52 w 1058"/>
                <a:gd name="T13" fmla="*/ 1 h 104"/>
                <a:gd name="T14" fmla="*/ 62 w 1058"/>
                <a:gd name="T15" fmla="*/ 1 h 104"/>
                <a:gd name="T16" fmla="*/ 70 w 1058"/>
                <a:gd name="T17" fmla="*/ 1 h 104"/>
                <a:gd name="T18" fmla="*/ 79 w 1058"/>
                <a:gd name="T19" fmla="*/ 1 h 104"/>
                <a:gd name="T20" fmla="*/ 88 w 1058"/>
                <a:gd name="T21" fmla="*/ 1 h 104"/>
                <a:gd name="T22" fmla="*/ 97 w 1058"/>
                <a:gd name="T23" fmla="*/ 2 h 104"/>
                <a:gd name="T24" fmla="*/ 105 w 1058"/>
                <a:gd name="T25" fmla="*/ 2 h 10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58"/>
                <a:gd name="T40" fmla="*/ 0 h 104"/>
                <a:gd name="T41" fmla="*/ 1058 w 1058"/>
                <a:gd name="T42" fmla="*/ 104 h 10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58" h="104">
                  <a:moveTo>
                    <a:pt x="0" y="21"/>
                  </a:moveTo>
                  <a:lnTo>
                    <a:pt x="83" y="11"/>
                  </a:lnTo>
                  <a:lnTo>
                    <a:pt x="166" y="5"/>
                  </a:lnTo>
                  <a:lnTo>
                    <a:pt x="250" y="1"/>
                  </a:lnTo>
                  <a:lnTo>
                    <a:pt x="335" y="0"/>
                  </a:lnTo>
                  <a:lnTo>
                    <a:pt x="430" y="2"/>
                  </a:lnTo>
                  <a:lnTo>
                    <a:pt x="524" y="7"/>
                  </a:lnTo>
                  <a:lnTo>
                    <a:pt x="617" y="15"/>
                  </a:lnTo>
                  <a:lnTo>
                    <a:pt x="709" y="27"/>
                  </a:lnTo>
                  <a:lnTo>
                    <a:pt x="799" y="41"/>
                  </a:lnTo>
                  <a:lnTo>
                    <a:pt x="887" y="59"/>
                  </a:lnTo>
                  <a:lnTo>
                    <a:pt x="974" y="80"/>
                  </a:lnTo>
                  <a:lnTo>
                    <a:pt x="1058" y="104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4" name="Freeform 36"/>
            <p:cNvSpPr>
              <a:spLocks/>
            </p:cNvSpPr>
            <p:nvPr/>
          </p:nvSpPr>
          <p:spPr bwMode="auto">
            <a:xfrm>
              <a:off x="4149253" y="3436215"/>
              <a:ext cx="154350" cy="74965"/>
            </a:xfrm>
            <a:custGeom>
              <a:avLst/>
              <a:gdLst>
                <a:gd name="T0" fmla="*/ 10 w 103"/>
                <a:gd name="T1" fmla="*/ 0 h 66"/>
                <a:gd name="T2" fmla="*/ 0 w 103"/>
                <a:gd name="T3" fmla="*/ 1 h 66"/>
                <a:gd name="T4" fmla="*/ 10 w 103"/>
                <a:gd name="T5" fmla="*/ 2 h 66"/>
                <a:gd name="T6" fmla="*/ 7 w 103"/>
                <a:gd name="T7" fmla="*/ 1 h 66"/>
                <a:gd name="T8" fmla="*/ 10 w 103"/>
                <a:gd name="T9" fmla="*/ 0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66"/>
                <a:gd name="T17" fmla="*/ 103 w 103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66">
                  <a:moveTo>
                    <a:pt x="93" y="0"/>
                  </a:moveTo>
                  <a:lnTo>
                    <a:pt x="0" y="48"/>
                  </a:lnTo>
                  <a:lnTo>
                    <a:pt x="103" y="66"/>
                  </a:lnTo>
                  <a:lnTo>
                    <a:pt x="67" y="3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5" name="Freeform 37"/>
            <p:cNvSpPr>
              <a:spLocks/>
            </p:cNvSpPr>
            <p:nvPr/>
          </p:nvSpPr>
          <p:spPr bwMode="auto">
            <a:xfrm>
              <a:off x="3489959" y="2870906"/>
              <a:ext cx="2297606" cy="632795"/>
            </a:xfrm>
            <a:custGeom>
              <a:avLst/>
              <a:gdLst>
                <a:gd name="T0" fmla="*/ 0 w 1531"/>
                <a:gd name="T1" fmla="*/ 10 h 559"/>
                <a:gd name="T2" fmla="*/ 3 w 1531"/>
                <a:gd name="T3" fmla="*/ 9 h 559"/>
                <a:gd name="T4" fmla="*/ 7 w 1531"/>
                <a:gd name="T5" fmla="*/ 8 h 559"/>
                <a:gd name="T6" fmla="*/ 11 w 1531"/>
                <a:gd name="T7" fmla="*/ 7 h 559"/>
                <a:gd name="T8" fmla="*/ 14 w 1531"/>
                <a:gd name="T9" fmla="*/ 6 h 559"/>
                <a:gd name="T10" fmla="*/ 19 w 1531"/>
                <a:gd name="T11" fmla="*/ 5 h 559"/>
                <a:gd name="T12" fmla="*/ 23 w 1531"/>
                <a:gd name="T13" fmla="*/ 4 h 559"/>
                <a:gd name="T14" fmla="*/ 28 w 1531"/>
                <a:gd name="T15" fmla="*/ 4 h 559"/>
                <a:gd name="T16" fmla="*/ 33 w 1531"/>
                <a:gd name="T17" fmla="*/ 3 h 559"/>
                <a:gd name="T18" fmla="*/ 35 w 1531"/>
                <a:gd name="T19" fmla="*/ 3 h 559"/>
                <a:gd name="T20" fmla="*/ 38 w 1531"/>
                <a:gd name="T21" fmla="*/ 2 h 559"/>
                <a:gd name="T22" fmla="*/ 40 w 1531"/>
                <a:gd name="T23" fmla="*/ 2 h 559"/>
                <a:gd name="T24" fmla="*/ 43 w 1531"/>
                <a:gd name="T25" fmla="*/ 2 h 559"/>
                <a:gd name="T26" fmla="*/ 46 w 1531"/>
                <a:gd name="T27" fmla="*/ 2 h 559"/>
                <a:gd name="T28" fmla="*/ 48 w 1531"/>
                <a:gd name="T29" fmla="*/ 1 h 559"/>
                <a:gd name="T30" fmla="*/ 51 w 1531"/>
                <a:gd name="T31" fmla="*/ 1 h 559"/>
                <a:gd name="T32" fmla="*/ 53 w 1531"/>
                <a:gd name="T33" fmla="*/ 1 h 559"/>
                <a:gd name="T34" fmla="*/ 56 w 1531"/>
                <a:gd name="T35" fmla="*/ 1 h 559"/>
                <a:gd name="T36" fmla="*/ 59 w 1531"/>
                <a:gd name="T37" fmla="*/ 1 h 559"/>
                <a:gd name="T38" fmla="*/ 62 w 1531"/>
                <a:gd name="T39" fmla="*/ 1 h 559"/>
                <a:gd name="T40" fmla="*/ 64 w 1531"/>
                <a:gd name="T41" fmla="*/ 1 h 559"/>
                <a:gd name="T42" fmla="*/ 67 w 1531"/>
                <a:gd name="T43" fmla="*/ 1 h 559"/>
                <a:gd name="T44" fmla="*/ 70 w 1531"/>
                <a:gd name="T45" fmla="*/ 1 h 559"/>
                <a:gd name="T46" fmla="*/ 73 w 1531"/>
                <a:gd name="T47" fmla="*/ 1 h 559"/>
                <a:gd name="T48" fmla="*/ 76 w 1531"/>
                <a:gd name="T49" fmla="*/ 0 h 559"/>
                <a:gd name="T50" fmla="*/ 78 w 1531"/>
                <a:gd name="T51" fmla="*/ 1 h 559"/>
                <a:gd name="T52" fmla="*/ 82 w 1531"/>
                <a:gd name="T53" fmla="*/ 1 h 559"/>
                <a:gd name="T54" fmla="*/ 84 w 1531"/>
                <a:gd name="T55" fmla="*/ 1 h 559"/>
                <a:gd name="T56" fmla="*/ 87 w 1531"/>
                <a:gd name="T57" fmla="*/ 1 h 559"/>
                <a:gd name="T58" fmla="*/ 90 w 1531"/>
                <a:gd name="T59" fmla="*/ 1 h 559"/>
                <a:gd name="T60" fmla="*/ 93 w 1531"/>
                <a:gd name="T61" fmla="*/ 1 h 559"/>
                <a:gd name="T62" fmla="*/ 96 w 1531"/>
                <a:gd name="T63" fmla="*/ 1 h 559"/>
                <a:gd name="T64" fmla="*/ 98 w 1531"/>
                <a:gd name="T65" fmla="*/ 1 h 559"/>
                <a:gd name="T66" fmla="*/ 101 w 1531"/>
                <a:gd name="T67" fmla="*/ 1 h 559"/>
                <a:gd name="T68" fmla="*/ 103 w 1531"/>
                <a:gd name="T69" fmla="*/ 1 h 559"/>
                <a:gd name="T70" fmla="*/ 107 w 1531"/>
                <a:gd name="T71" fmla="*/ 2 h 559"/>
                <a:gd name="T72" fmla="*/ 109 w 1531"/>
                <a:gd name="T73" fmla="*/ 2 h 559"/>
                <a:gd name="T74" fmla="*/ 112 w 1531"/>
                <a:gd name="T75" fmla="*/ 2 h 559"/>
                <a:gd name="T76" fmla="*/ 114 w 1531"/>
                <a:gd name="T77" fmla="*/ 2 h 559"/>
                <a:gd name="T78" fmla="*/ 117 w 1531"/>
                <a:gd name="T79" fmla="*/ 3 h 559"/>
                <a:gd name="T80" fmla="*/ 119 w 1531"/>
                <a:gd name="T81" fmla="*/ 3 h 559"/>
                <a:gd name="T82" fmla="*/ 122 w 1531"/>
                <a:gd name="T83" fmla="*/ 3 h 559"/>
                <a:gd name="T84" fmla="*/ 124 w 1531"/>
                <a:gd name="T85" fmla="*/ 4 h 559"/>
                <a:gd name="T86" fmla="*/ 129 w 1531"/>
                <a:gd name="T87" fmla="*/ 4 h 559"/>
                <a:gd name="T88" fmla="*/ 133 w 1531"/>
                <a:gd name="T89" fmla="*/ 5 h 559"/>
                <a:gd name="T90" fmla="*/ 137 w 1531"/>
                <a:gd name="T91" fmla="*/ 6 h 559"/>
                <a:gd name="T92" fmla="*/ 142 w 1531"/>
                <a:gd name="T93" fmla="*/ 7 h 559"/>
                <a:gd name="T94" fmla="*/ 146 w 1531"/>
                <a:gd name="T95" fmla="*/ 8 h 559"/>
                <a:gd name="T96" fmla="*/ 148 w 1531"/>
                <a:gd name="T97" fmla="*/ 9 h 559"/>
                <a:gd name="T98" fmla="*/ 152 w 1531"/>
                <a:gd name="T99" fmla="*/ 10 h 55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531"/>
                <a:gd name="T151" fmla="*/ 0 h 559"/>
                <a:gd name="T152" fmla="*/ 1531 w 1531"/>
                <a:gd name="T153" fmla="*/ 559 h 55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531" h="559">
                  <a:moveTo>
                    <a:pt x="0" y="542"/>
                  </a:moveTo>
                  <a:lnTo>
                    <a:pt x="33" y="480"/>
                  </a:lnTo>
                  <a:lnTo>
                    <a:pt x="69" y="421"/>
                  </a:lnTo>
                  <a:lnTo>
                    <a:pt x="107" y="366"/>
                  </a:lnTo>
                  <a:lnTo>
                    <a:pt x="147" y="314"/>
                  </a:lnTo>
                  <a:lnTo>
                    <a:pt x="190" y="266"/>
                  </a:lnTo>
                  <a:lnTo>
                    <a:pt x="234" y="222"/>
                  </a:lnTo>
                  <a:lnTo>
                    <a:pt x="281" y="181"/>
                  </a:lnTo>
                  <a:lnTo>
                    <a:pt x="329" y="144"/>
                  </a:lnTo>
                  <a:lnTo>
                    <a:pt x="354" y="127"/>
                  </a:lnTo>
                  <a:lnTo>
                    <a:pt x="379" y="111"/>
                  </a:lnTo>
                  <a:lnTo>
                    <a:pt x="404" y="96"/>
                  </a:lnTo>
                  <a:lnTo>
                    <a:pt x="430" y="82"/>
                  </a:lnTo>
                  <a:lnTo>
                    <a:pt x="456" y="69"/>
                  </a:lnTo>
                  <a:lnTo>
                    <a:pt x="483" y="57"/>
                  </a:lnTo>
                  <a:lnTo>
                    <a:pt x="510" y="47"/>
                  </a:lnTo>
                  <a:lnTo>
                    <a:pt x="537" y="37"/>
                  </a:lnTo>
                  <a:lnTo>
                    <a:pt x="564" y="28"/>
                  </a:lnTo>
                  <a:lnTo>
                    <a:pt x="592" y="21"/>
                  </a:lnTo>
                  <a:lnTo>
                    <a:pt x="619" y="15"/>
                  </a:lnTo>
                  <a:lnTo>
                    <a:pt x="647" y="9"/>
                  </a:lnTo>
                  <a:lnTo>
                    <a:pt x="676" y="5"/>
                  </a:lnTo>
                  <a:lnTo>
                    <a:pt x="704" y="2"/>
                  </a:lnTo>
                  <a:lnTo>
                    <a:pt x="732" y="1"/>
                  </a:lnTo>
                  <a:lnTo>
                    <a:pt x="761" y="0"/>
                  </a:lnTo>
                  <a:lnTo>
                    <a:pt x="790" y="1"/>
                  </a:lnTo>
                  <a:lnTo>
                    <a:pt x="819" y="2"/>
                  </a:lnTo>
                  <a:lnTo>
                    <a:pt x="848" y="6"/>
                  </a:lnTo>
                  <a:lnTo>
                    <a:pt x="877" y="10"/>
                  </a:lnTo>
                  <a:lnTo>
                    <a:pt x="905" y="15"/>
                  </a:lnTo>
                  <a:lnTo>
                    <a:pt x="934" y="22"/>
                  </a:lnTo>
                  <a:lnTo>
                    <a:pt x="962" y="30"/>
                  </a:lnTo>
                  <a:lnTo>
                    <a:pt x="989" y="38"/>
                  </a:lnTo>
                  <a:lnTo>
                    <a:pt x="1017" y="48"/>
                  </a:lnTo>
                  <a:lnTo>
                    <a:pt x="1044" y="60"/>
                  </a:lnTo>
                  <a:lnTo>
                    <a:pt x="1071" y="72"/>
                  </a:lnTo>
                  <a:lnTo>
                    <a:pt x="1098" y="85"/>
                  </a:lnTo>
                  <a:lnTo>
                    <a:pt x="1124" y="100"/>
                  </a:lnTo>
                  <a:lnTo>
                    <a:pt x="1150" y="115"/>
                  </a:lnTo>
                  <a:lnTo>
                    <a:pt x="1175" y="131"/>
                  </a:lnTo>
                  <a:lnTo>
                    <a:pt x="1200" y="149"/>
                  </a:lnTo>
                  <a:lnTo>
                    <a:pt x="1225" y="168"/>
                  </a:lnTo>
                  <a:lnTo>
                    <a:pt x="1249" y="187"/>
                  </a:lnTo>
                  <a:lnTo>
                    <a:pt x="1296" y="229"/>
                  </a:lnTo>
                  <a:lnTo>
                    <a:pt x="1341" y="275"/>
                  </a:lnTo>
                  <a:lnTo>
                    <a:pt x="1384" y="325"/>
                  </a:lnTo>
                  <a:lnTo>
                    <a:pt x="1425" y="378"/>
                  </a:lnTo>
                  <a:lnTo>
                    <a:pt x="1463" y="435"/>
                  </a:lnTo>
                  <a:lnTo>
                    <a:pt x="1498" y="495"/>
                  </a:lnTo>
                  <a:lnTo>
                    <a:pt x="1531" y="559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6" name="Freeform 38"/>
            <p:cNvSpPr>
              <a:spLocks/>
            </p:cNvSpPr>
            <p:nvPr/>
          </p:nvSpPr>
          <p:spPr bwMode="auto">
            <a:xfrm>
              <a:off x="3467909" y="3803562"/>
              <a:ext cx="571094" cy="460816"/>
            </a:xfrm>
            <a:custGeom>
              <a:avLst/>
              <a:gdLst>
                <a:gd name="T0" fmla="*/ 45 w 367"/>
                <a:gd name="T1" fmla="*/ 6 h 423"/>
                <a:gd name="T2" fmla="*/ 42 w 367"/>
                <a:gd name="T3" fmla="*/ 6 h 423"/>
                <a:gd name="T4" fmla="*/ 38 w 367"/>
                <a:gd name="T5" fmla="*/ 5 h 423"/>
                <a:gd name="T6" fmla="*/ 35 w 367"/>
                <a:gd name="T7" fmla="*/ 5 h 423"/>
                <a:gd name="T8" fmla="*/ 32 w 367"/>
                <a:gd name="T9" fmla="*/ 5 h 423"/>
                <a:gd name="T10" fmla="*/ 29 w 367"/>
                <a:gd name="T11" fmla="*/ 4 h 423"/>
                <a:gd name="T12" fmla="*/ 26 w 367"/>
                <a:gd name="T13" fmla="*/ 4 h 423"/>
                <a:gd name="T14" fmla="*/ 23 w 367"/>
                <a:gd name="T15" fmla="*/ 4 h 423"/>
                <a:gd name="T16" fmla="*/ 20 w 367"/>
                <a:gd name="T17" fmla="*/ 3 h 423"/>
                <a:gd name="T18" fmla="*/ 18 w 367"/>
                <a:gd name="T19" fmla="*/ 3 h 423"/>
                <a:gd name="T20" fmla="*/ 15 w 367"/>
                <a:gd name="T21" fmla="*/ 2 h 423"/>
                <a:gd name="T22" fmla="*/ 9 w 367"/>
                <a:gd name="T23" fmla="*/ 2 h 423"/>
                <a:gd name="T24" fmla="*/ 4 w 367"/>
                <a:gd name="T25" fmla="*/ 1 h 423"/>
                <a:gd name="T26" fmla="*/ 0 w 367"/>
                <a:gd name="T27" fmla="*/ 0 h 42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67"/>
                <a:gd name="T43" fmla="*/ 0 h 423"/>
                <a:gd name="T44" fmla="*/ 367 w 367"/>
                <a:gd name="T45" fmla="*/ 423 h 42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67" h="423">
                  <a:moveTo>
                    <a:pt x="367" y="423"/>
                  </a:moveTo>
                  <a:lnTo>
                    <a:pt x="339" y="405"/>
                  </a:lnTo>
                  <a:lnTo>
                    <a:pt x="312" y="385"/>
                  </a:lnTo>
                  <a:lnTo>
                    <a:pt x="286" y="365"/>
                  </a:lnTo>
                  <a:lnTo>
                    <a:pt x="260" y="343"/>
                  </a:lnTo>
                  <a:lnTo>
                    <a:pt x="234" y="320"/>
                  </a:lnTo>
                  <a:lnTo>
                    <a:pt x="209" y="296"/>
                  </a:lnTo>
                  <a:lnTo>
                    <a:pt x="185" y="271"/>
                  </a:lnTo>
                  <a:lnTo>
                    <a:pt x="162" y="245"/>
                  </a:lnTo>
                  <a:lnTo>
                    <a:pt x="139" y="218"/>
                  </a:lnTo>
                  <a:lnTo>
                    <a:pt x="117" y="190"/>
                  </a:lnTo>
                  <a:lnTo>
                    <a:pt x="75" y="130"/>
                  </a:lnTo>
                  <a:lnTo>
                    <a:pt x="36" y="6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7" name="Freeform 39"/>
            <p:cNvSpPr>
              <a:spLocks/>
            </p:cNvSpPr>
            <p:nvPr/>
          </p:nvSpPr>
          <p:spPr bwMode="auto">
            <a:xfrm>
              <a:off x="3950803" y="2870906"/>
              <a:ext cx="1836761" cy="632795"/>
            </a:xfrm>
            <a:custGeom>
              <a:avLst/>
              <a:gdLst>
                <a:gd name="T0" fmla="*/ 0 w 1224"/>
                <a:gd name="T1" fmla="*/ 3 h 559"/>
                <a:gd name="T2" fmla="*/ 2 w 1224"/>
                <a:gd name="T3" fmla="*/ 3 h 559"/>
                <a:gd name="T4" fmla="*/ 5 w 1224"/>
                <a:gd name="T5" fmla="*/ 2 h 559"/>
                <a:gd name="T6" fmla="*/ 8 w 1224"/>
                <a:gd name="T7" fmla="*/ 2 h 559"/>
                <a:gd name="T8" fmla="*/ 11 w 1224"/>
                <a:gd name="T9" fmla="*/ 2 h 559"/>
                <a:gd name="T10" fmla="*/ 14 w 1224"/>
                <a:gd name="T11" fmla="*/ 2 h 559"/>
                <a:gd name="T12" fmla="*/ 16 w 1224"/>
                <a:gd name="T13" fmla="*/ 1 h 559"/>
                <a:gd name="T14" fmla="*/ 19 w 1224"/>
                <a:gd name="T15" fmla="*/ 1 h 559"/>
                <a:gd name="T16" fmla="*/ 22 w 1224"/>
                <a:gd name="T17" fmla="*/ 1 h 559"/>
                <a:gd name="T18" fmla="*/ 25 w 1224"/>
                <a:gd name="T19" fmla="*/ 1 h 559"/>
                <a:gd name="T20" fmla="*/ 27 w 1224"/>
                <a:gd name="T21" fmla="*/ 1 h 559"/>
                <a:gd name="T22" fmla="*/ 31 w 1224"/>
                <a:gd name="T23" fmla="*/ 1 h 559"/>
                <a:gd name="T24" fmla="*/ 33 w 1224"/>
                <a:gd name="T25" fmla="*/ 1 h 559"/>
                <a:gd name="T26" fmla="*/ 36 w 1224"/>
                <a:gd name="T27" fmla="*/ 1 h 559"/>
                <a:gd name="T28" fmla="*/ 39 w 1224"/>
                <a:gd name="T29" fmla="*/ 1 h 559"/>
                <a:gd name="T30" fmla="*/ 42 w 1224"/>
                <a:gd name="T31" fmla="*/ 1 h 559"/>
                <a:gd name="T32" fmla="*/ 45 w 1224"/>
                <a:gd name="T33" fmla="*/ 0 h 559"/>
                <a:gd name="T34" fmla="*/ 48 w 1224"/>
                <a:gd name="T35" fmla="*/ 1 h 559"/>
                <a:gd name="T36" fmla="*/ 51 w 1224"/>
                <a:gd name="T37" fmla="*/ 1 h 559"/>
                <a:gd name="T38" fmla="*/ 54 w 1224"/>
                <a:gd name="T39" fmla="*/ 1 h 559"/>
                <a:gd name="T40" fmla="*/ 56 w 1224"/>
                <a:gd name="T41" fmla="*/ 1 h 559"/>
                <a:gd name="T42" fmla="*/ 60 w 1224"/>
                <a:gd name="T43" fmla="*/ 1 h 559"/>
                <a:gd name="T44" fmla="*/ 63 w 1224"/>
                <a:gd name="T45" fmla="*/ 1 h 559"/>
                <a:gd name="T46" fmla="*/ 65 w 1224"/>
                <a:gd name="T47" fmla="*/ 1 h 559"/>
                <a:gd name="T48" fmla="*/ 67 w 1224"/>
                <a:gd name="T49" fmla="*/ 1 h 559"/>
                <a:gd name="T50" fmla="*/ 70 w 1224"/>
                <a:gd name="T51" fmla="*/ 1 h 559"/>
                <a:gd name="T52" fmla="*/ 73 w 1224"/>
                <a:gd name="T53" fmla="*/ 1 h 559"/>
                <a:gd name="T54" fmla="*/ 76 w 1224"/>
                <a:gd name="T55" fmla="*/ 2 h 559"/>
                <a:gd name="T56" fmla="*/ 78 w 1224"/>
                <a:gd name="T57" fmla="*/ 2 h 559"/>
                <a:gd name="T58" fmla="*/ 81 w 1224"/>
                <a:gd name="T59" fmla="*/ 2 h 559"/>
                <a:gd name="T60" fmla="*/ 84 w 1224"/>
                <a:gd name="T61" fmla="*/ 2 h 559"/>
                <a:gd name="T62" fmla="*/ 86 w 1224"/>
                <a:gd name="T63" fmla="*/ 3 h 559"/>
                <a:gd name="T64" fmla="*/ 89 w 1224"/>
                <a:gd name="T65" fmla="*/ 3 h 559"/>
                <a:gd name="T66" fmla="*/ 91 w 1224"/>
                <a:gd name="T67" fmla="*/ 3 h 559"/>
                <a:gd name="T68" fmla="*/ 93 w 1224"/>
                <a:gd name="T69" fmla="*/ 4 h 559"/>
                <a:gd name="T70" fmla="*/ 98 w 1224"/>
                <a:gd name="T71" fmla="*/ 4 h 559"/>
                <a:gd name="T72" fmla="*/ 103 w 1224"/>
                <a:gd name="T73" fmla="*/ 5 h 559"/>
                <a:gd name="T74" fmla="*/ 107 w 1224"/>
                <a:gd name="T75" fmla="*/ 6 h 559"/>
                <a:gd name="T76" fmla="*/ 111 w 1224"/>
                <a:gd name="T77" fmla="*/ 7 h 559"/>
                <a:gd name="T78" fmla="*/ 115 w 1224"/>
                <a:gd name="T79" fmla="*/ 8 h 559"/>
                <a:gd name="T80" fmla="*/ 118 w 1224"/>
                <a:gd name="T81" fmla="*/ 9 h 559"/>
                <a:gd name="T82" fmla="*/ 122 w 1224"/>
                <a:gd name="T83" fmla="*/ 10 h 55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224"/>
                <a:gd name="T127" fmla="*/ 0 h 559"/>
                <a:gd name="T128" fmla="*/ 1224 w 1224"/>
                <a:gd name="T129" fmla="*/ 559 h 55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224" h="559">
                  <a:moveTo>
                    <a:pt x="0" y="159"/>
                  </a:moveTo>
                  <a:lnTo>
                    <a:pt x="26" y="140"/>
                  </a:lnTo>
                  <a:lnTo>
                    <a:pt x="53" y="122"/>
                  </a:lnTo>
                  <a:lnTo>
                    <a:pt x="79" y="106"/>
                  </a:lnTo>
                  <a:lnTo>
                    <a:pt x="107" y="90"/>
                  </a:lnTo>
                  <a:lnTo>
                    <a:pt x="134" y="76"/>
                  </a:lnTo>
                  <a:lnTo>
                    <a:pt x="162" y="63"/>
                  </a:lnTo>
                  <a:lnTo>
                    <a:pt x="190" y="51"/>
                  </a:lnTo>
                  <a:lnTo>
                    <a:pt x="219" y="41"/>
                  </a:lnTo>
                  <a:lnTo>
                    <a:pt x="248" y="31"/>
                  </a:lnTo>
                  <a:lnTo>
                    <a:pt x="276" y="23"/>
                  </a:lnTo>
                  <a:lnTo>
                    <a:pt x="306" y="16"/>
                  </a:lnTo>
                  <a:lnTo>
                    <a:pt x="335" y="10"/>
                  </a:lnTo>
                  <a:lnTo>
                    <a:pt x="365" y="6"/>
                  </a:lnTo>
                  <a:lnTo>
                    <a:pt x="394" y="3"/>
                  </a:lnTo>
                  <a:lnTo>
                    <a:pt x="424" y="1"/>
                  </a:lnTo>
                  <a:lnTo>
                    <a:pt x="454" y="0"/>
                  </a:lnTo>
                  <a:lnTo>
                    <a:pt x="483" y="1"/>
                  </a:lnTo>
                  <a:lnTo>
                    <a:pt x="512" y="2"/>
                  </a:lnTo>
                  <a:lnTo>
                    <a:pt x="541" y="6"/>
                  </a:lnTo>
                  <a:lnTo>
                    <a:pt x="570" y="10"/>
                  </a:lnTo>
                  <a:lnTo>
                    <a:pt x="598" y="15"/>
                  </a:lnTo>
                  <a:lnTo>
                    <a:pt x="627" y="22"/>
                  </a:lnTo>
                  <a:lnTo>
                    <a:pt x="655" y="30"/>
                  </a:lnTo>
                  <a:lnTo>
                    <a:pt x="682" y="38"/>
                  </a:lnTo>
                  <a:lnTo>
                    <a:pt x="710" y="48"/>
                  </a:lnTo>
                  <a:lnTo>
                    <a:pt x="737" y="60"/>
                  </a:lnTo>
                  <a:lnTo>
                    <a:pt x="764" y="72"/>
                  </a:lnTo>
                  <a:lnTo>
                    <a:pt x="791" y="85"/>
                  </a:lnTo>
                  <a:lnTo>
                    <a:pt x="817" y="100"/>
                  </a:lnTo>
                  <a:lnTo>
                    <a:pt x="843" y="115"/>
                  </a:lnTo>
                  <a:lnTo>
                    <a:pt x="868" y="131"/>
                  </a:lnTo>
                  <a:lnTo>
                    <a:pt x="893" y="149"/>
                  </a:lnTo>
                  <a:lnTo>
                    <a:pt x="918" y="168"/>
                  </a:lnTo>
                  <a:lnTo>
                    <a:pt x="942" y="187"/>
                  </a:lnTo>
                  <a:lnTo>
                    <a:pt x="989" y="229"/>
                  </a:lnTo>
                  <a:lnTo>
                    <a:pt x="1034" y="275"/>
                  </a:lnTo>
                  <a:lnTo>
                    <a:pt x="1077" y="325"/>
                  </a:lnTo>
                  <a:lnTo>
                    <a:pt x="1118" y="378"/>
                  </a:lnTo>
                  <a:lnTo>
                    <a:pt x="1156" y="435"/>
                  </a:lnTo>
                  <a:lnTo>
                    <a:pt x="1191" y="495"/>
                  </a:lnTo>
                  <a:lnTo>
                    <a:pt x="1224" y="559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8" name="Freeform 40"/>
            <p:cNvSpPr>
              <a:spLocks/>
            </p:cNvSpPr>
            <p:nvPr/>
          </p:nvSpPr>
          <p:spPr bwMode="auto">
            <a:xfrm>
              <a:off x="3873628" y="2998788"/>
              <a:ext cx="147735" cy="101424"/>
            </a:xfrm>
            <a:custGeom>
              <a:avLst/>
              <a:gdLst>
                <a:gd name="T0" fmla="*/ 5 w 98"/>
                <a:gd name="T1" fmla="*/ 0 h 89"/>
                <a:gd name="T2" fmla="*/ 0 w 98"/>
                <a:gd name="T3" fmla="*/ 2 h 89"/>
                <a:gd name="T4" fmla="*/ 10 w 98"/>
                <a:gd name="T5" fmla="*/ 1 h 89"/>
                <a:gd name="T6" fmla="*/ 5 w 98"/>
                <a:gd name="T7" fmla="*/ 1 h 89"/>
                <a:gd name="T8" fmla="*/ 5 w 98"/>
                <a:gd name="T9" fmla="*/ 0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"/>
                <a:gd name="T16" fmla="*/ 0 h 89"/>
                <a:gd name="T17" fmla="*/ 98 w 98"/>
                <a:gd name="T18" fmla="*/ 89 h 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" h="89">
                  <a:moveTo>
                    <a:pt x="56" y="0"/>
                  </a:moveTo>
                  <a:lnTo>
                    <a:pt x="0" y="89"/>
                  </a:lnTo>
                  <a:lnTo>
                    <a:pt x="98" y="52"/>
                  </a:lnTo>
                  <a:lnTo>
                    <a:pt x="53" y="4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9" name="Freeform 41"/>
            <p:cNvSpPr>
              <a:spLocks/>
            </p:cNvSpPr>
            <p:nvPr/>
          </p:nvSpPr>
          <p:spPr bwMode="auto">
            <a:xfrm>
              <a:off x="4050028" y="3803562"/>
              <a:ext cx="1786047" cy="650434"/>
            </a:xfrm>
            <a:custGeom>
              <a:avLst/>
              <a:gdLst>
                <a:gd name="T0" fmla="*/ 104 w 1221"/>
                <a:gd name="T1" fmla="*/ 0 h 570"/>
                <a:gd name="T2" fmla="*/ 101 w 1221"/>
                <a:gd name="T3" fmla="*/ 2 h 570"/>
                <a:gd name="T4" fmla="*/ 98 w 1221"/>
                <a:gd name="T5" fmla="*/ 3 h 570"/>
                <a:gd name="T6" fmla="*/ 95 w 1221"/>
                <a:gd name="T7" fmla="*/ 4 h 570"/>
                <a:gd name="T8" fmla="*/ 92 w 1221"/>
                <a:gd name="T9" fmla="*/ 5 h 570"/>
                <a:gd name="T10" fmla="*/ 88 w 1221"/>
                <a:gd name="T11" fmla="*/ 6 h 570"/>
                <a:gd name="T12" fmla="*/ 84 w 1221"/>
                <a:gd name="T13" fmla="*/ 6 h 570"/>
                <a:gd name="T14" fmla="*/ 82 w 1221"/>
                <a:gd name="T15" fmla="*/ 7 h 570"/>
                <a:gd name="T16" fmla="*/ 80 w 1221"/>
                <a:gd name="T17" fmla="*/ 7 h 570"/>
                <a:gd name="T18" fmla="*/ 78 w 1221"/>
                <a:gd name="T19" fmla="*/ 7 h 570"/>
                <a:gd name="T20" fmla="*/ 76 w 1221"/>
                <a:gd name="T21" fmla="*/ 8 h 570"/>
                <a:gd name="T22" fmla="*/ 74 w 1221"/>
                <a:gd name="T23" fmla="*/ 9 h 570"/>
                <a:gd name="T24" fmla="*/ 72 w 1221"/>
                <a:gd name="T25" fmla="*/ 9 h 570"/>
                <a:gd name="T26" fmla="*/ 69 w 1221"/>
                <a:gd name="T27" fmla="*/ 9 h 570"/>
                <a:gd name="T28" fmla="*/ 67 w 1221"/>
                <a:gd name="T29" fmla="*/ 9 h 570"/>
                <a:gd name="T30" fmla="*/ 65 w 1221"/>
                <a:gd name="T31" fmla="*/ 10 h 570"/>
                <a:gd name="T32" fmla="*/ 62 w 1221"/>
                <a:gd name="T33" fmla="*/ 10 h 570"/>
                <a:gd name="T34" fmla="*/ 60 w 1221"/>
                <a:gd name="T35" fmla="*/ 10 h 570"/>
                <a:gd name="T36" fmla="*/ 58 w 1221"/>
                <a:gd name="T37" fmla="*/ 10 h 570"/>
                <a:gd name="T38" fmla="*/ 56 w 1221"/>
                <a:gd name="T39" fmla="*/ 10 h 570"/>
                <a:gd name="T40" fmla="*/ 53 w 1221"/>
                <a:gd name="T41" fmla="*/ 10 h 570"/>
                <a:gd name="T42" fmla="*/ 50 w 1221"/>
                <a:gd name="T43" fmla="*/ 11 h 570"/>
                <a:gd name="T44" fmla="*/ 48 w 1221"/>
                <a:gd name="T45" fmla="*/ 11 h 570"/>
                <a:gd name="T46" fmla="*/ 45 w 1221"/>
                <a:gd name="T47" fmla="*/ 11 h 570"/>
                <a:gd name="T48" fmla="*/ 43 w 1221"/>
                <a:gd name="T49" fmla="*/ 11 h 570"/>
                <a:gd name="T50" fmla="*/ 40 w 1221"/>
                <a:gd name="T51" fmla="*/ 11 h 570"/>
                <a:gd name="T52" fmla="*/ 38 w 1221"/>
                <a:gd name="T53" fmla="*/ 11 h 570"/>
                <a:gd name="T54" fmla="*/ 36 w 1221"/>
                <a:gd name="T55" fmla="*/ 11 h 570"/>
                <a:gd name="T56" fmla="*/ 33 w 1221"/>
                <a:gd name="T57" fmla="*/ 11 h 570"/>
                <a:gd name="T58" fmla="*/ 31 w 1221"/>
                <a:gd name="T59" fmla="*/ 11 h 570"/>
                <a:gd name="T60" fmla="*/ 28 w 1221"/>
                <a:gd name="T61" fmla="*/ 11 h 570"/>
                <a:gd name="T62" fmla="*/ 25 w 1221"/>
                <a:gd name="T63" fmla="*/ 11 h 570"/>
                <a:gd name="T64" fmla="*/ 23 w 1221"/>
                <a:gd name="T65" fmla="*/ 10 h 570"/>
                <a:gd name="T66" fmla="*/ 21 w 1221"/>
                <a:gd name="T67" fmla="*/ 10 h 570"/>
                <a:gd name="T68" fmla="*/ 19 w 1221"/>
                <a:gd name="T69" fmla="*/ 10 h 570"/>
                <a:gd name="T70" fmla="*/ 16 w 1221"/>
                <a:gd name="T71" fmla="*/ 10 h 570"/>
                <a:gd name="T72" fmla="*/ 14 w 1221"/>
                <a:gd name="T73" fmla="*/ 10 h 570"/>
                <a:gd name="T74" fmla="*/ 11 w 1221"/>
                <a:gd name="T75" fmla="*/ 10 h 570"/>
                <a:gd name="T76" fmla="*/ 9 w 1221"/>
                <a:gd name="T77" fmla="*/ 9 h 570"/>
                <a:gd name="T78" fmla="*/ 7 w 1221"/>
                <a:gd name="T79" fmla="*/ 9 h 570"/>
                <a:gd name="T80" fmla="*/ 5 w 1221"/>
                <a:gd name="T81" fmla="*/ 9 h 570"/>
                <a:gd name="T82" fmla="*/ 2 w 1221"/>
                <a:gd name="T83" fmla="*/ 8 h 570"/>
                <a:gd name="T84" fmla="*/ 0 w 1221"/>
                <a:gd name="T85" fmla="*/ 8 h 57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221"/>
                <a:gd name="T130" fmla="*/ 0 h 570"/>
                <a:gd name="T131" fmla="*/ 1221 w 1221"/>
                <a:gd name="T132" fmla="*/ 570 h 57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221" h="570">
                  <a:moveTo>
                    <a:pt x="1221" y="0"/>
                  </a:moveTo>
                  <a:lnTo>
                    <a:pt x="1188" y="65"/>
                  </a:lnTo>
                  <a:lnTo>
                    <a:pt x="1153" y="126"/>
                  </a:lnTo>
                  <a:lnTo>
                    <a:pt x="1115" y="184"/>
                  </a:lnTo>
                  <a:lnTo>
                    <a:pt x="1074" y="238"/>
                  </a:lnTo>
                  <a:lnTo>
                    <a:pt x="1031" y="289"/>
                  </a:lnTo>
                  <a:lnTo>
                    <a:pt x="986" y="336"/>
                  </a:lnTo>
                  <a:lnTo>
                    <a:pt x="963" y="358"/>
                  </a:lnTo>
                  <a:lnTo>
                    <a:pt x="939" y="379"/>
                  </a:lnTo>
                  <a:lnTo>
                    <a:pt x="915" y="399"/>
                  </a:lnTo>
                  <a:lnTo>
                    <a:pt x="890" y="418"/>
                  </a:lnTo>
                  <a:lnTo>
                    <a:pt x="865" y="436"/>
                  </a:lnTo>
                  <a:lnTo>
                    <a:pt x="839" y="453"/>
                  </a:lnTo>
                  <a:lnTo>
                    <a:pt x="813" y="468"/>
                  </a:lnTo>
                  <a:lnTo>
                    <a:pt x="786" y="483"/>
                  </a:lnTo>
                  <a:lnTo>
                    <a:pt x="760" y="497"/>
                  </a:lnTo>
                  <a:lnTo>
                    <a:pt x="732" y="509"/>
                  </a:lnTo>
                  <a:lnTo>
                    <a:pt x="705" y="521"/>
                  </a:lnTo>
                  <a:lnTo>
                    <a:pt x="677" y="531"/>
                  </a:lnTo>
                  <a:lnTo>
                    <a:pt x="649" y="540"/>
                  </a:lnTo>
                  <a:lnTo>
                    <a:pt x="621" y="548"/>
                  </a:lnTo>
                  <a:lnTo>
                    <a:pt x="592" y="555"/>
                  </a:lnTo>
                  <a:lnTo>
                    <a:pt x="563" y="560"/>
                  </a:lnTo>
                  <a:lnTo>
                    <a:pt x="534" y="564"/>
                  </a:lnTo>
                  <a:lnTo>
                    <a:pt x="505" y="568"/>
                  </a:lnTo>
                  <a:lnTo>
                    <a:pt x="476" y="569"/>
                  </a:lnTo>
                  <a:lnTo>
                    <a:pt x="446" y="570"/>
                  </a:lnTo>
                  <a:lnTo>
                    <a:pt x="417" y="569"/>
                  </a:lnTo>
                  <a:lnTo>
                    <a:pt x="387" y="568"/>
                  </a:lnTo>
                  <a:lnTo>
                    <a:pt x="358" y="564"/>
                  </a:lnTo>
                  <a:lnTo>
                    <a:pt x="329" y="560"/>
                  </a:lnTo>
                  <a:lnTo>
                    <a:pt x="300" y="555"/>
                  </a:lnTo>
                  <a:lnTo>
                    <a:pt x="272" y="548"/>
                  </a:lnTo>
                  <a:lnTo>
                    <a:pt x="243" y="540"/>
                  </a:lnTo>
                  <a:lnTo>
                    <a:pt x="215" y="531"/>
                  </a:lnTo>
                  <a:lnTo>
                    <a:pt x="187" y="521"/>
                  </a:lnTo>
                  <a:lnTo>
                    <a:pt x="159" y="509"/>
                  </a:lnTo>
                  <a:lnTo>
                    <a:pt x="132" y="497"/>
                  </a:lnTo>
                  <a:lnTo>
                    <a:pt x="105" y="483"/>
                  </a:lnTo>
                  <a:lnTo>
                    <a:pt x="78" y="468"/>
                  </a:lnTo>
                  <a:lnTo>
                    <a:pt x="52" y="452"/>
                  </a:lnTo>
                  <a:lnTo>
                    <a:pt x="26" y="434"/>
                  </a:lnTo>
                  <a:lnTo>
                    <a:pt x="0" y="416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0" name="Freeform 42"/>
            <p:cNvSpPr>
              <a:spLocks/>
            </p:cNvSpPr>
            <p:nvPr/>
          </p:nvSpPr>
          <p:spPr bwMode="auto">
            <a:xfrm>
              <a:off x="3969868" y="4219223"/>
              <a:ext cx="143325" cy="101424"/>
            </a:xfrm>
            <a:custGeom>
              <a:avLst/>
              <a:gdLst>
                <a:gd name="T0" fmla="*/ 9 w 98"/>
                <a:gd name="T1" fmla="*/ 1 h 88"/>
                <a:gd name="T2" fmla="*/ 0 w 98"/>
                <a:gd name="T3" fmla="*/ 0 h 88"/>
                <a:gd name="T4" fmla="*/ 5 w 98"/>
                <a:gd name="T5" fmla="*/ 2 h 88"/>
                <a:gd name="T6" fmla="*/ 5 w 98"/>
                <a:gd name="T7" fmla="*/ 1 h 88"/>
                <a:gd name="T8" fmla="*/ 9 w 98"/>
                <a:gd name="T9" fmla="*/ 1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"/>
                <a:gd name="T16" fmla="*/ 0 h 88"/>
                <a:gd name="T17" fmla="*/ 98 w 98"/>
                <a:gd name="T18" fmla="*/ 88 h 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" h="88">
                  <a:moveTo>
                    <a:pt x="98" y="36"/>
                  </a:moveTo>
                  <a:lnTo>
                    <a:pt x="0" y="0"/>
                  </a:lnTo>
                  <a:lnTo>
                    <a:pt x="56" y="88"/>
                  </a:lnTo>
                  <a:lnTo>
                    <a:pt x="53" y="43"/>
                  </a:lnTo>
                  <a:lnTo>
                    <a:pt x="98" y="36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1" name="Freeform 43"/>
            <p:cNvSpPr>
              <a:spLocks/>
            </p:cNvSpPr>
            <p:nvPr/>
          </p:nvSpPr>
          <p:spPr bwMode="auto">
            <a:xfrm>
              <a:off x="3366479" y="2328510"/>
              <a:ext cx="2469595" cy="1146528"/>
            </a:xfrm>
            <a:custGeom>
              <a:avLst/>
              <a:gdLst>
                <a:gd name="T0" fmla="*/ 1 w 1644"/>
                <a:gd name="T1" fmla="*/ 17 h 1013"/>
                <a:gd name="T2" fmla="*/ 3 w 1644"/>
                <a:gd name="T3" fmla="*/ 15 h 1013"/>
                <a:gd name="T4" fmla="*/ 7 w 1644"/>
                <a:gd name="T5" fmla="*/ 14 h 1013"/>
                <a:gd name="T6" fmla="*/ 11 w 1644"/>
                <a:gd name="T7" fmla="*/ 12 h 1013"/>
                <a:gd name="T8" fmla="*/ 14 w 1644"/>
                <a:gd name="T9" fmla="*/ 10 h 1013"/>
                <a:gd name="T10" fmla="*/ 20 w 1644"/>
                <a:gd name="T11" fmla="*/ 8 h 1013"/>
                <a:gd name="T12" fmla="*/ 24 w 1644"/>
                <a:gd name="T13" fmla="*/ 7 h 1013"/>
                <a:gd name="T14" fmla="*/ 29 w 1644"/>
                <a:gd name="T15" fmla="*/ 6 h 1013"/>
                <a:gd name="T16" fmla="*/ 34 w 1644"/>
                <a:gd name="T17" fmla="*/ 5 h 1013"/>
                <a:gd name="T18" fmla="*/ 40 w 1644"/>
                <a:gd name="T19" fmla="*/ 4 h 1013"/>
                <a:gd name="T20" fmla="*/ 46 w 1644"/>
                <a:gd name="T21" fmla="*/ 3 h 1013"/>
                <a:gd name="T22" fmla="*/ 52 w 1644"/>
                <a:gd name="T23" fmla="*/ 2 h 1013"/>
                <a:gd name="T24" fmla="*/ 59 w 1644"/>
                <a:gd name="T25" fmla="*/ 1 h 1013"/>
                <a:gd name="T26" fmla="*/ 65 w 1644"/>
                <a:gd name="T27" fmla="*/ 1 h 1013"/>
                <a:gd name="T28" fmla="*/ 72 w 1644"/>
                <a:gd name="T29" fmla="*/ 1 h 1013"/>
                <a:gd name="T30" fmla="*/ 79 w 1644"/>
                <a:gd name="T31" fmla="*/ 1 h 1013"/>
                <a:gd name="T32" fmla="*/ 86 w 1644"/>
                <a:gd name="T33" fmla="*/ 1 h 1013"/>
                <a:gd name="T34" fmla="*/ 93 w 1644"/>
                <a:gd name="T35" fmla="*/ 1 h 1013"/>
                <a:gd name="T36" fmla="*/ 99 w 1644"/>
                <a:gd name="T37" fmla="*/ 1 h 1013"/>
                <a:gd name="T38" fmla="*/ 106 w 1644"/>
                <a:gd name="T39" fmla="*/ 1 h 1013"/>
                <a:gd name="T40" fmla="*/ 112 w 1644"/>
                <a:gd name="T41" fmla="*/ 2 h 1013"/>
                <a:gd name="T42" fmla="*/ 119 w 1644"/>
                <a:gd name="T43" fmla="*/ 3 h 1013"/>
                <a:gd name="T44" fmla="*/ 125 w 1644"/>
                <a:gd name="T45" fmla="*/ 4 h 1013"/>
                <a:gd name="T46" fmla="*/ 130 w 1644"/>
                <a:gd name="T47" fmla="*/ 5 h 1013"/>
                <a:gd name="T48" fmla="*/ 136 w 1644"/>
                <a:gd name="T49" fmla="*/ 6 h 1013"/>
                <a:gd name="T50" fmla="*/ 140 w 1644"/>
                <a:gd name="T51" fmla="*/ 7 h 1013"/>
                <a:gd name="T52" fmla="*/ 145 w 1644"/>
                <a:gd name="T53" fmla="*/ 8 h 1013"/>
                <a:gd name="T54" fmla="*/ 149 w 1644"/>
                <a:gd name="T55" fmla="*/ 10 h 1013"/>
                <a:gd name="T56" fmla="*/ 153 w 1644"/>
                <a:gd name="T57" fmla="*/ 12 h 1013"/>
                <a:gd name="T58" fmla="*/ 157 w 1644"/>
                <a:gd name="T59" fmla="*/ 13 h 1013"/>
                <a:gd name="T60" fmla="*/ 161 w 1644"/>
                <a:gd name="T61" fmla="*/ 15 h 1013"/>
                <a:gd name="T62" fmla="*/ 164 w 1644"/>
                <a:gd name="T63" fmla="*/ 17 h 101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644"/>
                <a:gd name="T97" fmla="*/ 0 h 1013"/>
                <a:gd name="T98" fmla="*/ 1644 w 1644"/>
                <a:gd name="T99" fmla="*/ 1013 h 1013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644" h="1013">
                  <a:moveTo>
                    <a:pt x="0" y="1013"/>
                  </a:moveTo>
                  <a:lnTo>
                    <a:pt x="12" y="957"/>
                  </a:lnTo>
                  <a:lnTo>
                    <a:pt x="25" y="902"/>
                  </a:lnTo>
                  <a:lnTo>
                    <a:pt x="39" y="848"/>
                  </a:lnTo>
                  <a:lnTo>
                    <a:pt x="54" y="796"/>
                  </a:lnTo>
                  <a:lnTo>
                    <a:pt x="71" y="744"/>
                  </a:lnTo>
                  <a:lnTo>
                    <a:pt x="88" y="695"/>
                  </a:lnTo>
                  <a:lnTo>
                    <a:pt x="107" y="646"/>
                  </a:lnTo>
                  <a:lnTo>
                    <a:pt x="127" y="599"/>
                  </a:lnTo>
                  <a:lnTo>
                    <a:pt x="147" y="554"/>
                  </a:lnTo>
                  <a:lnTo>
                    <a:pt x="169" y="510"/>
                  </a:lnTo>
                  <a:lnTo>
                    <a:pt x="191" y="467"/>
                  </a:lnTo>
                  <a:lnTo>
                    <a:pt x="215" y="426"/>
                  </a:lnTo>
                  <a:lnTo>
                    <a:pt x="239" y="387"/>
                  </a:lnTo>
                  <a:lnTo>
                    <a:pt x="264" y="349"/>
                  </a:lnTo>
                  <a:lnTo>
                    <a:pt x="290" y="313"/>
                  </a:lnTo>
                  <a:lnTo>
                    <a:pt x="317" y="279"/>
                  </a:lnTo>
                  <a:lnTo>
                    <a:pt x="344" y="247"/>
                  </a:lnTo>
                  <a:lnTo>
                    <a:pt x="372" y="216"/>
                  </a:lnTo>
                  <a:lnTo>
                    <a:pt x="401" y="188"/>
                  </a:lnTo>
                  <a:lnTo>
                    <a:pt x="431" y="161"/>
                  </a:lnTo>
                  <a:lnTo>
                    <a:pt x="461" y="136"/>
                  </a:lnTo>
                  <a:lnTo>
                    <a:pt x="492" y="113"/>
                  </a:lnTo>
                  <a:lnTo>
                    <a:pt x="523" y="92"/>
                  </a:lnTo>
                  <a:lnTo>
                    <a:pt x="555" y="73"/>
                  </a:lnTo>
                  <a:lnTo>
                    <a:pt x="587" y="56"/>
                  </a:lnTo>
                  <a:lnTo>
                    <a:pt x="620" y="42"/>
                  </a:lnTo>
                  <a:lnTo>
                    <a:pt x="653" y="29"/>
                  </a:lnTo>
                  <a:lnTo>
                    <a:pt x="686" y="19"/>
                  </a:lnTo>
                  <a:lnTo>
                    <a:pt x="720" y="11"/>
                  </a:lnTo>
                  <a:lnTo>
                    <a:pt x="755" y="5"/>
                  </a:lnTo>
                  <a:lnTo>
                    <a:pt x="789" y="1"/>
                  </a:lnTo>
                  <a:lnTo>
                    <a:pt x="824" y="0"/>
                  </a:lnTo>
                  <a:lnTo>
                    <a:pt x="859" y="1"/>
                  </a:lnTo>
                  <a:lnTo>
                    <a:pt x="893" y="5"/>
                  </a:lnTo>
                  <a:lnTo>
                    <a:pt x="927" y="10"/>
                  </a:lnTo>
                  <a:lnTo>
                    <a:pt x="960" y="18"/>
                  </a:lnTo>
                  <a:lnTo>
                    <a:pt x="993" y="28"/>
                  </a:lnTo>
                  <a:lnTo>
                    <a:pt x="1026" y="41"/>
                  </a:lnTo>
                  <a:lnTo>
                    <a:pt x="1059" y="55"/>
                  </a:lnTo>
                  <a:lnTo>
                    <a:pt x="1091" y="72"/>
                  </a:lnTo>
                  <a:lnTo>
                    <a:pt x="1122" y="90"/>
                  </a:lnTo>
                  <a:lnTo>
                    <a:pt x="1153" y="111"/>
                  </a:lnTo>
                  <a:lnTo>
                    <a:pt x="1184" y="133"/>
                  </a:lnTo>
                  <a:lnTo>
                    <a:pt x="1213" y="158"/>
                  </a:lnTo>
                  <a:lnTo>
                    <a:pt x="1243" y="184"/>
                  </a:lnTo>
                  <a:lnTo>
                    <a:pt x="1271" y="212"/>
                  </a:lnTo>
                  <a:lnTo>
                    <a:pt x="1299" y="242"/>
                  </a:lnTo>
                  <a:lnTo>
                    <a:pt x="1327" y="274"/>
                  </a:lnTo>
                  <a:lnTo>
                    <a:pt x="1353" y="308"/>
                  </a:lnTo>
                  <a:lnTo>
                    <a:pt x="1379" y="343"/>
                  </a:lnTo>
                  <a:lnTo>
                    <a:pt x="1404" y="380"/>
                  </a:lnTo>
                  <a:lnTo>
                    <a:pt x="1428" y="418"/>
                  </a:lnTo>
                  <a:lnTo>
                    <a:pt x="1452" y="458"/>
                  </a:lnTo>
                  <a:lnTo>
                    <a:pt x="1474" y="500"/>
                  </a:lnTo>
                  <a:lnTo>
                    <a:pt x="1496" y="543"/>
                  </a:lnTo>
                  <a:lnTo>
                    <a:pt x="1516" y="588"/>
                  </a:lnTo>
                  <a:lnTo>
                    <a:pt x="1536" y="634"/>
                  </a:lnTo>
                  <a:lnTo>
                    <a:pt x="1555" y="682"/>
                  </a:lnTo>
                  <a:lnTo>
                    <a:pt x="1572" y="731"/>
                  </a:lnTo>
                  <a:lnTo>
                    <a:pt x="1589" y="781"/>
                  </a:lnTo>
                  <a:lnTo>
                    <a:pt x="1604" y="833"/>
                  </a:lnTo>
                  <a:lnTo>
                    <a:pt x="1619" y="886"/>
                  </a:lnTo>
                  <a:lnTo>
                    <a:pt x="1632" y="940"/>
                  </a:lnTo>
                  <a:lnTo>
                    <a:pt x="1644" y="995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2" name="Freeform 44"/>
            <p:cNvSpPr>
              <a:spLocks/>
            </p:cNvSpPr>
            <p:nvPr/>
          </p:nvSpPr>
          <p:spPr bwMode="auto">
            <a:xfrm>
              <a:off x="3395144" y="3803562"/>
              <a:ext cx="240345" cy="650434"/>
            </a:xfrm>
            <a:custGeom>
              <a:avLst/>
              <a:gdLst>
                <a:gd name="T0" fmla="*/ 23 w 149"/>
                <a:gd name="T1" fmla="*/ 7 h 626"/>
                <a:gd name="T2" fmla="*/ 18 w 149"/>
                <a:gd name="T3" fmla="*/ 6 h 626"/>
                <a:gd name="T4" fmla="*/ 15 w 149"/>
                <a:gd name="T5" fmla="*/ 5 h 626"/>
                <a:gd name="T6" fmla="*/ 11 w 149"/>
                <a:gd name="T7" fmla="*/ 4 h 626"/>
                <a:gd name="T8" fmla="*/ 8 w 149"/>
                <a:gd name="T9" fmla="*/ 4 h 626"/>
                <a:gd name="T10" fmla="*/ 5 w 149"/>
                <a:gd name="T11" fmla="*/ 3 h 626"/>
                <a:gd name="T12" fmla="*/ 3 w 149"/>
                <a:gd name="T13" fmla="*/ 2 h 626"/>
                <a:gd name="T14" fmla="*/ 1 w 149"/>
                <a:gd name="T15" fmla="*/ 1 h 626"/>
                <a:gd name="T16" fmla="*/ 0 w 149"/>
                <a:gd name="T17" fmla="*/ 0 h 6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9"/>
                <a:gd name="T28" fmla="*/ 0 h 626"/>
                <a:gd name="T29" fmla="*/ 149 w 149"/>
                <a:gd name="T30" fmla="*/ 626 h 6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9" h="626">
                  <a:moveTo>
                    <a:pt x="149" y="626"/>
                  </a:moveTo>
                  <a:lnTo>
                    <a:pt x="120" y="557"/>
                  </a:lnTo>
                  <a:lnTo>
                    <a:pt x="94" y="485"/>
                  </a:lnTo>
                  <a:lnTo>
                    <a:pt x="71" y="410"/>
                  </a:lnTo>
                  <a:lnTo>
                    <a:pt x="51" y="332"/>
                  </a:lnTo>
                  <a:lnTo>
                    <a:pt x="33" y="252"/>
                  </a:lnTo>
                  <a:lnTo>
                    <a:pt x="19" y="170"/>
                  </a:lnTo>
                  <a:lnTo>
                    <a:pt x="8" y="86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3" name="Freeform 45"/>
            <p:cNvSpPr>
              <a:spLocks/>
            </p:cNvSpPr>
            <p:nvPr/>
          </p:nvSpPr>
          <p:spPr bwMode="auto">
            <a:xfrm>
              <a:off x="2841690" y="3794743"/>
              <a:ext cx="407924" cy="910608"/>
            </a:xfrm>
            <a:custGeom>
              <a:avLst/>
              <a:gdLst>
                <a:gd name="T0" fmla="*/ 0 w 272"/>
                <a:gd name="T1" fmla="*/ 15 h 804"/>
                <a:gd name="T2" fmla="*/ 1 w 272"/>
                <a:gd name="T3" fmla="*/ 13 h 804"/>
                <a:gd name="T4" fmla="*/ 2 w 272"/>
                <a:gd name="T5" fmla="*/ 12 h 804"/>
                <a:gd name="T6" fmla="*/ 3 w 272"/>
                <a:gd name="T7" fmla="*/ 11 h 804"/>
                <a:gd name="T8" fmla="*/ 5 w 272"/>
                <a:gd name="T9" fmla="*/ 10 h 804"/>
                <a:gd name="T10" fmla="*/ 7 w 272"/>
                <a:gd name="T11" fmla="*/ 9 h 804"/>
                <a:gd name="T12" fmla="*/ 8 w 272"/>
                <a:gd name="T13" fmla="*/ 8 h 804"/>
                <a:gd name="T14" fmla="*/ 10 w 272"/>
                <a:gd name="T15" fmla="*/ 7 h 804"/>
                <a:gd name="T16" fmla="*/ 11 w 272"/>
                <a:gd name="T17" fmla="*/ 6 h 804"/>
                <a:gd name="T18" fmla="*/ 13 w 272"/>
                <a:gd name="T19" fmla="*/ 5 h 804"/>
                <a:gd name="T20" fmla="*/ 15 w 272"/>
                <a:gd name="T21" fmla="*/ 4 h 804"/>
                <a:gd name="T22" fmla="*/ 16 w 272"/>
                <a:gd name="T23" fmla="*/ 3 h 804"/>
                <a:gd name="T24" fmla="*/ 18 w 272"/>
                <a:gd name="T25" fmla="*/ 3 h 804"/>
                <a:gd name="T26" fmla="*/ 20 w 272"/>
                <a:gd name="T27" fmla="*/ 2 h 804"/>
                <a:gd name="T28" fmla="*/ 22 w 272"/>
                <a:gd name="T29" fmla="*/ 1 h 804"/>
                <a:gd name="T30" fmla="*/ 25 w 272"/>
                <a:gd name="T31" fmla="*/ 1 h 804"/>
                <a:gd name="T32" fmla="*/ 27 w 272"/>
                <a:gd name="T33" fmla="*/ 0 h 80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2"/>
                <a:gd name="T52" fmla="*/ 0 h 804"/>
                <a:gd name="T53" fmla="*/ 272 w 272"/>
                <a:gd name="T54" fmla="*/ 804 h 80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2" h="804">
                  <a:moveTo>
                    <a:pt x="0" y="804"/>
                  </a:moveTo>
                  <a:lnTo>
                    <a:pt x="11" y="734"/>
                  </a:lnTo>
                  <a:lnTo>
                    <a:pt x="24" y="666"/>
                  </a:lnTo>
                  <a:lnTo>
                    <a:pt x="37" y="600"/>
                  </a:lnTo>
                  <a:lnTo>
                    <a:pt x="51" y="537"/>
                  </a:lnTo>
                  <a:lnTo>
                    <a:pt x="65" y="477"/>
                  </a:lnTo>
                  <a:lnTo>
                    <a:pt x="81" y="419"/>
                  </a:lnTo>
                  <a:lnTo>
                    <a:pt x="97" y="363"/>
                  </a:lnTo>
                  <a:lnTo>
                    <a:pt x="114" y="311"/>
                  </a:lnTo>
                  <a:lnTo>
                    <a:pt x="132" y="261"/>
                  </a:lnTo>
                  <a:lnTo>
                    <a:pt x="150" y="214"/>
                  </a:lnTo>
                  <a:lnTo>
                    <a:pt x="169" y="170"/>
                  </a:lnTo>
                  <a:lnTo>
                    <a:pt x="188" y="130"/>
                  </a:lnTo>
                  <a:lnTo>
                    <a:pt x="208" y="92"/>
                  </a:lnTo>
                  <a:lnTo>
                    <a:pt x="229" y="58"/>
                  </a:lnTo>
                  <a:lnTo>
                    <a:pt x="250" y="27"/>
                  </a:lnTo>
                  <a:lnTo>
                    <a:pt x="272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4" name="Freeform 46"/>
            <p:cNvSpPr>
              <a:spLocks/>
            </p:cNvSpPr>
            <p:nvPr/>
          </p:nvSpPr>
          <p:spPr bwMode="auto">
            <a:xfrm>
              <a:off x="2820505" y="1728788"/>
              <a:ext cx="105840" cy="989983"/>
            </a:xfrm>
            <a:custGeom>
              <a:avLst/>
              <a:gdLst>
                <a:gd name="T0" fmla="*/ 8 w 70"/>
                <a:gd name="T1" fmla="*/ 16 h 874"/>
                <a:gd name="T2" fmla="*/ 5 w 70"/>
                <a:gd name="T3" fmla="*/ 14 h 874"/>
                <a:gd name="T4" fmla="*/ 4 w 70"/>
                <a:gd name="T5" fmla="*/ 12 h 874"/>
                <a:gd name="T6" fmla="*/ 3 w 70"/>
                <a:gd name="T7" fmla="*/ 10 h 874"/>
                <a:gd name="T8" fmla="*/ 1 w 70"/>
                <a:gd name="T9" fmla="*/ 8 h 874"/>
                <a:gd name="T10" fmla="*/ 1 w 70"/>
                <a:gd name="T11" fmla="*/ 6 h 874"/>
                <a:gd name="T12" fmla="*/ 1 w 70"/>
                <a:gd name="T13" fmla="*/ 4 h 874"/>
                <a:gd name="T14" fmla="*/ 1 w 70"/>
                <a:gd name="T15" fmla="*/ 2 h 874"/>
                <a:gd name="T16" fmla="*/ 0 w 70"/>
                <a:gd name="T17" fmla="*/ 0 h 8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0"/>
                <a:gd name="T28" fmla="*/ 0 h 874"/>
                <a:gd name="T29" fmla="*/ 70 w 70"/>
                <a:gd name="T30" fmla="*/ 874 h 87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0" h="874">
                  <a:moveTo>
                    <a:pt x="70" y="874"/>
                  </a:moveTo>
                  <a:lnTo>
                    <a:pt x="54" y="774"/>
                  </a:lnTo>
                  <a:lnTo>
                    <a:pt x="40" y="670"/>
                  </a:lnTo>
                  <a:lnTo>
                    <a:pt x="28" y="563"/>
                  </a:lnTo>
                  <a:lnTo>
                    <a:pt x="18" y="454"/>
                  </a:lnTo>
                  <a:lnTo>
                    <a:pt x="10" y="343"/>
                  </a:lnTo>
                  <a:lnTo>
                    <a:pt x="5" y="230"/>
                  </a:lnTo>
                  <a:lnTo>
                    <a:pt x="1" y="11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5" name="Freeform 47"/>
            <p:cNvSpPr>
              <a:spLocks/>
            </p:cNvSpPr>
            <p:nvPr/>
          </p:nvSpPr>
          <p:spPr bwMode="auto">
            <a:xfrm>
              <a:off x="2866810" y="2676878"/>
              <a:ext cx="99225" cy="119063"/>
            </a:xfrm>
            <a:custGeom>
              <a:avLst/>
              <a:gdLst>
                <a:gd name="T0" fmla="*/ 0 w 66"/>
                <a:gd name="T1" fmla="*/ 1 h 103"/>
                <a:gd name="T2" fmla="*/ 5 w 66"/>
                <a:gd name="T3" fmla="*/ 2 h 103"/>
                <a:gd name="T4" fmla="*/ 7 w 66"/>
                <a:gd name="T5" fmla="*/ 0 h 103"/>
                <a:gd name="T6" fmla="*/ 3 w 66"/>
                <a:gd name="T7" fmla="*/ 1 h 103"/>
                <a:gd name="T8" fmla="*/ 0 w 66"/>
                <a:gd name="T9" fmla="*/ 1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103"/>
                <a:gd name="T17" fmla="*/ 66 w 66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103">
                  <a:moveTo>
                    <a:pt x="0" y="12"/>
                  </a:moveTo>
                  <a:lnTo>
                    <a:pt x="51" y="103"/>
                  </a:lnTo>
                  <a:lnTo>
                    <a:pt x="66" y="0"/>
                  </a:lnTo>
                  <a:lnTo>
                    <a:pt x="39" y="36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6" name="Freeform 48"/>
            <p:cNvSpPr>
              <a:spLocks/>
            </p:cNvSpPr>
            <p:nvPr/>
          </p:nvSpPr>
          <p:spPr bwMode="auto">
            <a:xfrm rot="21351450">
              <a:off x="1245336" y="3771206"/>
              <a:ext cx="1935986" cy="698941"/>
            </a:xfrm>
            <a:custGeom>
              <a:avLst/>
              <a:gdLst>
                <a:gd name="T0" fmla="*/ 0 w 659"/>
                <a:gd name="T1" fmla="*/ 5221 h 181"/>
                <a:gd name="T2" fmla="*/ 219 w 659"/>
                <a:gd name="T3" fmla="*/ 4646 h 181"/>
                <a:gd name="T4" fmla="*/ 437 w 659"/>
                <a:gd name="T5" fmla="*/ 4074 h 181"/>
                <a:gd name="T6" fmla="*/ 657 w 659"/>
                <a:gd name="T7" fmla="*/ 3547 h 181"/>
                <a:gd name="T8" fmla="*/ 883 w 659"/>
                <a:gd name="T9" fmla="*/ 3067 h 181"/>
                <a:gd name="T10" fmla="*/ 1110 w 659"/>
                <a:gd name="T11" fmla="*/ 2617 h 181"/>
                <a:gd name="T12" fmla="*/ 1336 w 659"/>
                <a:gd name="T13" fmla="*/ 2193 h 181"/>
                <a:gd name="T14" fmla="*/ 1565 w 659"/>
                <a:gd name="T15" fmla="*/ 1816 h 181"/>
                <a:gd name="T16" fmla="*/ 1795 w 659"/>
                <a:gd name="T17" fmla="*/ 1466 h 181"/>
                <a:gd name="T18" fmla="*/ 2022 w 659"/>
                <a:gd name="T19" fmla="*/ 1156 h 181"/>
                <a:gd name="T20" fmla="*/ 2258 w 659"/>
                <a:gd name="T21" fmla="*/ 893 h 181"/>
                <a:gd name="T22" fmla="*/ 2493 w 659"/>
                <a:gd name="T23" fmla="*/ 660 h 181"/>
                <a:gd name="T24" fmla="*/ 2729 w 659"/>
                <a:gd name="T25" fmla="*/ 462 h 181"/>
                <a:gd name="T26" fmla="*/ 2968 w 659"/>
                <a:gd name="T27" fmla="*/ 301 h 181"/>
                <a:gd name="T28" fmla="*/ 3204 w 659"/>
                <a:gd name="T29" fmla="*/ 151 h 181"/>
                <a:gd name="T30" fmla="*/ 3449 w 659"/>
                <a:gd name="T31" fmla="*/ 65 h 181"/>
                <a:gd name="T32" fmla="*/ 3687 w 659"/>
                <a:gd name="T33" fmla="*/ 0 h 1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59"/>
                <a:gd name="T52" fmla="*/ 0 h 181"/>
                <a:gd name="T53" fmla="*/ 659 w 659"/>
                <a:gd name="T54" fmla="*/ 181 h 1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59" h="181">
                  <a:moveTo>
                    <a:pt x="0" y="181"/>
                  </a:moveTo>
                  <a:lnTo>
                    <a:pt x="39" y="161"/>
                  </a:lnTo>
                  <a:lnTo>
                    <a:pt x="78" y="141"/>
                  </a:lnTo>
                  <a:lnTo>
                    <a:pt x="118" y="123"/>
                  </a:lnTo>
                  <a:lnTo>
                    <a:pt x="158" y="106"/>
                  </a:lnTo>
                  <a:lnTo>
                    <a:pt x="198" y="91"/>
                  </a:lnTo>
                  <a:lnTo>
                    <a:pt x="239" y="76"/>
                  </a:lnTo>
                  <a:lnTo>
                    <a:pt x="280" y="63"/>
                  </a:lnTo>
                  <a:lnTo>
                    <a:pt x="321" y="51"/>
                  </a:lnTo>
                  <a:lnTo>
                    <a:pt x="362" y="40"/>
                  </a:lnTo>
                  <a:lnTo>
                    <a:pt x="404" y="31"/>
                  </a:lnTo>
                  <a:lnTo>
                    <a:pt x="446" y="23"/>
                  </a:lnTo>
                  <a:lnTo>
                    <a:pt x="488" y="16"/>
                  </a:lnTo>
                  <a:lnTo>
                    <a:pt x="531" y="10"/>
                  </a:lnTo>
                  <a:lnTo>
                    <a:pt x="573" y="5"/>
                  </a:lnTo>
                  <a:lnTo>
                    <a:pt x="616" y="2"/>
                  </a:lnTo>
                  <a:lnTo>
                    <a:pt x="659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7" name="Freeform 49"/>
            <p:cNvSpPr>
              <a:spLocks/>
            </p:cNvSpPr>
            <p:nvPr/>
          </p:nvSpPr>
          <p:spPr bwMode="auto">
            <a:xfrm>
              <a:off x="1741397" y="3594101"/>
              <a:ext cx="152145" cy="74965"/>
            </a:xfrm>
            <a:custGeom>
              <a:avLst/>
              <a:gdLst>
                <a:gd name="T0" fmla="*/ 0 w 99"/>
                <a:gd name="T1" fmla="*/ 2 h 67"/>
                <a:gd name="T2" fmla="*/ 11 w 99"/>
                <a:gd name="T3" fmla="*/ 1 h 67"/>
                <a:gd name="T4" fmla="*/ 0 w 99"/>
                <a:gd name="T5" fmla="*/ 0 h 67"/>
                <a:gd name="T6" fmla="*/ 3 w 99"/>
                <a:gd name="T7" fmla="*/ 1 h 67"/>
                <a:gd name="T8" fmla="*/ 0 w 99"/>
                <a:gd name="T9" fmla="*/ 2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"/>
                <a:gd name="T16" fmla="*/ 0 h 67"/>
                <a:gd name="T17" fmla="*/ 99 w 99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" h="67">
                  <a:moveTo>
                    <a:pt x="0" y="67"/>
                  </a:moveTo>
                  <a:lnTo>
                    <a:pt x="99" y="33"/>
                  </a:lnTo>
                  <a:lnTo>
                    <a:pt x="0" y="0"/>
                  </a:lnTo>
                  <a:lnTo>
                    <a:pt x="31" y="33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8" name="Freeform 50"/>
            <p:cNvSpPr>
              <a:spLocks/>
            </p:cNvSpPr>
            <p:nvPr/>
          </p:nvSpPr>
          <p:spPr bwMode="auto">
            <a:xfrm>
              <a:off x="1822982" y="3185919"/>
              <a:ext cx="154350" cy="90399"/>
            </a:xfrm>
            <a:custGeom>
              <a:avLst/>
              <a:gdLst>
                <a:gd name="T0" fmla="*/ 0 w 102"/>
                <a:gd name="T1" fmla="*/ 1 h 81"/>
                <a:gd name="T2" fmla="*/ 11 w 102"/>
                <a:gd name="T3" fmla="*/ 2 h 81"/>
                <a:gd name="T4" fmla="*/ 3 w 102"/>
                <a:gd name="T5" fmla="*/ 0 h 81"/>
                <a:gd name="T6" fmla="*/ 5 w 102"/>
                <a:gd name="T7" fmla="*/ 1 h 81"/>
                <a:gd name="T8" fmla="*/ 0 w 102"/>
                <a:gd name="T9" fmla="*/ 1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"/>
                <a:gd name="T16" fmla="*/ 0 h 81"/>
                <a:gd name="T17" fmla="*/ 102 w 102"/>
                <a:gd name="T18" fmla="*/ 81 h 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" h="81">
                  <a:moveTo>
                    <a:pt x="0" y="56"/>
                  </a:moveTo>
                  <a:lnTo>
                    <a:pt x="102" y="81"/>
                  </a:lnTo>
                  <a:lnTo>
                    <a:pt x="36" y="0"/>
                  </a:lnTo>
                  <a:lnTo>
                    <a:pt x="45" y="44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9" name="Freeform 51"/>
            <p:cNvSpPr>
              <a:spLocks/>
            </p:cNvSpPr>
            <p:nvPr/>
          </p:nvSpPr>
          <p:spPr bwMode="auto">
            <a:xfrm>
              <a:off x="2324812" y="3747210"/>
              <a:ext cx="835693" cy="615156"/>
            </a:xfrm>
            <a:custGeom>
              <a:avLst/>
              <a:gdLst>
                <a:gd name="T0" fmla="*/ 0 w 557"/>
                <a:gd name="T1" fmla="*/ 10 h 545"/>
                <a:gd name="T2" fmla="*/ 3 w 557"/>
                <a:gd name="T3" fmla="*/ 9 h 545"/>
                <a:gd name="T4" fmla="*/ 5 w 557"/>
                <a:gd name="T5" fmla="*/ 8 h 545"/>
                <a:gd name="T6" fmla="*/ 10 w 557"/>
                <a:gd name="T7" fmla="*/ 8 h 545"/>
                <a:gd name="T8" fmla="*/ 12 w 557"/>
                <a:gd name="T9" fmla="*/ 7 h 545"/>
                <a:gd name="T10" fmla="*/ 15 w 557"/>
                <a:gd name="T11" fmla="*/ 6 h 545"/>
                <a:gd name="T12" fmla="*/ 18 w 557"/>
                <a:gd name="T13" fmla="*/ 5 h 545"/>
                <a:gd name="T14" fmla="*/ 22 w 557"/>
                <a:gd name="T15" fmla="*/ 5 h 545"/>
                <a:gd name="T16" fmla="*/ 25 w 557"/>
                <a:gd name="T17" fmla="*/ 4 h 545"/>
                <a:gd name="T18" fmla="*/ 29 w 557"/>
                <a:gd name="T19" fmla="*/ 4 h 545"/>
                <a:gd name="T20" fmla="*/ 33 w 557"/>
                <a:gd name="T21" fmla="*/ 3 h 545"/>
                <a:gd name="T22" fmla="*/ 36 w 557"/>
                <a:gd name="T23" fmla="*/ 3 h 545"/>
                <a:gd name="T24" fmla="*/ 40 w 557"/>
                <a:gd name="T25" fmla="*/ 2 h 545"/>
                <a:gd name="T26" fmla="*/ 44 w 557"/>
                <a:gd name="T27" fmla="*/ 2 h 545"/>
                <a:gd name="T28" fmla="*/ 47 w 557"/>
                <a:gd name="T29" fmla="*/ 1 h 545"/>
                <a:gd name="T30" fmla="*/ 52 w 557"/>
                <a:gd name="T31" fmla="*/ 1 h 545"/>
                <a:gd name="T32" fmla="*/ 56 w 557"/>
                <a:gd name="T33" fmla="*/ 0 h 5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57"/>
                <a:gd name="T52" fmla="*/ 0 h 545"/>
                <a:gd name="T53" fmla="*/ 557 w 557"/>
                <a:gd name="T54" fmla="*/ 545 h 54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57" h="545">
                  <a:moveTo>
                    <a:pt x="0" y="545"/>
                  </a:moveTo>
                  <a:lnTo>
                    <a:pt x="29" y="500"/>
                  </a:lnTo>
                  <a:lnTo>
                    <a:pt x="59" y="457"/>
                  </a:lnTo>
                  <a:lnTo>
                    <a:pt x="90" y="415"/>
                  </a:lnTo>
                  <a:lnTo>
                    <a:pt x="121" y="375"/>
                  </a:lnTo>
                  <a:lnTo>
                    <a:pt x="153" y="335"/>
                  </a:lnTo>
                  <a:lnTo>
                    <a:pt x="187" y="298"/>
                  </a:lnTo>
                  <a:lnTo>
                    <a:pt x="221" y="261"/>
                  </a:lnTo>
                  <a:lnTo>
                    <a:pt x="255" y="226"/>
                  </a:lnTo>
                  <a:lnTo>
                    <a:pt x="291" y="192"/>
                  </a:lnTo>
                  <a:lnTo>
                    <a:pt x="327" y="160"/>
                  </a:lnTo>
                  <a:lnTo>
                    <a:pt x="364" y="130"/>
                  </a:lnTo>
                  <a:lnTo>
                    <a:pt x="401" y="101"/>
                  </a:lnTo>
                  <a:lnTo>
                    <a:pt x="439" y="73"/>
                  </a:lnTo>
                  <a:lnTo>
                    <a:pt x="478" y="47"/>
                  </a:lnTo>
                  <a:lnTo>
                    <a:pt x="517" y="23"/>
                  </a:lnTo>
                  <a:lnTo>
                    <a:pt x="557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80" name="Freeform 52"/>
            <p:cNvSpPr>
              <a:spLocks/>
            </p:cNvSpPr>
            <p:nvPr/>
          </p:nvSpPr>
          <p:spPr bwMode="auto">
            <a:xfrm>
              <a:off x="3717074" y="2328510"/>
              <a:ext cx="2127821" cy="1146528"/>
            </a:xfrm>
            <a:custGeom>
              <a:avLst/>
              <a:gdLst>
                <a:gd name="T0" fmla="*/ 0 w 1410"/>
                <a:gd name="T1" fmla="*/ 8 h 995"/>
                <a:gd name="T2" fmla="*/ 3 w 1410"/>
                <a:gd name="T3" fmla="*/ 7 h 995"/>
                <a:gd name="T4" fmla="*/ 7 w 1410"/>
                <a:gd name="T5" fmla="*/ 6 h 995"/>
                <a:gd name="T6" fmla="*/ 10 w 1410"/>
                <a:gd name="T7" fmla="*/ 5 h 995"/>
                <a:gd name="T8" fmla="*/ 13 w 1410"/>
                <a:gd name="T9" fmla="*/ 5 h 995"/>
                <a:gd name="T10" fmla="*/ 17 w 1410"/>
                <a:gd name="T11" fmla="*/ 4 h 995"/>
                <a:gd name="T12" fmla="*/ 21 w 1410"/>
                <a:gd name="T13" fmla="*/ 3 h 995"/>
                <a:gd name="T14" fmla="*/ 24 w 1410"/>
                <a:gd name="T15" fmla="*/ 3 h 995"/>
                <a:gd name="T16" fmla="*/ 28 w 1410"/>
                <a:gd name="T17" fmla="*/ 2 h 995"/>
                <a:gd name="T18" fmla="*/ 32 w 1410"/>
                <a:gd name="T19" fmla="*/ 2 h 995"/>
                <a:gd name="T20" fmla="*/ 36 w 1410"/>
                <a:gd name="T21" fmla="*/ 1 h 995"/>
                <a:gd name="T22" fmla="*/ 40 w 1410"/>
                <a:gd name="T23" fmla="*/ 1 h 995"/>
                <a:gd name="T24" fmla="*/ 44 w 1410"/>
                <a:gd name="T25" fmla="*/ 1 h 995"/>
                <a:gd name="T26" fmla="*/ 48 w 1410"/>
                <a:gd name="T27" fmla="*/ 1 h 995"/>
                <a:gd name="T28" fmla="*/ 53 w 1410"/>
                <a:gd name="T29" fmla="*/ 1 h 995"/>
                <a:gd name="T30" fmla="*/ 56 w 1410"/>
                <a:gd name="T31" fmla="*/ 1 h 995"/>
                <a:gd name="T32" fmla="*/ 60 w 1410"/>
                <a:gd name="T33" fmla="*/ 0 h 995"/>
                <a:gd name="T34" fmla="*/ 64 w 1410"/>
                <a:gd name="T35" fmla="*/ 1 h 995"/>
                <a:gd name="T36" fmla="*/ 68 w 1410"/>
                <a:gd name="T37" fmla="*/ 1 h 995"/>
                <a:gd name="T38" fmla="*/ 71 w 1410"/>
                <a:gd name="T39" fmla="*/ 1 h 995"/>
                <a:gd name="T40" fmla="*/ 75 w 1410"/>
                <a:gd name="T41" fmla="*/ 1 h 995"/>
                <a:gd name="T42" fmla="*/ 78 w 1410"/>
                <a:gd name="T43" fmla="*/ 1 h 995"/>
                <a:gd name="T44" fmla="*/ 81 w 1410"/>
                <a:gd name="T45" fmla="*/ 1 h 995"/>
                <a:gd name="T46" fmla="*/ 85 w 1410"/>
                <a:gd name="T47" fmla="*/ 1 h 995"/>
                <a:gd name="T48" fmla="*/ 88 w 1410"/>
                <a:gd name="T49" fmla="*/ 2 h 995"/>
                <a:gd name="T50" fmla="*/ 91 w 1410"/>
                <a:gd name="T51" fmla="*/ 2 h 995"/>
                <a:gd name="T52" fmla="*/ 94 w 1410"/>
                <a:gd name="T53" fmla="*/ 2 h 995"/>
                <a:gd name="T54" fmla="*/ 98 w 1410"/>
                <a:gd name="T55" fmla="*/ 3 h 995"/>
                <a:gd name="T56" fmla="*/ 101 w 1410"/>
                <a:gd name="T57" fmla="*/ 3 h 995"/>
                <a:gd name="T58" fmla="*/ 104 w 1410"/>
                <a:gd name="T59" fmla="*/ 4 h 995"/>
                <a:gd name="T60" fmla="*/ 107 w 1410"/>
                <a:gd name="T61" fmla="*/ 4 h 995"/>
                <a:gd name="T62" fmla="*/ 110 w 1410"/>
                <a:gd name="T63" fmla="*/ 5 h 995"/>
                <a:gd name="T64" fmla="*/ 112 w 1410"/>
                <a:gd name="T65" fmla="*/ 5 h 995"/>
                <a:gd name="T66" fmla="*/ 115 w 1410"/>
                <a:gd name="T67" fmla="*/ 6 h 995"/>
                <a:gd name="T68" fmla="*/ 118 w 1410"/>
                <a:gd name="T69" fmla="*/ 7 h 995"/>
                <a:gd name="T70" fmla="*/ 120 w 1410"/>
                <a:gd name="T71" fmla="*/ 8 h 995"/>
                <a:gd name="T72" fmla="*/ 123 w 1410"/>
                <a:gd name="T73" fmla="*/ 8 h 995"/>
                <a:gd name="T74" fmla="*/ 125 w 1410"/>
                <a:gd name="T75" fmla="*/ 9 h 995"/>
                <a:gd name="T76" fmla="*/ 127 w 1410"/>
                <a:gd name="T77" fmla="*/ 10 h 995"/>
                <a:gd name="T78" fmla="*/ 129 w 1410"/>
                <a:gd name="T79" fmla="*/ 11 h 995"/>
                <a:gd name="T80" fmla="*/ 131 w 1410"/>
                <a:gd name="T81" fmla="*/ 12 h 995"/>
                <a:gd name="T82" fmla="*/ 133 w 1410"/>
                <a:gd name="T83" fmla="*/ 13 h 995"/>
                <a:gd name="T84" fmla="*/ 136 w 1410"/>
                <a:gd name="T85" fmla="*/ 14 h 995"/>
                <a:gd name="T86" fmla="*/ 138 w 1410"/>
                <a:gd name="T87" fmla="*/ 15 h 995"/>
                <a:gd name="T88" fmla="*/ 139 w 1410"/>
                <a:gd name="T89" fmla="*/ 16 h 995"/>
                <a:gd name="T90" fmla="*/ 140 w 1410"/>
                <a:gd name="T91" fmla="*/ 17 h 995"/>
                <a:gd name="T92" fmla="*/ 142 w 1410"/>
                <a:gd name="T93" fmla="*/ 18 h 995"/>
                <a:gd name="T94" fmla="*/ 144 w 1410"/>
                <a:gd name="T95" fmla="*/ 19 h 995"/>
                <a:gd name="T96" fmla="*/ 144 w 1410"/>
                <a:gd name="T97" fmla="*/ 20 h 99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410"/>
                <a:gd name="T148" fmla="*/ 0 h 995"/>
                <a:gd name="T149" fmla="*/ 1410 w 1410"/>
                <a:gd name="T150" fmla="*/ 995 h 99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410" h="995">
                  <a:moveTo>
                    <a:pt x="0" y="393"/>
                  </a:moveTo>
                  <a:lnTo>
                    <a:pt x="31" y="347"/>
                  </a:lnTo>
                  <a:lnTo>
                    <a:pt x="62" y="304"/>
                  </a:lnTo>
                  <a:lnTo>
                    <a:pt x="95" y="263"/>
                  </a:lnTo>
                  <a:lnTo>
                    <a:pt x="129" y="225"/>
                  </a:lnTo>
                  <a:lnTo>
                    <a:pt x="163" y="190"/>
                  </a:lnTo>
                  <a:lnTo>
                    <a:pt x="199" y="158"/>
                  </a:lnTo>
                  <a:lnTo>
                    <a:pt x="235" y="128"/>
                  </a:lnTo>
                  <a:lnTo>
                    <a:pt x="273" y="102"/>
                  </a:lnTo>
                  <a:lnTo>
                    <a:pt x="310" y="78"/>
                  </a:lnTo>
                  <a:lnTo>
                    <a:pt x="349" y="58"/>
                  </a:lnTo>
                  <a:lnTo>
                    <a:pt x="388" y="40"/>
                  </a:lnTo>
                  <a:lnTo>
                    <a:pt x="428" y="26"/>
                  </a:lnTo>
                  <a:lnTo>
                    <a:pt x="468" y="15"/>
                  </a:lnTo>
                  <a:lnTo>
                    <a:pt x="508" y="7"/>
                  </a:lnTo>
                  <a:lnTo>
                    <a:pt x="549" y="2"/>
                  </a:lnTo>
                  <a:lnTo>
                    <a:pt x="590" y="0"/>
                  </a:lnTo>
                  <a:lnTo>
                    <a:pt x="625" y="1"/>
                  </a:lnTo>
                  <a:lnTo>
                    <a:pt x="659" y="5"/>
                  </a:lnTo>
                  <a:lnTo>
                    <a:pt x="693" y="10"/>
                  </a:lnTo>
                  <a:lnTo>
                    <a:pt x="726" y="18"/>
                  </a:lnTo>
                  <a:lnTo>
                    <a:pt x="759" y="28"/>
                  </a:lnTo>
                  <a:lnTo>
                    <a:pt x="792" y="41"/>
                  </a:lnTo>
                  <a:lnTo>
                    <a:pt x="825" y="55"/>
                  </a:lnTo>
                  <a:lnTo>
                    <a:pt x="857" y="72"/>
                  </a:lnTo>
                  <a:lnTo>
                    <a:pt x="888" y="90"/>
                  </a:lnTo>
                  <a:lnTo>
                    <a:pt x="919" y="111"/>
                  </a:lnTo>
                  <a:lnTo>
                    <a:pt x="950" y="133"/>
                  </a:lnTo>
                  <a:lnTo>
                    <a:pt x="979" y="158"/>
                  </a:lnTo>
                  <a:lnTo>
                    <a:pt x="1009" y="184"/>
                  </a:lnTo>
                  <a:lnTo>
                    <a:pt x="1037" y="212"/>
                  </a:lnTo>
                  <a:lnTo>
                    <a:pt x="1065" y="242"/>
                  </a:lnTo>
                  <a:lnTo>
                    <a:pt x="1093" y="274"/>
                  </a:lnTo>
                  <a:lnTo>
                    <a:pt x="1119" y="308"/>
                  </a:lnTo>
                  <a:lnTo>
                    <a:pt x="1145" y="343"/>
                  </a:lnTo>
                  <a:lnTo>
                    <a:pt x="1170" y="380"/>
                  </a:lnTo>
                  <a:lnTo>
                    <a:pt x="1194" y="418"/>
                  </a:lnTo>
                  <a:lnTo>
                    <a:pt x="1218" y="458"/>
                  </a:lnTo>
                  <a:lnTo>
                    <a:pt x="1240" y="500"/>
                  </a:lnTo>
                  <a:lnTo>
                    <a:pt x="1262" y="543"/>
                  </a:lnTo>
                  <a:lnTo>
                    <a:pt x="1282" y="588"/>
                  </a:lnTo>
                  <a:lnTo>
                    <a:pt x="1302" y="634"/>
                  </a:lnTo>
                  <a:lnTo>
                    <a:pt x="1321" y="682"/>
                  </a:lnTo>
                  <a:lnTo>
                    <a:pt x="1338" y="731"/>
                  </a:lnTo>
                  <a:lnTo>
                    <a:pt x="1355" y="781"/>
                  </a:lnTo>
                  <a:lnTo>
                    <a:pt x="1370" y="833"/>
                  </a:lnTo>
                  <a:lnTo>
                    <a:pt x="1385" y="886"/>
                  </a:lnTo>
                  <a:lnTo>
                    <a:pt x="1398" y="940"/>
                  </a:lnTo>
                  <a:lnTo>
                    <a:pt x="1410" y="995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81" name="Freeform 53"/>
            <p:cNvSpPr>
              <a:spLocks/>
            </p:cNvSpPr>
            <p:nvPr/>
          </p:nvSpPr>
          <p:spPr bwMode="auto">
            <a:xfrm>
              <a:off x="3628874" y="2778302"/>
              <a:ext cx="119070" cy="119063"/>
            </a:xfrm>
            <a:custGeom>
              <a:avLst/>
              <a:gdLst>
                <a:gd name="T0" fmla="*/ 2 w 79"/>
                <a:gd name="T1" fmla="*/ 0 h 102"/>
                <a:gd name="T2" fmla="*/ 0 w 79"/>
                <a:gd name="T3" fmla="*/ 2 h 102"/>
                <a:gd name="T4" fmla="*/ 8 w 79"/>
                <a:gd name="T5" fmla="*/ 1 h 102"/>
                <a:gd name="T6" fmla="*/ 3 w 79"/>
                <a:gd name="T7" fmla="*/ 1 h 102"/>
                <a:gd name="T8" fmla="*/ 2 w 79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102"/>
                <a:gd name="T17" fmla="*/ 79 w 79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102">
                  <a:moveTo>
                    <a:pt x="21" y="0"/>
                  </a:moveTo>
                  <a:lnTo>
                    <a:pt x="0" y="102"/>
                  </a:lnTo>
                  <a:lnTo>
                    <a:pt x="79" y="34"/>
                  </a:lnTo>
                  <a:lnTo>
                    <a:pt x="35" y="44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82" name="Freeform 54"/>
            <p:cNvSpPr>
              <a:spLocks/>
            </p:cNvSpPr>
            <p:nvPr/>
          </p:nvSpPr>
          <p:spPr bwMode="auto">
            <a:xfrm>
              <a:off x="4162483" y="3594101"/>
              <a:ext cx="147735" cy="74965"/>
            </a:xfrm>
            <a:custGeom>
              <a:avLst/>
              <a:gdLst>
                <a:gd name="T0" fmla="*/ 9 w 99"/>
                <a:gd name="T1" fmla="*/ 0 h 67"/>
                <a:gd name="T2" fmla="*/ 0 w 99"/>
                <a:gd name="T3" fmla="*/ 1 h 67"/>
                <a:gd name="T4" fmla="*/ 9 w 99"/>
                <a:gd name="T5" fmla="*/ 2 h 67"/>
                <a:gd name="T6" fmla="*/ 6 w 99"/>
                <a:gd name="T7" fmla="*/ 1 h 67"/>
                <a:gd name="T8" fmla="*/ 9 w 99"/>
                <a:gd name="T9" fmla="*/ 0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"/>
                <a:gd name="T16" fmla="*/ 0 h 67"/>
                <a:gd name="T17" fmla="*/ 99 w 99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" h="67">
                  <a:moveTo>
                    <a:pt x="99" y="0"/>
                  </a:moveTo>
                  <a:lnTo>
                    <a:pt x="0" y="34"/>
                  </a:lnTo>
                  <a:lnTo>
                    <a:pt x="99" y="67"/>
                  </a:lnTo>
                  <a:lnTo>
                    <a:pt x="68" y="34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83" name="Freeform 55"/>
            <p:cNvSpPr>
              <a:spLocks/>
            </p:cNvSpPr>
            <p:nvPr/>
          </p:nvSpPr>
          <p:spPr bwMode="auto">
            <a:xfrm>
              <a:off x="2217396" y="2831219"/>
              <a:ext cx="132300" cy="110243"/>
            </a:xfrm>
            <a:custGeom>
              <a:avLst/>
              <a:gdLst>
                <a:gd name="T0" fmla="*/ 0 w 89"/>
                <a:gd name="T1" fmla="*/ 1 h 97"/>
                <a:gd name="T2" fmla="*/ 8 w 89"/>
                <a:gd name="T3" fmla="*/ 2 h 97"/>
                <a:gd name="T4" fmla="*/ 5 w 89"/>
                <a:gd name="T5" fmla="*/ 0 h 97"/>
                <a:gd name="T6" fmla="*/ 4 w 89"/>
                <a:gd name="T7" fmla="*/ 1 h 97"/>
                <a:gd name="T8" fmla="*/ 0 w 89"/>
                <a:gd name="T9" fmla="*/ 1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97"/>
                <a:gd name="T17" fmla="*/ 89 w 89"/>
                <a:gd name="T18" fmla="*/ 97 h 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97">
                  <a:moveTo>
                    <a:pt x="0" y="43"/>
                  </a:moveTo>
                  <a:lnTo>
                    <a:pt x="89" y="97"/>
                  </a:lnTo>
                  <a:lnTo>
                    <a:pt x="51" y="0"/>
                  </a:lnTo>
                  <a:lnTo>
                    <a:pt x="46" y="45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84" name="Freeform 56"/>
            <p:cNvSpPr>
              <a:spLocks/>
            </p:cNvSpPr>
            <p:nvPr/>
          </p:nvSpPr>
          <p:spPr bwMode="auto">
            <a:xfrm rot="21027701">
              <a:off x="1907483" y="4036773"/>
              <a:ext cx="158760" cy="79375"/>
            </a:xfrm>
            <a:custGeom>
              <a:avLst/>
              <a:gdLst>
                <a:gd name="T0" fmla="*/ 3 w 104"/>
                <a:gd name="T1" fmla="*/ 2 h 69"/>
                <a:gd name="T2" fmla="*/ 12 w 104"/>
                <a:gd name="T3" fmla="*/ 0 h 69"/>
                <a:gd name="T4" fmla="*/ 0 w 104"/>
                <a:gd name="T5" fmla="*/ 1 h 69"/>
                <a:gd name="T6" fmla="*/ 4 w 104"/>
                <a:gd name="T7" fmla="*/ 1 h 69"/>
                <a:gd name="T8" fmla="*/ 3 w 104"/>
                <a:gd name="T9" fmla="*/ 2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69"/>
                <a:gd name="T17" fmla="*/ 104 w 104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69">
                  <a:moveTo>
                    <a:pt x="25" y="69"/>
                  </a:moveTo>
                  <a:lnTo>
                    <a:pt x="104" y="0"/>
                  </a:lnTo>
                  <a:lnTo>
                    <a:pt x="0" y="7"/>
                  </a:lnTo>
                  <a:lnTo>
                    <a:pt x="41" y="26"/>
                  </a:lnTo>
                  <a:lnTo>
                    <a:pt x="25" y="69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85" name="Freeform 57"/>
            <p:cNvSpPr>
              <a:spLocks/>
            </p:cNvSpPr>
            <p:nvPr/>
          </p:nvSpPr>
          <p:spPr bwMode="auto">
            <a:xfrm>
              <a:off x="1919093" y="4384415"/>
              <a:ext cx="392489" cy="923837"/>
            </a:xfrm>
            <a:custGeom>
              <a:avLst/>
              <a:gdLst>
                <a:gd name="T0" fmla="*/ 0 w 263"/>
                <a:gd name="T1" fmla="*/ 15 h 816"/>
                <a:gd name="T2" fmla="*/ 1 w 263"/>
                <a:gd name="T3" fmla="*/ 14 h 816"/>
                <a:gd name="T4" fmla="*/ 2 w 263"/>
                <a:gd name="T5" fmla="*/ 13 h 816"/>
                <a:gd name="T6" fmla="*/ 3 w 263"/>
                <a:gd name="T7" fmla="*/ 12 h 816"/>
                <a:gd name="T8" fmla="*/ 4 w 263"/>
                <a:gd name="T9" fmla="*/ 11 h 816"/>
                <a:gd name="T10" fmla="*/ 7 w 263"/>
                <a:gd name="T11" fmla="*/ 9 h 816"/>
                <a:gd name="T12" fmla="*/ 10 w 263"/>
                <a:gd name="T13" fmla="*/ 7 h 816"/>
                <a:gd name="T14" fmla="*/ 14 w 263"/>
                <a:gd name="T15" fmla="*/ 5 h 816"/>
                <a:gd name="T16" fmla="*/ 17 w 263"/>
                <a:gd name="T17" fmla="*/ 4 h 816"/>
                <a:gd name="T18" fmla="*/ 21 w 263"/>
                <a:gd name="T19" fmla="*/ 2 h 816"/>
                <a:gd name="T20" fmla="*/ 23 w 263"/>
                <a:gd name="T21" fmla="*/ 1 h 816"/>
                <a:gd name="T22" fmla="*/ 25 w 263"/>
                <a:gd name="T23" fmla="*/ 0 h 8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63"/>
                <a:gd name="T37" fmla="*/ 0 h 816"/>
                <a:gd name="T38" fmla="*/ 263 w 263"/>
                <a:gd name="T39" fmla="*/ 816 h 81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63" h="816">
                  <a:moveTo>
                    <a:pt x="0" y="816"/>
                  </a:moveTo>
                  <a:lnTo>
                    <a:pt x="9" y="760"/>
                  </a:lnTo>
                  <a:lnTo>
                    <a:pt x="20" y="704"/>
                  </a:lnTo>
                  <a:lnTo>
                    <a:pt x="31" y="649"/>
                  </a:lnTo>
                  <a:lnTo>
                    <a:pt x="43" y="594"/>
                  </a:lnTo>
                  <a:lnTo>
                    <a:pt x="71" y="487"/>
                  </a:lnTo>
                  <a:lnTo>
                    <a:pt x="102" y="383"/>
                  </a:lnTo>
                  <a:lnTo>
                    <a:pt x="137" y="282"/>
                  </a:lnTo>
                  <a:lnTo>
                    <a:pt x="176" y="184"/>
                  </a:lnTo>
                  <a:lnTo>
                    <a:pt x="218" y="90"/>
                  </a:lnTo>
                  <a:lnTo>
                    <a:pt x="240" y="45"/>
                  </a:lnTo>
                  <a:lnTo>
                    <a:pt x="263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86" name="Freeform 58"/>
            <p:cNvSpPr>
              <a:spLocks/>
            </p:cNvSpPr>
            <p:nvPr/>
          </p:nvSpPr>
          <p:spPr bwMode="auto">
            <a:xfrm>
              <a:off x="2247637" y="4318269"/>
              <a:ext cx="114660" cy="116858"/>
            </a:xfrm>
            <a:custGeom>
              <a:avLst/>
              <a:gdLst>
                <a:gd name="T0" fmla="*/ 5 w 77"/>
                <a:gd name="T1" fmla="*/ 2 h 103"/>
                <a:gd name="T2" fmla="*/ 7 w 77"/>
                <a:gd name="T3" fmla="*/ 0 h 103"/>
                <a:gd name="T4" fmla="*/ 0 w 77"/>
                <a:gd name="T5" fmla="*/ 2 h 103"/>
                <a:gd name="T6" fmla="*/ 4 w 77"/>
                <a:gd name="T7" fmla="*/ 1 h 103"/>
                <a:gd name="T8" fmla="*/ 5 w 77"/>
                <a:gd name="T9" fmla="*/ 2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"/>
                <a:gd name="T16" fmla="*/ 0 h 103"/>
                <a:gd name="T17" fmla="*/ 77 w 77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7" h="103">
                  <a:moveTo>
                    <a:pt x="58" y="103"/>
                  </a:moveTo>
                  <a:lnTo>
                    <a:pt x="77" y="0"/>
                  </a:lnTo>
                  <a:lnTo>
                    <a:pt x="0" y="70"/>
                  </a:lnTo>
                  <a:lnTo>
                    <a:pt x="44" y="59"/>
                  </a:lnTo>
                  <a:lnTo>
                    <a:pt x="58" y="103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87" name="Freeform 59"/>
            <p:cNvSpPr>
              <a:spLocks/>
            </p:cNvSpPr>
            <p:nvPr/>
          </p:nvSpPr>
          <p:spPr bwMode="auto">
            <a:xfrm>
              <a:off x="2754495" y="4711965"/>
              <a:ext cx="81585" cy="886354"/>
            </a:xfrm>
            <a:custGeom>
              <a:avLst/>
              <a:gdLst>
                <a:gd name="T0" fmla="*/ 0 w 55"/>
                <a:gd name="T1" fmla="*/ 14 h 783"/>
                <a:gd name="T2" fmla="*/ 1 w 55"/>
                <a:gd name="T3" fmla="*/ 12 h 783"/>
                <a:gd name="T4" fmla="*/ 1 w 55"/>
                <a:gd name="T5" fmla="*/ 11 h 783"/>
                <a:gd name="T6" fmla="*/ 1 w 55"/>
                <a:gd name="T7" fmla="*/ 9 h 783"/>
                <a:gd name="T8" fmla="*/ 1 w 55"/>
                <a:gd name="T9" fmla="*/ 7 h 783"/>
                <a:gd name="T10" fmla="*/ 2 w 55"/>
                <a:gd name="T11" fmla="*/ 5 h 783"/>
                <a:gd name="T12" fmla="*/ 3 w 55"/>
                <a:gd name="T13" fmla="*/ 4 h 783"/>
                <a:gd name="T14" fmla="*/ 4 w 55"/>
                <a:gd name="T15" fmla="*/ 2 h 783"/>
                <a:gd name="T16" fmla="*/ 5 w 55"/>
                <a:gd name="T17" fmla="*/ 0 h 7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5"/>
                <a:gd name="T28" fmla="*/ 0 h 783"/>
                <a:gd name="T29" fmla="*/ 55 w 55"/>
                <a:gd name="T30" fmla="*/ 783 h 7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5" h="783">
                  <a:moveTo>
                    <a:pt x="0" y="783"/>
                  </a:moveTo>
                  <a:lnTo>
                    <a:pt x="1" y="681"/>
                  </a:lnTo>
                  <a:lnTo>
                    <a:pt x="4" y="579"/>
                  </a:lnTo>
                  <a:lnTo>
                    <a:pt x="8" y="478"/>
                  </a:lnTo>
                  <a:lnTo>
                    <a:pt x="14" y="379"/>
                  </a:lnTo>
                  <a:lnTo>
                    <a:pt x="22" y="281"/>
                  </a:lnTo>
                  <a:lnTo>
                    <a:pt x="31" y="186"/>
                  </a:lnTo>
                  <a:lnTo>
                    <a:pt x="42" y="92"/>
                  </a:lnTo>
                  <a:lnTo>
                    <a:pt x="55" y="0"/>
                  </a:lnTo>
                </a:path>
              </a:pathLst>
            </a:custGeom>
            <a:solidFill>
              <a:schemeClr val="tx1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88" name="Freeform 60"/>
            <p:cNvSpPr>
              <a:spLocks/>
            </p:cNvSpPr>
            <p:nvPr/>
          </p:nvSpPr>
          <p:spPr bwMode="auto">
            <a:xfrm>
              <a:off x="2782322" y="4610559"/>
              <a:ext cx="99225" cy="116858"/>
            </a:xfrm>
            <a:custGeom>
              <a:avLst/>
              <a:gdLst>
                <a:gd name="T0" fmla="*/ 6 w 67"/>
                <a:gd name="T1" fmla="*/ 2 h 103"/>
                <a:gd name="T2" fmla="*/ 5 w 67"/>
                <a:gd name="T3" fmla="*/ 0 h 103"/>
                <a:gd name="T4" fmla="*/ 0 w 67"/>
                <a:gd name="T5" fmla="*/ 2 h 103"/>
                <a:gd name="T6" fmla="*/ 3 w 67"/>
                <a:gd name="T7" fmla="*/ 2 h 103"/>
                <a:gd name="T8" fmla="*/ 6 w 67"/>
                <a:gd name="T9" fmla="*/ 2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03"/>
                <a:gd name="T17" fmla="*/ 67 w 67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03">
                  <a:moveTo>
                    <a:pt x="67" y="103"/>
                  </a:moveTo>
                  <a:lnTo>
                    <a:pt x="49" y="0"/>
                  </a:lnTo>
                  <a:lnTo>
                    <a:pt x="0" y="92"/>
                  </a:lnTo>
                  <a:lnTo>
                    <a:pt x="38" y="67"/>
                  </a:lnTo>
                  <a:lnTo>
                    <a:pt x="67" y="103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89" name="Freeform 61"/>
            <p:cNvSpPr>
              <a:spLocks/>
            </p:cNvSpPr>
            <p:nvPr/>
          </p:nvSpPr>
          <p:spPr bwMode="auto">
            <a:xfrm>
              <a:off x="3659744" y="3803562"/>
              <a:ext cx="2213816" cy="1214879"/>
            </a:xfrm>
            <a:custGeom>
              <a:avLst/>
              <a:gdLst>
                <a:gd name="T0" fmla="*/ 138 w 1493"/>
                <a:gd name="T1" fmla="*/ 0 h 1026"/>
                <a:gd name="T2" fmla="*/ 137 w 1493"/>
                <a:gd name="T3" fmla="*/ 2 h 1026"/>
                <a:gd name="T4" fmla="*/ 136 w 1493"/>
                <a:gd name="T5" fmla="*/ 3 h 1026"/>
                <a:gd name="T6" fmla="*/ 134 w 1493"/>
                <a:gd name="T7" fmla="*/ 4 h 1026"/>
                <a:gd name="T8" fmla="*/ 133 w 1493"/>
                <a:gd name="T9" fmla="*/ 5 h 1026"/>
                <a:gd name="T10" fmla="*/ 132 w 1493"/>
                <a:gd name="T11" fmla="*/ 6 h 1026"/>
                <a:gd name="T12" fmla="*/ 129 w 1493"/>
                <a:gd name="T13" fmla="*/ 8 h 1026"/>
                <a:gd name="T14" fmla="*/ 128 w 1493"/>
                <a:gd name="T15" fmla="*/ 9 h 1026"/>
                <a:gd name="T16" fmla="*/ 126 w 1493"/>
                <a:gd name="T17" fmla="*/ 10 h 1026"/>
                <a:gd name="T18" fmla="*/ 124 w 1493"/>
                <a:gd name="T19" fmla="*/ 11 h 1026"/>
                <a:gd name="T20" fmla="*/ 122 w 1493"/>
                <a:gd name="T21" fmla="*/ 12 h 1026"/>
                <a:gd name="T22" fmla="*/ 120 w 1493"/>
                <a:gd name="T23" fmla="*/ 13 h 1026"/>
                <a:gd name="T24" fmla="*/ 118 w 1493"/>
                <a:gd name="T25" fmla="*/ 14 h 1026"/>
                <a:gd name="T26" fmla="*/ 115 w 1493"/>
                <a:gd name="T27" fmla="*/ 15 h 1026"/>
                <a:gd name="T28" fmla="*/ 113 w 1493"/>
                <a:gd name="T29" fmla="*/ 16 h 1026"/>
                <a:gd name="T30" fmla="*/ 111 w 1493"/>
                <a:gd name="T31" fmla="*/ 17 h 1026"/>
                <a:gd name="T32" fmla="*/ 108 w 1493"/>
                <a:gd name="T33" fmla="*/ 18 h 1026"/>
                <a:gd name="T34" fmla="*/ 106 w 1493"/>
                <a:gd name="T35" fmla="*/ 18 h 1026"/>
                <a:gd name="T36" fmla="*/ 103 w 1493"/>
                <a:gd name="T37" fmla="*/ 19 h 1026"/>
                <a:gd name="T38" fmla="*/ 100 w 1493"/>
                <a:gd name="T39" fmla="*/ 20 h 1026"/>
                <a:gd name="T40" fmla="*/ 98 w 1493"/>
                <a:gd name="T41" fmla="*/ 21 h 1026"/>
                <a:gd name="T42" fmla="*/ 94 w 1493"/>
                <a:gd name="T43" fmla="*/ 21 h 1026"/>
                <a:gd name="T44" fmla="*/ 91 w 1493"/>
                <a:gd name="T45" fmla="*/ 22 h 1026"/>
                <a:gd name="T46" fmla="*/ 89 w 1493"/>
                <a:gd name="T47" fmla="*/ 22 h 1026"/>
                <a:gd name="T48" fmla="*/ 85 w 1493"/>
                <a:gd name="T49" fmla="*/ 23 h 1026"/>
                <a:gd name="T50" fmla="*/ 82 w 1493"/>
                <a:gd name="T51" fmla="*/ 23 h 1026"/>
                <a:gd name="T52" fmla="*/ 79 w 1493"/>
                <a:gd name="T53" fmla="*/ 24 h 1026"/>
                <a:gd name="T54" fmla="*/ 75 w 1493"/>
                <a:gd name="T55" fmla="*/ 24 h 1026"/>
                <a:gd name="T56" fmla="*/ 73 w 1493"/>
                <a:gd name="T57" fmla="*/ 24 h 1026"/>
                <a:gd name="T58" fmla="*/ 70 w 1493"/>
                <a:gd name="T59" fmla="*/ 24 h 1026"/>
                <a:gd name="T60" fmla="*/ 66 w 1493"/>
                <a:gd name="T61" fmla="*/ 25 h 1026"/>
                <a:gd name="T62" fmla="*/ 63 w 1493"/>
                <a:gd name="T63" fmla="*/ 25 h 1026"/>
                <a:gd name="T64" fmla="*/ 60 w 1493"/>
                <a:gd name="T65" fmla="*/ 25 h 1026"/>
                <a:gd name="T66" fmla="*/ 55 w 1493"/>
                <a:gd name="T67" fmla="*/ 25 h 1026"/>
                <a:gd name="T68" fmla="*/ 51 w 1493"/>
                <a:gd name="T69" fmla="*/ 25 h 1026"/>
                <a:gd name="T70" fmla="*/ 47 w 1493"/>
                <a:gd name="T71" fmla="*/ 24 h 1026"/>
                <a:gd name="T72" fmla="*/ 43 w 1493"/>
                <a:gd name="T73" fmla="*/ 24 h 1026"/>
                <a:gd name="T74" fmla="*/ 39 w 1493"/>
                <a:gd name="T75" fmla="*/ 23 h 1026"/>
                <a:gd name="T76" fmla="*/ 35 w 1493"/>
                <a:gd name="T77" fmla="*/ 23 h 1026"/>
                <a:gd name="T78" fmla="*/ 31 w 1493"/>
                <a:gd name="T79" fmla="*/ 23 h 1026"/>
                <a:gd name="T80" fmla="*/ 27 w 1493"/>
                <a:gd name="T81" fmla="*/ 22 h 1026"/>
                <a:gd name="T82" fmla="*/ 24 w 1493"/>
                <a:gd name="T83" fmla="*/ 21 h 1026"/>
                <a:gd name="T84" fmla="*/ 20 w 1493"/>
                <a:gd name="T85" fmla="*/ 20 h 1026"/>
                <a:gd name="T86" fmla="*/ 16 w 1493"/>
                <a:gd name="T87" fmla="*/ 19 h 1026"/>
                <a:gd name="T88" fmla="*/ 13 w 1493"/>
                <a:gd name="T89" fmla="*/ 18 h 1026"/>
                <a:gd name="T90" fmla="*/ 9 w 1493"/>
                <a:gd name="T91" fmla="*/ 17 h 1026"/>
                <a:gd name="T92" fmla="*/ 6 w 1493"/>
                <a:gd name="T93" fmla="*/ 16 h 1026"/>
                <a:gd name="T94" fmla="*/ 3 w 1493"/>
                <a:gd name="T95" fmla="*/ 15 h 1026"/>
                <a:gd name="T96" fmla="*/ 0 w 1493"/>
                <a:gd name="T97" fmla="*/ 14 h 102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493"/>
                <a:gd name="T148" fmla="*/ 0 h 1026"/>
                <a:gd name="T149" fmla="*/ 1493 w 1493"/>
                <a:gd name="T150" fmla="*/ 1026 h 102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493" h="1026">
                  <a:moveTo>
                    <a:pt x="1493" y="0"/>
                  </a:moveTo>
                  <a:lnTo>
                    <a:pt x="1481" y="57"/>
                  </a:lnTo>
                  <a:lnTo>
                    <a:pt x="1468" y="112"/>
                  </a:lnTo>
                  <a:lnTo>
                    <a:pt x="1454" y="167"/>
                  </a:lnTo>
                  <a:lnTo>
                    <a:pt x="1438" y="220"/>
                  </a:lnTo>
                  <a:lnTo>
                    <a:pt x="1421" y="272"/>
                  </a:lnTo>
                  <a:lnTo>
                    <a:pt x="1403" y="322"/>
                  </a:lnTo>
                  <a:lnTo>
                    <a:pt x="1384" y="371"/>
                  </a:lnTo>
                  <a:lnTo>
                    <a:pt x="1364" y="419"/>
                  </a:lnTo>
                  <a:lnTo>
                    <a:pt x="1343" y="465"/>
                  </a:lnTo>
                  <a:lnTo>
                    <a:pt x="1321" y="509"/>
                  </a:lnTo>
                  <a:lnTo>
                    <a:pt x="1298" y="552"/>
                  </a:lnTo>
                  <a:lnTo>
                    <a:pt x="1273" y="594"/>
                  </a:lnTo>
                  <a:lnTo>
                    <a:pt x="1248" y="633"/>
                  </a:lnTo>
                  <a:lnTo>
                    <a:pt x="1222" y="671"/>
                  </a:lnTo>
                  <a:lnTo>
                    <a:pt x="1196" y="708"/>
                  </a:lnTo>
                  <a:lnTo>
                    <a:pt x="1168" y="743"/>
                  </a:lnTo>
                  <a:lnTo>
                    <a:pt x="1140" y="775"/>
                  </a:lnTo>
                  <a:lnTo>
                    <a:pt x="1111" y="806"/>
                  </a:lnTo>
                  <a:lnTo>
                    <a:pt x="1081" y="836"/>
                  </a:lnTo>
                  <a:lnTo>
                    <a:pt x="1050" y="863"/>
                  </a:lnTo>
                  <a:lnTo>
                    <a:pt x="1019" y="888"/>
                  </a:lnTo>
                  <a:lnTo>
                    <a:pt x="987" y="911"/>
                  </a:lnTo>
                  <a:lnTo>
                    <a:pt x="955" y="933"/>
                  </a:lnTo>
                  <a:lnTo>
                    <a:pt x="922" y="952"/>
                  </a:lnTo>
                  <a:lnTo>
                    <a:pt x="889" y="969"/>
                  </a:lnTo>
                  <a:lnTo>
                    <a:pt x="855" y="984"/>
                  </a:lnTo>
                  <a:lnTo>
                    <a:pt x="821" y="997"/>
                  </a:lnTo>
                  <a:lnTo>
                    <a:pt x="786" y="1007"/>
                  </a:lnTo>
                  <a:lnTo>
                    <a:pt x="751" y="1015"/>
                  </a:lnTo>
                  <a:lnTo>
                    <a:pt x="715" y="1021"/>
                  </a:lnTo>
                  <a:lnTo>
                    <a:pt x="679" y="1025"/>
                  </a:lnTo>
                  <a:lnTo>
                    <a:pt x="643" y="1026"/>
                  </a:lnTo>
                  <a:lnTo>
                    <a:pt x="598" y="1024"/>
                  </a:lnTo>
                  <a:lnTo>
                    <a:pt x="553" y="1018"/>
                  </a:lnTo>
                  <a:lnTo>
                    <a:pt x="508" y="1009"/>
                  </a:lnTo>
                  <a:lnTo>
                    <a:pt x="464" y="996"/>
                  </a:lnTo>
                  <a:lnTo>
                    <a:pt x="420" y="979"/>
                  </a:lnTo>
                  <a:lnTo>
                    <a:pt x="377" y="959"/>
                  </a:lnTo>
                  <a:lnTo>
                    <a:pt x="335" y="935"/>
                  </a:lnTo>
                  <a:lnTo>
                    <a:pt x="293" y="908"/>
                  </a:lnTo>
                  <a:lnTo>
                    <a:pt x="253" y="878"/>
                  </a:lnTo>
                  <a:lnTo>
                    <a:pt x="213" y="844"/>
                  </a:lnTo>
                  <a:lnTo>
                    <a:pt x="175" y="807"/>
                  </a:lnTo>
                  <a:lnTo>
                    <a:pt x="137" y="767"/>
                  </a:lnTo>
                  <a:lnTo>
                    <a:pt x="101" y="723"/>
                  </a:lnTo>
                  <a:lnTo>
                    <a:pt x="66" y="677"/>
                  </a:lnTo>
                  <a:lnTo>
                    <a:pt x="32" y="627"/>
                  </a:lnTo>
                  <a:lnTo>
                    <a:pt x="0" y="575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90" name="Freeform 62"/>
            <p:cNvSpPr>
              <a:spLocks/>
            </p:cNvSpPr>
            <p:nvPr/>
          </p:nvSpPr>
          <p:spPr bwMode="auto">
            <a:xfrm>
              <a:off x="3602219" y="4403091"/>
              <a:ext cx="119070" cy="121267"/>
            </a:xfrm>
            <a:custGeom>
              <a:avLst/>
              <a:gdLst>
                <a:gd name="T0" fmla="*/ 8 w 78"/>
                <a:gd name="T1" fmla="*/ 2 h 103"/>
                <a:gd name="T2" fmla="*/ 0 w 78"/>
                <a:gd name="T3" fmla="*/ 0 h 103"/>
                <a:gd name="T4" fmla="*/ 2 w 78"/>
                <a:gd name="T5" fmla="*/ 2 h 103"/>
                <a:gd name="T6" fmla="*/ 4 w 78"/>
                <a:gd name="T7" fmla="*/ 2 h 103"/>
                <a:gd name="T8" fmla="*/ 8 w 78"/>
                <a:gd name="T9" fmla="*/ 2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103"/>
                <a:gd name="T17" fmla="*/ 78 w 78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103">
                  <a:moveTo>
                    <a:pt x="78" y="70"/>
                  </a:moveTo>
                  <a:lnTo>
                    <a:pt x="0" y="0"/>
                  </a:lnTo>
                  <a:lnTo>
                    <a:pt x="20" y="103"/>
                  </a:lnTo>
                  <a:lnTo>
                    <a:pt x="33" y="59"/>
                  </a:lnTo>
                  <a:lnTo>
                    <a:pt x="78" y="70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91" name="Line 63"/>
            <p:cNvSpPr>
              <a:spLocks noChangeShapeType="1"/>
            </p:cNvSpPr>
            <p:nvPr/>
          </p:nvSpPr>
          <p:spPr bwMode="auto">
            <a:xfrm>
              <a:off x="859399" y="3638198"/>
              <a:ext cx="722356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292" name="Oval 64"/>
            <p:cNvSpPr>
              <a:spLocks noChangeArrowheads="1"/>
            </p:cNvSpPr>
            <p:nvPr/>
          </p:nvSpPr>
          <p:spPr bwMode="auto">
            <a:xfrm>
              <a:off x="3122675" y="3413302"/>
              <a:ext cx="423359" cy="4233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0066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100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52293" name="Oval 65"/>
            <p:cNvSpPr>
              <a:spLocks noChangeArrowheads="1"/>
            </p:cNvSpPr>
            <p:nvPr/>
          </p:nvSpPr>
          <p:spPr bwMode="auto">
            <a:xfrm>
              <a:off x="5657750" y="3417041"/>
              <a:ext cx="423359" cy="42333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100"/>
                <a:t>+</a:t>
              </a:r>
            </a:p>
          </p:txBody>
        </p:sp>
        <p:sp>
          <p:nvSpPr>
            <p:cNvPr id="72" name="Freeform 24"/>
            <p:cNvSpPr>
              <a:spLocks/>
            </p:cNvSpPr>
            <p:nvPr/>
          </p:nvSpPr>
          <p:spPr bwMode="auto">
            <a:xfrm rot="19200000">
              <a:off x="7658375" y="2867986"/>
              <a:ext cx="147735" cy="74965"/>
            </a:xfrm>
            <a:custGeom>
              <a:avLst/>
              <a:gdLst>
                <a:gd name="T0" fmla="*/ 0 w 99"/>
                <a:gd name="T1" fmla="*/ 2 h 67"/>
                <a:gd name="T2" fmla="*/ 9 w 99"/>
                <a:gd name="T3" fmla="*/ 1 h 67"/>
                <a:gd name="T4" fmla="*/ 0 w 99"/>
                <a:gd name="T5" fmla="*/ 0 h 67"/>
                <a:gd name="T6" fmla="*/ 3 w 99"/>
                <a:gd name="T7" fmla="*/ 1 h 67"/>
                <a:gd name="T8" fmla="*/ 0 w 99"/>
                <a:gd name="T9" fmla="*/ 2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"/>
                <a:gd name="T16" fmla="*/ 0 h 67"/>
                <a:gd name="T17" fmla="*/ 99 w 99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" h="67">
                  <a:moveTo>
                    <a:pt x="0" y="67"/>
                  </a:moveTo>
                  <a:lnTo>
                    <a:pt x="99" y="33"/>
                  </a:lnTo>
                  <a:lnTo>
                    <a:pt x="0" y="0"/>
                  </a:lnTo>
                  <a:lnTo>
                    <a:pt x="31" y="33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4" name="Rectangle 66"/>
          <p:cNvSpPr>
            <a:spLocks noChangeArrowheads="1"/>
          </p:cNvSpPr>
          <p:nvPr/>
        </p:nvSpPr>
        <p:spPr bwMode="auto">
          <a:xfrm>
            <a:off x="2184797" y="582216"/>
            <a:ext cx="571500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kumimoji="1" lang="zh-CN" altLang="en-US" sz="21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一对</a:t>
            </a:r>
            <a:r>
              <a:rPr kumimoji="1" lang="zh-CN" altLang="en-US" sz="21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等量异号</a:t>
            </a:r>
            <a:r>
              <a:rPr kumimoji="1" lang="zh-CN" altLang="en-US" sz="21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点电荷的电场线</a:t>
            </a:r>
            <a:endParaRPr kumimoji="1" lang="zh-CN" altLang="en-US" sz="2100" dirty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5" name="Rectangle 67"/>
          <p:cNvSpPr>
            <a:spLocks noChangeArrowheads="1"/>
          </p:cNvSpPr>
          <p:nvPr/>
        </p:nvSpPr>
        <p:spPr bwMode="auto">
          <a:xfrm>
            <a:off x="1390651" y="344091"/>
            <a:ext cx="6429767" cy="4286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834931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681973" y="4877282"/>
            <a:ext cx="1428750" cy="342900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1CFD984-4EA5-4008-A084-B4EE21265E12}" type="slidenum">
              <a:rPr lang="en-US" altLang="zh-CN">
                <a:solidFill>
                  <a:srgbClr val="0000CC"/>
                </a:solidFill>
              </a:rPr>
              <a:pPr algn="r" eaLnBrk="1" hangingPunct="1"/>
              <a:t>7</a:t>
            </a:fld>
            <a:endParaRPr lang="en-US" altLang="zh-CN">
              <a:solidFill>
                <a:srgbClr val="0000CC"/>
              </a:solidFill>
            </a:endParaRPr>
          </a:p>
        </p:txBody>
      </p:sp>
      <p:sp>
        <p:nvSpPr>
          <p:cNvPr id="53251" name="Rectangle 2"/>
          <p:cNvSpPr>
            <a:spLocks noChangeArrowheads="1"/>
          </p:cNvSpPr>
          <p:nvPr/>
        </p:nvSpPr>
        <p:spPr bwMode="auto">
          <a:xfrm>
            <a:off x="1237060" y="411956"/>
            <a:ext cx="6594872" cy="43957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23" name="Rectangle 3"/>
          <p:cNvSpPr>
            <a:spLocks noChangeArrowheads="1"/>
          </p:cNvSpPr>
          <p:nvPr/>
        </p:nvSpPr>
        <p:spPr bwMode="auto">
          <a:xfrm>
            <a:off x="1807369" y="573881"/>
            <a:ext cx="397737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1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一对不等量异号点电荷的电场线</a:t>
            </a:r>
          </a:p>
        </p:txBody>
      </p:sp>
      <p:sp>
        <p:nvSpPr>
          <p:cNvPr id="53253" name="Freeform 6"/>
          <p:cNvSpPr>
            <a:spLocks/>
          </p:cNvSpPr>
          <p:nvPr/>
        </p:nvSpPr>
        <p:spPr bwMode="auto">
          <a:xfrm>
            <a:off x="1826419" y="2439591"/>
            <a:ext cx="1582341" cy="419100"/>
          </a:xfrm>
          <a:custGeom>
            <a:avLst/>
            <a:gdLst>
              <a:gd name="T0" fmla="*/ 1555837380 w 1167"/>
              <a:gd name="T1" fmla="*/ 55809700 h 461"/>
              <a:gd name="T2" fmla="*/ 1493735155 w 1167"/>
              <a:gd name="T3" fmla="*/ 55809700 h 461"/>
              <a:gd name="T4" fmla="*/ 1434901562 w 1167"/>
              <a:gd name="T5" fmla="*/ 55809700 h 461"/>
              <a:gd name="T6" fmla="*/ 1372797529 w 1167"/>
              <a:gd name="T7" fmla="*/ 55809700 h 461"/>
              <a:gd name="T8" fmla="*/ 1310695303 w 1167"/>
              <a:gd name="T9" fmla="*/ 55809700 h 461"/>
              <a:gd name="T10" fmla="*/ 1251861711 w 1167"/>
              <a:gd name="T11" fmla="*/ 54341789 h 461"/>
              <a:gd name="T12" fmla="*/ 1193026311 w 1167"/>
              <a:gd name="T13" fmla="*/ 52872667 h 461"/>
              <a:gd name="T14" fmla="*/ 1075359126 w 1167"/>
              <a:gd name="T15" fmla="*/ 51404757 h 461"/>
              <a:gd name="T16" fmla="*/ 957690134 w 1167"/>
              <a:gd name="T17" fmla="*/ 49935634 h 461"/>
              <a:gd name="T18" fmla="*/ 849826816 w 1167"/>
              <a:gd name="T19" fmla="*/ 46998602 h 461"/>
              <a:gd name="T20" fmla="*/ 738696898 w 1167"/>
              <a:gd name="T21" fmla="*/ 44060357 h 461"/>
              <a:gd name="T22" fmla="*/ 637371072 w 1167"/>
              <a:gd name="T23" fmla="*/ 39654192 h 461"/>
              <a:gd name="T24" fmla="*/ 536045247 w 1167"/>
              <a:gd name="T25" fmla="*/ 36717160 h 461"/>
              <a:gd name="T26" fmla="*/ 441256575 w 1167"/>
              <a:gd name="T27" fmla="*/ 32311005 h 461"/>
              <a:gd name="T28" fmla="*/ 398764341 w 1167"/>
              <a:gd name="T29" fmla="*/ 30843095 h 461"/>
              <a:gd name="T30" fmla="*/ 353005282 w 1167"/>
              <a:gd name="T31" fmla="*/ 27904850 h 461"/>
              <a:gd name="T32" fmla="*/ 310513049 w 1167"/>
              <a:gd name="T33" fmla="*/ 26436940 h 461"/>
              <a:gd name="T34" fmla="*/ 271291257 w 1167"/>
              <a:gd name="T35" fmla="*/ 23498695 h 461"/>
              <a:gd name="T36" fmla="*/ 228798967 w 1167"/>
              <a:gd name="T37" fmla="*/ 20561662 h 461"/>
              <a:gd name="T38" fmla="*/ 192845808 w 1167"/>
              <a:gd name="T39" fmla="*/ 17624625 h 461"/>
              <a:gd name="T40" fmla="*/ 156890841 w 1167"/>
              <a:gd name="T41" fmla="*/ 14686380 h 461"/>
              <a:gd name="T42" fmla="*/ 120937682 w 1167"/>
              <a:gd name="T43" fmla="*/ 13218470 h 461"/>
              <a:gd name="T44" fmla="*/ 88251321 w 1167"/>
              <a:gd name="T45" fmla="*/ 8812312 h 461"/>
              <a:gd name="T46" fmla="*/ 58833606 w 1167"/>
              <a:gd name="T47" fmla="*/ 5875280 h 461"/>
              <a:gd name="T48" fmla="*/ 29417707 w 1167"/>
              <a:gd name="T49" fmla="*/ 2937034 h 461"/>
              <a:gd name="T50" fmla="*/ 0 w 1167"/>
              <a:gd name="T51" fmla="*/ 0 h 46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167"/>
              <a:gd name="T79" fmla="*/ 0 h 461"/>
              <a:gd name="T80" fmla="*/ 1167 w 1167"/>
              <a:gd name="T81" fmla="*/ 461 h 46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167" h="461">
                <a:moveTo>
                  <a:pt x="1167" y="461"/>
                </a:moveTo>
                <a:lnTo>
                  <a:pt x="1120" y="461"/>
                </a:lnTo>
                <a:lnTo>
                  <a:pt x="1074" y="459"/>
                </a:lnTo>
                <a:lnTo>
                  <a:pt x="1028" y="456"/>
                </a:lnTo>
                <a:lnTo>
                  <a:pt x="982" y="453"/>
                </a:lnTo>
                <a:lnTo>
                  <a:pt x="937" y="448"/>
                </a:lnTo>
                <a:lnTo>
                  <a:pt x="892" y="442"/>
                </a:lnTo>
                <a:lnTo>
                  <a:pt x="804" y="428"/>
                </a:lnTo>
                <a:lnTo>
                  <a:pt x="718" y="411"/>
                </a:lnTo>
                <a:lnTo>
                  <a:pt x="635" y="389"/>
                </a:lnTo>
                <a:lnTo>
                  <a:pt x="554" y="364"/>
                </a:lnTo>
                <a:lnTo>
                  <a:pt x="477" y="336"/>
                </a:lnTo>
                <a:lnTo>
                  <a:pt x="402" y="304"/>
                </a:lnTo>
                <a:lnTo>
                  <a:pt x="332" y="269"/>
                </a:lnTo>
                <a:lnTo>
                  <a:pt x="298" y="250"/>
                </a:lnTo>
                <a:lnTo>
                  <a:pt x="265" y="231"/>
                </a:lnTo>
                <a:lnTo>
                  <a:pt x="233" y="211"/>
                </a:lnTo>
                <a:lnTo>
                  <a:pt x="203" y="190"/>
                </a:lnTo>
                <a:lnTo>
                  <a:pt x="173" y="169"/>
                </a:lnTo>
                <a:lnTo>
                  <a:pt x="145" y="147"/>
                </a:lnTo>
                <a:lnTo>
                  <a:pt x="117" y="124"/>
                </a:lnTo>
                <a:lnTo>
                  <a:pt x="91" y="100"/>
                </a:lnTo>
                <a:lnTo>
                  <a:pt x="67" y="76"/>
                </a:lnTo>
                <a:lnTo>
                  <a:pt x="43" y="51"/>
                </a:lnTo>
                <a:lnTo>
                  <a:pt x="21" y="26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4" name="Freeform 7"/>
          <p:cNvSpPr>
            <a:spLocks/>
          </p:cNvSpPr>
          <p:nvPr/>
        </p:nvSpPr>
        <p:spPr bwMode="auto">
          <a:xfrm>
            <a:off x="1776413" y="2390775"/>
            <a:ext cx="115491" cy="90488"/>
          </a:xfrm>
          <a:custGeom>
            <a:avLst/>
            <a:gdLst>
              <a:gd name="T0" fmla="*/ 111432952 w 85"/>
              <a:gd name="T1" fmla="*/ 7230555 h 100"/>
              <a:gd name="T2" fmla="*/ 0 w 85"/>
              <a:gd name="T3" fmla="*/ 0 h 100"/>
              <a:gd name="T4" fmla="*/ 39330347 w 85"/>
              <a:gd name="T5" fmla="*/ 11567923 h 100"/>
              <a:gd name="T6" fmla="*/ 52439250 w 85"/>
              <a:gd name="T7" fmla="*/ 5783962 h 100"/>
              <a:gd name="T8" fmla="*/ 111432952 w 85"/>
              <a:gd name="T9" fmla="*/ 7230555 h 1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5"/>
              <a:gd name="T16" fmla="*/ 0 h 100"/>
              <a:gd name="T17" fmla="*/ 85 w 85"/>
              <a:gd name="T18" fmla="*/ 100 h 1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5" h="100">
                <a:moveTo>
                  <a:pt x="85" y="61"/>
                </a:moveTo>
                <a:lnTo>
                  <a:pt x="0" y="0"/>
                </a:lnTo>
                <a:lnTo>
                  <a:pt x="30" y="100"/>
                </a:lnTo>
                <a:lnTo>
                  <a:pt x="39" y="55"/>
                </a:lnTo>
                <a:lnTo>
                  <a:pt x="85" y="61"/>
                </a:lnTo>
                <a:close/>
              </a:path>
            </a:pathLst>
          </a:custGeom>
          <a:solidFill>
            <a:srgbClr val="CC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55" name="Freeform 8"/>
          <p:cNvSpPr>
            <a:spLocks/>
          </p:cNvSpPr>
          <p:nvPr/>
        </p:nvSpPr>
        <p:spPr bwMode="auto">
          <a:xfrm>
            <a:off x="2077641" y="1758553"/>
            <a:ext cx="1331119" cy="1100138"/>
          </a:xfrm>
          <a:custGeom>
            <a:avLst/>
            <a:gdLst>
              <a:gd name="T0" fmla="*/ 1304238313 w 983"/>
              <a:gd name="T1" fmla="*/ 144612782 h 1214"/>
              <a:gd name="T2" fmla="*/ 1248808899 w 983"/>
              <a:gd name="T3" fmla="*/ 144612782 h 1214"/>
              <a:gd name="T4" fmla="*/ 1196638446 w 983"/>
              <a:gd name="T5" fmla="*/ 143151974 h 1214"/>
              <a:gd name="T6" fmla="*/ 1141209032 w 983"/>
              <a:gd name="T7" fmla="*/ 143151974 h 1214"/>
              <a:gd name="T8" fmla="*/ 1089038579 w 983"/>
              <a:gd name="T9" fmla="*/ 141691166 h 1214"/>
              <a:gd name="T10" fmla="*/ 1036869931 w 983"/>
              <a:gd name="T11" fmla="*/ 140230358 h 1214"/>
              <a:gd name="T12" fmla="*/ 987960244 w 983"/>
              <a:gd name="T13" fmla="*/ 138769550 h 1214"/>
              <a:gd name="T14" fmla="*/ 935791370 w 983"/>
              <a:gd name="T15" fmla="*/ 137308742 h 1214"/>
              <a:gd name="T16" fmla="*/ 886881683 w 983"/>
              <a:gd name="T17" fmla="*/ 134387126 h 1214"/>
              <a:gd name="T18" fmla="*/ 834713035 w 983"/>
              <a:gd name="T19" fmla="*/ 131466718 h 1214"/>
              <a:gd name="T20" fmla="*/ 789064114 w 983"/>
              <a:gd name="T21" fmla="*/ 128545102 h 1214"/>
              <a:gd name="T22" fmla="*/ 740156232 w 983"/>
              <a:gd name="T23" fmla="*/ 125623486 h 1214"/>
              <a:gd name="T24" fmla="*/ 694507311 w 983"/>
              <a:gd name="T25" fmla="*/ 121241062 h 1214"/>
              <a:gd name="T26" fmla="*/ 645597624 w 983"/>
              <a:gd name="T27" fmla="*/ 118319446 h 1214"/>
              <a:gd name="T28" fmla="*/ 603211275 w 983"/>
              <a:gd name="T29" fmla="*/ 113937022 h 1214"/>
              <a:gd name="T30" fmla="*/ 557562354 w 983"/>
              <a:gd name="T31" fmla="*/ 109554598 h 1214"/>
              <a:gd name="T32" fmla="*/ 515174199 w 983"/>
              <a:gd name="T33" fmla="*/ 105173382 h 1214"/>
              <a:gd name="T34" fmla="*/ 472785932 w 983"/>
              <a:gd name="T35" fmla="*/ 99330150 h 1214"/>
              <a:gd name="T36" fmla="*/ 433658543 w 983"/>
              <a:gd name="T37" fmla="*/ 94947726 h 1214"/>
              <a:gd name="T38" fmla="*/ 391272194 w 983"/>
              <a:gd name="T39" fmla="*/ 89104494 h 1214"/>
              <a:gd name="T40" fmla="*/ 352144805 w 983"/>
              <a:gd name="T41" fmla="*/ 84723278 h 1214"/>
              <a:gd name="T42" fmla="*/ 316278183 w 983"/>
              <a:gd name="T43" fmla="*/ 78880027 h 1214"/>
              <a:gd name="T44" fmla="*/ 277150794 w 983"/>
              <a:gd name="T45" fmla="*/ 71575987 h 1214"/>
              <a:gd name="T46" fmla="*/ 244544938 w 983"/>
              <a:gd name="T47" fmla="*/ 65732755 h 1214"/>
              <a:gd name="T48" fmla="*/ 211939025 w 983"/>
              <a:gd name="T49" fmla="*/ 59890731 h 1214"/>
              <a:gd name="T50" fmla="*/ 179333169 w 983"/>
              <a:gd name="T51" fmla="*/ 52586691 h 1214"/>
              <a:gd name="T52" fmla="*/ 149988079 w 983"/>
              <a:gd name="T53" fmla="*/ 46743459 h 1214"/>
              <a:gd name="T54" fmla="*/ 120642988 w 983"/>
              <a:gd name="T55" fmla="*/ 37978601 h 1214"/>
              <a:gd name="T56" fmla="*/ 94556831 w 983"/>
              <a:gd name="T57" fmla="*/ 30675770 h 1214"/>
              <a:gd name="T58" fmla="*/ 68472507 w 983"/>
              <a:gd name="T59" fmla="*/ 23371729 h 1214"/>
              <a:gd name="T60" fmla="*/ 45648935 w 983"/>
              <a:gd name="T61" fmla="*/ 16067685 h 1214"/>
              <a:gd name="T62" fmla="*/ 19562799 w 983"/>
              <a:gd name="T63" fmla="*/ 7304042 h 1214"/>
              <a:gd name="T64" fmla="*/ 0 w 983"/>
              <a:gd name="T65" fmla="*/ 0 h 121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83"/>
              <a:gd name="T100" fmla="*/ 0 h 1214"/>
              <a:gd name="T101" fmla="*/ 983 w 983"/>
              <a:gd name="T102" fmla="*/ 1214 h 121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83" h="1214">
                <a:moveTo>
                  <a:pt x="983" y="1214"/>
                </a:moveTo>
                <a:lnTo>
                  <a:pt x="942" y="1213"/>
                </a:lnTo>
                <a:lnTo>
                  <a:pt x="902" y="1208"/>
                </a:lnTo>
                <a:lnTo>
                  <a:pt x="862" y="1201"/>
                </a:lnTo>
                <a:lnTo>
                  <a:pt x="822" y="1192"/>
                </a:lnTo>
                <a:lnTo>
                  <a:pt x="783" y="1179"/>
                </a:lnTo>
                <a:lnTo>
                  <a:pt x="744" y="1165"/>
                </a:lnTo>
                <a:lnTo>
                  <a:pt x="706" y="1147"/>
                </a:lnTo>
                <a:lnTo>
                  <a:pt x="668" y="1127"/>
                </a:lnTo>
                <a:lnTo>
                  <a:pt x="631" y="1104"/>
                </a:lnTo>
                <a:lnTo>
                  <a:pt x="594" y="1079"/>
                </a:lnTo>
                <a:lnTo>
                  <a:pt x="558" y="1052"/>
                </a:lnTo>
                <a:lnTo>
                  <a:pt x="523" y="1022"/>
                </a:lnTo>
                <a:lnTo>
                  <a:pt x="488" y="990"/>
                </a:lnTo>
                <a:lnTo>
                  <a:pt x="454" y="956"/>
                </a:lnTo>
                <a:lnTo>
                  <a:pt x="421" y="920"/>
                </a:lnTo>
                <a:lnTo>
                  <a:pt x="388" y="881"/>
                </a:lnTo>
                <a:lnTo>
                  <a:pt x="356" y="840"/>
                </a:lnTo>
                <a:lnTo>
                  <a:pt x="325" y="797"/>
                </a:lnTo>
                <a:lnTo>
                  <a:pt x="295" y="752"/>
                </a:lnTo>
                <a:lnTo>
                  <a:pt x="266" y="705"/>
                </a:lnTo>
                <a:lnTo>
                  <a:pt x="238" y="656"/>
                </a:lnTo>
                <a:lnTo>
                  <a:pt x="211" y="605"/>
                </a:lnTo>
                <a:lnTo>
                  <a:pt x="185" y="552"/>
                </a:lnTo>
                <a:lnTo>
                  <a:pt x="160" y="498"/>
                </a:lnTo>
                <a:lnTo>
                  <a:pt x="135" y="441"/>
                </a:lnTo>
                <a:lnTo>
                  <a:pt x="113" y="383"/>
                </a:lnTo>
                <a:lnTo>
                  <a:pt x="91" y="323"/>
                </a:lnTo>
                <a:lnTo>
                  <a:pt x="70" y="262"/>
                </a:lnTo>
                <a:lnTo>
                  <a:pt x="51" y="199"/>
                </a:lnTo>
                <a:lnTo>
                  <a:pt x="32" y="134"/>
                </a:lnTo>
                <a:lnTo>
                  <a:pt x="16" y="68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6" name="Freeform 9"/>
          <p:cNvSpPr>
            <a:spLocks/>
          </p:cNvSpPr>
          <p:nvPr/>
        </p:nvSpPr>
        <p:spPr bwMode="auto">
          <a:xfrm>
            <a:off x="2043112" y="1699022"/>
            <a:ext cx="91679" cy="95250"/>
          </a:xfrm>
          <a:custGeom>
            <a:avLst/>
            <a:gdLst>
              <a:gd name="T0" fmla="*/ 99377625 w 66"/>
              <a:gd name="T1" fmla="*/ 11895261 h 104"/>
              <a:gd name="T2" fmla="*/ 20560059 w 66"/>
              <a:gd name="T3" fmla="*/ 0 h 104"/>
              <a:gd name="T4" fmla="*/ 0 w 66"/>
              <a:gd name="T5" fmla="*/ 13382626 h 104"/>
              <a:gd name="T6" fmla="*/ 37695603 w 66"/>
              <a:gd name="T7" fmla="*/ 7434385 h 104"/>
              <a:gd name="T8" fmla="*/ 99377625 w 66"/>
              <a:gd name="T9" fmla="*/ 11895261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104"/>
              <a:gd name="T17" fmla="*/ 66 w 66"/>
              <a:gd name="T18" fmla="*/ 104 h 1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104">
                <a:moveTo>
                  <a:pt x="66" y="90"/>
                </a:moveTo>
                <a:lnTo>
                  <a:pt x="12" y="0"/>
                </a:lnTo>
                <a:lnTo>
                  <a:pt x="0" y="104"/>
                </a:lnTo>
                <a:lnTo>
                  <a:pt x="26" y="67"/>
                </a:lnTo>
                <a:lnTo>
                  <a:pt x="66" y="90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57" name="Freeform 10"/>
          <p:cNvSpPr>
            <a:spLocks/>
          </p:cNvSpPr>
          <p:nvPr/>
        </p:nvSpPr>
        <p:spPr bwMode="auto">
          <a:xfrm>
            <a:off x="2581275" y="2858691"/>
            <a:ext cx="760810" cy="1206103"/>
          </a:xfrm>
          <a:custGeom>
            <a:avLst/>
            <a:gdLst>
              <a:gd name="T0" fmla="*/ 0 w 562"/>
              <a:gd name="T1" fmla="*/ 157157069 h 1333"/>
              <a:gd name="T2" fmla="*/ 6521483 w 562"/>
              <a:gd name="T3" fmla="*/ 148426323 h 1333"/>
              <a:gd name="T4" fmla="*/ 16306418 w 562"/>
              <a:gd name="T5" fmla="*/ 141150501 h 1333"/>
              <a:gd name="T6" fmla="*/ 29349381 w 562"/>
              <a:gd name="T7" fmla="*/ 132419756 h 1333"/>
              <a:gd name="T8" fmla="*/ 42394156 w 562"/>
              <a:gd name="T9" fmla="*/ 123689011 h 1333"/>
              <a:gd name="T10" fmla="*/ 55438924 w 562"/>
              <a:gd name="T11" fmla="*/ 116413189 h 1333"/>
              <a:gd name="T12" fmla="*/ 68483706 w 562"/>
              <a:gd name="T13" fmla="*/ 109137367 h 1333"/>
              <a:gd name="T14" fmla="*/ 84788312 w 562"/>
              <a:gd name="T15" fmla="*/ 100406622 h 1333"/>
              <a:gd name="T16" fmla="*/ 101094723 w 562"/>
              <a:gd name="T17" fmla="*/ 94585723 h 1333"/>
              <a:gd name="T18" fmla="*/ 120661001 w 562"/>
              <a:gd name="T19" fmla="*/ 87309901 h 1333"/>
              <a:gd name="T20" fmla="*/ 136967412 w 562"/>
              <a:gd name="T21" fmla="*/ 80034079 h 1333"/>
              <a:gd name="T22" fmla="*/ 156533661 w 562"/>
              <a:gd name="T23" fmla="*/ 72758239 h 1333"/>
              <a:gd name="T24" fmla="*/ 176099911 w 562"/>
              <a:gd name="T25" fmla="*/ 66937340 h 1333"/>
              <a:gd name="T26" fmla="*/ 202189447 w 562"/>
              <a:gd name="T27" fmla="*/ 61116441 h 1333"/>
              <a:gd name="T28" fmla="*/ 221755696 w 562"/>
              <a:gd name="T29" fmla="*/ 55295542 h 1333"/>
              <a:gd name="T30" fmla="*/ 244583645 w 562"/>
              <a:gd name="T31" fmla="*/ 49475850 h 1333"/>
              <a:gd name="T32" fmla="*/ 267411537 w 562"/>
              <a:gd name="T33" fmla="*/ 43654951 h 1333"/>
              <a:gd name="T34" fmla="*/ 293501073 w 562"/>
              <a:gd name="T35" fmla="*/ 39288966 h 1333"/>
              <a:gd name="T36" fmla="*/ 319590609 w 562"/>
              <a:gd name="T37" fmla="*/ 33469273 h 1333"/>
              <a:gd name="T38" fmla="*/ 345678340 w 562"/>
              <a:gd name="T39" fmla="*/ 29103297 h 1333"/>
              <a:gd name="T40" fmla="*/ 375029519 w 562"/>
              <a:gd name="T41" fmla="*/ 26193451 h 1333"/>
              <a:gd name="T42" fmla="*/ 401119055 w 562"/>
              <a:gd name="T43" fmla="*/ 21827475 h 1333"/>
              <a:gd name="T44" fmla="*/ 433730072 w 562"/>
              <a:gd name="T45" fmla="*/ 17461495 h 1333"/>
              <a:gd name="T46" fmla="*/ 459817803 w 562"/>
              <a:gd name="T47" fmla="*/ 14551649 h 1333"/>
              <a:gd name="T48" fmla="*/ 492428933 w 562"/>
              <a:gd name="T49" fmla="*/ 11641802 h 1333"/>
              <a:gd name="T50" fmla="*/ 521780112 w 562"/>
              <a:gd name="T51" fmla="*/ 8730747 h 1333"/>
              <a:gd name="T52" fmla="*/ 551129486 w 562"/>
              <a:gd name="T53" fmla="*/ 7275824 h 1333"/>
              <a:gd name="T54" fmla="*/ 583740503 w 562"/>
              <a:gd name="T55" fmla="*/ 4365977 h 1333"/>
              <a:gd name="T56" fmla="*/ 616351521 w 562"/>
              <a:gd name="T57" fmla="*/ 2909847 h 1333"/>
              <a:gd name="T58" fmla="*/ 645702700 w 562"/>
              <a:gd name="T59" fmla="*/ 1454924 h 1333"/>
              <a:gd name="T60" fmla="*/ 681575360 w 562"/>
              <a:gd name="T61" fmla="*/ 1454924 h 1333"/>
              <a:gd name="T62" fmla="*/ 714186377 w 562"/>
              <a:gd name="T63" fmla="*/ 1454924 h 1333"/>
              <a:gd name="T64" fmla="*/ 746797395 w 562"/>
              <a:gd name="T65" fmla="*/ 0 h 133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62"/>
              <a:gd name="T100" fmla="*/ 0 h 1333"/>
              <a:gd name="T101" fmla="*/ 562 w 562"/>
              <a:gd name="T102" fmla="*/ 1333 h 133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62" h="1333">
                <a:moveTo>
                  <a:pt x="0" y="1333"/>
                </a:moveTo>
                <a:lnTo>
                  <a:pt x="6" y="1261"/>
                </a:lnTo>
                <a:lnTo>
                  <a:pt x="13" y="1190"/>
                </a:lnTo>
                <a:lnTo>
                  <a:pt x="22" y="1120"/>
                </a:lnTo>
                <a:lnTo>
                  <a:pt x="31" y="1052"/>
                </a:lnTo>
                <a:lnTo>
                  <a:pt x="41" y="986"/>
                </a:lnTo>
                <a:lnTo>
                  <a:pt x="51" y="921"/>
                </a:lnTo>
                <a:lnTo>
                  <a:pt x="63" y="858"/>
                </a:lnTo>
                <a:lnTo>
                  <a:pt x="76" y="797"/>
                </a:lnTo>
                <a:lnTo>
                  <a:pt x="89" y="737"/>
                </a:lnTo>
                <a:lnTo>
                  <a:pt x="103" y="679"/>
                </a:lnTo>
                <a:lnTo>
                  <a:pt x="118" y="623"/>
                </a:lnTo>
                <a:lnTo>
                  <a:pt x="134" y="569"/>
                </a:lnTo>
                <a:lnTo>
                  <a:pt x="150" y="518"/>
                </a:lnTo>
                <a:lnTo>
                  <a:pt x="167" y="468"/>
                </a:lnTo>
                <a:lnTo>
                  <a:pt x="185" y="420"/>
                </a:lnTo>
                <a:lnTo>
                  <a:pt x="203" y="375"/>
                </a:lnTo>
                <a:lnTo>
                  <a:pt x="222" y="332"/>
                </a:lnTo>
                <a:lnTo>
                  <a:pt x="241" y="291"/>
                </a:lnTo>
                <a:lnTo>
                  <a:pt x="261" y="253"/>
                </a:lnTo>
                <a:lnTo>
                  <a:pt x="282" y="217"/>
                </a:lnTo>
                <a:lnTo>
                  <a:pt x="303" y="183"/>
                </a:lnTo>
                <a:lnTo>
                  <a:pt x="325" y="152"/>
                </a:lnTo>
                <a:lnTo>
                  <a:pt x="347" y="124"/>
                </a:lnTo>
                <a:lnTo>
                  <a:pt x="369" y="99"/>
                </a:lnTo>
                <a:lnTo>
                  <a:pt x="392" y="76"/>
                </a:lnTo>
                <a:lnTo>
                  <a:pt x="416" y="56"/>
                </a:lnTo>
                <a:lnTo>
                  <a:pt x="439" y="39"/>
                </a:lnTo>
                <a:lnTo>
                  <a:pt x="463" y="25"/>
                </a:lnTo>
                <a:lnTo>
                  <a:pt x="487" y="14"/>
                </a:lnTo>
                <a:lnTo>
                  <a:pt x="512" y="6"/>
                </a:lnTo>
                <a:lnTo>
                  <a:pt x="537" y="2"/>
                </a:lnTo>
                <a:lnTo>
                  <a:pt x="562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8" name="Freeform 11"/>
          <p:cNvSpPr>
            <a:spLocks/>
          </p:cNvSpPr>
          <p:nvPr/>
        </p:nvSpPr>
        <p:spPr bwMode="auto">
          <a:xfrm>
            <a:off x="2538412" y="4036219"/>
            <a:ext cx="91679" cy="89297"/>
          </a:xfrm>
          <a:custGeom>
            <a:avLst/>
            <a:gdLst>
              <a:gd name="T0" fmla="*/ 0 w 67"/>
              <a:gd name="T1" fmla="*/ 0 h 101"/>
              <a:gd name="T2" fmla="*/ 39904318 w 67"/>
              <a:gd name="T3" fmla="*/ 11190744 h 101"/>
              <a:gd name="T4" fmla="*/ 93108853 w 67"/>
              <a:gd name="T5" fmla="*/ 1399285 h 101"/>
              <a:gd name="T6" fmla="*/ 46554427 w 67"/>
              <a:gd name="T7" fmla="*/ 4196676 h 101"/>
              <a:gd name="T8" fmla="*/ 0 w 67"/>
              <a:gd name="T9" fmla="*/ 0 h 1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7"/>
              <a:gd name="T16" fmla="*/ 0 h 101"/>
              <a:gd name="T17" fmla="*/ 67 w 67"/>
              <a:gd name="T18" fmla="*/ 101 h 10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7" h="101">
                <a:moveTo>
                  <a:pt x="0" y="0"/>
                </a:moveTo>
                <a:lnTo>
                  <a:pt x="27" y="101"/>
                </a:lnTo>
                <a:lnTo>
                  <a:pt x="67" y="5"/>
                </a:lnTo>
                <a:lnTo>
                  <a:pt x="32" y="33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59" name="Freeform 12"/>
          <p:cNvSpPr>
            <a:spLocks/>
          </p:cNvSpPr>
          <p:nvPr/>
        </p:nvSpPr>
        <p:spPr bwMode="auto">
          <a:xfrm>
            <a:off x="3237310" y="1359694"/>
            <a:ext cx="507206" cy="1487091"/>
          </a:xfrm>
          <a:custGeom>
            <a:avLst/>
            <a:gdLst>
              <a:gd name="T0" fmla="*/ 163456032 w 374"/>
              <a:gd name="T1" fmla="*/ 195678598 h 1641"/>
              <a:gd name="T2" fmla="*/ 137303727 w 374"/>
              <a:gd name="T3" fmla="*/ 191297375 h 1641"/>
              <a:gd name="T4" fmla="*/ 111149585 w 374"/>
              <a:gd name="T5" fmla="*/ 188376962 h 1641"/>
              <a:gd name="T6" fmla="*/ 88266544 w 374"/>
              <a:gd name="T7" fmla="*/ 183995739 h 1641"/>
              <a:gd name="T8" fmla="*/ 68650959 w 374"/>
              <a:gd name="T9" fmla="*/ 179614516 h 1641"/>
              <a:gd name="T10" fmla="*/ 49037169 w 374"/>
              <a:gd name="T11" fmla="*/ 175234501 h 1641"/>
              <a:gd name="T12" fmla="*/ 35960112 w 374"/>
              <a:gd name="T13" fmla="*/ 170853278 h 1641"/>
              <a:gd name="T14" fmla="*/ 22883048 w 374"/>
              <a:gd name="T15" fmla="*/ 166472055 h 1641"/>
              <a:gd name="T16" fmla="*/ 13077060 w 374"/>
              <a:gd name="T17" fmla="*/ 160631230 h 1641"/>
              <a:gd name="T18" fmla="*/ 6538530 w 374"/>
              <a:gd name="T19" fmla="*/ 154790367 h 1641"/>
              <a:gd name="T20" fmla="*/ 6538530 w 374"/>
              <a:gd name="T21" fmla="*/ 150409143 h 1641"/>
              <a:gd name="T22" fmla="*/ 0 w 374"/>
              <a:gd name="T23" fmla="*/ 144568318 h 1641"/>
              <a:gd name="T24" fmla="*/ 0 w 374"/>
              <a:gd name="T25" fmla="*/ 138727493 h 1641"/>
              <a:gd name="T26" fmla="*/ 6538530 w 374"/>
              <a:gd name="T27" fmla="*/ 132885459 h 1641"/>
              <a:gd name="T28" fmla="*/ 6538530 w 374"/>
              <a:gd name="T29" fmla="*/ 127044634 h 1641"/>
              <a:gd name="T30" fmla="*/ 16346328 w 374"/>
              <a:gd name="T31" fmla="*/ 119742998 h 1641"/>
              <a:gd name="T32" fmla="*/ 26152312 w 374"/>
              <a:gd name="T33" fmla="*/ 113902173 h 1641"/>
              <a:gd name="T34" fmla="*/ 35960112 w 374"/>
              <a:gd name="T35" fmla="*/ 106600537 h 1641"/>
              <a:gd name="T36" fmla="*/ 55575697 w 374"/>
              <a:gd name="T37" fmla="*/ 100759712 h 1641"/>
              <a:gd name="T38" fmla="*/ 71920224 w 374"/>
              <a:gd name="T39" fmla="*/ 93458076 h 1641"/>
              <a:gd name="T40" fmla="*/ 88266544 w 374"/>
              <a:gd name="T41" fmla="*/ 86156440 h 1641"/>
              <a:gd name="T42" fmla="*/ 111149585 w 374"/>
              <a:gd name="T43" fmla="*/ 80315615 h 1641"/>
              <a:gd name="T44" fmla="*/ 137303727 w 374"/>
              <a:gd name="T45" fmla="*/ 73013960 h 1641"/>
              <a:gd name="T46" fmla="*/ 163456032 w 374"/>
              <a:gd name="T47" fmla="*/ 65712324 h 1641"/>
              <a:gd name="T48" fmla="*/ 189608337 w 374"/>
              <a:gd name="T49" fmla="*/ 58411897 h 1641"/>
              <a:gd name="T50" fmla="*/ 222299171 w 374"/>
              <a:gd name="T51" fmla="*/ 51110261 h 1641"/>
              <a:gd name="T52" fmla="*/ 254991869 w 374"/>
              <a:gd name="T53" fmla="*/ 43808625 h 1641"/>
              <a:gd name="T54" fmla="*/ 287682703 w 374"/>
              <a:gd name="T55" fmla="*/ 36506980 h 1641"/>
              <a:gd name="T56" fmla="*/ 330181329 w 374"/>
              <a:gd name="T57" fmla="*/ 29205344 h 1641"/>
              <a:gd name="T58" fmla="*/ 369410691 w 374"/>
              <a:gd name="T59" fmla="*/ 21903709 h 1641"/>
              <a:gd name="T60" fmla="*/ 411909317 w 374"/>
              <a:gd name="T61" fmla="*/ 14603276 h 1641"/>
              <a:gd name="T62" fmla="*/ 451138679 w 374"/>
              <a:gd name="T63" fmla="*/ 7301638 h 1641"/>
              <a:gd name="T64" fmla="*/ 500174138 w 374"/>
              <a:gd name="T65" fmla="*/ 0 h 1641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374"/>
              <a:gd name="T100" fmla="*/ 0 h 1641"/>
              <a:gd name="T101" fmla="*/ 374 w 374"/>
              <a:gd name="T102" fmla="*/ 1641 h 1641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374" h="1641">
                <a:moveTo>
                  <a:pt x="122" y="1641"/>
                </a:moveTo>
                <a:lnTo>
                  <a:pt x="101" y="1612"/>
                </a:lnTo>
                <a:lnTo>
                  <a:pt x="82" y="1580"/>
                </a:lnTo>
                <a:lnTo>
                  <a:pt x="66" y="1547"/>
                </a:lnTo>
                <a:lnTo>
                  <a:pt x="51" y="1511"/>
                </a:lnTo>
                <a:lnTo>
                  <a:pt x="38" y="1474"/>
                </a:lnTo>
                <a:lnTo>
                  <a:pt x="27" y="1434"/>
                </a:lnTo>
                <a:lnTo>
                  <a:pt x="18" y="1393"/>
                </a:lnTo>
                <a:lnTo>
                  <a:pt x="10" y="1350"/>
                </a:lnTo>
                <a:lnTo>
                  <a:pt x="5" y="1306"/>
                </a:lnTo>
                <a:lnTo>
                  <a:pt x="2" y="1260"/>
                </a:lnTo>
                <a:lnTo>
                  <a:pt x="0" y="1212"/>
                </a:lnTo>
                <a:lnTo>
                  <a:pt x="0" y="1163"/>
                </a:lnTo>
                <a:lnTo>
                  <a:pt x="2" y="1113"/>
                </a:lnTo>
                <a:lnTo>
                  <a:pt x="6" y="1061"/>
                </a:lnTo>
                <a:lnTo>
                  <a:pt x="12" y="1008"/>
                </a:lnTo>
                <a:lnTo>
                  <a:pt x="19" y="954"/>
                </a:lnTo>
                <a:lnTo>
                  <a:pt x="29" y="899"/>
                </a:lnTo>
                <a:lnTo>
                  <a:pt x="40" y="843"/>
                </a:lnTo>
                <a:lnTo>
                  <a:pt x="52" y="787"/>
                </a:lnTo>
                <a:lnTo>
                  <a:pt x="67" y="729"/>
                </a:lnTo>
                <a:lnTo>
                  <a:pt x="83" y="670"/>
                </a:lnTo>
                <a:lnTo>
                  <a:pt x="101" y="611"/>
                </a:lnTo>
                <a:lnTo>
                  <a:pt x="121" y="552"/>
                </a:lnTo>
                <a:lnTo>
                  <a:pt x="143" y="491"/>
                </a:lnTo>
                <a:lnTo>
                  <a:pt x="166" y="431"/>
                </a:lnTo>
                <a:lnTo>
                  <a:pt x="191" y="370"/>
                </a:lnTo>
                <a:lnTo>
                  <a:pt x="217" y="308"/>
                </a:lnTo>
                <a:lnTo>
                  <a:pt x="245" y="247"/>
                </a:lnTo>
                <a:lnTo>
                  <a:pt x="275" y="185"/>
                </a:lnTo>
                <a:lnTo>
                  <a:pt x="306" y="123"/>
                </a:lnTo>
                <a:lnTo>
                  <a:pt x="339" y="62"/>
                </a:lnTo>
                <a:lnTo>
                  <a:pt x="374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0" name="Freeform 13"/>
          <p:cNvSpPr>
            <a:spLocks/>
          </p:cNvSpPr>
          <p:nvPr/>
        </p:nvSpPr>
        <p:spPr bwMode="auto">
          <a:xfrm>
            <a:off x="3684985" y="1307307"/>
            <a:ext cx="108347" cy="92869"/>
          </a:xfrm>
          <a:custGeom>
            <a:avLst/>
            <a:gdLst>
              <a:gd name="T0" fmla="*/ 83753212 w 79"/>
              <a:gd name="T1" fmla="*/ 13322114 h 102"/>
              <a:gd name="T2" fmla="*/ 113903700 w 79"/>
              <a:gd name="T3" fmla="*/ 0 h 102"/>
              <a:gd name="T4" fmla="*/ 0 w 79"/>
              <a:gd name="T5" fmla="*/ 8881409 h 102"/>
              <a:gd name="T6" fmla="*/ 63651058 w 79"/>
              <a:gd name="T7" fmla="*/ 7401579 h 102"/>
              <a:gd name="T8" fmla="*/ 83753212 w 79"/>
              <a:gd name="T9" fmla="*/ 13322114 h 1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102"/>
              <a:gd name="T17" fmla="*/ 79 w 79"/>
              <a:gd name="T18" fmla="*/ 102 h 1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102">
                <a:moveTo>
                  <a:pt x="58" y="102"/>
                </a:moveTo>
                <a:lnTo>
                  <a:pt x="79" y="0"/>
                </a:lnTo>
                <a:lnTo>
                  <a:pt x="0" y="68"/>
                </a:lnTo>
                <a:lnTo>
                  <a:pt x="44" y="58"/>
                </a:lnTo>
                <a:lnTo>
                  <a:pt x="58" y="102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61" name="Freeform 14"/>
          <p:cNvSpPr>
            <a:spLocks/>
          </p:cNvSpPr>
          <p:nvPr/>
        </p:nvSpPr>
        <p:spPr bwMode="auto">
          <a:xfrm>
            <a:off x="3392091" y="1540669"/>
            <a:ext cx="1252538" cy="1418035"/>
          </a:xfrm>
          <a:custGeom>
            <a:avLst/>
            <a:gdLst>
              <a:gd name="T0" fmla="*/ 9764203 w 926"/>
              <a:gd name="T1" fmla="*/ 185109996 h 1566"/>
              <a:gd name="T2" fmla="*/ 6508867 w 926"/>
              <a:gd name="T3" fmla="*/ 179279696 h 1566"/>
              <a:gd name="T4" fmla="*/ 0 w 926"/>
              <a:gd name="T5" fmla="*/ 171992123 h 1566"/>
              <a:gd name="T6" fmla="*/ 0 w 926"/>
              <a:gd name="T7" fmla="*/ 164704549 h 1566"/>
              <a:gd name="T8" fmla="*/ 6508867 w 926"/>
              <a:gd name="T9" fmla="*/ 158874249 h 1566"/>
              <a:gd name="T10" fmla="*/ 9764203 w 926"/>
              <a:gd name="T11" fmla="*/ 151586638 h 1566"/>
              <a:gd name="T12" fmla="*/ 19528405 w 926"/>
              <a:gd name="T13" fmla="*/ 145756337 h 1566"/>
              <a:gd name="T14" fmla="*/ 29294408 w 926"/>
              <a:gd name="T15" fmla="*/ 138468764 h 1566"/>
              <a:gd name="T16" fmla="*/ 45567479 w 926"/>
              <a:gd name="T17" fmla="*/ 132638463 h 1566"/>
              <a:gd name="T18" fmla="*/ 61842360 w 926"/>
              <a:gd name="T19" fmla="*/ 125350890 h 1566"/>
              <a:gd name="T20" fmla="*/ 84626092 w 926"/>
              <a:gd name="T21" fmla="*/ 119520590 h 1566"/>
              <a:gd name="T22" fmla="*/ 110665159 w 926"/>
              <a:gd name="T23" fmla="*/ 112231809 h 1566"/>
              <a:gd name="T24" fmla="*/ 133448919 w 926"/>
              <a:gd name="T25" fmla="*/ 106401509 h 1566"/>
              <a:gd name="T26" fmla="*/ 169252185 w 926"/>
              <a:gd name="T27" fmla="*/ 100572416 h 1566"/>
              <a:gd name="T28" fmla="*/ 198546585 w 926"/>
              <a:gd name="T29" fmla="*/ 94742115 h 1566"/>
              <a:gd name="T30" fmla="*/ 234349851 w 926"/>
              <a:gd name="T31" fmla="*/ 87453334 h 1566"/>
              <a:gd name="T32" fmla="*/ 273406704 w 926"/>
              <a:gd name="T33" fmla="*/ 83081515 h 1566"/>
              <a:gd name="T34" fmla="*/ 315720637 w 926"/>
              <a:gd name="T35" fmla="*/ 75792715 h 1566"/>
              <a:gd name="T36" fmla="*/ 354779237 w 926"/>
              <a:gd name="T37" fmla="*/ 69962415 h 1566"/>
              <a:gd name="T38" fmla="*/ 403602036 w 926"/>
              <a:gd name="T39" fmla="*/ 64133322 h 1566"/>
              <a:gd name="T40" fmla="*/ 449169500 w 926"/>
              <a:gd name="T41" fmla="*/ 58303022 h 1566"/>
              <a:gd name="T42" fmla="*/ 501245943 w 926"/>
              <a:gd name="T43" fmla="*/ 52472721 h 1566"/>
              <a:gd name="T44" fmla="*/ 556579410 w 926"/>
              <a:gd name="T45" fmla="*/ 48099694 h 1566"/>
              <a:gd name="T46" fmla="*/ 611911073 w 926"/>
              <a:gd name="T47" fmla="*/ 42269394 h 1566"/>
              <a:gd name="T48" fmla="*/ 670498071 w 926"/>
              <a:gd name="T49" fmla="*/ 37896358 h 1566"/>
              <a:gd name="T50" fmla="*/ 732340403 w 926"/>
              <a:gd name="T51" fmla="*/ 32066057 h 1566"/>
              <a:gd name="T52" fmla="*/ 794182735 w 926"/>
              <a:gd name="T53" fmla="*/ 27694238 h 1566"/>
              <a:gd name="T54" fmla="*/ 859280401 w 926"/>
              <a:gd name="T55" fmla="*/ 21863937 h 1566"/>
              <a:gd name="T56" fmla="*/ 930886932 w 926"/>
              <a:gd name="T57" fmla="*/ 17490906 h 1566"/>
              <a:gd name="T58" fmla="*/ 995983020 w 926"/>
              <a:gd name="T59" fmla="*/ 13117878 h 1566"/>
              <a:gd name="T60" fmla="*/ 1070844885 w 926"/>
              <a:gd name="T61" fmla="*/ 8744849 h 1566"/>
              <a:gd name="T62" fmla="*/ 1145706751 w 926"/>
              <a:gd name="T63" fmla="*/ 4373028 h 1566"/>
              <a:gd name="T64" fmla="*/ 1223823950 w 926"/>
              <a:gd name="T65" fmla="*/ 0 h 156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26"/>
              <a:gd name="T100" fmla="*/ 0 h 1566"/>
              <a:gd name="T101" fmla="*/ 926 w 926"/>
              <a:gd name="T102" fmla="*/ 1566 h 156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26" h="1566">
                <a:moveTo>
                  <a:pt x="7" y="1566"/>
                </a:moveTo>
                <a:lnTo>
                  <a:pt x="2" y="1509"/>
                </a:lnTo>
                <a:lnTo>
                  <a:pt x="0" y="1453"/>
                </a:lnTo>
                <a:lnTo>
                  <a:pt x="0" y="1397"/>
                </a:lnTo>
                <a:lnTo>
                  <a:pt x="2" y="1340"/>
                </a:lnTo>
                <a:lnTo>
                  <a:pt x="7" y="1284"/>
                </a:lnTo>
                <a:lnTo>
                  <a:pt x="14" y="1228"/>
                </a:lnTo>
                <a:lnTo>
                  <a:pt x="23" y="1173"/>
                </a:lnTo>
                <a:lnTo>
                  <a:pt x="35" y="1118"/>
                </a:lnTo>
                <a:lnTo>
                  <a:pt x="48" y="1063"/>
                </a:lnTo>
                <a:lnTo>
                  <a:pt x="64" y="1008"/>
                </a:lnTo>
                <a:lnTo>
                  <a:pt x="83" y="955"/>
                </a:lnTo>
                <a:lnTo>
                  <a:pt x="103" y="901"/>
                </a:lnTo>
                <a:lnTo>
                  <a:pt x="126" y="848"/>
                </a:lnTo>
                <a:lnTo>
                  <a:pt x="150" y="796"/>
                </a:lnTo>
                <a:lnTo>
                  <a:pt x="177" y="744"/>
                </a:lnTo>
                <a:lnTo>
                  <a:pt x="206" y="693"/>
                </a:lnTo>
                <a:lnTo>
                  <a:pt x="237" y="643"/>
                </a:lnTo>
                <a:lnTo>
                  <a:pt x="270" y="593"/>
                </a:lnTo>
                <a:lnTo>
                  <a:pt x="304" y="544"/>
                </a:lnTo>
                <a:lnTo>
                  <a:pt x="341" y="496"/>
                </a:lnTo>
                <a:lnTo>
                  <a:pt x="380" y="449"/>
                </a:lnTo>
                <a:lnTo>
                  <a:pt x="421" y="403"/>
                </a:lnTo>
                <a:lnTo>
                  <a:pt x="463" y="358"/>
                </a:lnTo>
                <a:lnTo>
                  <a:pt x="508" y="313"/>
                </a:lnTo>
                <a:lnTo>
                  <a:pt x="554" y="270"/>
                </a:lnTo>
                <a:lnTo>
                  <a:pt x="602" y="228"/>
                </a:lnTo>
                <a:lnTo>
                  <a:pt x="651" y="187"/>
                </a:lnTo>
                <a:lnTo>
                  <a:pt x="703" y="147"/>
                </a:lnTo>
                <a:lnTo>
                  <a:pt x="756" y="108"/>
                </a:lnTo>
                <a:lnTo>
                  <a:pt x="811" y="71"/>
                </a:lnTo>
                <a:lnTo>
                  <a:pt x="868" y="35"/>
                </a:lnTo>
                <a:lnTo>
                  <a:pt x="926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2" name="Freeform 15"/>
          <p:cNvSpPr>
            <a:spLocks/>
          </p:cNvSpPr>
          <p:nvPr/>
        </p:nvSpPr>
        <p:spPr bwMode="auto">
          <a:xfrm>
            <a:off x="4587479" y="1510903"/>
            <a:ext cx="139303" cy="71438"/>
          </a:xfrm>
          <a:custGeom>
            <a:avLst/>
            <a:gdLst>
              <a:gd name="T0" fmla="*/ 45451467 w 103"/>
              <a:gd name="T1" fmla="*/ 8921749 h 78"/>
              <a:gd name="T2" fmla="*/ 133106725 w 103"/>
              <a:gd name="T3" fmla="*/ 0 h 78"/>
              <a:gd name="T4" fmla="*/ 0 w 103"/>
              <a:gd name="T5" fmla="*/ 2973510 h 78"/>
              <a:gd name="T6" fmla="*/ 55190936 w 103"/>
              <a:gd name="T7" fmla="*/ 4460874 h 78"/>
              <a:gd name="T8" fmla="*/ 45451467 w 103"/>
              <a:gd name="T9" fmla="*/ 8921749 h 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3"/>
              <a:gd name="T16" fmla="*/ 0 h 78"/>
              <a:gd name="T17" fmla="*/ 103 w 103"/>
              <a:gd name="T18" fmla="*/ 78 h 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3" h="78">
                <a:moveTo>
                  <a:pt x="33" y="78"/>
                </a:moveTo>
                <a:lnTo>
                  <a:pt x="103" y="0"/>
                </a:lnTo>
                <a:lnTo>
                  <a:pt x="0" y="19"/>
                </a:lnTo>
                <a:lnTo>
                  <a:pt x="43" y="33"/>
                </a:lnTo>
                <a:lnTo>
                  <a:pt x="33" y="78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63" name="Freeform 16"/>
          <p:cNvSpPr>
            <a:spLocks/>
          </p:cNvSpPr>
          <p:nvPr/>
        </p:nvSpPr>
        <p:spPr bwMode="auto">
          <a:xfrm>
            <a:off x="4721066" y="1331595"/>
            <a:ext cx="2053829" cy="239316"/>
          </a:xfrm>
          <a:custGeom>
            <a:avLst/>
            <a:gdLst>
              <a:gd name="T0" fmla="*/ 0 w 1515"/>
              <a:gd name="T1" fmla="*/ 24817551 h 264"/>
              <a:gd name="T2" fmla="*/ 22870928 w 1515"/>
              <a:gd name="T3" fmla="*/ 23357482 h 264"/>
              <a:gd name="T4" fmla="*/ 45743663 w 1515"/>
              <a:gd name="T5" fmla="*/ 21897413 h 264"/>
              <a:gd name="T6" fmla="*/ 130694905 w 1515"/>
              <a:gd name="T7" fmla="*/ 18977271 h 264"/>
              <a:gd name="T8" fmla="*/ 218914154 w 1515"/>
              <a:gd name="T9" fmla="*/ 16058343 h 264"/>
              <a:gd name="T10" fmla="*/ 303867218 w 1515"/>
              <a:gd name="T11" fmla="*/ 14598274 h 264"/>
              <a:gd name="T12" fmla="*/ 388818418 w 1515"/>
              <a:gd name="T13" fmla="*/ 11678137 h 264"/>
              <a:gd name="T14" fmla="*/ 473771425 w 1515"/>
              <a:gd name="T15" fmla="*/ 8759206 h 264"/>
              <a:gd name="T16" fmla="*/ 555456496 w 1515"/>
              <a:gd name="T17" fmla="*/ 7299137 h 264"/>
              <a:gd name="T18" fmla="*/ 637141454 w 1515"/>
              <a:gd name="T19" fmla="*/ 5839068 h 264"/>
              <a:gd name="T20" fmla="*/ 718824605 w 1515"/>
              <a:gd name="T21" fmla="*/ 4378998 h 264"/>
              <a:gd name="T22" fmla="*/ 797243322 w 1515"/>
              <a:gd name="T23" fmla="*/ 2920138 h 264"/>
              <a:gd name="T24" fmla="*/ 878928280 w 1515"/>
              <a:gd name="T25" fmla="*/ 2920138 h 264"/>
              <a:gd name="T26" fmla="*/ 954077366 w 1515"/>
              <a:gd name="T27" fmla="*/ 1460069 h 264"/>
              <a:gd name="T28" fmla="*/ 1025959985 w 1515"/>
              <a:gd name="T29" fmla="*/ 1460069 h 264"/>
              <a:gd name="T30" fmla="*/ 1101110653 w 1515"/>
              <a:gd name="T31" fmla="*/ 1460069 h 264"/>
              <a:gd name="T32" fmla="*/ 1176259513 w 1515"/>
              <a:gd name="T33" fmla="*/ 0 h 264"/>
              <a:gd name="T34" fmla="*/ 1241607841 w 1515"/>
              <a:gd name="T35" fmla="*/ 0 h 264"/>
              <a:gd name="T36" fmla="*/ 1313490460 w 1515"/>
              <a:gd name="T37" fmla="*/ 1460069 h 264"/>
              <a:gd name="T38" fmla="*/ 1378836980 w 1515"/>
              <a:gd name="T39" fmla="*/ 1460069 h 264"/>
              <a:gd name="T40" fmla="*/ 1440917259 w 1515"/>
              <a:gd name="T41" fmla="*/ 1460069 h 264"/>
              <a:gd name="T42" fmla="*/ 1502997538 w 1515"/>
              <a:gd name="T43" fmla="*/ 2920138 h 264"/>
              <a:gd name="T44" fmla="*/ 1561811576 w 1515"/>
              <a:gd name="T45" fmla="*/ 2920138 h 264"/>
              <a:gd name="T46" fmla="*/ 1617357564 w 1515"/>
              <a:gd name="T47" fmla="*/ 4378998 h 264"/>
              <a:gd name="T48" fmla="*/ 1672903553 w 1515"/>
              <a:gd name="T49" fmla="*/ 5839068 h 264"/>
              <a:gd name="T50" fmla="*/ 1721913443 w 1515"/>
              <a:gd name="T51" fmla="*/ 7299137 h 264"/>
              <a:gd name="T52" fmla="*/ 1767657092 w 1515"/>
              <a:gd name="T53" fmla="*/ 8759206 h 264"/>
              <a:gd name="T54" fmla="*/ 1813400741 w 1515"/>
              <a:gd name="T55" fmla="*/ 10219277 h 264"/>
              <a:gd name="T56" fmla="*/ 1852608292 w 1515"/>
              <a:gd name="T57" fmla="*/ 14598274 h 264"/>
              <a:gd name="T58" fmla="*/ 1891817650 w 1515"/>
              <a:gd name="T59" fmla="*/ 16058343 h 264"/>
              <a:gd name="T60" fmla="*/ 1924491363 w 1515"/>
              <a:gd name="T61" fmla="*/ 18977271 h 264"/>
              <a:gd name="T62" fmla="*/ 1953898381 w 1515"/>
              <a:gd name="T63" fmla="*/ 21897413 h 264"/>
              <a:gd name="T64" fmla="*/ 1983305400 w 1515"/>
              <a:gd name="T65" fmla="*/ 24817551 h 264"/>
              <a:gd name="T66" fmla="*/ 2002910079 w 1515"/>
              <a:gd name="T67" fmla="*/ 27736479 h 264"/>
              <a:gd name="T68" fmla="*/ 2022512951 w 1515"/>
              <a:gd name="T69" fmla="*/ 30656617 h 264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515"/>
              <a:gd name="T106" fmla="*/ 0 h 264"/>
              <a:gd name="T107" fmla="*/ 1515 w 1515"/>
              <a:gd name="T108" fmla="*/ 264 h 264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1515" h="264">
                <a:moveTo>
                  <a:pt x="0" y="203"/>
                </a:moveTo>
                <a:lnTo>
                  <a:pt x="18" y="196"/>
                </a:lnTo>
                <a:lnTo>
                  <a:pt x="35" y="189"/>
                </a:lnTo>
                <a:lnTo>
                  <a:pt x="99" y="164"/>
                </a:lnTo>
                <a:lnTo>
                  <a:pt x="164" y="140"/>
                </a:lnTo>
                <a:lnTo>
                  <a:pt x="227" y="119"/>
                </a:lnTo>
                <a:lnTo>
                  <a:pt x="291" y="99"/>
                </a:lnTo>
                <a:lnTo>
                  <a:pt x="354" y="81"/>
                </a:lnTo>
                <a:lnTo>
                  <a:pt x="416" y="65"/>
                </a:lnTo>
                <a:lnTo>
                  <a:pt x="478" y="51"/>
                </a:lnTo>
                <a:lnTo>
                  <a:pt x="538" y="38"/>
                </a:lnTo>
                <a:lnTo>
                  <a:pt x="598" y="27"/>
                </a:lnTo>
                <a:lnTo>
                  <a:pt x="657" y="18"/>
                </a:lnTo>
                <a:lnTo>
                  <a:pt x="715" y="11"/>
                </a:lnTo>
                <a:lnTo>
                  <a:pt x="771" y="6"/>
                </a:lnTo>
                <a:lnTo>
                  <a:pt x="827" y="2"/>
                </a:lnTo>
                <a:lnTo>
                  <a:pt x="881" y="0"/>
                </a:lnTo>
                <a:lnTo>
                  <a:pt x="933" y="0"/>
                </a:lnTo>
                <a:lnTo>
                  <a:pt x="984" y="2"/>
                </a:lnTo>
                <a:lnTo>
                  <a:pt x="1034" y="5"/>
                </a:lnTo>
                <a:lnTo>
                  <a:pt x="1081" y="11"/>
                </a:lnTo>
                <a:lnTo>
                  <a:pt x="1127" y="17"/>
                </a:lnTo>
                <a:lnTo>
                  <a:pt x="1171" y="26"/>
                </a:lnTo>
                <a:lnTo>
                  <a:pt x="1213" y="37"/>
                </a:lnTo>
                <a:lnTo>
                  <a:pt x="1253" y="49"/>
                </a:lnTo>
                <a:lnTo>
                  <a:pt x="1290" y="63"/>
                </a:lnTo>
                <a:lnTo>
                  <a:pt x="1326" y="78"/>
                </a:lnTo>
                <a:lnTo>
                  <a:pt x="1359" y="95"/>
                </a:lnTo>
                <a:lnTo>
                  <a:pt x="1389" y="114"/>
                </a:lnTo>
                <a:lnTo>
                  <a:pt x="1417" y="135"/>
                </a:lnTo>
                <a:lnTo>
                  <a:pt x="1442" y="157"/>
                </a:lnTo>
                <a:lnTo>
                  <a:pt x="1465" y="182"/>
                </a:lnTo>
                <a:lnTo>
                  <a:pt x="1485" y="207"/>
                </a:lnTo>
                <a:lnTo>
                  <a:pt x="1501" y="235"/>
                </a:lnTo>
                <a:lnTo>
                  <a:pt x="1515" y="264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4" name="Freeform 17"/>
          <p:cNvSpPr>
            <a:spLocks/>
          </p:cNvSpPr>
          <p:nvPr/>
        </p:nvSpPr>
        <p:spPr bwMode="auto">
          <a:xfrm>
            <a:off x="5477590" y="1533764"/>
            <a:ext cx="1343025" cy="1333500"/>
          </a:xfrm>
          <a:custGeom>
            <a:avLst/>
            <a:gdLst>
              <a:gd name="T0" fmla="*/ 1307063426 w 982"/>
              <a:gd name="T1" fmla="*/ 0 h 1464"/>
              <a:gd name="T2" fmla="*/ 1330344343 w 982"/>
              <a:gd name="T3" fmla="*/ 5897520 h 1464"/>
              <a:gd name="T4" fmla="*/ 1350299155 w 982"/>
              <a:gd name="T5" fmla="*/ 11796254 h 1464"/>
              <a:gd name="T6" fmla="*/ 1366927861 w 982"/>
              <a:gd name="T7" fmla="*/ 16219391 h 1464"/>
              <a:gd name="T8" fmla="*/ 1376906179 w 982"/>
              <a:gd name="T9" fmla="*/ 23592507 h 1464"/>
              <a:gd name="T10" fmla="*/ 1380232285 w 982"/>
              <a:gd name="T11" fmla="*/ 29490024 h 1464"/>
              <a:gd name="T12" fmla="*/ 1380232285 w 982"/>
              <a:gd name="T13" fmla="*/ 35388756 h 1464"/>
              <a:gd name="T14" fmla="*/ 1380232285 w 982"/>
              <a:gd name="T15" fmla="*/ 41286283 h 1464"/>
              <a:gd name="T16" fmla="*/ 1366927861 w 982"/>
              <a:gd name="T17" fmla="*/ 47185014 h 1464"/>
              <a:gd name="T18" fmla="*/ 1356951367 w 982"/>
              <a:gd name="T19" fmla="*/ 53082531 h 1464"/>
              <a:gd name="T20" fmla="*/ 1336996555 w 982"/>
              <a:gd name="T21" fmla="*/ 58981263 h 1464"/>
              <a:gd name="T22" fmla="*/ 1313715637 w 982"/>
              <a:gd name="T23" fmla="*/ 66353159 h 1464"/>
              <a:gd name="T24" fmla="*/ 1290432896 w 982"/>
              <a:gd name="T25" fmla="*/ 72251891 h 1464"/>
              <a:gd name="T26" fmla="*/ 1257175484 w 982"/>
              <a:gd name="T27" fmla="*/ 78149408 h 1464"/>
              <a:gd name="T28" fmla="*/ 1223916249 w 982"/>
              <a:gd name="T29" fmla="*/ 84048159 h 1464"/>
              <a:gd name="T30" fmla="*/ 1187332731 w 982"/>
              <a:gd name="T31" fmla="*/ 89945676 h 1464"/>
              <a:gd name="T32" fmla="*/ 1144095178 w 982"/>
              <a:gd name="T33" fmla="*/ 95844408 h 1464"/>
              <a:gd name="T34" fmla="*/ 1100859448 w 982"/>
              <a:gd name="T35" fmla="*/ 101741925 h 1464"/>
              <a:gd name="T36" fmla="*/ 1050971507 w 982"/>
              <a:gd name="T37" fmla="*/ 107639442 h 1464"/>
              <a:gd name="T38" fmla="*/ 997757460 w 982"/>
              <a:gd name="T39" fmla="*/ 113538174 h 1464"/>
              <a:gd name="T40" fmla="*/ 937892796 w 982"/>
              <a:gd name="T41" fmla="*/ 119435691 h 1464"/>
              <a:gd name="T42" fmla="*/ 878026537 w 982"/>
              <a:gd name="T43" fmla="*/ 125334422 h 1464"/>
              <a:gd name="T44" fmla="*/ 811509890 w 982"/>
              <a:gd name="T45" fmla="*/ 131231940 h 1464"/>
              <a:gd name="T46" fmla="*/ 744993243 w 982"/>
              <a:gd name="T47" fmla="*/ 137130671 h 1464"/>
              <a:gd name="T48" fmla="*/ 675150489 w 982"/>
              <a:gd name="T49" fmla="*/ 141553809 h 1464"/>
              <a:gd name="T50" fmla="*/ 601981630 w 982"/>
              <a:gd name="T51" fmla="*/ 147452541 h 1464"/>
              <a:gd name="T52" fmla="*/ 525486665 w 982"/>
              <a:gd name="T53" fmla="*/ 153350058 h 1464"/>
              <a:gd name="T54" fmla="*/ 445665480 w 982"/>
              <a:gd name="T55" fmla="*/ 157773196 h 1464"/>
              <a:gd name="T56" fmla="*/ 362518304 w 982"/>
              <a:gd name="T57" fmla="*/ 162197586 h 1464"/>
              <a:gd name="T58" fmla="*/ 272720739 w 982"/>
              <a:gd name="T59" fmla="*/ 166620724 h 1464"/>
              <a:gd name="T60" fmla="*/ 186247399 w 982"/>
              <a:gd name="T61" fmla="*/ 171043862 h 1464"/>
              <a:gd name="T62" fmla="*/ 93123699 w 982"/>
              <a:gd name="T63" fmla="*/ 175468214 h 1464"/>
              <a:gd name="T64" fmla="*/ 0 w 982"/>
              <a:gd name="T65" fmla="*/ 179891352 h 146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82"/>
              <a:gd name="T100" fmla="*/ 0 h 1464"/>
              <a:gd name="T101" fmla="*/ 982 w 982"/>
              <a:gd name="T102" fmla="*/ 1464 h 146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82" h="1464">
                <a:moveTo>
                  <a:pt x="929" y="0"/>
                </a:moveTo>
                <a:lnTo>
                  <a:pt x="946" y="46"/>
                </a:lnTo>
                <a:lnTo>
                  <a:pt x="960" y="92"/>
                </a:lnTo>
                <a:lnTo>
                  <a:pt x="971" y="139"/>
                </a:lnTo>
                <a:lnTo>
                  <a:pt x="978" y="187"/>
                </a:lnTo>
                <a:lnTo>
                  <a:pt x="981" y="236"/>
                </a:lnTo>
                <a:lnTo>
                  <a:pt x="982" y="285"/>
                </a:lnTo>
                <a:lnTo>
                  <a:pt x="979" y="334"/>
                </a:lnTo>
                <a:lnTo>
                  <a:pt x="972" y="384"/>
                </a:lnTo>
                <a:lnTo>
                  <a:pt x="963" y="434"/>
                </a:lnTo>
                <a:lnTo>
                  <a:pt x="951" y="484"/>
                </a:lnTo>
                <a:lnTo>
                  <a:pt x="935" y="534"/>
                </a:lnTo>
                <a:lnTo>
                  <a:pt x="917" y="585"/>
                </a:lnTo>
                <a:lnTo>
                  <a:pt x="895" y="635"/>
                </a:lnTo>
                <a:lnTo>
                  <a:pt x="871" y="685"/>
                </a:lnTo>
                <a:lnTo>
                  <a:pt x="844" y="735"/>
                </a:lnTo>
                <a:lnTo>
                  <a:pt x="814" y="785"/>
                </a:lnTo>
                <a:lnTo>
                  <a:pt x="781" y="834"/>
                </a:lnTo>
                <a:lnTo>
                  <a:pt x="746" y="882"/>
                </a:lnTo>
                <a:lnTo>
                  <a:pt x="708" y="930"/>
                </a:lnTo>
                <a:lnTo>
                  <a:pt x="667" y="978"/>
                </a:lnTo>
                <a:lnTo>
                  <a:pt x="624" y="1024"/>
                </a:lnTo>
                <a:lnTo>
                  <a:pt x="578" y="1070"/>
                </a:lnTo>
                <a:lnTo>
                  <a:pt x="531" y="1115"/>
                </a:lnTo>
                <a:lnTo>
                  <a:pt x="480" y="1159"/>
                </a:lnTo>
                <a:lnTo>
                  <a:pt x="428" y="1202"/>
                </a:lnTo>
                <a:lnTo>
                  <a:pt x="373" y="1244"/>
                </a:lnTo>
                <a:lnTo>
                  <a:pt x="316" y="1284"/>
                </a:lnTo>
                <a:lnTo>
                  <a:pt x="257" y="1323"/>
                </a:lnTo>
                <a:lnTo>
                  <a:pt x="196" y="1361"/>
                </a:lnTo>
                <a:lnTo>
                  <a:pt x="132" y="1397"/>
                </a:lnTo>
                <a:lnTo>
                  <a:pt x="67" y="1431"/>
                </a:lnTo>
                <a:lnTo>
                  <a:pt x="0" y="1464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5" name="Freeform 18"/>
          <p:cNvSpPr>
            <a:spLocks/>
          </p:cNvSpPr>
          <p:nvPr/>
        </p:nvSpPr>
        <p:spPr bwMode="auto">
          <a:xfrm>
            <a:off x="3432572" y="1728788"/>
            <a:ext cx="2057400" cy="1104900"/>
          </a:xfrm>
          <a:custGeom>
            <a:avLst/>
            <a:gdLst>
              <a:gd name="T0" fmla="*/ 0 w 1517"/>
              <a:gd name="T1" fmla="*/ 144493225 h 1219"/>
              <a:gd name="T2" fmla="*/ 16348895 w 1517"/>
              <a:gd name="T3" fmla="*/ 137196114 h 1219"/>
              <a:gd name="T4" fmla="*/ 35969015 w 1517"/>
              <a:gd name="T5" fmla="*/ 129899003 h 1219"/>
              <a:gd name="T6" fmla="*/ 62126165 w 1517"/>
              <a:gd name="T7" fmla="*/ 122600684 h 1219"/>
              <a:gd name="T8" fmla="*/ 88285109 w 1517"/>
              <a:gd name="T9" fmla="*/ 115303573 h 1219"/>
              <a:gd name="T10" fmla="*/ 124254138 w 1517"/>
              <a:gd name="T11" fmla="*/ 108005254 h 1219"/>
              <a:gd name="T12" fmla="*/ 156951914 w 1517"/>
              <a:gd name="T13" fmla="*/ 100708143 h 1219"/>
              <a:gd name="T14" fmla="*/ 196190330 w 1517"/>
              <a:gd name="T15" fmla="*/ 94869729 h 1219"/>
              <a:gd name="T16" fmla="*/ 238698219 w 1517"/>
              <a:gd name="T17" fmla="*/ 87571410 h 1219"/>
              <a:gd name="T18" fmla="*/ 284475467 w 1517"/>
              <a:gd name="T19" fmla="*/ 81734205 h 1219"/>
              <a:gd name="T20" fmla="*/ 333523940 w 1517"/>
              <a:gd name="T21" fmla="*/ 75895772 h 1219"/>
              <a:gd name="T22" fmla="*/ 385840020 w 1517"/>
              <a:gd name="T23" fmla="*/ 70057358 h 1219"/>
              <a:gd name="T24" fmla="*/ 441427324 w 1517"/>
              <a:gd name="T25" fmla="*/ 64218944 h 1219"/>
              <a:gd name="T26" fmla="*/ 500284158 w 1517"/>
              <a:gd name="T27" fmla="*/ 58381739 h 1219"/>
              <a:gd name="T28" fmla="*/ 559142687 w 1517"/>
              <a:gd name="T29" fmla="*/ 52543325 h 1219"/>
              <a:gd name="T30" fmla="*/ 621268823 w 1517"/>
              <a:gd name="T31" fmla="*/ 48164817 h 1219"/>
              <a:gd name="T32" fmla="*/ 689935599 w 1517"/>
              <a:gd name="T33" fmla="*/ 42326404 h 1219"/>
              <a:gd name="T34" fmla="*/ 758602376 w 1517"/>
              <a:gd name="T35" fmla="*/ 37947886 h 1219"/>
              <a:gd name="T36" fmla="*/ 827269153 w 1517"/>
              <a:gd name="T37" fmla="*/ 33569378 h 1219"/>
              <a:gd name="T38" fmla="*/ 905744177 w 1517"/>
              <a:gd name="T39" fmla="*/ 29190870 h 1219"/>
              <a:gd name="T40" fmla="*/ 977680596 w 1517"/>
              <a:gd name="T41" fmla="*/ 26271058 h 1219"/>
              <a:gd name="T42" fmla="*/ 1056157428 w 1517"/>
              <a:gd name="T43" fmla="*/ 21892550 h 1219"/>
              <a:gd name="T44" fmla="*/ 1137903677 w 1517"/>
              <a:gd name="T45" fmla="*/ 17514037 h 1219"/>
              <a:gd name="T46" fmla="*/ 1216378702 w 1517"/>
              <a:gd name="T47" fmla="*/ 14595435 h 1219"/>
              <a:gd name="T48" fmla="*/ 1301394366 w 1517"/>
              <a:gd name="T49" fmla="*/ 11676832 h 1219"/>
              <a:gd name="T50" fmla="*/ 1386410031 w 1517"/>
              <a:gd name="T51" fmla="*/ 8757019 h 1219"/>
              <a:gd name="T52" fmla="*/ 1471425696 w 1517"/>
              <a:gd name="T53" fmla="*/ 7297113 h 1219"/>
              <a:gd name="T54" fmla="*/ 1562982000 w 1517"/>
              <a:gd name="T55" fmla="*/ 5838416 h 1219"/>
              <a:gd name="T56" fmla="*/ 1651267081 w 1517"/>
              <a:gd name="T57" fmla="*/ 4378509 h 1219"/>
              <a:gd name="T58" fmla="*/ 1742821578 w 1517"/>
              <a:gd name="T59" fmla="*/ 2918604 h 1219"/>
              <a:gd name="T60" fmla="*/ 1834377882 w 1517"/>
              <a:gd name="T61" fmla="*/ 1459906 h 1219"/>
              <a:gd name="T62" fmla="*/ 1929204055 w 1517"/>
              <a:gd name="T63" fmla="*/ 1459906 h 1219"/>
              <a:gd name="T64" fmla="*/ 2024027968 w 1517"/>
              <a:gd name="T65" fmla="*/ 0 h 1219"/>
              <a:gd name="T66" fmla="*/ 2027299192 w 1517"/>
              <a:gd name="T67" fmla="*/ 1459906 h 1219"/>
              <a:gd name="T68" fmla="*/ 2027299192 w 1517"/>
              <a:gd name="T69" fmla="*/ 1459906 h 1219"/>
              <a:gd name="T70" fmla="*/ 2027299192 w 1517"/>
              <a:gd name="T71" fmla="*/ 1459906 h 1219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1517"/>
              <a:gd name="T109" fmla="*/ 0 h 1219"/>
              <a:gd name="T110" fmla="*/ 1517 w 1517"/>
              <a:gd name="T111" fmla="*/ 1219 h 1219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1517" h="1219">
                <a:moveTo>
                  <a:pt x="0" y="1219"/>
                </a:moveTo>
                <a:lnTo>
                  <a:pt x="13" y="1155"/>
                </a:lnTo>
                <a:lnTo>
                  <a:pt x="28" y="1092"/>
                </a:lnTo>
                <a:lnTo>
                  <a:pt x="46" y="1031"/>
                </a:lnTo>
                <a:lnTo>
                  <a:pt x="68" y="970"/>
                </a:lnTo>
                <a:lnTo>
                  <a:pt x="92" y="911"/>
                </a:lnTo>
                <a:lnTo>
                  <a:pt x="118" y="853"/>
                </a:lnTo>
                <a:lnTo>
                  <a:pt x="147" y="797"/>
                </a:lnTo>
                <a:lnTo>
                  <a:pt x="179" y="742"/>
                </a:lnTo>
                <a:lnTo>
                  <a:pt x="213" y="688"/>
                </a:lnTo>
                <a:lnTo>
                  <a:pt x="250" y="636"/>
                </a:lnTo>
                <a:lnTo>
                  <a:pt x="289" y="586"/>
                </a:lnTo>
                <a:lnTo>
                  <a:pt x="330" y="537"/>
                </a:lnTo>
                <a:lnTo>
                  <a:pt x="374" y="490"/>
                </a:lnTo>
                <a:lnTo>
                  <a:pt x="419" y="445"/>
                </a:lnTo>
                <a:lnTo>
                  <a:pt x="467" y="402"/>
                </a:lnTo>
                <a:lnTo>
                  <a:pt x="516" y="360"/>
                </a:lnTo>
                <a:lnTo>
                  <a:pt x="568" y="321"/>
                </a:lnTo>
                <a:lnTo>
                  <a:pt x="621" y="283"/>
                </a:lnTo>
                <a:lnTo>
                  <a:pt x="676" y="248"/>
                </a:lnTo>
                <a:lnTo>
                  <a:pt x="732" y="214"/>
                </a:lnTo>
                <a:lnTo>
                  <a:pt x="790" y="183"/>
                </a:lnTo>
                <a:lnTo>
                  <a:pt x="850" y="154"/>
                </a:lnTo>
                <a:lnTo>
                  <a:pt x="911" y="127"/>
                </a:lnTo>
                <a:lnTo>
                  <a:pt x="974" y="103"/>
                </a:lnTo>
                <a:lnTo>
                  <a:pt x="1037" y="81"/>
                </a:lnTo>
                <a:lnTo>
                  <a:pt x="1102" y="62"/>
                </a:lnTo>
                <a:lnTo>
                  <a:pt x="1169" y="45"/>
                </a:lnTo>
                <a:lnTo>
                  <a:pt x="1236" y="31"/>
                </a:lnTo>
                <a:lnTo>
                  <a:pt x="1304" y="19"/>
                </a:lnTo>
                <a:lnTo>
                  <a:pt x="1373" y="10"/>
                </a:lnTo>
                <a:lnTo>
                  <a:pt x="1443" y="4"/>
                </a:lnTo>
                <a:lnTo>
                  <a:pt x="1514" y="0"/>
                </a:lnTo>
                <a:lnTo>
                  <a:pt x="1516" y="1"/>
                </a:lnTo>
                <a:lnTo>
                  <a:pt x="1517" y="1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6" name="Freeform 19"/>
          <p:cNvSpPr>
            <a:spLocks/>
          </p:cNvSpPr>
          <p:nvPr/>
        </p:nvSpPr>
        <p:spPr bwMode="auto">
          <a:xfrm>
            <a:off x="5447110" y="1700213"/>
            <a:ext cx="134540" cy="59531"/>
          </a:xfrm>
          <a:custGeom>
            <a:avLst/>
            <a:gdLst>
              <a:gd name="T0" fmla="*/ 3270642 w 99"/>
              <a:gd name="T1" fmla="*/ 6998031 h 67"/>
              <a:gd name="T2" fmla="*/ 130793071 w 99"/>
              <a:gd name="T3" fmla="*/ 4198581 h 67"/>
              <a:gd name="T4" fmla="*/ 0 w 99"/>
              <a:gd name="T5" fmla="*/ 0 h 67"/>
              <a:gd name="T6" fmla="*/ 42507472 w 99"/>
              <a:gd name="T7" fmla="*/ 4198581 h 67"/>
              <a:gd name="T8" fmla="*/ 3270642 w 99"/>
              <a:gd name="T9" fmla="*/ 6998031 h 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"/>
              <a:gd name="T16" fmla="*/ 0 h 67"/>
              <a:gd name="T17" fmla="*/ 99 w 99"/>
              <a:gd name="T18" fmla="*/ 67 h 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" h="67">
                <a:moveTo>
                  <a:pt x="1" y="67"/>
                </a:moveTo>
                <a:lnTo>
                  <a:pt x="99" y="32"/>
                </a:lnTo>
                <a:lnTo>
                  <a:pt x="0" y="0"/>
                </a:lnTo>
                <a:lnTo>
                  <a:pt x="31" y="33"/>
                </a:lnTo>
                <a:lnTo>
                  <a:pt x="1" y="67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67" name="Freeform 20"/>
          <p:cNvSpPr>
            <a:spLocks/>
          </p:cNvSpPr>
          <p:nvPr/>
        </p:nvSpPr>
        <p:spPr bwMode="auto">
          <a:xfrm>
            <a:off x="5586412" y="1728788"/>
            <a:ext cx="490538" cy="303610"/>
          </a:xfrm>
          <a:custGeom>
            <a:avLst/>
            <a:gdLst>
              <a:gd name="T0" fmla="*/ 0 w 348"/>
              <a:gd name="T1" fmla="*/ 1716197 h 309"/>
              <a:gd name="T2" fmla="*/ 21177688 w 348"/>
              <a:gd name="T3" fmla="*/ 0 h 309"/>
              <a:gd name="T4" fmla="*/ 42355376 w 348"/>
              <a:gd name="T5" fmla="*/ 0 h 309"/>
              <a:gd name="T6" fmla="*/ 91769978 w 348"/>
              <a:gd name="T7" fmla="*/ 1716197 h 309"/>
              <a:gd name="T8" fmla="*/ 137654982 w 348"/>
              <a:gd name="T9" fmla="*/ 1716197 h 309"/>
              <a:gd name="T10" fmla="*/ 180010343 w 348"/>
              <a:gd name="T11" fmla="*/ 3432395 h 309"/>
              <a:gd name="T12" fmla="*/ 222367583 w 348"/>
              <a:gd name="T13" fmla="*/ 5148592 h 309"/>
              <a:gd name="T14" fmla="*/ 268252617 w 348"/>
              <a:gd name="T15" fmla="*/ 6864790 h 309"/>
              <a:gd name="T16" fmla="*/ 303548751 w 348"/>
              <a:gd name="T17" fmla="*/ 10297184 h 309"/>
              <a:gd name="T18" fmla="*/ 342374498 w 348"/>
              <a:gd name="T19" fmla="*/ 13729580 h 309"/>
              <a:gd name="T20" fmla="*/ 381200246 w 348"/>
              <a:gd name="T21" fmla="*/ 17161973 h 309"/>
              <a:gd name="T22" fmla="*/ 416496380 w 348"/>
              <a:gd name="T23" fmla="*/ 20594367 h 309"/>
              <a:gd name="T24" fmla="*/ 448262901 w 348"/>
              <a:gd name="T25" fmla="*/ 24026766 h 309"/>
              <a:gd name="T26" fmla="*/ 480029422 w 348"/>
              <a:gd name="T27" fmla="*/ 29175356 h 309"/>
              <a:gd name="T28" fmla="*/ 508266446 w 348"/>
              <a:gd name="T29" fmla="*/ 36040144 h 309"/>
              <a:gd name="T30" fmla="*/ 529444127 w 348"/>
              <a:gd name="T31" fmla="*/ 41188734 h 309"/>
              <a:gd name="T32" fmla="*/ 550621807 w 348"/>
              <a:gd name="T33" fmla="*/ 48053532 h 309"/>
              <a:gd name="T34" fmla="*/ 568269875 w 348"/>
              <a:gd name="T35" fmla="*/ 53202122 h 309"/>
              <a:gd name="T36" fmla="*/ 582388328 w 348"/>
              <a:gd name="T37" fmla="*/ 60066910 h 30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348"/>
              <a:gd name="T58" fmla="*/ 0 h 309"/>
              <a:gd name="T59" fmla="*/ 348 w 348"/>
              <a:gd name="T60" fmla="*/ 309 h 309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348" h="309">
                <a:moveTo>
                  <a:pt x="0" y="1"/>
                </a:moveTo>
                <a:lnTo>
                  <a:pt x="13" y="0"/>
                </a:lnTo>
                <a:lnTo>
                  <a:pt x="26" y="0"/>
                </a:lnTo>
                <a:lnTo>
                  <a:pt x="54" y="1"/>
                </a:lnTo>
                <a:lnTo>
                  <a:pt x="81" y="6"/>
                </a:lnTo>
                <a:lnTo>
                  <a:pt x="107" y="13"/>
                </a:lnTo>
                <a:lnTo>
                  <a:pt x="133" y="23"/>
                </a:lnTo>
                <a:lnTo>
                  <a:pt x="158" y="35"/>
                </a:lnTo>
                <a:lnTo>
                  <a:pt x="182" y="50"/>
                </a:lnTo>
                <a:lnTo>
                  <a:pt x="205" y="67"/>
                </a:lnTo>
                <a:lnTo>
                  <a:pt x="227" y="86"/>
                </a:lnTo>
                <a:lnTo>
                  <a:pt x="248" y="107"/>
                </a:lnTo>
                <a:lnTo>
                  <a:pt x="267" y="131"/>
                </a:lnTo>
                <a:lnTo>
                  <a:pt x="285" y="156"/>
                </a:lnTo>
                <a:lnTo>
                  <a:pt x="301" y="184"/>
                </a:lnTo>
                <a:lnTo>
                  <a:pt x="315" y="213"/>
                </a:lnTo>
                <a:lnTo>
                  <a:pt x="328" y="243"/>
                </a:lnTo>
                <a:lnTo>
                  <a:pt x="339" y="275"/>
                </a:lnTo>
                <a:lnTo>
                  <a:pt x="348" y="309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8" name="Freeform 21"/>
          <p:cNvSpPr>
            <a:spLocks/>
          </p:cNvSpPr>
          <p:nvPr/>
        </p:nvSpPr>
        <p:spPr bwMode="auto">
          <a:xfrm>
            <a:off x="5463778" y="2032397"/>
            <a:ext cx="614363" cy="841772"/>
          </a:xfrm>
          <a:custGeom>
            <a:avLst/>
            <a:gdLst>
              <a:gd name="T0" fmla="*/ 610502408 w 452"/>
              <a:gd name="T1" fmla="*/ 0 h 928"/>
              <a:gd name="T2" fmla="*/ 607220372 w 452"/>
              <a:gd name="T3" fmla="*/ 7308657 h 928"/>
              <a:gd name="T4" fmla="*/ 600656300 w 452"/>
              <a:gd name="T5" fmla="*/ 14618524 h 928"/>
              <a:gd name="T6" fmla="*/ 587526344 w 452"/>
              <a:gd name="T7" fmla="*/ 23389398 h 928"/>
              <a:gd name="T8" fmla="*/ 571114352 w 452"/>
              <a:gd name="T9" fmla="*/ 29237048 h 928"/>
              <a:gd name="T10" fmla="*/ 548138288 w 452"/>
              <a:gd name="T11" fmla="*/ 38007918 h 928"/>
              <a:gd name="T12" fmla="*/ 521880188 w 452"/>
              <a:gd name="T13" fmla="*/ 43854367 h 928"/>
              <a:gd name="T14" fmla="*/ 492340052 w 452"/>
              <a:gd name="T15" fmla="*/ 52626447 h 928"/>
              <a:gd name="T16" fmla="*/ 452953695 w 452"/>
              <a:gd name="T17" fmla="*/ 59935101 h 928"/>
              <a:gd name="T18" fmla="*/ 410283603 w 452"/>
              <a:gd name="T19" fmla="*/ 65782751 h 928"/>
              <a:gd name="T20" fmla="*/ 364331476 w 452"/>
              <a:gd name="T21" fmla="*/ 73091406 h 928"/>
              <a:gd name="T22" fmla="*/ 315097312 w 452"/>
              <a:gd name="T23" fmla="*/ 80401289 h 928"/>
              <a:gd name="T24" fmla="*/ 259299076 w 452"/>
              <a:gd name="T25" fmla="*/ 86247729 h 928"/>
              <a:gd name="T26" fmla="*/ 203500784 w 452"/>
              <a:gd name="T27" fmla="*/ 93557594 h 928"/>
              <a:gd name="T28" fmla="*/ 137854628 w 452"/>
              <a:gd name="T29" fmla="*/ 99404034 h 928"/>
              <a:gd name="T30" fmla="*/ 72210256 w 452"/>
              <a:gd name="T31" fmla="*/ 105251684 h 928"/>
              <a:gd name="T32" fmla="*/ 0 w 452"/>
              <a:gd name="T33" fmla="*/ 111099333 h 92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452"/>
              <a:gd name="T52" fmla="*/ 0 h 928"/>
              <a:gd name="T53" fmla="*/ 452 w 452"/>
              <a:gd name="T54" fmla="*/ 928 h 92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452" h="928">
                <a:moveTo>
                  <a:pt x="452" y="0"/>
                </a:moveTo>
                <a:lnTo>
                  <a:pt x="450" y="64"/>
                </a:lnTo>
                <a:lnTo>
                  <a:pt x="445" y="127"/>
                </a:lnTo>
                <a:lnTo>
                  <a:pt x="435" y="190"/>
                </a:lnTo>
                <a:lnTo>
                  <a:pt x="422" y="253"/>
                </a:lnTo>
                <a:lnTo>
                  <a:pt x="406" y="314"/>
                </a:lnTo>
                <a:lnTo>
                  <a:pt x="386" y="375"/>
                </a:lnTo>
                <a:lnTo>
                  <a:pt x="363" y="436"/>
                </a:lnTo>
                <a:lnTo>
                  <a:pt x="336" y="495"/>
                </a:lnTo>
                <a:lnTo>
                  <a:pt x="305" y="554"/>
                </a:lnTo>
                <a:lnTo>
                  <a:pt x="271" y="611"/>
                </a:lnTo>
                <a:lnTo>
                  <a:pt x="234" y="667"/>
                </a:lnTo>
                <a:lnTo>
                  <a:pt x="194" y="722"/>
                </a:lnTo>
                <a:lnTo>
                  <a:pt x="150" y="776"/>
                </a:lnTo>
                <a:lnTo>
                  <a:pt x="103" y="828"/>
                </a:lnTo>
                <a:lnTo>
                  <a:pt x="53" y="879"/>
                </a:lnTo>
                <a:lnTo>
                  <a:pt x="0" y="928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9" name="Freeform 22"/>
          <p:cNvSpPr>
            <a:spLocks/>
          </p:cNvSpPr>
          <p:nvPr/>
        </p:nvSpPr>
        <p:spPr bwMode="auto">
          <a:xfrm>
            <a:off x="3398044" y="2080023"/>
            <a:ext cx="1438275" cy="726281"/>
          </a:xfrm>
          <a:custGeom>
            <a:avLst/>
            <a:gdLst>
              <a:gd name="T0" fmla="*/ 0 w 1062"/>
              <a:gd name="T1" fmla="*/ 94717226 h 802"/>
              <a:gd name="T2" fmla="*/ 32606316 w 1062"/>
              <a:gd name="T3" fmla="*/ 88888867 h 802"/>
              <a:gd name="T4" fmla="*/ 68473805 w 1062"/>
              <a:gd name="T5" fmla="*/ 84516691 h 802"/>
              <a:gd name="T6" fmla="*/ 101080107 w 1062"/>
              <a:gd name="T7" fmla="*/ 78688312 h 802"/>
              <a:gd name="T8" fmla="*/ 136947609 w 1062"/>
              <a:gd name="T9" fmla="*/ 74317344 h 802"/>
              <a:gd name="T10" fmla="*/ 172815083 w 1062"/>
              <a:gd name="T11" fmla="*/ 69945168 h 802"/>
              <a:gd name="T12" fmla="*/ 211943730 w 1062"/>
              <a:gd name="T13" fmla="*/ 65574200 h 802"/>
              <a:gd name="T14" fmla="*/ 251070626 w 1062"/>
              <a:gd name="T15" fmla="*/ 61202025 h 802"/>
              <a:gd name="T16" fmla="*/ 290199273 w 1062"/>
              <a:gd name="T17" fmla="*/ 56831057 h 802"/>
              <a:gd name="T18" fmla="*/ 329327919 w 1062"/>
              <a:gd name="T19" fmla="*/ 52458881 h 802"/>
              <a:gd name="T20" fmla="*/ 368454759 w 1062"/>
              <a:gd name="T21" fmla="*/ 49544097 h 802"/>
              <a:gd name="T22" fmla="*/ 410844577 w 1062"/>
              <a:gd name="T23" fmla="*/ 45173129 h 802"/>
              <a:gd name="T24" fmla="*/ 449971418 w 1062"/>
              <a:gd name="T25" fmla="*/ 40800954 h 802"/>
              <a:gd name="T26" fmla="*/ 498881887 w 1062"/>
              <a:gd name="T27" fmla="*/ 37887368 h 802"/>
              <a:gd name="T28" fmla="*/ 538010533 w 1062"/>
              <a:gd name="T29" fmla="*/ 33515192 h 802"/>
              <a:gd name="T30" fmla="*/ 583659717 w 1062"/>
              <a:gd name="T31" fmla="*/ 30601616 h 802"/>
              <a:gd name="T32" fmla="*/ 626047729 w 1062"/>
              <a:gd name="T33" fmla="*/ 27686832 h 802"/>
              <a:gd name="T34" fmla="*/ 671696914 w 1062"/>
              <a:gd name="T35" fmla="*/ 26229441 h 802"/>
              <a:gd name="T36" fmla="*/ 717346098 w 1062"/>
              <a:gd name="T37" fmla="*/ 21858472 h 802"/>
              <a:gd name="T38" fmla="*/ 766256454 w 1062"/>
              <a:gd name="T39" fmla="*/ 18943684 h 802"/>
              <a:gd name="T40" fmla="*/ 808644467 w 1062"/>
              <a:gd name="T41" fmla="*/ 17486292 h 802"/>
              <a:gd name="T42" fmla="*/ 860815995 w 1062"/>
              <a:gd name="T43" fmla="*/ 14571508 h 802"/>
              <a:gd name="T44" fmla="*/ 906465179 w 1062"/>
              <a:gd name="T45" fmla="*/ 13115324 h 802"/>
              <a:gd name="T46" fmla="*/ 955375761 w 1062"/>
              <a:gd name="T47" fmla="*/ 10200540 h 802"/>
              <a:gd name="T48" fmla="*/ 1004286117 w 1062"/>
              <a:gd name="T49" fmla="*/ 8743146 h 802"/>
              <a:gd name="T50" fmla="*/ 1053194668 w 1062"/>
              <a:gd name="T51" fmla="*/ 7285754 h 802"/>
              <a:gd name="T52" fmla="*/ 1102105024 w 1062"/>
              <a:gd name="T53" fmla="*/ 5828362 h 802"/>
              <a:gd name="T54" fmla="*/ 1154276552 w 1062"/>
              <a:gd name="T55" fmla="*/ 4372177 h 802"/>
              <a:gd name="T56" fmla="*/ 1203185103 w 1062"/>
              <a:gd name="T57" fmla="*/ 2914785 h 802"/>
              <a:gd name="T58" fmla="*/ 1252095459 w 1062"/>
              <a:gd name="T59" fmla="*/ 2914785 h 802"/>
              <a:gd name="T60" fmla="*/ 1304266987 w 1062"/>
              <a:gd name="T61" fmla="*/ 1457392 h 802"/>
              <a:gd name="T62" fmla="*/ 1356436709 w 1062"/>
              <a:gd name="T63" fmla="*/ 1457392 h 802"/>
              <a:gd name="T64" fmla="*/ 1408608238 w 1062"/>
              <a:gd name="T65" fmla="*/ 0 h 80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062"/>
              <a:gd name="T100" fmla="*/ 0 h 802"/>
              <a:gd name="T101" fmla="*/ 1062 w 1062"/>
              <a:gd name="T102" fmla="*/ 802 h 802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062" h="802">
                <a:moveTo>
                  <a:pt x="0" y="802"/>
                </a:moveTo>
                <a:lnTo>
                  <a:pt x="25" y="758"/>
                </a:lnTo>
                <a:lnTo>
                  <a:pt x="50" y="716"/>
                </a:lnTo>
                <a:lnTo>
                  <a:pt x="77" y="674"/>
                </a:lnTo>
                <a:lnTo>
                  <a:pt x="104" y="633"/>
                </a:lnTo>
                <a:lnTo>
                  <a:pt x="131" y="594"/>
                </a:lnTo>
                <a:lnTo>
                  <a:pt x="159" y="556"/>
                </a:lnTo>
                <a:lnTo>
                  <a:pt x="188" y="519"/>
                </a:lnTo>
                <a:lnTo>
                  <a:pt x="218" y="483"/>
                </a:lnTo>
                <a:lnTo>
                  <a:pt x="248" y="448"/>
                </a:lnTo>
                <a:lnTo>
                  <a:pt x="278" y="414"/>
                </a:lnTo>
                <a:lnTo>
                  <a:pt x="310" y="382"/>
                </a:lnTo>
                <a:lnTo>
                  <a:pt x="341" y="351"/>
                </a:lnTo>
                <a:lnTo>
                  <a:pt x="374" y="321"/>
                </a:lnTo>
                <a:lnTo>
                  <a:pt x="406" y="292"/>
                </a:lnTo>
                <a:lnTo>
                  <a:pt x="440" y="265"/>
                </a:lnTo>
                <a:lnTo>
                  <a:pt x="473" y="238"/>
                </a:lnTo>
                <a:lnTo>
                  <a:pt x="507" y="213"/>
                </a:lnTo>
                <a:lnTo>
                  <a:pt x="542" y="190"/>
                </a:lnTo>
                <a:lnTo>
                  <a:pt x="577" y="167"/>
                </a:lnTo>
                <a:lnTo>
                  <a:pt x="612" y="146"/>
                </a:lnTo>
                <a:lnTo>
                  <a:pt x="648" y="126"/>
                </a:lnTo>
                <a:lnTo>
                  <a:pt x="684" y="108"/>
                </a:lnTo>
                <a:lnTo>
                  <a:pt x="721" y="91"/>
                </a:lnTo>
                <a:lnTo>
                  <a:pt x="758" y="75"/>
                </a:lnTo>
                <a:lnTo>
                  <a:pt x="795" y="61"/>
                </a:lnTo>
                <a:lnTo>
                  <a:pt x="832" y="48"/>
                </a:lnTo>
                <a:lnTo>
                  <a:pt x="870" y="36"/>
                </a:lnTo>
                <a:lnTo>
                  <a:pt x="908" y="26"/>
                </a:lnTo>
                <a:lnTo>
                  <a:pt x="946" y="18"/>
                </a:lnTo>
                <a:lnTo>
                  <a:pt x="985" y="10"/>
                </a:lnTo>
                <a:lnTo>
                  <a:pt x="1023" y="4"/>
                </a:lnTo>
                <a:lnTo>
                  <a:pt x="1062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0" name="Freeform 23"/>
          <p:cNvSpPr>
            <a:spLocks/>
          </p:cNvSpPr>
          <p:nvPr/>
        </p:nvSpPr>
        <p:spPr bwMode="auto">
          <a:xfrm>
            <a:off x="4792267" y="2051447"/>
            <a:ext cx="135731" cy="60722"/>
          </a:xfrm>
          <a:custGeom>
            <a:avLst/>
            <a:gdLst>
              <a:gd name="T0" fmla="*/ 6418341 w 101"/>
              <a:gd name="T1" fmla="*/ 7340956 h 67"/>
              <a:gd name="T2" fmla="*/ 128382965 w 101"/>
              <a:gd name="T3" fmla="*/ 2936383 h 67"/>
              <a:gd name="T4" fmla="*/ 0 w 101"/>
              <a:gd name="T5" fmla="*/ 0 h 67"/>
              <a:gd name="T6" fmla="*/ 41724594 w 101"/>
              <a:gd name="T7" fmla="*/ 4404574 h 67"/>
              <a:gd name="T8" fmla="*/ 6418341 w 101"/>
              <a:gd name="T9" fmla="*/ 7340956 h 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1"/>
              <a:gd name="T16" fmla="*/ 0 h 67"/>
              <a:gd name="T17" fmla="*/ 101 w 101"/>
              <a:gd name="T18" fmla="*/ 67 h 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1" h="67">
                <a:moveTo>
                  <a:pt x="4" y="67"/>
                </a:moveTo>
                <a:lnTo>
                  <a:pt x="101" y="27"/>
                </a:lnTo>
                <a:lnTo>
                  <a:pt x="0" y="0"/>
                </a:lnTo>
                <a:lnTo>
                  <a:pt x="33" y="31"/>
                </a:lnTo>
                <a:lnTo>
                  <a:pt x="4" y="67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71" name="Freeform 24"/>
          <p:cNvSpPr>
            <a:spLocks/>
          </p:cNvSpPr>
          <p:nvPr/>
        </p:nvSpPr>
        <p:spPr bwMode="auto">
          <a:xfrm>
            <a:off x="4836319" y="2075260"/>
            <a:ext cx="441722" cy="66675"/>
          </a:xfrm>
          <a:custGeom>
            <a:avLst/>
            <a:gdLst>
              <a:gd name="T0" fmla="*/ 0 w 324"/>
              <a:gd name="T1" fmla="*/ 0 h 73"/>
              <a:gd name="T2" fmla="*/ 3299283 w 324"/>
              <a:gd name="T3" fmla="*/ 0 h 73"/>
              <a:gd name="T4" fmla="*/ 3299283 w 324"/>
              <a:gd name="T5" fmla="*/ 0 h 73"/>
              <a:gd name="T6" fmla="*/ 59378005 w 324"/>
              <a:gd name="T7" fmla="*/ 1471112 h 73"/>
              <a:gd name="T8" fmla="*/ 122053504 w 324"/>
              <a:gd name="T9" fmla="*/ 1471112 h 73"/>
              <a:gd name="T10" fmla="*/ 178132213 w 324"/>
              <a:gd name="T11" fmla="*/ 1471112 h 73"/>
              <a:gd name="T12" fmla="*/ 234210922 w 324"/>
              <a:gd name="T13" fmla="*/ 2942225 h 73"/>
              <a:gd name="T14" fmla="*/ 286992223 w 324"/>
              <a:gd name="T15" fmla="*/ 2942225 h 73"/>
              <a:gd name="T16" fmla="*/ 343070932 w 324"/>
              <a:gd name="T17" fmla="*/ 4413336 h 73"/>
              <a:gd name="T18" fmla="*/ 395850359 w 324"/>
              <a:gd name="T19" fmla="*/ 7356779 h 73"/>
              <a:gd name="T20" fmla="*/ 445332321 w 324"/>
              <a:gd name="T21" fmla="*/ 8827890 h 7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24"/>
              <a:gd name="T34" fmla="*/ 0 h 73"/>
              <a:gd name="T35" fmla="*/ 324 w 324"/>
              <a:gd name="T36" fmla="*/ 73 h 7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24" h="73">
                <a:moveTo>
                  <a:pt x="0" y="0"/>
                </a:moveTo>
                <a:lnTo>
                  <a:pt x="1" y="0"/>
                </a:lnTo>
                <a:lnTo>
                  <a:pt x="45" y="1"/>
                </a:lnTo>
                <a:lnTo>
                  <a:pt x="88" y="5"/>
                </a:lnTo>
                <a:lnTo>
                  <a:pt x="130" y="11"/>
                </a:lnTo>
                <a:lnTo>
                  <a:pt x="172" y="19"/>
                </a:lnTo>
                <a:lnTo>
                  <a:pt x="212" y="29"/>
                </a:lnTo>
                <a:lnTo>
                  <a:pt x="251" y="42"/>
                </a:lnTo>
                <a:lnTo>
                  <a:pt x="289" y="56"/>
                </a:lnTo>
                <a:lnTo>
                  <a:pt x="324" y="73"/>
                </a:lnTo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72" name="Freeform 25"/>
          <p:cNvSpPr>
            <a:spLocks/>
          </p:cNvSpPr>
          <p:nvPr/>
        </p:nvSpPr>
        <p:spPr bwMode="auto">
          <a:xfrm>
            <a:off x="3432573" y="2431256"/>
            <a:ext cx="1173956" cy="414338"/>
          </a:xfrm>
          <a:custGeom>
            <a:avLst/>
            <a:gdLst>
              <a:gd name="T0" fmla="*/ 0 w 866"/>
              <a:gd name="T1" fmla="*/ 54004712 h 457"/>
              <a:gd name="T2" fmla="*/ 45727359 w 866"/>
              <a:gd name="T3" fmla="*/ 48165909 h 457"/>
              <a:gd name="T4" fmla="*/ 91452911 w 866"/>
              <a:gd name="T5" fmla="*/ 43787412 h 457"/>
              <a:gd name="T6" fmla="*/ 146978615 w 866"/>
              <a:gd name="T7" fmla="*/ 39408905 h 457"/>
              <a:gd name="T8" fmla="*/ 202502482 w 866"/>
              <a:gd name="T9" fmla="*/ 33570102 h 457"/>
              <a:gd name="T10" fmla="*/ 264560433 w 866"/>
              <a:gd name="T11" fmla="*/ 29191605 h 457"/>
              <a:gd name="T12" fmla="*/ 326618328 w 866"/>
              <a:gd name="T13" fmla="*/ 26272203 h 457"/>
              <a:gd name="T14" fmla="*/ 398474552 w 866"/>
              <a:gd name="T15" fmla="*/ 21893706 h 457"/>
              <a:gd name="T16" fmla="*/ 473595078 w 866"/>
              <a:gd name="T17" fmla="*/ 17515204 h 457"/>
              <a:gd name="T18" fmla="*/ 545451415 w 866"/>
              <a:gd name="T19" fmla="*/ 14595802 h 457"/>
              <a:gd name="T20" fmla="*/ 627105969 w 866"/>
              <a:gd name="T21" fmla="*/ 11676401 h 457"/>
              <a:gd name="T22" fmla="*/ 708760523 w 866"/>
              <a:gd name="T23" fmla="*/ 8756997 h 457"/>
              <a:gd name="T24" fmla="*/ 793681186 w 866"/>
              <a:gd name="T25" fmla="*/ 5838805 h 457"/>
              <a:gd name="T26" fmla="*/ 878601850 w 866"/>
              <a:gd name="T27" fmla="*/ 4378499 h 457"/>
              <a:gd name="T28" fmla="*/ 970054959 w 866"/>
              <a:gd name="T29" fmla="*/ 2919402 h 457"/>
              <a:gd name="T30" fmla="*/ 1058241732 w 866"/>
              <a:gd name="T31" fmla="*/ 1459097 h 457"/>
              <a:gd name="T32" fmla="*/ 1152960725 w 866"/>
              <a:gd name="T33" fmla="*/ 0 h 45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866"/>
              <a:gd name="T52" fmla="*/ 0 h 457"/>
              <a:gd name="T53" fmla="*/ 866 w 866"/>
              <a:gd name="T54" fmla="*/ 457 h 45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866" h="457">
                <a:moveTo>
                  <a:pt x="0" y="457"/>
                </a:moveTo>
                <a:lnTo>
                  <a:pt x="33" y="412"/>
                </a:lnTo>
                <a:lnTo>
                  <a:pt x="69" y="368"/>
                </a:lnTo>
                <a:lnTo>
                  <a:pt x="109" y="327"/>
                </a:lnTo>
                <a:lnTo>
                  <a:pt x="152" y="288"/>
                </a:lnTo>
                <a:lnTo>
                  <a:pt x="198" y="250"/>
                </a:lnTo>
                <a:lnTo>
                  <a:pt x="247" y="215"/>
                </a:lnTo>
                <a:lnTo>
                  <a:pt x="299" y="182"/>
                </a:lnTo>
                <a:lnTo>
                  <a:pt x="354" y="152"/>
                </a:lnTo>
                <a:lnTo>
                  <a:pt x="411" y="123"/>
                </a:lnTo>
                <a:lnTo>
                  <a:pt x="470" y="98"/>
                </a:lnTo>
                <a:lnTo>
                  <a:pt x="532" y="75"/>
                </a:lnTo>
                <a:lnTo>
                  <a:pt x="595" y="54"/>
                </a:lnTo>
                <a:lnTo>
                  <a:pt x="661" y="36"/>
                </a:lnTo>
                <a:lnTo>
                  <a:pt x="728" y="21"/>
                </a:lnTo>
                <a:lnTo>
                  <a:pt x="796" y="9"/>
                </a:lnTo>
                <a:lnTo>
                  <a:pt x="866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3" name="Freeform 26"/>
          <p:cNvSpPr>
            <a:spLocks/>
          </p:cNvSpPr>
          <p:nvPr/>
        </p:nvSpPr>
        <p:spPr bwMode="auto">
          <a:xfrm>
            <a:off x="4560094" y="2403872"/>
            <a:ext cx="139304" cy="61913"/>
          </a:xfrm>
          <a:custGeom>
            <a:avLst/>
            <a:gdLst>
              <a:gd name="T0" fmla="*/ 6621013 w 102"/>
              <a:gd name="T1" fmla="*/ 7484943 h 67"/>
              <a:gd name="T2" fmla="*/ 142351803 w 102"/>
              <a:gd name="T3" fmla="*/ 2993977 h 67"/>
              <a:gd name="T4" fmla="*/ 0 w 102"/>
              <a:gd name="T5" fmla="*/ 0 h 67"/>
              <a:gd name="T6" fmla="*/ 46347094 w 102"/>
              <a:gd name="T7" fmla="*/ 4490966 h 67"/>
              <a:gd name="T8" fmla="*/ 6621013 w 102"/>
              <a:gd name="T9" fmla="*/ 7484943 h 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"/>
              <a:gd name="T16" fmla="*/ 0 h 67"/>
              <a:gd name="T17" fmla="*/ 102 w 102"/>
              <a:gd name="T18" fmla="*/ 67 h 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" h="67">
                <a:moveTo>
                  <a:pt x="6" y="67"/>
                </a:moveTo>
                <a:lnTo>
                  <a:pt x="102" y="24"/>
                </a:lnTo>
                <a:lnTo>
                  <a:pt x="0" y="0"/>
                </a:lnTo>
                <a:lnTo>
                  <a:pt x="34" y="30"/>
                </a:lnTo>
                <a:lnTo>
                  <a:pt x="6" y="67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74" name="Freeform 27"/>
          <p:cNvSpPr>
            <a:spLocks/>
          </p:cNvSpPr>
          <p:nvPr/>
        </p:nvSpPr>
        <p:spPr bwMode="auto">
          <a:xfrm>
            <a:off x="4676775" y="2425304"/>
            <a:ext cx="748904" cy="477440"/>
          </a:xfrm>
          <a:custGeom>
            <a:avLst/>
            <a:gdLst>
              <a:gd name="T0" fmla="*/ 0 w 553"/>
              <a:gd name="T1" fmla="*/ 1456434 h 528"/>
              <a:gd name="T2" fmla="*/ 16281767 w 553"/>
              <a:gd name="T3" fmla="*/ 0 h 528"/>
              <a:gd name="T4" fmla="*/ 32563534 w 553"/>
              <a:gd name="T5" fmla="*/ 0 h 528"/>
              <a:gd name="T6" fmla="*/ 68382697 w 553"/>
              <a:gd name="T7" fmla="*/ 1456434 h 528"/>
              <a:gd name="T8" fmla="*/ 104203652 w 553"/>
              <a:gd name="T9" fmla="*/ 1456434 h 528"/>
              <a:gd name="T10" fmla="*/ 140022830 w 553"/>
              <a:gd name="T11" fmla="*/ 1456434 h 528"/>
              <a:gd name="T12" fmla="*/ 172586349 w 553"/>
              <a:gd name="T13" fmla="*/ 1456434 h 528"/>
              <a:gd name="T14" fmla="*/ 208407304 w 553"/>
              <a:gd name="T15" fmla="*/ 2912868 h 528"/>
              <a:gd name="T16" fmla="*/ 240970880 w 553"/>
              <a:gd name="T17" fmla="*/ 2912868 h 528"/>
              <a:gd name="T18" fmla="*/ 273534400 w 553"/>
              <a:gd name="T19" fmla="*/ 4368095 h 528"/>
              <a:gd name="T20" fmla="*/ 302840484 w 553"/>
              <a:gd name="T21" fmla="*/ 4368095 h 528"/>
              <a:gd name="T22" fmla="*/ 335404004 w 553"/>
              <a:gd name="T23" fmla="*/ 5824530 h 528"/>
              <a:gd name="T24" fmla="*/ 364711894 w 553"/>
              <a:gd name="T25" fmla="*/ 7280963 h 528"/>
              <a:gd name="T26" fmla="*/ 394019783 w 553"/>
              <a:gd name="T27" fmla="*/ 8737396 h 528"/>
              <a:gd name="T28" fmla="*/ 420070238 w 553"/>
              <a:gd name="T29" fmla="*/ 10193832 h 528"/>
              <a:gd name="T30" fmla="*/ 475428695 w 553"/>
              <a:gd name="T31" fmla="*/ 14561926 h 528"/>
              <a:gd name="T32" fmla="*/ 527529604 w 553"/>
              <a:gd name="T33" fmla="*/ 17474792 h 528"/>
              <a:gd name="T34" fmla="*/ 569861819 w 553"/>
              <a:gd name="T35" fmla="*/ 21842891 h 528"/>
              <a:gd name="T36" fmla="*/ 608938403 w 553"/>
              <a:gd name="T37" fmla="*/ 27667418 h 528"/>
              <a:gd name="T38" fmla="*/ 628475793 w 553"/>
              <a:gd name="T39" fmla="*/ 30580284 h 528"/>
              <a:gd name="T40" fmla="*/ 644757553 w 553"/>
              <a:gd name="T41" fmla="*/ 32036718 h 528"/>
              <a:gd name="T42" fmla="*/ 661039313 w 553"/>
              <a:gd name="T43" fmla="*/ 34948378 h 528"/>
              <a:gd name="T44" fmla="*/ 674065443 w 553"/>
              <a:gd name="T45" fmla="*/ 37861245 h 528"/>
              <a:gd name="T46" fmla="*/ 687091573 w 553"/>
              <a:gd name="T47" fmla="*/ 40772915 h 528"/>
              <a:gd name="T48" fmla="*/ 700115897 w 553"/>
              <a:gd name="T49" fmla="*/ 43685782 h 528"/>
              <a:gd name="T50" fmla="*/ 706628962 w 553"/>
              <a:gd name="T51" fmla="*/ 46598648 h 528"/>
              <a:gd name="T52" fmla="*/ 713142027 w 553"/>
              <a:gd name="T53" fmla="*/ 49510309 h 528"/>
              <a:gd name="T54" fmla="*/ 722910722 w 553"/>
              <a:gd name="T55" fmla="*/ 52423175 h 528"/>
              <a:gd name="T56" fmla="*/ 722910722 w 553"/>
              <a:gd name="T57" fmla="*/ 55334836 h 528"/>
              <a:gd name="T58" fmla="*/ 726166352 w 553"/>
              <a:gd name="T59" fmla="*/ 59704136 h 528"/>
              <a:gd name="T60" fmla="*/ 729423787 w 553"/>
              <a:gd name="T61" fmla="*/ 62615796 h 528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553"/>
              <a:gd name="T94" fmla="*/ 0 h 528"/>
              <a:gd name="T95" fmla="*/ 553 w 553"/>
              <a:gd name="T96" fmla="*/ 528 h 528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553" h="528">
                <a:moveTo>
                  <a:pt x="0" y="1"/>
                </a:moveTo>
                <a:lnTo>
                  <a:pt x="13" y="0"/>
                </a:lnTo>
                <a:lnTo>
                  <a:pt x="25" y="0"/>
                </a:lnTo>
                <a:lnTo>
                  <a:pt x="52" y="1"/>
                </a:lnTo>
                <a:lnTo>
                  <a:pt x="79" y="3"/>
                </a:lnTo>
                <a:lnTo>
                  <a:pt x="106" y="6"/>
                </a:lnTo>
                <a:lnTo>
                  <a:pt x="132" y="11"/>
                </a:lnTo>
                <a:lnTo>
                  <a:pt x="157" y="17"/>
                </a:lnTo>
                <a:lnTo>
                  <a:pt x="182" y="24"/>
                </a:lnTo>
                <a:lnTo>
                  <a:pt x="207" y="32"/>
                </a:lnTo>
                <a:lnTo>
                  <a:pt x="231" y="41"/>
                </a:lnTo>
                <a:lnTo>
                  <a:pt x="254" y="52"/>
                </a:lnTo>
                <a:lnTo>
                  <a:pt x="277" y="64"/>
                </a:lnTo>
                <a:lnTo>
                  <a:pt x="299" y="76"/>
                </a:lnTo>
                <a:lnTo>
                  <a:pt x="320" y="90"/>
                </a:lnTo>
                <a:lnTo>
                  <a:pt x="361" y="120"/>
                </a:lnTo>
                <a:lnTo>
                  <a:pt x="399" y="155"/>
                </a:lnTo>
                <a:lnTo>
                  <a:pt x="433" y="192"/>
                </a:lnTo>
                <a:lnTo>
                  <a:pt x="463" y="233"/>
                </a:lnTo>
                <a:lnTo>
                  <a:pt x="477" y="254"/>
                </a:lnTo>
                <a:lnTo>
                  <a:pt x="489" y="276"/>
                </a:lnTo>
                <a:lnTo>
                  <a:pt x="501" y="299"/>
                </a:lnTo>
                <a:lnTo>
                  <a:pt x="512" y="322"/>
                </a:lnTo>
                <a:lnTo>
                  <a:pt x="521" y="346"/>
                </a:lnTo>
                <a:lnTo>
                  <a:pt x="529" y="371"/>
                </a:lnTo>
                <a:lnTo>
                  <a:pt x="536" y="396"/>
                </a:lnTo>
                <a:lnTo>
                  <a:pt x="542" y="422"/>
                </a:lnTo>
                <a:lnTo>
                  <a:pt x="547" y="448"/>
                </a:lnTo>
                <a:lnTo>
                  <a:pt x="550" y="474"/>
                </a:lnTo>
                <a:lnTo>
                  <a:pt x="552" y="501"/>
                </a:lnTo>
                <a:lnTo>
                  <a:pt x="553" y="528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5" name="Freeform 28"/>
          <p:cNvSpPr>
            <a:spLocks/>
          </p:cNvSpPr>
          <p:nvPr/>
        </p:nvSpPr>
        <p:spPr bwMode="auto">
          <a:xfrm>
            <a:off x="5287566" y="2143126"/>
            <a:ext cx="310753" cy="679847"/>
          </a:xfrm>
          <a:custGeom>
            <a:avLst/>
            <a:gdLst>
              <a:gd name="T0" fmla="*/ 0 w 228"/>
              <a:gd name="T1" fmla="*/ 0 h 749"/>
              <a:gd name="T2" fmla="*/ 36283568 w 228"/>
              <a:gd name="T3" fmla="*/ 1465590 h 749"/>
              <a:gd name="T4" fmla="*/ 69268797 w 228"/>
              <a:gd name="T5" fmla="*/ 2929969 h 749"/>
              <a:gd name="T6" fmla="*/ 92357175 w 228"/>
              <a:gd name="T7" fmla="*/ 4395559 h 749"/>
              <a:gd name="T8" fmla="*/ 115447370 w 228"/>
              <a:gd name="T9" fmla="*/ 5861149 h 749"/>
              <a:gd name="T10" fmla="*/ 141834116 w 228"/>
              <a:gd name="T11" fmla="*/ 7326738 h 749"/>
              <a:gd name="T12" fmla="*/ 161625972 w 228"/>
              <a:gd name="T13" fmla="*/ 8791117 h 749"/>
              <a:gd name="T14" fmla="*/ 181416010 w 228"/>
              <a:gd name="T15" fmla="*/ 10256709 h 749"/>
              <a:gd name="T16" fmla="*/ 197909526 w 228"/>
              <a:gd name="T17" fmla="*/ 13186677 h 749"/>
              <a:gd name="T18" fmla="*/ 220997904 w 228"/>
              <a:gd name="T19" fmla="*/ 14652266 h 749"/>
              <a:gd name="T20" fmla="*/ 230894740 w 228"/>
              <a:gd name="T21" fmla="*/ 17583445 h 749"/>
              <a:gd name="T22" fmla="*/ 247386495 w 228"/>
              <a:gd name="T23" fmla="*/ 19047824 h 749"/>
              <a:gd name="T24" fmla="*/ 260579854 w 228"/>
              <a:gd name="T25" fmla="*/ 21979007 h 749"/>
              <a:gd name="T26" fmla="*/ 273775030 w 228"/>
              <a:gd name="T27" fmla="*/ 24908975 h 749"/>
              <a:gd name="T28" fmla="*/ 280371710 w 228"/>
              <a:gd name="T29" fmla="*/ 26374564 h 749"/>
              <a:gd name="T30" fmla="*/ 286968389 w 228"/>
              <a:gd name="T31" fmla="*/ 29304533 h 749"/>
              <a:gd name="T32" fmla="*/ 296863408 w 228"/>
              <a:gd name="T33" fmla="*/ 32235711 h 749"/>
              <a:gd name="T34" fmla="*/ 303460088 w 228"/>
              <a:gd name="T35" fmla="*/ 36631269 h 749"/>
              <a:gd name="T36" fmla="*/ 306758427 w 228"/>
              <a:gd name="T37" fmla="*/ 38096858 h 749"/>
              <a:gd name="T38" fmla="*/ 310056767 w 228"/>
              <a:gd name="T39" fmla="*/ 41026836 h 749"/>
              <a:gd name="T40" fmla="*/ 313356924 w 228"/>
              <a:gd name="T41" fmla="*/ 45422393 h 749"/>
              <a:gd name="T42" fmla="*/ 313356924 w 228"/>
              <a:gd name="T43" fmla="*/ 46887982 h 749"/>
              <a:gd name="T44" fmla="*/ 310056767 w 228"/>
              <a:gd name="T45" fmla="*/ 51283540 h 749"/>
              <a:gd name="T46" fmla="*/ 306758427 w 228"/>
              <a:gd name="T47" fmla="*/ 54213508 h 749"/>
              <a:gd name="T48" fmla="*/ 303460088 w 228"/>
              <a:gd name="T49" fmla="*/ 57144686 h 749"/>
              <a:gd name="T50" fmla="*/ 296863408 w 228"/>
              <a:gd name="T51" fmla="*/ 60074655 h 749"/>
              <a:gd name="T52" fmla="*/ 286968389 w 228"/>
              <a:gd name="T53" fmla="*/ 63005833 h 749"/>
              <a:gd name="T54" fmla="*/ 280371710 w 228"/>
              <a:gd name="T55" fmla="*/ 67401391 h 749"/>
              <a:gd name="T56" fmla="*/ 273775030 w 228"/>
              <a:gd name="T57" fmla="*/ 70331359 h 749"/>
              <a:gd name="T58" fmla="*/ 260579854 w 228"/>
              <a:gd name="T59" fmla="*/ 73262537 h 749"/>
              <a:gd name="T60" fmla="*/ 247386495 w 228"/>
              <a:gd name="T61" fmla="*/ 76192506 h 749"/>
              <a:gd name="T62" fmla="*/ 230894740 w 228"/>
              <a:gd name="T63" fmla="*/ 80588082 h 749"/>
              <a:gd name="T64" fmla="*/ 211102885 w 228"/>
              <a:gd name="T65" fmla="*/ 83519260 h 749"/>
              <a:gd name="T66" fmla="*/ 194611186 w 228"/>
              <a:gd name="T67" fmla="*/ 86449229 h 749"/>
              <a:gd name="T68" fmla="*/ 178117670 w 228"/>
              <a:gd name="T69" fmla="*/ 90844786 h 749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228"/>
              <a:gd name="T106" fmla="*/ 0 h 749"/>
              <a:gd name="T107" fmla="*/ 228 w 228"/>
              <a:gd name="T108" fmla="*/ 749 h 749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228" h="749">
                <a:moveTo>
                  <a:pt x="0" y="0"/>
                </a:moveTo>
                <a:lnTo>
                  <a:pt x="26" y="10"/>
                </a:lnTo>
                <a:lnTo>
                  <a:pt x="50" y="22"/>
                </a:lnTo>
                <a:lnTo>
                  <a:pt x="69" y="33"/>
                </a:lnTo>
                <a:lnTo>
                  <a:pt x="86" y="45"/>
                </a:lnTo>
                <a:lnTo>
                  <a:pt x="103" y="59"/>
                </a:lnTo>
                <a:lnTo>
                  <a:pt x="118" y="74"/>
                </a:lnTo>
                <a:lnTo>
                  <a:pt x="133" y="89"/>
                </a:lnTo>
                <a:lnTo>
                  <a:pt x="146" y="106"/>
                </a:lnTo>
                <a:lnTo>
                  <a:pt x="159" y="124"/>
                </a:lnTo>
                <a:lnTo>
                  <a:pt x="170" y="142"/>
                </a:lnTo>
                <a:lnTo>
                  <a:pt x="181" y="162"/>
                </a:lnTo>
                <a:lnTo>
                  <a:pt x="190" y="182"/>
                </a:lnTo>
                <a:lnTo>
                  <a:pt x="199" y="203"/>
                </a:lnTo>
                <a:lnTo>
                  <a:pt x="206" y="225"/>
                </a:lnTo>
                <a:lnTo>
                  <a:pt x="212" y="248"/>
                </a:lnTo>
                <a:lnTo>
                  <a:pt x="218" y="271"/>
                </a:lnTo>
                <a:lnTo>
                  <a:pt x="222" y="295"/>
                </a:lnTo>
                <a:lnTo>
                  <a:pt x="225" y="319"/>
                </a:lnTo>
                <a:lnTo>
                  <a:pt x="227" y="344"/>
                </a:lnTo>
                <a:lnTo>
                  <a:pt x="228" y="369"/>
                </a:lnTo>
                <a:lnTo>
                  <a:pt x="228" y="395"/>
                </a:lnTo>
                <a:lnTo>
                  <a:pt x="227" y="422"/>
                </a:lnTo>
                <a:lnTo>
                  <a:pt x="225" y="448"/>
                </a:lnTo>
                <a:lnTo>
                  <a:pt x="222" y="475"/>
                </a:lnTo>
                <a:lnTo>
                  <a:pt x="217" y="502"/>
                </a:lnTo>
                <a:lnTo>
                  <a:pt x="212" y="529"/>
                </a:lnTo>
                <a:lnTo>
                  <a:pt x="205" y="557"/>
                </a:lnTo>
                <a:lnTo>
                  <a:pt x="198" y="584"/>
                </a:lnTo>
                <a:lnTo>
                  <a:pt x="189" y="612"/>
                </a:lnTo>
                <a:lnTo>
                  <a:pt x="179" y="639"/>
                </a:lnTo>
                <a:lnTo>
                  <a:pt x="168" y="667"/>
                </a:lnTo>
                <a:lnTo>
                  <a:pt x="156" y="694"/>
                </a:lnTo>
                <a:lnTo>
                  <a:pt x="142" y="722"/>
                </a:lnTo>
                <a:lnTo>
                  <a:pt x="128" y="749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6" name="Freeform 29"/>
          <p:cNvSpPr>
            <a:spLocks/>
          </p:cNvSpPr>
          <p:nvPr/>
        </p:nvSpPr>
        <p:spPr bwMode="auto">
          <a:xfrm>
            <a:off x="3389710" y="2897981"/>
            <a:ext cx="1448990" cy="1482329"/>
          </a:xfrm>
          <a:custGeom>
            <a:avLst/>
            <a:gdLst>
              <a:gd name="T0" fmla="*/ 2118029777 w 987"/>
              <a:gd name="T1" fmla="*/ 218481079 h 1599"/>
              <a:gd name="T2" fmla="*/ 1983976436 w 987"/>
              <a:gd name="T3" fmla="*/ 212368832 h 1599"/>
              <a:gd name="T4" fmla="*/ 1857583020 w 987"/>
              <a:gd name="T5" fmla="*/ 209313326 h 1599"/>
              <a:gd name="T6" fmla="*/ 1735022258 w 987"/>
              <a:gd name="T7" fmla="*/ 203202315 h 1599"/>
              <a:gd name="T8" fmla="*/ 1612459538 w 987"/>
              <a:gd name="T9" fmla="*/ 198619057 h 1599"/>
              <a:gd name="T10" fmla="*/ 1493727516 w 987"/>
              <a:gd name="T11" fmla="*/ 192506810 h 1599"/>
              <a:gd name="T12" fmla="*/ 1378824232 w 987"/>
              <a:gd name="T13" fmla="*/ 186395799 h 1599"/>
              <a:gd name="T14" fmla="*/ 1267753603 w 987"/>
              <a:gd name="T15" fmla="*/ 181812541 h 1599"/>
              <a:gd name="T16" fmla="*/ 1168171148 w 987"/>
              <a:gd name="T17" fmla="*/ 175701530 h 1599"/>
              <a:gd name="T18" fmla="*/ 1064759955 w 987"/>
              <a:gd name="T19" fmla="*/ 169589283 h 1599"/>
              <a:gd name="T20" fmla="*/ 969007953 w 987"/>
              <a:gd name="T21" fmla="*/ 163478272 h 1599"/>
              <a:gd name="T22" fmla="*/ 873256195 w 987"/>
              <a:gd name="T23" fmla="*/ 155839470 h 1599"/>
              <a:gd name="T24" fmla="*/ 785163874 w 987"/>
              <a:gd name="T25" fmla="*/ 149727223 h 1599"/>
              <a:gd name="T26" fmla="*/ 700902249 w 987"/>
              <a:gd name="T27" fmla="*/ 143616212 h 1599"/>
              <a:gd name="T28" fmla="*/ 624302017 w 987"/>
              <a:gd name="T29" fmla="*/ 135977448 h 1599"/>
              <a:gd name="T30" fmla="*/ 547699828 w 987"/>
              <a:gd name="T31" fmla="*/ 129866437 h 1599"/>
              <a:gd name="T32" fmla="*/ 478758910 w 987"/>
              <a:gd name="T33" fmla="*/ 122226438 h 1599"/>
              <a:gd name="T34" fmla="*/ 409818114 w 987"/>
              <a:gd name="T35" fmla="*/ 114587674 h 1599"/>
              <a:gd name="T36" fmla="*/ 348536755 w 987"/>
              <a:gd name="T37" fmla="*/ 108476663 h 1599"/>
              <a:gd name="T38" fmla="*/ 291086092 w 987"/>
              <a:gd name="T39" fmla="*/ 100836663 h 1599"/>
              <a:gd name="T40" fmla="*/ 241294803 w 987"/>
              <a:gd name="T41" fmla="*/ 93197900 h 1599"/>
              <a:gd name="T42" fmla="*/ 191503576 w 987"/>
              <a:gd name="T43" fmla="*/ 85559136 h 1599"/>
              <a:gd name="T44" fmla="*/ 153202482 w 987"/>
              <a:gd name="T45" fmla="*/ 77919117 h 1599"/>
              <a:gd name="T46" fmla="*/ 114901357 w 987"/>
              <a:gd name="T47" fmla="*/ 70280353 h 1599"/>
              <a:gd name="T48" fmla="*/ 84261656 w 987"/>
              <a:gd name="T49" fmla="*/ 62641590 h 1599"/>
              <a:gd name="T50" fmla="*/ 53621939 w 987"/>
              <a:gd name="T51" fmla="*/ 55001590 h 1599"/>
              <a:gd name="T52" fmla="*/ 34470413 w 987"/>
              <a:gd name="T53" fmla="*/ 47362826 h 1599"/>
              <a:gd name="T54" fmla="*/ 15320833 w 987"/>
              <a:gd name="T55" fmla="*/ 39724053 h 1599"/>
              <a:gd name="T56" fmla="*/ 11490136 w 987"/>
              <a:gd name="T57" fmla="*/ 32084053 h 1599"/>
              <a:gd name="T58" fmla="*/ 0 w 987"/>
              <a:gd name="T59" fmla="*/ 22917537 h 1599"/>
              <a:gd name="T60" fmla="*/ 0 w 987"/>
              <a:gd name="T61" fmla="*/ 15278768 h 1599"/>
              <a:gd name="T62" fmla="*/ 7659438 w 987"/>
              <a:gd name="T63" fmla="*/ 7638766 h 1599"/>
              <a:gd name="T64" fmla="*/ 11490136 w 987"/>
              <a:gd name="T65" fmla="*/ 0 h 1599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87"/>
              <a:gd name="T100" fmla="*/ 0 h 1599"/>
              <a:gd name="T101" fmla="*/ 987 w 987"/>
              <a:gd name="T102" fmla="*/ 1599 h 1599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87" h="1599">
                <a:moveTo>
                  <a:pt x="987" y="1599"/>
                </a:moveTo>
                <a:lnTo>
                  <a:pt x="925" y="1565"/>
                </a:lnTo>
                <a:lnTo>
                  <a:pt x="865" y="1529"/>
                </a:lnTo>
                <a:lnTo>
                  <a:pt x="807" y="1491"/>
                </a:lnTo>
                <a:lnTo>
                  <a:pt x="750" y="1452"/>
                </a:lnTo>
                <a:lnTo>
                  <a:pt x="696" y="1412"/>
                </a:lnTo>
                <a:lnTo>
                  <a:pt x="643" y="1371"/>
                </a:lnTo>
                <a:lnTo>
                  <a:pt x="592" y="1329"/>
                </a:lnTo>
                <a:lnTo>
                  <a:pt x="543" y="1285"/>
                </a:lnTo>
                <a:lnTo>
                  <a:pt x="496" y="1240"/>
                </a:lnTo>
                <a:lnTo>
                  <a:pt x="450" y="1194"/>
                </a:lnTo>
                <a:lnTo>
                  <a:pt x="407" y="1147"/>
                </a:lnTo>
                <a:lnTo>
                  <a:pt x="366" y="1099"/>
                </a:lnTo>
                <a:lnTo>
                  <a:pt x="327" y="1050"/>
                </a:lnTo>
                <a:lnTo>
                  <a:pt x="290" y="1000"/>
                </a:lnTo>
                <a:lnTo>
                  <a:pt x="255" y="949"/>
                </a:lnTo>
                <a:lnTo>
                  <a:pt x="222" y="898"/>
                </a:lnTo>
                <a:lnTo>
                  <a:pt x="191" y="845"/>
                </a:lnTo>
                <a:lnTo>
                  <a:pt x="162" y="792"/>
                </a:lnTo>
                <a:lnTo>
                  <a:pt x="136" y="739"/>
                </a:lnTo>
                <a:lnTo>
                  <a:pt x="112" y="684"/>
                </a:lnTo>
                <a:lnTo>
                  <a:pt x="90" y="629"/>
                </a:lnTo>
                <a:lnTo>
                  <a:pt x="71" y="574"/>
                </a:lnTo>
                <a:lnTo>
                  <a:pt x="53" y="518"/>
                </a:lnTo>
                <a:lnTo>
                  <a:pt x="38" y="462"/>
                </a:lnTo>
                <a:lnTo>
                  <a:pt x="26" y="405"/>
                </a:lnTo>
                <a:lnTo>
                  <a:pt x="16" y="348"/>
                </a:lnTo>
                <a:lnTo>
                  <a:pt x="8" y="290"/>
                </a:lnTo>
                <a:lnTo>
                  <a:pt x="3" y="233"/>
                </a:lnTo>
                <a:lnTo>
                  <a:pt x="0" y="175"/>
                </a:lnTo>
                <a:lnTo>
                  <a:pt x="0" y="117"/>
                </a:lnTo>
                <a:lnTo>
                  <a:pt x="2" y="58"/>
                </a:lnTo>
                <a:lnTo>
                  <a:pt x="7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7" name="Freeform 30"/>
          <p:cNvSpPr>
            <a:spLocks/>
          </p:cNvSpPr>
          <p:nvPr/>
        </p:nvSpPr>
        <p:spPr bwMode="auto">
          <a:xfrm>
            <a:off x="4774406" y="4299109"/>
            <a:ext cx="1915716" cy="188119"/>
          </a:xfrm>
          <a:custGeom>
            <a:avLst/>
            <a:gdLst>
              <a:gd name="T0" fmla="*/ 1604547638 w 1460"/>
              <a:gd name="T1" fmla="*/ 0 h 208"/>
              <a:gd name="T2" fmla="*/ 1586176015 w 1460"/>
              <a:gd name="T3" fmla="*/ 2911017 h 208"/>
              <a:gd name="T4" fmla="*/ 1567802643 w 1460"/>
              <a:gd name="T5" fmla="*/ 4365320 h 208"/>
              <a:gd name="T6" fmla="*/ 1543305979 w 1460"/>
              <a:gd name="T7" fmla="*/ 7276337 h 208"/>
              <a:gd name="T8" fmla="*/ 1518809316 w 1460"/>
              <a:gd name="T9" fmla="*/ 8731845 h 208"/>
              <a:gd name="T10" fmla="*/ 1491249257 w 1460"/>
              <a:gd name="T11" fmla="*/ 10187356 h 208"/>
              <a:gd name="T12" fmla="*/ 1463690948 w 1460"/>
              <a:gd name="T13" fmla="*/ 13097166 h 208"/>
              <a:gd name="T14" fmla="*/ 1430007599 w 1460"/>
              <a:gd name="T15" fmla="*/ 14552674 h 208"/>
              <a:gd name="T16" fmla="*/ 1399385895 w 1460"/>
              <a:gd name="T17" fmla="*/ 16008182 h 208"/>
              <a:gd name="T18" fmla="*/ 1365702545 w 1460"/>
              <a:gd name="T19" fmla="*/ 17463690 h 208"/>
              <a:gd name="T20" fmla="*/ 1325895904 w 1460"/>
              <a:gd name="T21" fmla="*/ 18919198 h 208"/>
              <a:gd name="T22" fmla="*/ 1289150909 w 1460"/>
              <a:gd name="T23" fmla="*/ 18919198 h 208"/>
              <a:gd name="T24" fmla="*/ 1246280874 w 1460"/>
              <a:gd name="T25" fmla="*/ 20373505 h 208"/>
              <a:gd name="T26" fmla="*/ 1206472483 w 1460"/>
              <a:gd name="T27" fmla="*/ 21829013 h 208"/>
              <a:gd name="T28" fmla="*/ 1163604197 w 1460"/>
              <a:gd name="T29" fmla="*/ 21829013 h 208"/>
              <a:gd name="T30" fmla="*/ 1117672516 w 1460"/>
              <a:gd name="T31" fmla="*/ 23284521 h 208"/>
              <a:gd name="T32" fmla="*/ 1071740834 w 1460"/>
              <a:gd name="T33" fmla="*/ 23284521 h 208"/>
              <a:gd name="T34" fmla="*/ 1022745758 w 1460"/>
              <a:gd name="T35" fmla="*/ 24740030 h 208"/>
              <a:gd name="T36" fmla="*/ 976814077 w 1460"/>
              <a:gd name="T37" fmla="*/ 24740030 h 208"/>
              <a:gd name="T38" fmla="*/ 924759104 w 1460"/>
              <a:gd name="T39" fmla="*/ 24740030 h 208"/>
              <a:gd name="T40" fmla="*/ 872702164 w 1460"/>
              <a:gd name="T41" fmla="*/ 24740030 h 208"/>
              <a:gd name="T42" fmla="*/ 820647191 w 1460"/>
              <a:gd name="T43" fmla="*/ 24740030 h 208"/>
              <a:gd name="T44" fmla="*/ 768590469 w 1460"/>
              <a:gd name="T45" fmla="*/ 24740030 h 208"/>
              <a:gd name="T46" fmla="*/ 713472102 w 1460"/>
              <a:gd name="T47" fmla="*/ 24740030 h 208"/>
              <a:gd name="T48" fmla="*/ 655292089 w 1460"/>
              <a:gd name="T49" fmla="*/ 23284521 h 208"/>
              <a:gd name="T50" fmla="*/ 600173721 w 1460"/>
              <a:gd name="T51" fmla="*/ 21829013 h 208"/>
              <a:gd name="T52" fmla="*/ 541993708 w 1460"/>
              <a:gd name="T53" fmla="*/ 21829013 h 208"/>
              <a:gd name="T54" fmla="*/ 486877090 w 1460"/>
              <a:gd name="T55" fmla="*/ 20373505 h 208"/>
              <a:gd name="T56" fmla="*/ 425633573 w 1460"/>
              <a:gd name="T57" fmla="*/ 20373505 h 208"/>
              <a:gd name="T58" fmla="*/ 367453560 w 1460"/>
              <a:gd name="T59" fmla="*/ 18919198 h 208"/>
              <a:gd name="T60" fmla="*/ 309273547 w 1460"/>
              <a:gd name="T61" fmla="*/ 17463690 h 208"/>
              <a:gd name="T62" fmla="*/ 248031888 w 1460"/>
              <a:gd name="T63" fmla="*/ 16008182 h 208"/>
              <a:gd name="T64" fmla="*/ 189851821 w 1460"/>
              <a:gd name="T65" fmla="*/ 14552674 h 208"/>
              <a:gd name="T66" fmla="*/ 91863390 w 1460"/>
              <a:gd name="T67" fmla="*/ 10187356 h 208"/>
              <a:gd name="T68" fmla="*/ 0 w 1460"/>
              <a:gd name="T69" fmla="*/ 7276337 h 20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460"/>
              <a:gd name="T106" fmla="*/ 0 h 208"/>
              <a:gd name="T107" fmla="*/ 1460 w 1460"/>
              <a:gd name="T108" fmla="*/ 208 h 208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1460" h="208">
                <a:moveTo>
                  <a:pt x="1460" y="0"/>
                </a:moveTo>
                <a:lnTo>
                  <a:pt x="1444" y="20"/>
                </a:lnTo>
                <a:lnTo>
                  <a:pt x="1425" y="40"/>
                </a:lnTo>
                <a:lnTo>
                  <a:pt x="1405" y="58"/>
                </a:lnTo>
                <a:lnTo>
                  <a:pt x="1382" y="75"/>
                </a:lnTo>
                <a:lnTo>
                  <a:pt x="1358" y="91"/>
                </a:lnTo>
                <a:lnTo>
                  <a:pt x="1332" y="106"/>
                </a:lnTo>
                <a:lnTo>
                  <a:pt x="1303" y="121"/>
                </a:lnTo>
                <a:lnTo>
                  <a:pt x="1273" y="134"/>
                </a:lnTo>
                <a:lnTo>
                  <a:pt x="1241" y="146"/>
                </a:lnTo>
                <a:lnTo>
                  <a:pt x="1208" y="157"/>
                </a:lnTo>
                <a:lnTo>
                  <a:pt x="1173" y="167"/>
                </a:lnTo>
                <a:lnTo>
                  <a:pt x="1136" y="176"/>
                </a:lnTo>
                <a:lnTo>
                  <a:pt x="1098" y="184"/>
                </a:lnTo>
                <a:lnTo>
                  <a:pt x="1059" y="191"/>
                </a:lnTo>
                <a:lnTo>
                  <a:pt x="1018" y="196"/>
                </a:lnTo>
                <a:lnTo>
                  <a:pt x="975" y="201"/>
                </a:lnTo>
                <a:lnTo>
                  <a:pt x="932" y="204"/>
                </a:lnTo>
                <a:lnTo>
                  <a:pt x="887" y="207"/>
                </a:lnTo>
                <a:lnTo>
                  <a:pt x="841" y="208"/>
                </a:lnTo>
                <a:lnTo>
                  <a:pt x="795" y="208"/>
                </a:lnTo>
                <a:lnTo>
                  <a:pt x="747" y="207"/>
                </a:lnTo>
                <a:lnTo>
                  <a:pt x="698" y="205"/>
                </a:lnTo>
                <a:lnTo>
                  <a:pt x="648" y="202"/>
                </a:lnTo>
                <a:lnTo>
                  <a:pt x="598" y="197"/>
                </a:lnTo>
                <a:lnTo>
                  <a:pt x="547" y="192"/>
                </a:lnTo>
                <a:lnTo>
                  <a:pt x="495" y="185"/>
                </a:lnTo>
                <a:lnTo>
                  <a:pt x="442" y="177"/>
                </a:lnTo>
                <a:lnTo>
                  <a:pt x="389" y="168"/>
                </a:lnTo>
                <a:lnTo>
                  <a:pt x="335" y="157"/>
                </a:lnTo>
                <a:lnTo>
                  <a:pt x="281" y="146"/>
                </a:lnTo>
                <a:lnTo>
                  <a:pt x="227" y="133"/>
                </a:lnTo>
                <a:lnTo>
                  <a:pt x="172" y="119"/>
                </a:lnTo>
                <a:lnTo>
                  <a:pt x="85" y="94"/>
                </a:lnTo>
                <a:lnTo>
                  <a:pt x="0" y="67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8" name="Freeform 31"/>
          <p:cNvSpPr>
            <a:spLocks/>
          </p:cNvSpPr>
          <p:nvPr/>
        </p:nvSpPr>
        <p:spPr bwMode="auto">
          <a:xfrm>
            <a:off x="6638688" y="4228386"/>
            <a:ext cx="101203" cy="92869"/>
          </a:xfrm>
          <a:custGeom>
            <a:avLst/>
            <a:gdLst>
              <a:gd name="T0" fmla="*/ 67936399 w 77"/>
              <a:gd name="T1" fmla="*/ 11613103 h 103"/>
              <a:gd name="T2" fmla="*/ 89552597 w 77"/>
              <a:gd name="T3" fmla="*/ 0 h 103"/>
              <a:gd name="T4" fmla="*/ 0 w 77"/>
              <a:gd name="T5" fmla="*/ 8709826 h 103"/>
              <a:gd name="T6" fmla="*/ 49407965 w 77"/>
              <a:gd name="T7" fmla="*/ 7258790 h 103"/>
              <a:gd name="T8" fmla="*/ 67936399 w 77"/>
              <a:gd name="T9" fmla="*/ 11613103 h 10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"/>
              <a:gd name="T16" fmla="*/ 0 h 103"/>
              <a:gd name="T17" fmla="*/ 77 w 77"/>
              <a:gd name="T18" fmla="*/ 103 h 10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" h="103">
                <a:moveTo>
                  <a:pt x="59" y="103"/>
                </a:moveTo>
                <a:lnTo>
                  <a:pt x="77" y="0"/>
                </a:lnTo>
                <a:lnTo>
                  <a:pt x="0" y="71"/>
                </a:lnTo>
                <a:lnTo>
                  <a:pt x="44" y="60"/>
                </a:lnTo>
                <a:lnTo>
                  <a:pt x="59" y="103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79" name="Freeform 32"/>
          <p:cNvSpPr>
            <a:spLocks/>
          </p:cNvSpPr>
          <p:nvPr/>
        </p:nvSpPr>
        <p:spPr bwMode="auto">
          <a:xfrm>
            <a:off x="5467351" y="2882504"/>
            <a:ext cx="1337072" cy="1348978"/>
          </a:xfrm>
          <a:custGeom>
            <a:avLst/>
            <a:gdLst>
              <a:gd name="T0" fmla="*/ 0 w 986"/>
              <a:gd name="T1" fmla="*/ 0 h 1488"/>
              <a:gd name="T2" fmla="*/ 88228694 w 986"/>
              <a:gd name="T3" fmla="*/ 4381760 h 1488"/>
              <a:gd name="T4" fmla="*/ 176457388 w 986"/>
              <a:gd name="T5" fmla="*/ 7302128 h 1488"/>
              <a:gd name="T6" fmla="*/ 261417110 w 986"/>
              <a:gd name="T7" fmla="*/ 13144072 h 1488"/>
              <a:gd name="T8" fmla="*/ 343111391 w 986"/>
              <a:gd name="T9" fmla="*/ 17525831 h 1488"/>
              <a:gd name="T10" fmla="*/ 421536670 w 986"/>
              <a:gd name="T11" fmla="*/ 21906386 h 1488"/>
              <a:gd name="T12" fmla="*/ 499962063 w 986"/>
              <a:gd name="T13" fmla="*/ 26288144 h 1488"/>
              <a:gd name="T14" fmla="*/ 575118343 w 986"/>
              <a:gd name="T15" fmla="*/ 32130086 h 1488"/>
              <a:gd name="T16" fmla="*/ 643740236 w 986"/>
              <a:gd name="T17" fmla="*/ 36510636 h 1488"/>
              <a:gd name="T18" fmla="*/ 712362130 w 986"/>
              <a:gd name="T19" fmla="*/ 42352588 h 1488"/>
              <a:gd name="T20" fmla="*/ 774449639 w 986"/>
              <a:gd name="T21" fmla="*/ 48194530 h 1488"/>
              <a:gd name="T22" fmla="*/ 836537148 w 986"/>
              <a:gd name="T23" fmla="*/ 52576289 h 1488"/>
              <a:gd name="T24" fmla="*/ 892088463 w 986"/>
              <a:gd name="T25" fmla="*/ 58417022 h 1488"/>
              <a:gd name="T26" fmla="*/ 950907197 w 986"/>
              <a:gd name="T27" fmla="*/ 64258964 h 1488"/>
              <a:gd name="T28" fmla="*/ 999922319 w 986"/>
              <a:gd name="T29" fmla="*/ 70100906 h 1488"/>
              <a:gd name="T30" fmla="*/ 1045670248 w 986"/>
              <a:gd name="T31" fmla="*/ 75942848 h 1488"/>
              <a:gd name="T32" fmla="*/ 1091418177 w 986"/>
              <a:gd name="T33" fmla="*/ 81784809 h 1488"/>
              <a:gd name="T34" fmla="*/ 1130631721 w 986"/>
              <a:gd name="T35" fmla="*/ 87626751 h 1488"/>
              <a:gd name="T36" fmla="*/ 1166576264 w 986"/>
              <a:gd name="T37" fmla="*/ 93468693 h 1488"/>
              <a:gd name="T38" fmla="*/ 1202520808 w 986"/>
              <a:gd name="T39" fmla="*/ 99309426 h 1488"/>
              <a:gd name="T40" fmla="*/ 1228661965 w 986"/>
              <a:gd name="T41" fmla="*/ 106611552 h 1488"/>
              <a:gd name="T42" fmla="*/ 1254804930 w 986"/>
              <a:gd name="T43" fmla="*/ 112453494 h 1488"/>
              <a:gd name="T44" fmla="*/ 1274411702 w 986"/>
              <a:gd name="T45" fmla="*/ 118295436 h 1488"/>
              <a:gd name="T46" fmla="*/ 1294016666 w 986"/>
              <a:gd name="T47" fmla="*/ 124137378 h 1488"/>
              <a:gd name="T48" fmla="*/ 1303820052 w 986"/>
              <a:gd name="T49" fmla="*/ 129979320 h 1488"/>
              <a:gd name="T50" fmla="*/ 1310356246 w 986"/>
              <a:gd name="T51" fmla="*/ 135821262 h 1488"/>
              <a:gd name="T52" fmla="*/ 1313623438 w 986"/>
              <a:gd name="T53" fmla="*/ 141663204 h 1488"/>
              <a:gd name="T54" fmla="*/ 1313623438 w 986"/>
              <a:gd name="T55" fmla="*/ 148965329 h 1488"/>
              <a:gd name="T56" fmla="*/ 1307087245 w 986"/>
              <a:gd name="T57" fmla="*/ 153345879 h 1488"/>
              <a:gd name="T58" fmla="*/ 1300552860 w 986"/>
              <a:gd name="T59" fmla="*/ 160648042 h 1488"/>
              <a:gd name="T60" fmla="*/ 1284213280 w 986"/>
              <a:gd name="T61" fmla="*/ 165029801 h 1488"/>
              <a:gd name="T62" fmla="*/ 1267875509 w 986"/>
              <a:gd name="T63" fmla="*/ 170871743 h 1488"/>
              <a:gd name="T64" fmla="*/ 1241734352 w 986"/>
              <a:gd name="T65" fmla="*/ 176713685 h 1488"/>
              <a:gd name="T66" fmla="*/ 1241734352 w 986"/>
              <a:gd name="T67" fmla="*/ 176713685 h 1488"/>
              <a:gd name="T68" fmla="*/ 1241734352 w 986"/>
              <a:gd name="T69" fmla="*/ 176713685 h 148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986"/>
              <a:gd name="T106" fmla="*/ 0 h 1488"/>
              <a:gd name="T107" fmla="*/ 986 w 986"/>
              <a:gd name="T108" fmla="*/ 1488 h 1488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986" h="1488">
                <a:moveTo>
                  <a:pt x="0" y="0"/>
                </a:moveTo>
                <a:lnTo>
                  <a:pt x="68" y="33"/>
                </a:lnTo>
                <a:lnTo>
                  <a:pt x="133" y="68"/>
                </a:lnTo>
                <a:lnTo>
                  <a:pt x="197" y="104"/>
                </a:lnTo>
                <a:lnTo>
                  <a:pt x="258" y="143"/>
                </a:lnTo>
                <a:lnTo>
                  <a:pt x="318" y="182"/>
                </a:lnTo>
                <a:lnTo>
                  <a:pt x="375" y="223"/>
                </a:lnTo>
                <a:lnTo>
                  <a:pt x="430" y="265"/>
                </a:lnTo>
                <a:lnTo>
                  <a:pt x="483" y="308"/>
                </a:lnTo>
                <a:lnTo>
                  <a:pt x="534" y="353"/>
                </a:lnTo>
                <a:lnTo>
                  <a:pt x="582" y="398"/>
                </a:lnTo>
                <a:lnTo>
                  <a:pt x="628" y="445"/>
                </a:lnTo>
                <a:lnTo>
                  <a:pt x="671" y="492"/>
                </a:lnTo>
                <a:lnTo>
                  <a:pt x="712" y="540"/>
                </a:lnTo>
                <a:lnTo>
                  <a:pt x="750" y="589"/>
                </a:lnTo>
                <a:lnTo>
                  <a:pt x="785" y="638"/>
                </a:lnTo>
                <a:lnTo>
                  <a:pt x="818" y="688"/>
                </a:lnTo>
                <a:lnTo>
                  <a:pt x="848" y="738"/>
                </a:lnTo>
                <a:lnTo>
                  <a:pt x="876" y="788"/>
                </a:lnTo>
                <a:lnTo>
                  <a:pt x="900" y="839"/>
                </a:lnTo>
                <a:lnTo>
                  <a:pt x="922" y="890"/>
                </a:lnTo>
                <a:lnTo>
                  <a:pt x="940" y="941"/>
                </a:lnTo>
                <a:lnTo>
                  <a:pt x="956" y="992"/>
                </a:lnTo>
                <a:lnTo>
                  <a:pt x="968" y="1043"/>
                </a:lnTo>
                <a:lnTo>
                  <a:pt x="977" y="1094"/>
                </a:lnTo>
                <a:lnTo>
                  <a:pt x="984" y="1145"/>
                </a:lnTo>
                <a:lnTo>
                  <a:pt x="986" y="1195"/>
                </a:lnTo>
                <a:lnTo>
                  <a:pt x="986" y="1245"/>
                </a:lnTo>
                <a:lnTo>
                  <a:pt x="982" y="1294"/>
                </a:lnTo>
                <a:lnTo>
                  <a:pt x="975" y="1343"/>
                </a:lnTo>
                <a:lnTo>
                  <a:pt x="965" y="1391"/>
                </a:lnTo>
                <a:lnTo>
                  <a:pt x="951" y="1438"/>
                </a:lnTo>
                <a:lnTo>
                  <a:pt x="933" y="1484"/>
                </a:lnTo>
                <a:lnTo>
                  <a:pt x="932" y="1486"/>
                </a:lnTo>
                <a:lnTo>
                  <a:pt x="931" y="1488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80" name="Freeform 33"/>
          <p:cNvSpPr>
            <a:spLocks/>
          </p:cNvSpPr>
          <p:nvPr/>
        </p:nvSpPr>
        <p:spPr bwMode="auto">
          <a:xfrm>
            <a:off x="3405188" y="2861072"/>
            <a:ext cx="2084785" cy="1300163"/>
          </a:xfrm>
          <a:custGeom>
            <a:avLst/>
            <a:gdLst>
              <a:gd name="T0" fmla="*/ 2053727089 w 1537"/>
              <a:gd name="T1" fmla="*/ 168441085 h 1439"/>
              <a:gd name="T2" fmla="*/ 2053727089 w 1537"/>
              <a:gd name="T3" fmla="*/ 168441085 h 1439"/>
              <a:gd name="T4" fmla="*/ 2050457265 w 1537"/>
              <a:gd name="T5" fmla="*/ 168441085 h 1439"/>
              <a:gd name="T6" fmla="*/ 1945808429 w 1537"/>
              <a:gd name="T7" fmla="*/ 168441085 h 1439"/>
              <a:gd name="T8" fmla="*/ 1841159140 w 1537"/>
              <a:gd name="T9" fmla="*/ 166988228 h 1439"/>
              <a:gd name="T10" fmla="*/ 1736510303 w 1537"/>
              <a:gd name="T11" fmla="*/ 165536576 h 1439"/>
              <a:gd name="T12" fmla="*/ 1638402923 w 1537"/>
              <a:gd name="T13" fmla="*/ 165536576 h 1439"/>
              <a:gd name="T14" fmla="*/ 1540295543 w 1537"/>
              <a:gd name="T15" fmla="*/ 161180416 h 1439"/>
              <a:gd name="T16" fmla="*/ 1438916531 w 1537"/>
              <a:gd name="T17" fmla="*/ 159728764 h 1439"/>
              <a:gd name="T18" fmla="*/ 1344078974 w 1537"/>
              <a:gd name="T19" fmla="*/ 156824218 h 1439"/>
              <a:gd name="T20" fmla="*/ 1249241418 w 1537"/>
              <a:gd name="T21" fmla="*/ 153919709 h 1439"/>
              <a:gd name="T22" fmla="*/ 1157673686 w 1537"/>
              <a:gd name="T23" fmla="*/ 151015201 h 1439"/>
              <a:gd name="T24" fmla="*/ 1069377587 w 1537"/>
              <a:gd name="T25" fmla="*/ 146659041 h 1439"/>
              <a:gd name="T26" fmla="*/ 984349503 w 1537"/>
              <a:gd name="T27" fmla="*/ 142302880 h 1439"/>
              <a:gd name="T28" fmla="*/ 902592825 w 1537"/>
              <a:gd name="T29" fmla="*/ 137946720 h 1439"/>
              <a:gd name="T30" fmla="*/ 820836374 w 1537"/>
              <a:gd name="T31" fmla="*/ 133590560 h 1439"/>
              <a:gd name="T32" fmla="*/ 745619570 w 1537"/>
              <a:gd name="T33" fmla="*/ 127782748 h 1439"/>
              <a:gd name="T34" fmla="*/ 670404575 w 1537"/>
              <a:gd name="T35" fmla="*/ 123426587 h 1439"/>
              <a:gd name="T36" fmla="*/ 598459404 w 1537"/>
              <a:gd name="T37" fmla="*/ 117617570 h 1439"/>
              <a:gd name="T38" fmla="*/ 529782249 w 1537"/>
              <a:gd name="T39" fmla="*/ 111809758 h 1439"/>
              <a:gd name="T40" fmla="*/ 464378421 w 1537"/>
              <a:gd name="T41" fmla="*/ 104549090 h 1439"/>
              <a:gd name="T42" fmla="*/ 405512547 w 1537"/>
              <a:gd name="T43" fmla="*/ 98741277 h 1439"/>
              <a:gd name="T44" fmla="*/ 349918304 w 1537"/>
              <a:gd name="T45" fmla="*/ 92932261 h 1439"/>
              <a:gd name="T46" fmla="*/ 297593886 w 1537"/>
              <a:gd name="T47" fmla="*/ 85672796 h 1439"/>
              <a:gd name="T48" fmla="*/ 245269468 w 1537"/>
              <a:gd name="T49" fmla="*/ 78412109 h 1439"/>
              <a:gd name="T50" fmla="*/ 202756273 w 1537"/>
              <a:gd name="T51" fmla="*/ 72604297 h 1439"/>
              <a:gd name="T52" fmla="*/ 163512960 w 1537"/>
              <a:gd name="T53" fmla="*/ 65343628 h 1439"/>
              <a:gd name="T54" fmla="*/ 124269646 w 1537"/>
              <a:gd name="T55" fmla="*/ 56631307 h 1439"/>
              <a:gd name="T56" fmla="*/ 91567760 w 1537"/>
              <a:gd name="T57" fmla="*/ 49370639 h 1439"/>
              <a:gd name="T58" fmla="*/ 62135727 w 1537"/>
              <a:gd name="T59" fmla="*/ 40658318 h 1439"/>
              <a:gd name="T60" fmla="*/ 42513152 w 1537"/>
              <a:gd name="T61" fmla="*/ 33397640 h 1439"/>
              <a:gd name="T62" fmla="*/ 22892392 w 1537"/>
              <a:gd name="T63" fmla="*/ 26136971 h 1439"/>
              <a:gd name="T64" fmla="*/ 9811284 w 1537"/>
              <a:gd name="T65" fmla="*/ 17424646 h 1439"/>
              <a:gd name="T66" fmla="*/ 6539650 w 1537"/>
              <a:gd name="T67" fmla="*/ 8712323 h 1439"/>
              <a:gd name="T68" fmla="*/ 0 w 1537"/>
              <a:gd name="T69" fmla="*/ 0 h 1439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537"/>
              <a:gd name="T106" fmla="*/ 0 h 1439"/>
              <a:gd name="T107" fmla="*/ 1537 w 1537"/>
              <a:gd name="T108" fmla="*/ 1439 h 1439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1537" h="1439">
                <a:moveTo>
                  <a:pt x="1537" y="1439"/>
                </a:moveTo>
                <a:lnTo>
                  <a:pt x="1537" y="1439"/>
                </a:lnTo>
                <a:lnTo>
                  <a:pt x="1535" y="1439"/>
                </a:lnTo>
                <a:lnTo>
                  <a:pt x="1456" y="1435"/>
                </a:lnTo>
                <a:lnTo>
                  <a:pt x="1377" y="1428"/>
                </a:lnTo>
                <a:lnTo>
                  <a:pt x="1300" y="1417"/>
                </a:lnTo>
                <a:lnTo>
                  <a:pt x="1224" y="1403"/>
                </a:lnTo>
                <a:lnTo>
                  <a:pt x="1150" y="1385"/>
                </a:lnTo>
                <a:lnTo>
                  <a:pt x="1077" y="1365"/>
                </a:lnTo>
                <a:lnTo>
                  <a:pt x="1005" y="1341"/>
                </a:lnTo>
                <a:lnTo>
                  <a:pt x="935" y="1314"/>
                </a:lnTo>
                <a:lnTo>
                  <a:pt x="867" y="1285"/>
                </a:lnTo>
                <a:lnTo>
                  <a:pt x="801" y="1252"/>
                </a:lnTo>
                <a:lnTo>
                  <a:pt x="737" y="1217"/>
                </a:lnTo>
                <a:lnTo>
                  <a:pt x="674" y="1179"/>
                </a:lnTo>
                <a:lnTo>
                  <a:pt x="614" y="1139"/>
                </a:lnTo>
                <a:lnTo>
                  <a:pt x="556" y="1096"/>
                </a:lnTo>
                <a:lnTo>
                  <a:pt x="501" y="1051"/>
                </a:lnTo>
                <a:lnTo>
                  <a:pt x="448" y="1003"/>
                </a:lnTo>
                <a:lnTo>
                  <a:pt x="397" y="954"/>
                </a:lnTo>
                <a:lnTo>
                  <a:pt x="349" y="902"/>
                </a:lnTo>
                <a:lnTo>
                  <a:pt x="303" y="848"/>
                </a:lnTo>
                <a:lnTo>
                  <a:pt x="261" y="792"/>
                </a:lnTo>
                <a:lnTo>
                  <a:pt x="221" y="734"/>
                </a:lnTo>
                <a:lnTo>
                  <a:pt x="184" y="675"/>
                </a:lnTo>
                <a:lnTo>
                  <a:pt x="151" y="614"/>
                </a:lnTo>
                <a:lnTo>
                  <a:pt x="120" y="551"/>
                </a:lnTo>
                <a:lnTo>
                  <a:pt x="93" y="486"/>
                </a:lnTo>
                <a:lnTo>
                  <a:pt x="69" y="421"/>
                </a:lnTo>
                <a:lnTo>
                  <a:pt x="48" y="353"/>
                </a:lnTo>
                <a:lnTo>
                  <a:pt x="31" y="285"/>
                </a:lnTo>
                <a:lnTo>
                  <a:pt x="18" y="215"/>
                </a:lnTo>
                <a:lnTo>
                  <a:pt x="8" y="144"/>
                </a:lnTo>
                <a:lnTo>
                  <a:pt x="2" y="7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81" name="Freeform 34"/>
          <p:cNvSpPr>
            <a:spLocks/>
          </p:cNvSpPr>
          <p:nvPr/>
        </p:nvSpPr>
        <p:spPr bwMode="auto">
          <a:xfrm>
            <a:off x="5445919" y="4132660"/>
            <a:ext cx="135731" cy="59531"/>
          </a:xfrm>
          <a:custGeom>
            <a:avLst/>
            <a:gdLst>
              <a:gd name="T0" fmla="*/ 0 w 99"/>
              <a:gd name="T1" fmla="*/ 6998031 h 67"/>
              <a:gd name="T2" fmla="*/ 143642978 w 99"/>
              <a:gd name="T3" fmla="*/ 4198581 h 67"/>
              <a:gd name="T4" fmla="*/ 0 w 99"/>
              <a:gd name="T5" fmla="*/ 0 h 67"/>
              <a:gd name="T6" fmla="*/ 43426689 w 99"/>
              <a:gd name="T7" fmla="*/ 4198581 h 67"/>
              <a:gd name="T8" fmla="*/ 0 w 99"/>
              <a:gd name="T9" fmla="*/ 6998031 h 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"/>
              <a:gd name="T16" fmla="*/ 0 h 67"/>
              <a:gd name="T17" fmla="*/ 99 w 99"/>
              <a:gd name="T18" fmla="*/ 67 h 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" h="67">
                <a:moveTo>
                  <a:pt x="0" y="67"/>
                </a:moveTo>
                <a:lnTo>
                  <a:pt x="99" y="34"/>
                </a:lnTo>
                <a:lnTo>
                  <a:pt x="0" y="0"/>
                </a:lnTo>
                <a:lnTo>
                  <a:pt x="31" y="33"/>
                </a:lnTo>
                <a:lnTo>
                  <a:pt x="0" y="67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82" name="Freeform 35"/>
          <p:cNvSpPr>
            <a:spLocks/>
          </p:cNvSpPr>
          <p:nvPr/>
        </p:nvSpPr>
        <p:spPr bwMode="auto">
          <a:xfrm>
            <a:off x="5462587" y="2902744"/>
            <a:ext cx="614363" cy="839391"/>
          </a:xfrm>
          <a:custGeom>
            <a:avLst/>
            <a:gdLst>
              <a:gd name="T0" fmla="*/ 0 w 452"/>
              <a:gd name="T1" fmla="*/ 0 h 928"/>
              <a:gd name="T2" fmla="*/ 72210256 w 452"/>
              <a:gd name="T3" fmla="*/ 5819055 h 928"/>
              <a:gd name="T4" fmla="*/ 137854628 w 452"/>
              <a:gd name="T5" fmla="*/ 11638110 h 928"/>
              <a:gd name="T6" fmla="*/ 203500784 w 452"/>
              <a:gd name="T7" fmla="*/ 17457162 h 928"/>
              <a:gd name="T8" fmla="*/ 259299076 w 452"/>
              <a:gd name="T9" fmla="*/ 24730681 h 928"/>
              <a:gd name="T10" fmla="*/ 315097312 w 452"/>
              <a:gd name="T11" fmla="*/ 30549733 h 928"/>
              <a:gd name="T12" fmla="*/ 364331476 w 452"/>
              <a:gd name="T13" fmla="*/ 37823247 h 928"/>
              <a:gd name="T14" fmla="*/ 410283603 w 452"/>
              <a:gd name="T15" fmla="*/ 43642309 h 928"/>
              <a:gd name="T16" fmla="*/ 452953695 w 452"/>
              <a:gd name="T17" fmla="*/ 50917029 h 928"/>
              <a:gd name="T18" fmla="*/ 489058016 w 452"/>
              <a:gd name="T19" fmla="*/ 58190543 h 928"/>
              <a:gd name="T20" fmla="*/ 521880188 w 452"/>
              <a:gd name="T21" fmla="*/ 65464057 h 928"/>
              <a:gd name="T22" fmla="*/ 548138288 w 452"/>
              <a:gd name="T23" fmla="*/ 72737572 h 928"/>
              <a:gd name="T24" fmla="*/ 571114352 w 452"/>
              <a:gd name="T25" fmla="*/ 78556624 h 928"/>
              <a:gd name="T26" fmla="*/ 587526344 w 452"/>
              <a:gd name="T27" fmla="*/ 87285825 h 928"/>
              <a:gd name="T28" fmla="*/ 600656300 w 452"/>
              <a:gd name="T29" fmla="*/ 94559339 h 928"/>
              <a:gd name="T30" fmla="*/ 607220372 w 452"/>
              <a:gd name="T31" fmla="*/ 101832853 h 928"/>
              <a:gd name="T32" fmla="*/ 610502408 w 452"/>
              <a:gd name="T33" fmla="*/ 109107573 h 92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452"/>
              <a:gd name="T52" fmla="*/ 0 h 928"/>
              <a:gd name="T53" fmla="*/ 452 w 452"/>
              <a:gd name="T54" fmla="*/ 928 h 92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452" h="928">
                <a:moveTo>
                  <a:pt x="0" y="0"/>
                </a:moveTo>
                <a:lnTo>
                  <a:pt x="53" y="49"/>
                </a:lnTo>
                <a:lnTo>
                  <a:pt x="103" y="100"/>
                </a:lnTo>
                <a:lnTo>
                  <a:pt x="150" y="152"/>
                </a:lnTo>
                <a:lnTo>
                  <a:pt x="193" y="206"/>
                </a:lnTo>
                <a:lnTo>
                  <a:pt x="234" y="261"/>
                </a:lnTo>
                <a:lnTo>
                  <a:pt x="271" y="317"/>
                </a:lnTo>
                <a:lnTo>
                  <a:pt x="305" y="374"/>
                </a:lnTo>
                <a:lnTo>
                  <a:pt x="335" y="433"/>
                </a:lnTo>
                <a:lnTo>
                  <a:pt x="362" y="492"/>
                </a:lnTo>
                <a:lnTo>
                  <a:pt x="386" y="553"/>
                </a:lnTo>
                <a:lnTo>
                  <a:pt x="406" y="614"/>
                </a:lnTo>
                <a:lnTo>
                  <a:pt x="422" y="675"/>
                </a:lnTo>
                <a:lnTo>
                  <a:pt x="435" y="738"/>
                </a:lnTo>
                <a:lnTo>
                  <a:pt x="445" y="801"/>
                </a:lnTo>
                <a:lnTo>
                  <a:pt x="450" y="864"/>
                </a:lnTo>
                <a:lnTo>
                  <a:pt x="452" y="928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83" name="Freeform 36"/>
          <p:cNvSpPr>
            <a:spLocks/>
          </p:cNvSpPr>
          <p:nvPr/>
        </p:nvSpPr>
        <p:spPr bwMode="auto">
          <a:xfrm>
            <a:off x="5580697" y="3727848"/>
            <a:ext cx="491729" cy="435769"/>
          </a:xfrm>
          <a:custGeom>
            <a:avLst/>
            <a:gdLst>
              <a:gd name="T0" fmla="*/ 494899596 w 361"/>
              <a:gd name="T1" fmla="*/ 0 h 480"/>
              <a:gd name="T2" fmla="*/ 491601429 w 361"/>
              <a:gd name="T3" fmla="*/ 5862301 h 480"/>
              <a:gd name="T4" fmla="*/ 485001463 w 361"/>
              <a:gd name="T5" fmla="*/ 11724602 h 480"/>
              <a:gd name="T6" fmla="*/ 475105033 w 361"/>
              <a:gd name="T7" fmla="*/ 17588111 h 480"/>
              <a:gd name="T8" fmla="*/ 461906917 w 361"/>
              <a:gd name="T9" fmla="*/ 23450415 h 480"/>
              <a:gd name="T10" fmla="*/ 438812485 w 361"/>
              <a:gd name="T11" fmla="*/ 27846836 h 480"/>
              <a:gd name="T12" fmla="*/ 415716237 w 361"/>
              <a:gd name="T13" fmla="*/ 32244468 h 480"/>
              <a:gd name="T14" fmla="*/ 389321822 w 361"/>
              <a:gd name="T15" fmla="*/ 36640889 h 480"/>
              <a:gd name="T16" fmla="*/ 362927407 w 361"/>
              <a:gd name="T17" fmla="*/ 41037320 h 480"/>
              <a:gd name="T18" fmla="*/ 329933026 w 361"/>
              <a:gd name="T19" fmla="*/ 45434952 h 480"/>
              <a:gd name="T20" fmla="*/ 290342311 w 361"/>
              <a:gd name="T21" fmla="*/ 48365496 h 480"/>
              <a:gd name="T22" fmla="*/ 254047947 w 361"/>
              <a:gd name="T23" fmla="*/ 51297251 h 480"/>
              <a:gd name="T24" fmla="*/ 234253442 w 361"/>
              <a:gd name="T25" fmla="*/ 51297251 h 480"/>
              <a:gd name="T26" fmla="*/ 211157193 w 361"/>
              <a:gd name="T27" fmla="*/ 52763128 h 480"/>
              <a:gd name="T28" fmla="*/ 194660911 w 361"/>
              <a:gd name="T29" fmla="*/ 54227795 h 480"/>
              <a:gd name="T30" fmla="*/ 168266496 w 361"/>
              <a:gd name="T31" fmla="*/ 54227795 h 480"/>
              <a:gd name="T32" fmla="*/ 151770213 w 361"/>
              <a:gd name="T33" fmla="*/ 55693672 h 480"/>
              <a:gd name="T34" fmla="*/ 128673965 w 361"/>
              <a:gd name="T35" fmla="*/ 57159549 h 480"/>
              <a:gd name="T36" fmla="*/ 102279522 w 361"/>
              <a:gd name="T37" fmla="*/ 57159549 h 480"/>
              <a:gd name="T38" fmla="*/ 82483256 w 361"/>
              <a:gd name="T39" fmla="*/ 57159549 h 480"/>
              <a:gd name="T40" fmla="*/ 59388810 w 361"/>
              <a:gd name="T41" fmla="*/ 57159549 h 480"/>
              <a:gd name="T42" fmla="*/ 32992579 w 361"/>
              <a:gd name="T43" fmla="*/ 58625427 h 480"/>
              <a:gd name="T44" fmla="*/ 16496289 w 361"/>
              <a:gd name="T45" fmla="*/ 58625427 h 480"/>
              <a:gd name="T46" fmla="*/ 0 w 361"/>
              <a:gd name="T47" fmla="*/ 57159549 h 48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61"/>
              <a:gd name="T73" fmla="*/ 0 h 480"/>
              <a:gd name="T74" fmla="*/ 361 w 361"/>
              <a:gd name="T75" fmla="*/ 480 h 480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61" h="480">
                <a:moveTo>
                  <a:pt x="361" y="0"/>
                </a:moveTo>
                <a:lnTo>
                  <a:pt x="359" y="49"/>
                </a:lnTo>
                <a:lnTo>
                  <a:pt x="354" y="97"/>
                </a:lnTo>
                <a:lnTo>
                  <a:pt x="346" y="143"/>
                </a:lnTo>
                <a:lnTo>
                  <a:pt x="335" y="187"/>
                </a:lnTo>
                <a:lnTo>
                  <a:pt x="321" y="229"/>
                </a:lnTo>
                <a:lnTo>
                  <a:pt x="304" y="268"/>
                </a:lnTo>
                <a:lnTo>
                  <a:pt x="284" y="305"/>
                </a:lnTo>
                <a:lnTo>
                  <a:pt x="263" y="339"/>
                </a:lnTo>
                <a:lnTo>
                  <a:pt x="239" y="370"/>
                </a:lnTo>
                <a:lnTo>
                  <a:pt x="213" y="398"/>
                </a:lnTo>
                <a:lnTo>
                  <a:pt x="185" y="422"/>
                </a:lnTo>
                <a:lnTo>
                  <a:pt x="171" y="433"/>
                </a:lnTo>
                <a:lnTo>
                  <a:pt x="156" y="442"/>
                </a:lnTo>
                <a:lnTo>
                  <a:pt x="141" y="451"/>
                </a:lnTo>
                <a:lnTo>
                  <a:pt x="125" y="458"/>
                </a:lnTo>
                <a:lnTo>
                  <a:pt x="109" y="465"/>
                </a:lnTo>
                <a:lnTo>
                  <a:pt x="93" y="470"/>
                </a:lnTo>
                <a:lnTo>
                  <a:pt x="76" y="474"/>
                </a:lnTo>
                <a:lnTo>
                  <a:pt x="59" y="478"/>
                </a:lnTo>
                <a:lnTo>
                  <a:pt x="42" y="479"/>
                </a:lnTo>
                <a:lnTo>
                  <a:pt x="25" y="480"/>
                </a:lnTo>
                <a:lnTo>
                  <a:pt x="13" y="480"/>
                </a:lnTo>
                <a:lnTo>
                  <a:pt x="0" y="479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84" name="Freeform 37"/>
          <p:cNvSpPr>
            <a:spLocks/>
          </p:cNvSpPr>
          <p:nvPr/>
        </p:nvSpPr>
        <p:spPr bwMode="auto">
          <a:xfrm>
            <a:off x="3433763" y="2945607"/>
            <a:ext cx="1518047" cy="775097"/>
          </a:xfrm>
          <a:custGeom>
            <a:avLst/>
            <a:gdLst>
              <a:gd name="T0" fmla="*/ 1504371042 w 1118"/>
              <a:gd name="T1" fmla="*/ 102511309 h 854"/>
              <a:gd name="T2" fmla="*/ 1448653211 w 1118"/>
              <a:gd name="T3" fmla="*/ 102511309 h 854"/>
              <a:gd name="T4" fmla="*/ 1396214070 w 1118"/>
              <a:gd name="T5" fmla="*/ 101047035 h 854"/>
              <a:gd name="T6" fmla="*/ 1340496238 w 1118"/>
              <a:gd name="T7" fmla="*/ 99582761 h 854"/>
              <a:gd name="T8" fmla="*/ 1284778407 w 1118"/>
              <a:gd name="T9" fmla="*/ 98118488 h 854"/>
              <a:gd name="T10" fmla="*/ 1229060575 w 1118"/>
              <a:gd name="T11" fmla="*/ 96654214 h 854"/>
              <a:gd name="T12" fmla="*/ 1176621435 w 1118"/>
              <a:gd name="T13" fmla="*/ 95188730 h 854"/>
              <a:gd name="T14" fmla="*/ 1124182294 w 1118"/>
              <a:gd name="T15" fmla="*/ 93724456 h 854"/>
              <a:gd name="T16" fmla="*/ 1068464463 w 1118"/>
              <a:gd name="T17" fmla="*/ 92260182 h 854"/>
              <a:gd name="T18" fmla="*/ 1016023511 w 1118"/>
              <a:gd name="T19" fmla="*/ 90795908 h 854"/>
              <a:gd name="T20" fmla="*/ 966861251 w 1118"/>
              <a:gd name="T21" fmla="*/ 86401876 h 854"/>
              <a:gd name="T22" fmla="*/ 914421884 w 1118"/>
              <a:gd name="T23" fmla="*/ 84937603 h 854"/>
              <a:gd name="T24" fmla="*/ 861980933 w 1118"/>
              <a:gd name="T25" fmla="*/ 82009055 h 854"/>
              <a:gd name="T26" fmla="*/ 812818673 w 1118"/>
              <a:gd name="T27" fmla="*/ 80544781 h 854"/>
              <a:gd name="T28" fmla="*/ 763656413 w 1118"/>
              <a:gd name="T29" fmla="*/ 76150730 h 854"/>
              <a:gd name="T30" fmla="*/ 714494153 w 1118"/>
              <a:gd name="T31" fmla="*/ 73222183 h 854"/>
              <a:gd name="T32" fmla="*/ 665331893 w 1118"/>
              <a:gd name="T33" fmla="*/ 70293635 h 854"/>
              <a:gd name="T34" fmla="*/ 616169633 w 1118"/>
              <a:gd name="T35" fmla="*/ 67365087 h 854"/>
              <a:gd name="T36" fmla="*/ 573561134 w 1118"/>
              <a:gd name="T37" fmla="*/ 62971056 h 854"/>
              <a:gd name="T38" fmla="*/ 524398874 w 1118"/>
              <a:gd name="T39" fmla="*/ 60042508 h 854"/>
              <a:gd name="T40" fmla="*/ 478515305 w 1118"/>
              <a:gd name="T41" fmla="*/ 57113960 h 854"/>
              <a:gd name="T42" fmla="*/ 435906693 w 1118"/>
              <a:gd name="T43" fmla="*/ 52719928 h 854"/>
              <a:gd name="T44" fmla="*/ 390021313 w 1118"/>
              <a:gd name="T45" fmla="*/ 48327107 h 854"/>
              <a:gd name="T46" fmla="*/ 347414625 w 1118"/>
              <a:gd name="T47" fmla="*/ 43933075 h 854"/>
              <a:gd name="T48" fmla="*/ 308084817 w 1118"/>
              <a:gd name="T49" fmla="*/ 39540244 h 854"/>
              <a:gd name="T50" fmla="*/ 265478128 w 1118"/>
              <a:gd name="T51" fmla="*/ 35146212 h 854"/>
              <a:gd name="T52" fmla="*/ 222869572 w 1118"/>
              <a:gd name="T53" fmla="*/ 30753391 h 854"/>
              <a:gd name="T54" fmla="*/ 183539764 w 1118"/>
              <a:gd name="T55" fmla="*/ 26360569 h 854"/>
              <a:gd name="T56" fmla="*/ 144209956 w 1118"/>
              <a:gd name="T57" fmla="*/ 20502264 h 854"/>
              <a:gd name="T58" fmla="*/ 108157000 w 1118"/>
              <a:gd name="T59" fmla="*/ 16109437 h 854"/>
              <a:gd name="T60" fmla="*/ 72104073 w 1118"/>
              <a:gd name="T61" fmla="*/ 10251132 h 854"/>
              <a:gd name="T62" fmla="*/ 36052942 w 1118"/>
              <a:gd name="T63" fmla="*/ 5858308 h 854"/>
              <a:gd name="T64" fmla="*/ 0 w 1118"/>
              <a:gd name="T65" fmla="*/ 0 h 85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118"/>
              <a:gd name="T100" fmla="*/ 0 h 854"/>
              <a:gd name="T101" fmla="*/ 1118 w 1118"/>
              <a:gd name="T102" fmla="*/ 854 h 85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118" h="854">
                <a:moveTo>
                  <a:pt x="1118" y="854"/>
                </a:moveTo>
                <a:lnTo>
                  <a:pt x="1077" y="848"/>
                </a:lnTo>
                <a:lnTo>
                  <a:pt x="1036" y="840"/>
                </a:lnTo>
                <a:lnTo>
                  <a:pt x="995" y="831"/>
                </a:lnTo>
                <a:lnTo>
                  <a:pt x="954" y="820"/>
                </a:lnTo>
                <a:lnTo>
                  <a:pt x="914" y="808"/>
                </a:lnTo>
                <a:lnTo>
                  <a:pt x="874" y="795"/>
                </a:lnTo>
                <a:lnTo>
                  <a:pt x="834" y="780"/>
                </a:lnTo>
                <a:lnTo>
                  <a:pt x="795" y="764"/>
                </a:lnTo>
                <a:lnTo>
                  <a:pt x="756" y="746"/>
                </a:lnTo>
                <a:lnTo>
                  <a:pt x="717" y="727"/>
                </a:lnTo>
                <a:lnTo>
                  <a:pt x="679" y="707"/>
                </a:lnTo>
                <a:lnTo>
                  <a:pt x="642" y="686"/>
                </a:lnTo>
                <a:lnTo>
                  <a:pt x="604" y="663"/>
                </a:lnTo>
                <a:lnTo>
                  <a:pt x="567" y="639"/>
                </a:lnTo>
                <a:lnTo>
                  <a:pt x="531" y="613"/>
                </a:lnTo>
                <a:lnTo>
                  <a:pt x="495" y="587"/>
                </a:lnTo>
                <a:lnTo>
                  <a:pt x="459" y="559"/>
                </a:lnTo>
                <a:lnTo>
                  <a:pt x="425" y="530"/>
                </a:lnTo>
                <a:lnTo>
                  <a:pt x="390" y="500"/>
                </a:lnTo>
                <a:lnTo>
                  <a:pt x="356" y="468"/>
                </a:lnTo>
                <a:lnTo>
                  <a:pt x="323" y="435"/>
                </a:lnTo>
                <a:lnTo>
                  <a:pt x="290" y="401"/>
                </a:lnTo>
                <a:lnTo>
                  <a:pt x="258" y="366"/>
                </a:lnTo>
                <a:lnTo>
                  <a:pt x="227" y="330"/>
                </a:lnTo>
                <a:lnTo>
                  <a:pt x="196" y="293"/>
                </a:lnTo>
                <a:lnTo>
                  <a:pt x="166" y="254"/>
                </a:lnTo>
                <a:lnTo>
                  <a:pt x="137" y="215"/>
                </a:lnTo>
                <a:lnTo>
                  <a:pt x="108" y="174"/>
                </a:lnTo>
                <a:lnTo>
                  <a:pt x="80" y="132"/>
                </a:lnTo>
                <a:lnTo>
                  <a:pt x="52" y="89"/>
                </a:lnTo>
                <a:lnTo>
                  <a:pt x="26" y="4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85" name="Freeform 38"/>
          <p:cNvSpPr>
            <a:spLocks/>
          </p:cNvSpPr>
          <p:nvPr/>
        </p:nvSpPr>
        <p:spPr bwMode="auto">
          <a:xfrm>
            <a:off x="4923711" y="3694272"/>
            <a:ext cx="136922" cy="60722"/>
          </a:xfrm>
          <a:custGeom>
            <a:avLst/>
            <a:gdLst>
              <a:gd name="T0" fmla="*/ 0 w 102"/>
              <a:gd name="T1" fmla="*/ 7341047 h 67"/>
              <a:gd name="T2" fmla="*/ 131782933 w 102"/>
              <a:gd name="T3" fmla="*/ 4404628 h 67"/>
              <a:gd name="T4" fmla="*/ 9641780 w 102"/>
              <a:gd name="T5" fmla="*/ 0 h 67"/>
              <a:gd name="T6" fmla="*/ 44999744 w 102"/>
              <a:gd name="T7" fmla="*/ 4404628 h 67"/>
              <a:gd name="T8" fmla="*/ 0 w 102"/>
              <a:gd name="T9" fmla="*/ 7341047 h 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"/>
              <a:gd name="T16" fmla="*/ 0 h 67"/>
              <a:gd name="T17" fmla="*/ 102 w 102"/>
              <a:gd name="T18" fmla="*/ 67 h 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" h="67">
                <a:moveTo>
                  <a:pt x="0" y="67"/>
                </a:moveTo>
                <a:lnTo>
                  <a:pt x="102" y="43"/>
                </a:lnTo>
                <a:lnTo>
                  <a:pt x="7" y="0"/>
                </a:lnTo>
                <a:lnTo>
                  <a:pt x="34" y="36"/>
                </a:lnTo>
                <a:lnTo>
                  <a:pt x="0" y="67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86" name="Freeform 39"/>
          <p:cNvSpPr>
            <a:spLocks/>
          </p:cNvSpPr>
          <p:nvPr/>
        </p:nvSpPr>
        <p:spPr bwMode="auto">
          <a:xfrm>
            <a:off x="5357813" y="2940844"/>
            <a:ext cx="317897" cy="783431"/>
          </a:xfrm>
          <a:custGeom>
            <a:avLst/>
            <a:gdLst>
              <a:gd name="T0" fmla="*/ 104418200 w 235"/>
              <a:gd name="T1" fmla="*/ 0 h 865"/>
              <a:gd name="T2" fmla="*/ 137048456 w 235"/>
              <a:gd name="T3" fmla="*/ 4375139 h 865"/>
              <a:gd name="T4" fmla="*/ 172943330 w 235"/>
              <a:gd name="T5" fmla="*/ 8751485 h 865"/>
              <a:gd name="T6" fmla="*/ 189257542 w 235"/>
              <a:gd name="T7" fmla="*/ 13126626 h 865"/>
              <a:gd name="T8" fmla="*/ 212099243 w 235"/>
              <a:gd name="T9" fmla="*/ 16044189 h 865"/>
              <a:gd name="T10" fmla="*/ 228415259 w 235"/>
              <a:gd name="T11" fmla="*/ 20420539 h 865"/>
              <a:gd name="T12" fmla="*/ 244731331 w 235"/>
              <a:gd name="T13" fmla="*/ 23336895 h 865"/>
              <a:gd name="T14" fmla="*/ 254519858 w 235"/>
              <a:gd name="T15" fmla="*/ 26254459 h 865"/>
              <a:gd name="T16" fmla="*/ 270835874 w 235"/>
              <a:gd name="T17" fmla="*/ 29172022 h 865"/>
              <a:gd name="T18" fmla="*/ 280624401 w 235"/>
              <a:gd name="T19" fmla="*/ 33547160 h 865"/>
              <a:gd name="T20" fmla="*/ 290412928 w 235"/>
              <a:gd name="T21" fmla="*/ 37922298 h 865"/>
              <a:gd name="T22" fmla="*/ 296940417 w 235"/>
              <a:gd name="T23" fmla="*/ 40839871 h 865"/>
              <a:gd name="T24" fmla="*/ 306728944 w 235"/>
              <a:gd name="T25" fmla="*/ 43757434 h 865"/>
              <a:gd name="T26" fmla="*/ 306728944 w 235"/>
              <a:gd name="T27" fmla="*/ 46673790 h 865"/>
              <a:gd name="T28" fmla="*/ 313254629 w 235"/>
              <a:gd name="T29" fmla="*/ 51050136 h 865"/>
              <a:gd name="T30" fmla="*/ 313254629 w 235"/>
              <a:gd name="T31" fmla="*/ 53967699 h 865"/>
              <a:gd name="T32" fmla="*/ 313254629 w 235"/>
              <a:gd name="T33" fmla="*/ 56884055 h 865"/>
              <a:gd name="T34" fmla="*/ 313254629 w 235"/>
              <a:gd name="T35" fmla="*/ 59801619 h 865"/>
              <a:gd name="T36" fmla="*/ 309991786 w 235"/>
              <a:gd name="T37" fmla="*/ 62719182 h 865"/>
              <a:gd name="T38" fmla="*/ 306728944 w 235"/>
              <a:gd name="T39" fmla="*/ 65635538 h 865"/>
              <a:gd name="T40" fmla="*/ 300203259 w 235"/>
              <a:gd name="T41" fmla="*/ 70011884 h 865"/>
              <a:gd name="T42" fmla="*/ 293677574 w 235"/>
              <a:gd name="T43" fmla="*/ 71470666 h 865"/>
              <a:gd name="T44" fmla="*/ 283887243 w 235"/>
              <a:gd name="T45" fmla="*/ 74387021 h 865"/>
              <a:gd name="T46" fmla="*/ 277361559 w 235"/>
              <a:gd name="T47" fmla="*/ 77304585 h 865"/>
              <a:gd name="T48" fmla="*/ 264308385 w 235"/>
              <a:gd name="T49" fmla="*/ 80220960 h 865"/>
              <a:gd name="T50" fmla="*/ 251257016 w 235"/>
              <a:gd name="T51" fmla="*/ 83138523 h 865"/>
              <a:gd name="T52" fmla="*/ 238203842 w 235"/>
              <a:gd name="T53" fmla="*/ 84597305 h 865"/>
              <a:gd name="T54" fmla="*/ 221889574 w 235"/>
              <a:gd name="T55" fmla="*/ 87514869 h 865"/>
              <a:gd name="T56" fmla="*/ 202310716 w 235"/>
              <a:gd name="T57" fmla="*/ 88972443 h 865"/>
              <a:gd name="T58" fmla="*/ 182731857 w 235"/>
              <a:gd name="T59" fmla="*/ 91890007 h 865"/>
              <a:gd name="T60" fmla="*/ 163152999 w 235"/>
              <a:gd name="T61" fmla="*/ 93348788 h 865"/>
              <a:gd name="T62" fmla="*/ 143575945 w 235"/>
              <a:gd name="T63" fmla="*/ 94807570 h 865"/>
              <a:gd name="T64" fmla="*/ 120734244 w 235"/>
              <a:gd name="T65" fmla="*/ 96266352 h 865"/>
              <a:gd name="T66" fmla="*/ 97892515 w 235"/>
              <a:gd name="T67" fmla="*/ 99182708 h 865"/>
              <a:gd name="T68" fmla="*/ 71787972 w 235"/>
              <a:gd name="T69" fmla="*/ 99182708 h 865"/>
              <a:gd name="T70" fmla="*/ 55471943 w 235"/>
              <a:gd name="T71" fmla="*/ 100641490 h 865"/>
              <a:gd name="T72" fmla="*/ 35893084 w 235"/>
              <a:gd name="T73" fmla="*/ 100641490 h 865"/>
              <a:gd name="T74" fmla="*/ 0 w 235"/>
              <a:gd name="T75" fmla="*/ 103559053 h 865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235"/>
              <a:gd name="T115" fmla="*/ 0 h 865"/>
              <a:gd name="T116" fmla="*/ 235 w 235"/>
              <a:gd name="T117" fmla="*/ 865 h 865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235" h="865">
                <a:moveTo>
                  <a:pt x="78" y="0"/>
                </a:moveTo>
                <a:lnTo>
                  <a:pt x="104" y="39"/>
                </a:lnTo>
                <a:lnTo>
                  <a:pt x="128" y="79"/>
                </a:lnTo>
                <a:lnTo>
                  <a:pt x="143" y="108"/>
                </a:lnTo>
                <a:lnTo>
                  <a:pt x="157" y="137"/>
                </a:lnTo>
                <a:lnTo>
                  <a:pt x="170" y="166"/>
                </a:lnTo>
                <a:lnTo>
                  <a:pt x="182" y="195"/>
                </a:lnTo>
                <a:lnTo>
                  <a:pt x="192" y="224"/>
                </a:lnTo>
                <a:lnTo>
                  <a:pt x="202" y="253"/>
                </a:lnTo>
                <a:lnTo>
                  <a:pt x="210" y="282"/>
                </a:lnTo>
                <a:lnTo>
                  <a:pt x="217" y="311"/>
                </a:lnTo>
                <a:lnTo>
                  <a:pt x="223" y="339"/>
                </a:lnTo>
                <a:lnTo>
                  <a:pt x="228" y="368"/>
                </a:lnTo>
                <a:lnTo>
                  <a:pt x="231" y="396"/>
                </a:lnTo>
                <a:lnTo>
                  <a:pt x="234" y="424"/>
                </a:lnTo>
                <a:lnTo>
                  <a:pt x="235" y="451"/>
                </a:lnTo>
                <a:lnTo>
                  <a:pt x="235" y="479"/>
                </a:lnTo>
                <a:lnTo>
                  <a:pt x="235" y="505"/>
                </a:lnTo>
                <a:lnTo>
                  <a:pt x="233" y="531"/>
                </a:lnTo>
                <a:lnTo>
                  <a:pt x="229" y="557"/>
                </a:lnTo>
                <a:lnTo>
                  <a:pt x="225" y="582"/>
                </a:lnTo>
                <a:lnTo>
                  <a:pt x="220" y="606"/>
                </a:lnTo>
                <a:lnTo>
                  <a:pt x="213" y="630"/>
                </a:lnTo>
                <a:lnTo>
                  <a:pt x="206" y="653"/>
                </a:lnTo>
                <a:lnTo>
                  <a:pt x="197" y="675"/>
                </a:lnTo>
                <a:lnTo>
                  <a:pt x="187" y="696"/>
                </a:lnTo>
                <a:lnTo>
                  <a:pt x="177" y="717"/>
                </a:lnTo>
                <a:lnTo>
                  <a:pt x="165" y="736"/>
                </a:lnTo>
                <a:lnTo>
                  <a:pt x="152" y="755"/>
                </a:lnTo>
                <a:lnTo>
                  <a:pt x="138" y="772"/>
                </a:lnTo>
                <a:lnTo>
                  <a:pt x="123" y="788"/>
                </a:lnTo>
                <a:lnTo>
                  <a:pt x="107" y="804"/>
                </a:lnTo>
                <a:lnTo>
                  <a:pt x="90" y="818"/>
                </a:lnTo>
                <a:lnTo>
                  <a:pt x="71" y="831"/>
                </a:lnTo>
                <a:lnTo>
                  <a:pt x="52" y="842"/>
                </a:lnTo>
                <a:lnTo>
                  <a:pt x="40" y="849"/>
                </a:lnTo>
                <a:lnTo>
                  <a:pt x="27" y="855"/>
                </a:lnTo>
                <a:lnTo>
                  <a:pt x="0" y="865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87" name="Freeform 40"/>
          <p:cNvSpPr>
            <a:spLocks/>
          </p:cNvSpPr>
          <p:nvPr/>
        </p:nvSpPr>
        <p:spPr bwMode="auto">
          <a:xfrm>
            <a:off x="5047060" y="3721894"/>
            <a:ext cx="319088" cy="22622"/>
          </a:xfrm>
          <a:custGeom>
            <a:avLst/>
            <a:gdLst>
              <a:gd name="T0" fmla="*/ 308521590 w 236"/>
              <a:gd name="T1" fmla="*/ 0 h 25"/>
              <a:gd name="T2" fmla="*/ 308521590 w 236"/>
              <a:gd name="T3" fmla="*/ 1418868 h 25"/>
              <a:gd name="T4" fmla="*/ 308521590 w 236"/>
              <a:gd name="T5" fmla="*/ 1418868 h 25"/>
              <a:gd name="T6" fmla="*/ 269549659 w 236"/>
              <a:gd name="T7" fmla="*/ 1418868 h 25"/>
              <a:gd name="T8" fmla="*/ 233826234 w 236"/>
              <a:gd name="T9" fmla="*/ 2837735 h 25"/>
              <a:gd name="T10" fmla="*/ 198102865 w 236"/>
              <a:gd name="T11" fmla="*/ 2837735 h 25"/>
              <a:gd name="T12" fmla="*/ 159132737 w 236"/>
              <a:gd name="T13" fmla="*/ 2837735 h 25"/>
              <a:gd name="T14" fmla="*/ 116914018 w 236"/>
              <a:gd name="T15" fmla="*/ 2837735 h 25"/>
              <a:gd name="T16" fmla="*/ 81190650 w 236"/>
              <a:gd name="T17" fmla="*/ 2837735 h 25"/>
              <a:gd name="T18" fmla="*/ 38971945 w 236"/>
              <a:gd name="T19" fmla="*/ 2837735 h 25"/>
              <a:gd name="T20" fmla="*/ 0 w 236"/>
              <a:gd name="T21" fmla="*/ 1418868 h 2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6"/>
              <a:gd name="T34" fmla="*/ 0 h 25"/>
              <a:gd name="T35" fmla="*/ 236 w 236"/>
              <a:gd name="T36" fmla="*/ 25 h 25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6" h="25">
                <a:moveTo>
                  <a:pt x="236" y="0"/>
                </a:moveTo>
                <a:lnTo>
                  <a:pt x="236" y="1"/>
                </a:lnTo>
                <a:lnTo>
                  <a:pt x="235" y="1"/>
                </a:lnTo>
                <a:lnTo>
                  <a:pt x="207" y="10"/>
                </a:lnTo>
                <a:lnTo>
                  <a:pt x="179" y="18"/>
                </a:lnTo>
                <a:lnTo>
                  <a:pt x="150" y="22"/>
                </a:lnTo>
                <a:lnTo>
                  <a:pt x="121" y="25"/>
                </a:lnTo>
                <a:lnTo>
                  <a:pt x="91" y="25"/>
                </a:lnTo>
                <a:lnTo>
                  <a:pt x="61" y="24"/>
                </a:lnTo>
                <a:lnTo>
                  <a:pt x="30" y="19"/>
                </a:lnTo>
                <a:lnTo>
                  <a:pt x="0" y="13"/>
                </a:lnTo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88" name="Freeform 41"/>
          <p:cNvSpPr>
            <a:spLocks/>
          </p:cNvSpPr>
          <p:nvPr/>
        </p:nvSpPr>
        <p:spPr bwMode="auto">
          <a:xfrm>
            <a:off x="3393282" y="2853929"/>
            <a:ext cx="1413272" cy="467915"/>
          </a:xfrm>
          <a:custGeom>
            <a:avLst/>
            <a:gdLst>
              <a:gd name="T0" fmla="*/ 1389446252 w 1042"/>
              <a:gd name="T1" fmla="*/ 61186772 h 517"/>
              <a:gd name="T2" fmla="*/ 1330598817 w 1042"/>
              <a:gd name="T3" fmla="*/ 61186772 h 517"/>
              <a:gd name="T4" fmla="*/ 1271753190 w 1042"/>
              <a:gd name="T5" fmla="*/ 61186772 h 517"/>
              <a:gd name="T6" fmla="*/ 1212905754 w 1042"/>
              <a:gd name="T7" fmla="*/ 61186772 h 517"/>
              <a:gd name="T8" fmla="*/ 1154058319 w 1042"/>
              <a:gd name="T9" fmla="*/ 61186772 h 517"/>
              <a:gd name="T10" fmla="*/ 1095210884 w 1042"/>
              <a:gd name="T11" fmla="*/ 59730232 h 517"/>
              <a:gd name="T12" fmla="*/ 1036363448 w 1042"/>
              <a:gd name="T13" fmla="*/ 59730232 h 517"/>
              <a:gd name="T14" fmla="*/ 984055220 w 1042"/>
              <a:gd name="T15" fmla="*/ 58273692 h 517"/>
              <a:gd name="T16" fmla="*/ 928477162 w 1042"/>
              <a:gd name="T17" fmla="*/ 58273692 h 517"/>
              <a:gd name="T18" fmla="*/ 872899330 w 1042"/>
              <a:gd name="T19" fmla="*/ 56817152 h 517"/>
              <a:gd name="T20" fmla="*/ 817321498 w 1042"/>
              <a:gd name="T21" fmla="*/ 55359405 h 517"/>
              <a:gd name="T22" fmla="*/ 765013269 w 1042"/>
              <a:gd name="T23" fmla="*/ 53902865 h 517"/>
              <a:gd name="T24" fmla="*/ 712705040 w 1042"/>
              <a:gd name="T25" fmla="*/ 52446325 h 517"/>
              <a:gd name="T26" fmla="*/ 663664607 w 1042"/>
              <a:gd name="T27" fmla="*/ 50989785 h 517"/>
              <a:gd name="T28" fmla="*/ 617895585 w 1042"/>
              <a:gd name="T29" fmla="*/ 49532038 h 517"/>
              <a:gd name="T30" fmla="*/ 568855151 w 1042"/>
              <a:gd name="T31" fmla="*/ 48075497 h 517"/>
              <a:gd name="T32" fmla="*/ 523086129 w 1042"/>
              <a:gd name="T33" fmla="*/ 45162417 h 517"/>
              <a:gd name="T34" fmla="*/ 474047391 w 1042"/>
              <a:gd name="T35" fmla="*/ 43704670 h 517"/>
              <a:gd name="T36" fmla="*/ 431546164 w 1042"/>
              <a:gd name="T37" fmla="*/ 40791590 h 517"/>
              <a:gd name="T38" fmla="*/ 389044937 w 1042"/>
              <a:gd name="T39" fmla="*/ 39335040 h 517"/>
              <a:gd name="T40" fmla="*/ 349813313 w 1042"/>
              <a:gd name="T41" fmla="*/ 37877294 h 517"/>
              <a:gd name="T42" fmla="*/ 310581690 w 1042"/>
              <a:gd name="T43" fmla="*/ 33507673 h 517"/>
              <a:gd name="T44" fmla="*/ 274619670 w 1042"/>
              <a:gd name="T45" fmla="*/ 32049926 h 517"/>
              <a:gd name="T46" fmla="*/ 238657649 w 1042"/>
              <a:gd name="T47" fmla="*/ 29136846 h 517"/>
              <a:gd name="T48" fmla="*/ 202695573 w 1042"/>
              <a:gd name="T49" fmla="*/ 26222559 h 517"/>
              <a:gd name="T50" fmla="*/ 173272759 w 1042"/>
              <a:gd name="T51" fmla="*/ 23309479 h 517"/>
              <a:gd name="T52" fmla="*/ 140578534 w 1042"/>
              <a:gd name="T53" fmla="*/ 20395192 h 517"/>
              <a:gd name="T54" fmla="*/ 111155692 w 1042"/>
              <a:gd name="T55" fmla="*/ 17482107 h 517"/>
              <a:gd name="T56" fmla="*/ 85000674 w 1042"/>
              <a:gd name="T57" fmla="*/ 14567820 h 517"/>
              <a:gd name="T58" fmla="*/ 62117067 w 1042"/>
              <a:gd name="T59" fmla="*/ 10198199 h 517"/>
              <a:gd name="T60" fmla="*/ 35962034 w 1042"/>
              <a:gd name="T61" fmla="*/ 7283910 h 517"/>
              <a:gd name="T62" fmla="*/ 19615819 w 1042"/>
              <a:gd name="T63" fmla="*/ 4370828 h 517"/>
              <a:gd name="T64" fmla="*/ 0 w 1042"/>
              <a:gd name="T65" fmla="*/ 0 h 51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042"/>
              <a:gd name="T100" fmla="*/ 0 h 517"/>
              <a:gd name="T101" fmla="*/ 1042 w 1042"/>
              <a:gd name="T102" fmla="*/ 517 h 51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042" h="517">
                <a:moveTo>
                  <a:pt x="1042" y="516"/>
                </a:moveTo>
                <a:lnTo>
                  <a:pt x="997" y="517"/>
                </a:lnTo>
                <a:lnTo>
                  <a:pt x="952" y="517"/>
                </a:lnTo>
                <a:lnTo>
                  <a:pt x="908" y="515"/>
                </a:lnTo>
                <a:lnTo>
                  <a:pt x="864" y="512"/>
                </a:lnTo>
                <a:lnTo>
                  <a:pt x="821" y="508"/>
                </a:lnTo>
                <a:lnTo>
                  <a:pt x="778" y="503"/>
                </a:lnTo>
                <a:lnTo>
                  <a:pt x="736" y="496"/>
                </a:lnTo>
                <a:lnTo>
                  <a:pt x="694" y="488"/>
                </a:lnTo>
                <a:lnTo>
                  <a:pt x="654" y="480"/>
                </a:lnTo>
                <a:lnTo>
                  <a:pt x="613" y="470"/>
                </a:lnTo>
                <a:lnTo>
                  <a:pt x="574" y="458"/>
                </a:lnTo>
                <a:lnTo>
                  <a:pt x="536" y="446"/>
                </a:lnTo>
                <a:lnTo>
                  <a:pt x="498" y="433"/>
                </a:lnTo>
                <a:lnTo>
                  <a:pt x="461" y="419"/>
                </a:lnTo>
                <a:lnTo>
                  <a:pt x="426" y="403"/>
                </a:lnTo>
                <a:lnTo>
                  <a:pt x="391" y="387"/>
                </a:lnTo>
                <a:lnTo>
                  <a:pt x="357" y="369"/>
                </a:lnTo>
                <a:lnTo>
                  <a:pt x="324" y="351"/>
                </a:lnTo>
                <a:lnTo>
                  <a:pt x="293" y="331"/>
                </a:lnTo>
                <a:lnTo>
                  <a:pt x="262" y="311"/>
                </a:lnTo>
                <a:lnTo>
                  <a:pt x="233" y="290"/>
                </a:lnTo>
                <a:lnTo>
                  <a:pt x="205" y="268"/>
                </a:lnTo>
                <a:lnTo>
                  <a:pt x="178" y="245"/>
                </a:lnTo>
                <a:lnTo>
                  <a:pt x="153" y="221"/>
                </a:lnTo>
                <a:lnTo>
                  <a:pt x="128" y="196"/>
                </a:lnTo>
                <a:lnTo>
                  <a:pt x="106" y="170"/>
                </a:lnTo>
                <a:lnTo>
                  <a:pt x="84" y="144"/>
                </a:lnTo>
                <a:lnTo>
                  <a:pt x="64" y="116"/>
                </a:lnTo>
                <a:lnTo>
                  <a:pt x="46" y="88"/>
                </a:lnTo>
                <a:lnTo>
                  <a:pt x="29" y="60"/>
                </a:lnTo>
                <a:lnTo>
                  <a:pt x="14" y="3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89" name="Freeform 42"/>
          <p:cNvSpPr>
            <a:spLocks/>
          </p:cNvSpPr>
          <p:nvPr/>
        </p:nvSpPr>
        <p:spPr bwMode="auto">
          <a:xfrm>
            <a:off x="4762501" y="3294460"/>
            <a:ext cx="136922" cy="59531"/>
          </a:xfrm>
          <a:custGeom>
            <a:avLst/>
            <a:gdLst>
              <a:gd name="T0" fmla="*/ 6556000 w 101"/>
              <a:gd name="T1" fmla="*/ 6998031 h 67"/>
              <a:gd name="T2" fmla="*/ 137683245 w 101"/>
              <a:gd name="T3" fmla="*/ 2799450 h 67"/>
              <a:gd name="T4" fmla="*/ 0 w 101"/>
              <a:gd name="T5" fmla="*/ 0 h 67"/>
              <a:gd name="T6" fmla="*/ 45893808 w 101"/>
              <a:gd name="T7" fmla="*/ 2799450 h 67"/>
              <a:gd name="T8" fmla="*/ 6556000 w 101"/>
              <a:gd name="T9" fmla="*/ 6998031 h 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1"/>
              <a:gd name="T16" fmla="*/ 0 h 67"/>
              <a:gd name="T17" fmla="*/ 101 w 101"/>
              <a:gd name="T18" fmla="*/ 67 h 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1" h="67">
                <a:moveTo>
                  <a:pt x="4" y="67"/>
                </a:moveTo>
                <a:lnTo>
                  <a:pt x="101" y="27"/>
                </a:lnTo>
                <a:lnTo>
                  <a:pt x="0" y="0"/>
                </a:lnTo>
                <a:lnTo>
                  <a:pt x="33" y="31"/>
                </a:lnTo>
                <a:lnTo>
                  <a:pt x="4" y="67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90" name="Freeform 43"/>
          <p:cNvSpPr>
            <a:spLocks/>
          </p:cNvSpPr>
          <p:nvPr/>
        </p:nvSpPr>
        <p:spPr bwMode="auto">
          <a:xfrm>
            <a:off x="4843463" y="2861073"/>
            <a:ext cx="582216" cy="467915"/>
          </a:xfrm>
          <a:custGeom>
            <a:avLst/>
            <a:gdLst>
              <a:gd name="T0" fmla="*/ 578523252 w 428"/>
              <a:gd name="T1" fmla="*/ 0 h 518"/>
              <a:gd name="T2" fmla="*/ 578523252 w 428"/>
              <a:gd name="T3" fmla="*/ 2902640 h 518"/>
              <a:gd name="T4" fmla="*/ 578523252 w 428"/>
              <a:gd name="T5" fmla="*/ 5805280 h 518"/>
              <a:gd name="T6" fmla="*/ 575236726 w 428"/>
              <a:gd name="T7" fmla="*/ 8707919 h 518"/>
              <a:gd name="T8" fmla="*/ 568661858 w 428"/>
              <a:gd name="T9" fmla="*/ 10158037 h 518"/>
              <a:gd name="T10" fmla="*/ 558800464 w 428"/>
              <a:gd name="T11" fmla="*/ 15963314 h 518"/>
              <a:gd name="T12" fmla="*/ 535791149 w 428"/>
              <a:gd name="T13" fmla="*/ 20317277 h 518"/>
              <a:gd name="T14" fmla="*/ 516070175 w 428"/>
              <a:gd name="T15" fmla="*/ 26122555 h 518"/>
              <a:gd name="T16" fmla="*/ 483199466 w 428"/>
              <a:gd name="T17" fmla="*/ 30475309 h 518"/>
              <a:gd name="T18" fmla="*/ 453615171 w 428"/>
              <a:gd name="T19" fmla="*/ 34829268 h 518"/>
              <a:gd name="T20" fmla="*/ 417457935 w 428"/>
              <a:gd name="T21" fmla="*/ 39183226 h 518"/>
              <a:gd name="T22" fmla="*/ 378012359 w 428"/>
              <a:gd name="T23" fmla="*/ 43537194 h 518"/>
              <a:gd name="T24" fmla="*/ 331993729 w 428"/>
              <a:gd name="T25" fmla="*/ 46438628 h 518"/>
              <a:gd name="T26" fmla="*/ 282688573 w 428"/>
              <a:gd name="T27" fmla="*/ 49341267 h 518"/>
              <a:gd name="T28" fmla="*/ 233381546 w 428"/>
              <a:gd name="T29" fmla="*/ 52243906 h 518"/>
              <a:gd name="T30" fmla="*/ 177501522 w 428"/>
              <a:gd name="T31" fmla="*/ 55146545 h 518"/>
              <a:gd name="T32" fmla="*/ 121621498 w 428"/>
              <a:gd name="T33" fmla="*/ 58049184 h 518"/>
              <a:gd name="T34" fmla="*/ 62454919 w 428"/>
              <a:gd name="T35" fmla="*/ 59500503 h 518"/>
              <a:gd name="T36" fmla="*/ 0 w 428"/>
              <a:gd name="T37" fmla="*/ 60951823 h 51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28"/>
              <a:gd name="T58" fmla="*/ 0 h 518"/>
              <a:gd name="T59" fmla="*/ 428 w 428"/>
              <a:gd name="T60" fmla="*/ 518 h 51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28" h="518">
                <a:moveTo>
                  <a:pt x="428" y="0"/>
                </a:moveTo>
                <a:lnTo>
                  <a:pt x="428" y="24"/>
                </a:lnTo>
                <a:lnTo>
                  <a:pt x="426" y="47"/>
                </a:lnTo>
                <a:lnTo>
                  <a:pt x="423" y="70"/>
                </a:lnTo>
                <a:lnTo>
                  <a:pt x="420" y="93"/>
                </a:lnTo>
                <a:lnTo>
                  <a:pt x="410" y="138"/>
                </a:lnTo>
                <a:lnTo>
                  <a:pt x="396" y="181"/>
                </a:lnTo>
                <a:lnTo>
                  <a:pt x="379" y="223"/>
                </a:lnTo>
                <a:lnTo>
                  <a:pt x="358" y="262"/>
                </a:lnTo>
                <a:lnTo>
                  <a:pt x="334" y="300"/>
                </a:lnTo>
                <a:lnTo>
                  <a:pt x="307" y="336"/>
                </a:lnTo>
                <a:lnTo>
                  <a:pt x="277" y="369"/>
                </a:lnTo>
                <a:lnTo>
                  <a:pt x="244" y="400"/>
                </a:lnTo>
                <a:lnTo>
                  <a:pt x="209" y="428"/>
                </a:lnTo>
                <a:lnTo>
                  <a:pt x="172" y="452"/>
                </a:lnTo>
                <a:lnTo>
                  <a:pt x="132" y="474"/>
                </a:lnTo>
                <a:lnTo>
                  <a:pt x="90" y="492"/>
                </a:lnTo>
                <a:lnTo>
                  <a:pt x="46" y="507"/>
                </a:lnTo>
                <a:lnTo>
                  <a:pt x="0" y="518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91" name="Freeform 44"/>
          <p:cNvSpPr>
            <a:spLocks/>
          </p:cNvSpPr>
          <p:nvPr/>
        </p:nvSpPr>
        <p:spPr bwMode="auto">
          <a:xfrm>
            <a:off x="3149204" y="2901554"/>
            <a:ext cx="369094" cy="1491853"/>
          </a:xfrm>
          <a:custGeom>
            <a:avLst/>
            <a:gdLst>
              <a:gd name="T0" fmla="*/ 355468666 w 274"/>
              <a:gd name="T1" fmla="*/ 195305993 h 1648"/>
              <a:gd name="T2" fmla="*/ 316691389 w 274"/>
              <a:gd name="T3" fmla="*/ 188019332 h 1648"/>
              <a:gd name="T4" fmla="*/ 284376392 w 274"/>
              <a:gd name="T5" fmla="*/ 180731465 h 1648"/>
              <a:gd name="T6" fmla="*/ 248828459 w 274"/>
              <a:gd name="T7" fmla="*/ 173443597 h 1648"/>
              <a:gd name="T8" fmla="*/ 219744547 w 274"/>
              <a:gd name="T9" fmla="*/ 164698880 h 1648"/>
              <a:gd name="T10" fmla="*/ 187429551 w 274"/>
              <a:gd name="T11" fmla="*/ 157410975 h 1648"/>
              <a:gd name="T12" fmla="*/ 161576835 w 274"/>
              <a:gd name="T13" fmla="*/ 150123108 h 1648"/>
              <a:gd name="T14" fmla="*/ 135724119 w 274"/>
              <a:gd name="T15" fmla="*/ 142836447 h 1648"/>
              <a:gd name="T16" fmla="*/ 113104312 w 274"/>
              <a:gd name="T17" fmla="*/ 135548580 h 1648"/>
              <a:gd name="T18" fmla="*/ 93713877 w 274"/>
              <a:gd name="T19" fmla="*/ 128260712 h 1648"/>
              <a:gd name="T20" fmla="*/ 74325239 w 274"/>
              <a:gd name="T21" fmla="*/ 120972845 h 1648"/>
              <a:gd name="T22" fmla="*/ 58167726 w 274"/>
              <a:gd name="T23" fmla="*/ 113686184 h 1648"/>
              <a:gd name="T24" fmla="*/ 45241368 w 274"/>
              <a:gd name="T25" fmla="*/ 106398317 h 1648"/>
              <a:gd name="T26" fmla="*/ 29083863 w 274"/>
              <a:gd name="T27" fmla="*/ 100568505 h 1648"/>
              <a:gd name="T28" fmla="*/ 19388646 w 274"/>
              <a:gd name="T29" fmla="*/ 93280638 h 1648"/>
              <a:gd name="T30" fmla="*/ 12926361 w 274"/>
              <a:gd name="T31" fmla="*/ 85992770 h 1648"/>
              <a:gd name="T32" fmla="*/ 6462283 w 274"/>
              <a:gd name="T33" fmla="*/ 80162959 h 1648"/>
              <a:gd name="T34" fmla="*/ 3231141 w 274"/>
              <a:gd name="T35" fmla="*/ 74333129 h 1648"/>
              <a:gd name="T36" fmla="*/ 0 w 274"/>
              <a:gd name="T37" fmla="*/ 67045262 h 1648"/>
              <a:gd name="T38" fmla="*/ 0 w 274"/>
              <a:gd name="T39" fmla="*/ 61215450 h 1648"/>
              <a:gd name="T40" fmla="*/ 6462283 w 274"/>
              <a:gd name="T41" fmla="*/ 55385639 h 1648"/>
              <a:gd name="T42" fmla="*/ 6462283 w 274"/>
              <a:gd name="T43" fmla="*/ 49555828 h 1648"/>
              <a:gd name="T44" fmla="*/ 16157505 w 274"/>
              <a:gd name="T45" fmla="*/ 43724810 h 1648"/>
              <a:gd name="T46" fmla="*/ 22621582 w 274"/>
              <a:gd name="T47" fmla="*/ 39353046 h 1648"/>
              <a:gd name="T48" fmla="*/ 35546151 w 274"/>
              <a:gd name="T49" fmla="*/ 33523234 h 1648"/>
              <a:gd name="T50" fmla="*/ 45241368 w 274"/>
              <a:gd name="T51" fmla="*/ 27692216 h 1648"/>
              <a:gd name="T52" fmla="*/ 64630021 w 274"/>
              <a:gd name="T53" fmla="*/ 23320461 h 1648"/>
              <a:gd name="T54" fmla="*/ 80789316 w 274"/>
              <a:gd name="T55" fmla="*/ 18947495 h 1648"/>
              <a:gd name="T56" fmla="*/ 103409095 w 274"/>
              <a:gd name="T57" fmla="*/ 14574533 h 1648"/>
              <a:gd name="T58" fmla="*/ 122797761 w 274"/>
              <a:gd name="T59" fmla="*/ 10202778 h 1648"/>
              <a:gd name="T60" fmla="*/ 145419337 w 274"/>
              <a:gd name="T61" fmla="*/ 7287870 h 1648"/>
              <a:gd name="T62" fmla="*/ 174503193 w 274"/>
              <a:gd name="T63" fmla="*/ 2914907 h 1648"/>
              <a:gd name="T64" fmla="*/ 206818189 w 274"/>
              <a:gd name="T65" fmla="*/ 0 h 1648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74"/>
              <a:gd name="T100" fmla="*/ 0 h 1648"/>
              <a:gd name="T101" fmla="*/ 274 w 274"/>
              <a:gd name="T102" fmla="*/ 1648 h 1648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74" h="1648">
                <a:moveTo>
                  <a:pt x="274" y="1648"/>
                </a:moveTo>
                <a:lnTo>
                  <a:pt x="245" y="1584"/>
                </a:lnTo>
                <a:lnTo>
                  <a:pt x="218" y="1520"/>
                </a:lnTo>
                <a:lnTo>
                  <a:pt x="192" y="1457"/>
                </a:lnTo>
                <a:lnTo>
                  <a:pt x="168" y="1393"/>
                </a:lnTo>
                <a:lnTo>
                  <a:pt x="146" y="1330"/>
                </a:lnTo>
                <a:lnTo>
                  <a:pt x="125" y="1267"/>
                </a:lnTo>
                <a:lnTo>
                  <a:pt x="105" y="1205"/>
                </a:lnTo>
                <a:lnTo>
                  <a:pt x="87" y="1143"/>
                </a:lnTo>
                <a:lnTo>
                  <a:pt x="71" y="1082"/>
                </a:lnTo>
                <a:lnTo>
                  <a:pt x="57" y="1021"/>
                </a:lnTo>
                <a:lnTo>
                  <a:pt x="44" y="961"/>
                </a:lnTo>
                <a:lnTo>
                  <a:pt x="33" y="902"/>
                </a:lnTo>
                <a:lnTo>
                  <a:pt x="23" y="844"/>
                </a:lnTo>
                <a:lnTo>
                  <a:pt x="15" y="787"/>
                </a:lnTo>
                <a:lnTo>
                  <a:pt x="9" y="730"/>
                </a:lnTo>
                <a:lnTo>
                  <a:pt x="4" y="675"/>
                </a:lnTo>
                <a:lnTo>
                  <a:pt x="1" y="621"/>
                </a:lnTo>
                <a:lnTo>
                  <a:pt x="0" y="568"/>
                </a:lnTo>
                <a:lnTo>
                  <a:pt x="0" y="517"/>
                </a:lnTo>
                <a:lnTo>
                  <a:pt x="2" y="467"/>
                </a:lnTo>
                <a:lnTo>
                  <a:pt x="5" y="418"/>
                </a:lnTo>
                <a:lnTo>
                  <a:pt x="11" y="371"/>
                </a:lnTo>
                <a:lnTo>
                  <a:pt x="18" y="325"/>
                </a:lnTo>
                <a:lnTo>
                  <a:pt x="27" y="282"/>
                </a:lnTo>
                <a:lnTo>
                  <a:pt x="37" y="239"/>
                </a:lnTo>
                <a:lnTo>
                  <a:pt x="49" y="199"/>
                </a:lnTo>
                <a:lnTo>
                  <a:pt x="63" y="161"/>
                </a:lnTo>
                <a:lnTo>
                  <a:pt x="79" y="124"/>
                </a:lnTo>
                <a:lnTo>
                  <a:pt x="96" y="90"/>
                </a:lnTo>
                <a:lnTo>
                  <a:pt x="115" y="58"/>
                </a:lnTo>
                <a:lnTo>
                  <a:pt x="136" y="28"/>
                </a:lnTo>
                <a:lnTo>
                  <a:pt x="159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92" name="Freeform 45"/>
          <p:cNvSpPr>
            <a:spLocks/>
          </p:cNvSpPr>
          <p:nvPr/>
        </p:nvSpPr>
        <p:spPr bwMode="auto">
          <a:xfrm>
            <a:off x="3461147" y="4355307"/>
            <a:ext cx="98822" cy="94060"/>
          </a:xfrm>
          <a:custGeom>
            <a:avLst/>
            <a:gdLst>
              <a:gd name="T0" fmla="*/ 0 w 73"/>
              <a:gd name="T1" fmla="*/ 4405132 h 104"/>
              <a:gd name="T2" fmla="*/ 94047373 w 73"/>
              <a:gd name="T3" fmla="*/ 13215396 h 104"/>
              <a:gd name="T4" fmla="*/ 77833434 w 73"/>
              <a:gd name="T5" fmla="*/ 0 h 104"/>
              <a:gd name="T6" fmla="*/ 55132461 w 73"/>
              <a:gd name="T7" fmla="*/ 4405132 h 104"/>
              <a:gd name="T8" fmla="*/ 0 w 73"/>
              <a:gd name="T9" fmla="*/ 4405132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3"/>
              <a:gd name="T16" fmla="*/ 0 h 104"/>
              <a:gd name="T17" fmla="*/ 73 w 73"/>
              <a:gd name="T18" fmla="*/ 104 h 1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3" h="104">
                <a:moveTo>
                  <a:pt x="0" y="29"/>
                </a:moveTo>
                <a:lnTo>
                  <a:pt x="73" y="104"/>
                </a:lnTo>
                <a:lnTo>
                  <a:pt x="61" y="0"/>
                </a:lnTo>
                <a:lnTo>
                  <a:pt x="44" y="42"/>
                </a:lnTo>
                <a:lnTo>
                  <a:pt x="0" y="29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93" name="Freeform 46"/>
          <p:cNvSpPr>
            <a:spLocks/>
          </p:cNvSpPr>
          <p:nvPr/>
        </p:nvSpPr>
        <p:spPr bwMode="auto">
          <a:xfrm>
            <a:off x="2758679" y="1626394"/>
            <a:ext cx="650081" cy="1232297"/>
          </a:xfrm>
          <a:custGeom>
            <a:avLst/>
            <a:gdLst>
              <a:gd name="T0" fmla="*/ 635384061 w 480"/>
              <a:gd name="T1" fmla="*/ 162111137 h 1360"/>
              <a:gd name="T2" fmla="*/ 599541118 w 480"/>
              <a:gd name="T3" fmla="*/ 162111137 h 1360"/>
              <a:gd name="T4" fmla="*/ 570217043 w 480"/>
              <a:gd name="T5" fmla="*/ 162111137 h 1360"/>
              <a:gd name="T6" fmla="*/ 537631729 w 480"/>
              <a:gd name="T7" fmla="*/ 160650503 h 1360"/>
              <a:gd name="T8" fmla="*/ 508307655 w 480"/>
              <a:gd name="T9" fmla="*/ 160650503 h 1360"/>
              <a:gd name="T10" fmla="*/ 475724146 w 480"/>
              <a:gd name="T11" fmla="*/ 159189868 h 1360"/>
              <a:gd name="T12" fmla="*/ 446398153 w 480"/>
              <a:gd name="T13" fmla="*/ 156268562 h 1360"/>
              <a:gd name="T14" fmla="*/ 417072273 w 480"/>
              <a:gd name="T15" fmla="*/ 154809136 h 1360"/>
              <a:gd name="T16" fmla="*/ 387746393 w 480"/>
              <a:gd name="T17" fmla="*/ 151887868 h 1360"/>
              <a:gd name="T18" fmla="*/ 358422319 w 480"/>
              <a:gd name="T19" fmla="*/ 150427234 h 1360"/>
              <a:gd name="T20" fmla="*/ 332354067 w 480"/>
              <a:gd name="T21" fmla="*/ 146046540 h 1360"/>
              <a:gd name="T22" fmla="*/ 303029993 w 480"/>
              <a:gd name="T23" fmla="*/ 143125271 h 1360"/>
              <a:gd name="T24" fmla="*/ 280221176 w 480"/>
              <a:gd name="T25" fmla="*/ 140204003 h 1360"/>
              <a:gd name="T26" fmla="*/ 254152924 w 480"/>
              <a:gd name="T27" fmla="*/ 137282735 h 1360"/>
              <a:gd name="T28" fmla="*/ 231344051 w 480"/>
              <a:gd name="T29" fmla="*/ 132902040 h 1360"/>
              <a:gd name="T30" fmla="*/ 208537039 w 480"/>
              <a:gd name="T31" fmla="*/ 129980772 h 1360"/>
              <a:gd name="T32" fmla="*/ 185728222 w 480"/>
              <a:gd name="T33" fmla="*/ 125600078 h 1360"/>
              <a:gd name="T34" fmla="*/ 166177034 w 480"/>
              <a:gd name="T35" fmla="*/ 121218175 h 1360"/>
              <a:gd name="T36" fmla="*/ 146627651 w 480"/>
              <a:gd name="T37" fmla="*/ 116836273 h 1360"/>
              <a:gd name="T38" fmla="*/ 127076462 w 480"/>
              <a:gd name="T39" fmla="*/ 110994944 h 1360"/>
              <a:gd name="T40" fmla="*/ 107527051 w 480"/>
              <a:gd name="T41" fmla="*/ 106613042 h 1360"/>
              <a:gd name="T42" fmla="*/ 94492925 w 480"/>
              <a:gd name="T43" fmla="*/ 100771713 h 1360"/>
              <a:gd name="T44" fmla="*/ 78201171 w 480"/>
              <a:gd name="T45" fmla="*/ 96389811 h 1360"/>
              <a:gd name="T46" fmla="*/ 61909417 w 480"/>
              <a:gd name="T47" fmla="*/ 92009116 h 1360"/>
              <a:gd name="T48" fmla="*/ 48875277 w 480"/>
              <a:gd name="T49" fmla="*/ 84707154 h 1360"/>
              <a:gd name="T50" fmla="*/ 35842957 w 480"/>
              <a:gd name="T51" fmla="*/ 80325251 h 1360"/>
              <a:gd name="T52" fmla="*/ 29325887 w 480"/>
              <a:gd name="T53" fmla="*/ 73023270 h 1360"/>
              <a:gd name="T54" fmla="*/ 19549390 w 480"/>
              <a:gd name="T55" fmla="*/ 68641367 h 1360"/>
              <a:gd name="T56" fmla="*/ 13034129 w 480"/>
              <a:gd name="T57" fmla="*/ 61339405 h 1360"/>
              <a:gd name="T58" fmla="*/ 6517065 w 480"/>
              <a:gd name="T59" fmla="*/ 55496868 h 1360"/>
              <a:gd name="T60" fmla="*/ 6517065 w 480"/>
              <a:gd name="T61" fmla="*/ 49655540 h 1360"/>
              <a:gd name="T62" fmla="*/ 3257629 w 480"/>
              <a:gd name="T63" fmla="*/ 42353577 h 1360"/>
              <a:gd name="T64" fmla="*/ 0 w 480"/>
              <a:gd name="T65" fmla="*/ 36511031 h 1360"/>
              <a:gd name="T66" fmla="*/ 3257629 w 480"/>
              <a:gd name="T67" fmla="*/ 27748434 h 1360"/>
              <a:gd name="T68" fmla="*/ 6517065 w 480"/>
              <a:gd name="T69" fmla="*/ 17525198 h 1360"/>
              <a:gd name="T70" fmla="*/ 16291761 w 480"/>
              <a:gd name="T71" fmla="*/ 8762599 h 1360"/>
              <a:gd name="T72" fmla="*/ 26066453 w 480"/>
              <a:gd name="T73" fmla="*/ 0 h 136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480"/>
              <a:gd name="T112" fmla="*/ 0 h 1360"/>
              <a:gd name="T113" fmla="*/ 480 w 480"/>
              <a:gd name="T114" fmla="*/ 1360 h 1360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480" h="1360">
                <a:moveTo>
                  <a:pt x="480" y="1360"/>
                </a:moveTo>
                <a:lnTo>
                  <a:pt x="455" y="1359"/>
                </a:lnTo>
                <a:lnTo>
                  <a:pt x="431" y="1355"/>
                </a:lnTo>
                <a:lnTo>
                  <a:pt x="407" y="1348"/>
                </a:lnTo>
                <a:lnTo>
                  <a:pt x="383" y="1339"/>
                </a:lnTo>
                <a:lnTo>
                  <a:pt x="360" y="1327"/>
                </a:lnTo>
                <a:lnTo>
                  <a:pt x="337" y="1313"/>
                </a:lnTo>
                <a:lnTo>
                  <a:pt x="315" y="1296"/>
                </a:lnTo>
                <a:lnTo>
                  <a:pt x="293" y="1277"/>
                </a:lnTo>
                <a:lnTo>
                  <a:pt x="272" y="1256"/>
                </a:lnTo>
                <a:lnTo>
                  <a:pt x="251" y="1233"/>
                </a:lnTo>
                <a:lnTo>
                  <a:pt x="231" y="1207"/>
                </a:lnTo>
                <a:lnTo>
                  <a:pt x="212" y="1180"/>
                </a:lnTo>
                <a:lnTo>
                  <a:pt x="193" y="1150"/>
                </a:lnTo>
                <a:lnTo>
                  <a:pt x="175" y="1119"/>
                </a:lnTo>
                <a:lnTo>
                  <a:pt x="157" y="1086"/>
                </a:lnTo>
                <a:lnTo>
                  <a:pt x="141" y="1051"/>
                </a:lnTo>
                <a:lnTo>
                  <a:pt x="125" y="1014"/>
                </a:lnTo>
                <a:lnTo>
                  <a:pt x="110" y="976"/>
                </a:lnTo>
                <a:lnTo>
                  <a:pt x="95" y="936"/>
                </a:lnTo>
                <a:lnTo>
                  <a:pt x="82" y="894"/>
                </a:lnTo>
                <a:lnTo>
                  <a:pt x="70" y="852"/>
                </a:lnTo>
                <a:lnTo>
                  <a:pt x="58" y="807"/>
                </a:lnTo>
                <a:lnTo>
                  <a:pt x="47" y="762"/>
                </a:lnTo>
                <a:lnTo>
                  <a:pt x="38" y="715"/>
                </a:lnTo>
                <a:lnTo>
                  <a:pt x="29" y="667"/>
                </a:lnTo>
                <a:lnTo>
                  <a:pt x="22" y="618"/>
                </a:lnTo>
                <a:lnTo>
                  <a:pt x="15" y="568"/>
                </a:lnTo>
                <a:lnTo>
                  <a:pt x="10" y="517"/>
                </a:lnTo>
                <a:lnTo>
                  <a:pt x="6" y="465"/>
                </a:lnTo>
                <a:lnTo>
                  <a:pt x="3" y="412"/>
                </a:lnTo>
                <a:lnTo>
                  <a:pt x="1" y="358"/>
                </a:lnTo>
                <a:lnTo>
                  <a:pt x="0" y="304"/>
                </a:lnTo>
                <a:lnTo>
                  <a:pt x="1" y="227"/>
                </a:lnTo>
                <a:lnTo>
                  <a:pt x="5" y="151"/>
                </a:lnTo>
                <a:lnTo>
                  <a:pt x="11" y="75"/>
                </a:lnTo>
                <a:lnTo>
                  <a:pt x="2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94" name="Freeform 47"/>
          <p:cNvSpPr>
            <a:spLocks/>
          </p:cNvSpPr>
          <p:nvPr/>
        </p:nvSpPr>
        <p:spPr bwMode="auto">
          <a:xfrm>
            <a:off x="2737247" y="1566863"/>
            <a:ext cx="89297" cy="92869"/>
          </a:xfrm>
          <a:custGeom>
            <a:avLst/>
            <a:gdLst>
              <a:gd name="T0" fmla="*/ 91728237 w 66"/>
              <a:gd name="T1" fmla="*/ 11613103 h 103"/>
              <a:gd name="T2" fmla="*/ 65520177 w 66"/>
              <a:gd name="T3" fmla="*/ 0 h 103"/>
              <a:gd name="T4" fmla="*/ 0 w 66"/>
              <a:gd name="T5" fmla="*/ 10162067 h 103"/>
              <a:gd name="T6" fmla="*/ 49140126 w 66"/>
              <a:gd name="T7" fmla="*/ 7258790 h 103"/>
              <a:gd name="T8" fmla="*/ 91728237 w 66"/>
              <a:gd name="T9" fmla="*/ 11613103 h 10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103"/>
              <a:gd name="T17" fmla="*/ 66 w 66"/>
              <a:gd name="T18" fmla="*/ 103 h 10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103">
                <a:moveTo>
                  <a:pt x="66" y="103"/>
                </a:moveTo>
                <a:lnTo>
                  <a:pt x="48" y="0"/>
                </a:lnTo>
                <a:lnTo>
                  <a:pt x="0" y="92"/>
                </a:lnTo>
                <a:lnTo>
                  <a:pt x="37" y="67"/>
                </a:lnTo>
                <a:lnTo>
                  <a:pt x="66" y="103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95" name="Freeform 48"/>
          <p:cNvSpPr>
            <a:spLocks/>
          </p:cNvSpPr>
          <p:nvPr/>
        </p:nvSpPr>
        <p:spPr bwMode="auto">
          <a:xfrm>
            <a:off x="2012157" y="2858692"/>
            <a:ext cx="1332310" cy="1097756"/>
          </a:xfrm>
          <a:custGeom>
            <a:avLst/>
            <a:gdLst>
              <a:gd name="T0" fmla="*/ 0 w 983"/>
              <a:gd name="T1" fmla="*/ 142636497 h 1213"/>
              <a:gd name="T2" fmla="*/ 19580302 w 983"/>
              <a:gd name="T3" fmla="*/ 135359151 h 1213"/>
              <a:gd name="T4" fmla="*/ 45689779 w 983"/>
              <a:gd name="T5" fmla="*/ 126626577 h 1213"/>
              <a:gd name="T6" fmla="*/ 68533772 w 983"/>
              <a:gd name="T7" fmla="*/ 119349232 h 1213"/>
              <a:gd name="T8" fmla="*/ 94641434 w 983"/>
              <a:gd name="T9" fmla="*/ 112071886 h 1213"/>
              <a:gd name="T10" fmla="*/ 120750932 w 983"/>
              <a:gd name="T11" fmla="*/ 104794540 h 1213"/>
              <a:gd name="T12" fmla="*/ 150122278 w 983"/>
              <a:gd name="T13" fmla="*/ 97517194 h 1213"/>
              <a:gd name="T14" fmla="*/ 179493625 w 983"/>
              <a:gd name="T15" fmla="*/ 90239849 h 1213"/>
              <a:gd name="T16" fmla="*/ 212128654 w 983"/>
              <a:gd name="T17" fmla="*/ 84417731 h 1213"/>
              <a:gd name="T18" fmla="*/ 244763741 w 983"/>
              <a:gd name="T19" fmla="*/ 77140366 h 1213"/>
              <a:gd name="T20" fmla="*/ 277398771 w 983"/>
              <a:gd name="T21" fmla="*/ 71318248 h 1213"/>
              <a:gd name="T22" fmla="*/ 316561168 w 983"/>
              <a:gd name="T23" fmla="*/ 65496130 h 1213"/>
              <a:gd name="T24" fmla="*/ 352459882 w 983"/>
              <a:gd name="T25" fmla="*/ 59675219 h 1213"/>
              <a:gd name="T26" fmla="*/ 391622279 w 983"/>
              <a:gd name="T27" fmla="*/ 53853101 h 1213"/>
              <a:gd name="T28" fmla="*/ 434046553 w 983"/>
              <a:gd name="T29" fmla="*/ 49486211 h 1213"/>
              <a:gd name="T30" fmla="*/ 473208950 w 983"/>
              <a:gd name="T31" fmla="*/ 43664093 h 1213"/>
              <a:gd name="T32" fmla="*/ 515635144 w 983"/>
              <a:gd name="T33" fmla="*/ 39298400 h 1213"/>
              <a:gd name="T34" fmla="*/ 558061225 w 983"/>
              <a:gd name="T35" fmla="*/ 34931510 h 1213"/>
              <a:gd name="T36" fmla="*/ 603750990 w 983"/>
              <a:gd name="T37" fmla="*/ 30564620 h 1213"/>
              <a:gd name="T38" fmla="*/ 646175264 w 983"/>
              <a:gd name="T39" fmla="*/ 26198937 h 1213"/>
              <a:gd name="T40" fmla="*/ 695128712 w 983"/>
              <a:gd name="T41" fmla="*/ 21832047 h 1213"/>
              <a:gd name="T42" fmla="*/ 740818477 w 983"/>
              <a:gd name="T43" fmla="*/ 18921586 h 1213"/>
              <a:gd name="T44" fmla="*/ 789770118 w 983"/>
              <a:gd name="T45" fmla="*/ 16009924 h 1213"/>
              <a:gd name="T46" fmla="*/ 835459883 w 983"/>
              <a:gd name="T47" fmla="*/ 13099468 h 1213"/>
              <a:gd name="T48" fmla="*/ 887675208 w 983"/>
              <a:gd name="T49" fmla="*/ 10187806 h 1213"/>
              <a:gd name="T50" fmla="*/ 936628656 w 983"/>
              <a:gd name="T51" fmla="*/ 7277348 h 1213"/>
              <a:gd name="T52" fmla="*/ 988844207 w 983"/>
              <a:gd name="T53" fmla="*/ 5822120 h 1213"/>
              <a:gd name="T54" fmla="*/ 1037797656 w 983"/>
              <a:gd name="T55" fmla="*/ 4366891 h 1213"/>
              <a:gd name="T56" fmla="*/ 1090012981 w 983"/>
              <a:gd name="T57" fmla="*/ 2910457 h 1213"/>
              <a:gd name="T58" fmla="*/ 1142230113 w 983"/>
              <a:gd name="T59" fmla="*/ 1455228 h 1213"/>
              <a:gd name="T60" fmla="*/ 1197709122 w 983"/>
              <a:gd name="T61" fmla="*/ 1455228 h 1213"/>
              <a:gd name="T62" fmla="*/ 1249926254 w 983"/>
              <a:gd name="T63" fmla="*/ 1455228 h 1213"/>
              <a:gd name="T64" fmla="*/ 1305405262 w 983"/>
              <a:gd name="T65" fmla="*/ 0 h 12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83"/>
              <a:gd name="T100" fmla="*/ 0 h 1213"/>
              <a:gd name="T101" fmla="*/ 983 w 983"/>
              <a:gd name="T102" fmla="*/ 1213 h 12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83" h="1213">
                <a:moveTo>
                  <a:pt x="0" y="1213"/>
                </a:moveTo>
                <a:lnTo>
                  <a:pt x="16" y="1145"/>
                </a:lnTo>
                <a:lnTo>
                  <a:pt x="32" y="1079"/>
                </a:lnTo>
                <a:lnTo>
                  <a:pt x="51" y="1014"/>
                </a:lnTo>
                <a:lnTo>
                  <a:pt x="70" y="951"/>
                </a:lnTo>
                <a:lnTo>
                  <a:pt x="91" y="890"/>
                </a:lnTo>
                <a:lnTo>
                  <a:pt x="113" y="830"/>
                </a:lnTo>
                <a:lnTo>
                  <a:pt x="135" y="772"/>
                </a:lnTo>
                <a:lnTo>
                  <a:pt x="160" y="716"/>
                </a:lnTo>
                <a:lnTo>
                  <a:pt x="185" y="661"/>
                </a:lnTo>
                <a:lnTo>
                  <a:pt x="211" y="608"/>
                </a:lnTo>
                <a:lnTo>
                  <a:pt x="238" y="557"/>
                </a:lnTo>
                <a:lnTo>
                  <a:pt x="266" y="508"/>
                </a:lnTo>
                <a:lnTo>
                  <a:pt x="295" y="461"/>
                </a:lnTo>
                <a:lnTo>
                  <a:pt x="325" y="417"/>
                </a:lnTo>
                <a:lnTo>
                  <a:pt x="356" y="374"/>
                </a:lnTo>
                <a:lnTo>
                  <a:pt x="388" y="333"/>
                </a:lnTo>
                <a:lnTo>
                  <a:pt x="421" y="294"/>
                </a:lnTo>
                <a:lnTo>
                  <a:pt x="454" y="258"/>
                </a:lnTo>
                <a:lnTo>
                  <a:pt x="488" y="223"/>
                </a:lnTo>
                <a:lnTo>
                  <a:pt x="523" y="191"/>
                </a:lnTo>
                <a:lnTo>
                  <a:pt x="558" y="162"/>
                </a:lnTo>
                <a:lnTo>
                  <a:pt x="594" y="134"/>
                </a:lnTo>
                <a:lnTo>
                  <a:pt x="631" y="109"/>
                </a:lnTo>
                <a:lnTo>
                  <a:pt x="668" y="87"/>
                </a:lnTo>
                <a:lnTo>
                  <a:pt x="706" y="67"/>
                </a:lnTo>
                <a:lnTo>
                  <a:pt x="744" y="49"/>
                </a:lnTo>
                <a:lnTo>
                  <a:pt x="783" y="35"/>
                </a:lnTo>
                <a:lnTo>
                  <a:pt x="822" y="22"/>
                </a:lnTo>
                <a:lnTo>
                  <a:pt x="862" y="13"/>
                </a:lnTo>
                <a:lnTo>
                  <a:pt x="902" y="6"/>
                </a:lnTo>
                <a:lnTo>
                  <a:pt x="942" y="1"/>
                </a:lnTo>
                <a:lnTo>
                  <a:pt x="983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96" name="Freeform 49"/>
          <p:cNvSpPr>
            <a:spLocks/>
          </p:cNvSpPr>
          <p:nvPr/>
        </p:nvSpPr>
        <p:spPr bwMode="auto">
          <a:xfrm>
            <a:off x="1977628" y="3921919"/>
            <a:ext cx="89297" cy="95250"/>
          </a:xfrm>
          <a:custGeom>
            <a:avLst/>
            <a:gdLst>
              <a:gd name="T0" fmla="*/ 0 w 66"/>
              <a:gd name="T1" fmla="*/ 0 h 104"/>
              <a:gd name="T2" fmla="*/ 16380044 w 66"/>
              <a:gd name="T3" fmla="*/ 13382626 h 104"/>
              <a:gd name="T4" fmla="*/ 91728237 w 66"/>
              <a:gd name="T5" fmla="*/ 1487366 h 104"/>
              <a:gd name="T6" fmla="*/ 36036096 w 66"/>
              <a:gd name="T7" fmla="*/ 4460875 h 104"/>
              <a:gd name="T8" fmla="*/ 0 w 66"/>
              <a:gd name="T9" fmla="*/ 0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104"/>
              <a:gd name="T17" fmla="*/ 66 w 66"/>
              <a:gd name="T18" fmla="*/ 104 h 1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104">
                <a:moveTo>
                  <a:pt x="0" y="0"/>
                </a:moveTo>
                <a:lnTo>
                  <a:pt x="13" y="104"/>
                </a:lnTo>
                <a:lnTo>
                  <a:pt x="66" y="14"/>
                </a:lnTo>
                <a:lnTo>
                  <a:pt x="27" y="37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97" name="Freeform 50"/>
          <p:cNvSpPr>
            <a:spLocks/>
          </p:cNvSpPr>
          <p:nvPr/>
        </p:nvSpPr>
        <p:spPr bwMode="auto">
          <a:xfrm>
            <a:off x="1771651" y="2853929"/>
            <a:ext cx="1612106" cy="511969"/>
          </a:xfrm>
          <a:custGeom>
            <a:avLst/>
            <a:gdLst>
              <a:gd name="T0" fmla="*/ 0 w 1190"/>
              <a:gd name="T1" fmla="*/ 67178747 h 565"/>
              <a:gd name="T2" fmla="*/ 26088120 w 1190"/>
              <a:gd name="T3" fmla="*/ 64257355 h 565"/>
              <a:gd name="T4" fmla="*/ 48914097 w 1190"/>
              <a:gd name="T5" fmla="*/ 61337171 h 565"/>
              <a:gd name="T6" fmla="*/ 78262561 w 1190"/>
              <a:gd name="T7" fmla="*/ 58415779 h 565"/>
              <a:gd name="T8" fmla="*/ 110871348 w 1190"/>
              <a:gd name="T9" fmla="*/ 54034899 h 565"/>
              <a:gd name="T10" fmla="*/ 140219826 w 1190"/>
              <a:gd name="T11" fmla="*/ 51113507 h 565"/>
              <a:gd name="T12" fmla="*/ 172828613 w 1190"/>
              <a:gd name="T13" fmla="*/ 48193323 h 565"/>
              <a:gd name="T14" fmla="*/ 211959880 w 1190"/>
              <a:gd name="T15" fmla="*/ 45271931 h 565"/>
              <a:gd name="T16" fmla="*/ 244568723 w 1190"/>
              <a:gd name="T17" fmla="*/ 42351747 h 565"/>
              <a:gd name="T18" fmla="*/ 283699990 w 1190"/>
              <a:gd name="T19" fmla="*/ 39430345 h 565"/>
              <a:gd name="T20" fmla="*/ 326093399 w 1190"/>
              <a:gd name="T21" fmla="*/ 37970858 h 565"/>
              <a:gd name="T22" fmla="*/ 368485003 w 1190"/>
              <a:gd name="T23" fmla="*/ 35049466 h 565"/>
              <a:gd name="T24" fmla="*/ 407616269 w 1190"/>
              <a:gd name="T25" fmla="*/ 32129282 h 565"/>
              <a:gd name="T26" fmla="*/ 450007873 w 1190"/>
              <a:gd name="T27" fmla="*/ 29207890 h 565"/>
              <a:gd name="T28" fmla="*/ 495659926 w 1190"/>
              <a:gd name="T29" fmla="*/ 27747193 h 565"/>
              <a:gd name="T30" fmla="*/ 590227756 w 1190"/>
              <a:gd name="T31" fmla="*/ 23366314 h 565"/>
              <a:gd name="T32" fmla="*/ 691316259 w 1190"/>
              <a:gd name="T33" fmla="*/ 18985429 h 565"/>
              <a:gd name="T34" fmla="*/ 792404763 w 1190"/>
              <a:gd name="T35" fmla="*/ 14604549 h 565"/>
              <a:gd name="T36" fmla="*/ 900015746 w 1190"/>
              <a:gd name="T37" fmla="*/ 10222461 h 565"/>
              <a:gd name="T38" fmla="*/ 1014147628 w 1190"/>
              <a:gd name="T39" fmla="*/ 8762970 h 565"/>
              <a:gd name="T40" fmla="*/ 1128279285 w 1190"/>
              <a:gd name="T41" fmla="*/ 5841578 h 565"/>
              <a:gd name="T42" fmla="*/ 1245673085 w 1190"/>
              <a:gd name="T43" fmla="*/ 4380881 h 565"/>
              <a:gd name="T44" fmla="*/ 1363066885 w 1190"/>
              <a:gd name="T45" fmla="*/ 1460697 h 565"/>
              <a:gd name="T46" fmla="*/ 1425024122 w 1190"/>
              <a:gd name="T47" fmla="*/ 1460697 h 565"/>
              <a:gd name="T48" fmla="*/ 1486981358 w 1190"/>
              <a:gd name="T49" fmla="*/ 1460697 h 565"/>
              <a:gd name="T50" fmla="*/ 1529372962 w 1190"/>
              <a:gd name="T51" fmla="*/ 1460697 h 565"/>
              <a:gd name="T52" fmla="*/ 1575026708 w 1190"/>
              <a:gd name="T53" fmla="*/ 0 h 565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190"/>
              <a:gd name="T82" fmla="*/ 0 h 565"/>
              <a:gd name="T83" fmla="*/ 1190 w 1190"/>
              <a:gd name="T84" fmla="*/ 565 h 565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190" h="565">
                <a:moveTo>
                  <a:pt x="0" y="565"/>
                </a:moveTo>
                <a:lnTo>
                  <a:pt x="19" y="537"/>
                </a:lnTo>
                <a:lnTo>
                  <a:pt x="38" y="510"/>
                </a:lnTo>
                <a:lnTo>
                  <a:pt x="60" y="483"/>
                </a:lnTo>
                <a:lnTo>
                  <a:pt x="82" y="457"/>
                </a:lnTo>
                <a:lnTo>
                  <a:pt x="106" y="431"/>
                </a:lnTo>
                <a:lnTo>
                  <a:pt x="132" y="406"/>
                </a:lnTo>
                <a:lnTo>
                  <a:pt x="158" y="382"/>
                </a:lnTo>
                <a:lnTo>
                  <a:pt x="186" y="358"/>
                </a:lnTo>
                <a:lnTo>
                  <a:pt x="214" y="334"/>
                </a:lnTo>
                <a:lnTo>
                  <a:pt x="244" y="312"/>
                </a:lnTo>
                <a:lnTo>
                  <a:pt x="275" y="290"/>
                </a:lnTo>
                <a:lnTo>
                  <a:pt x="307" y="268"/>
                </a:lnTo>
                <a:lnTo>
                  <a:pt x="341" y="247"/>
                </a:lnTo>
                <a:lnTo>
                  <a:pt x="375" y="227"/>
                </a:lnTo>
                <a:lnTo>
                  <a:pt x="446" y="189"/>
                </a:lnTo>
                <a:lnTo>
                  <a:pt x="521" y="154"/>
                </a:lnTo>
                <a:lnTo>
                  <a:pt x="599" y="123"/>
                </a:lnTo>
                <a:lnTo>
                  <a:pt x="680" y="94"/>
                </a:lnTo>
                <a:lnTo>
                  <a:pt x="764" y="69"/>
                </a:lnTo>
                <a:lnTo>
                  <a:pt x="850" y="47"/>
                </a:lnTo>
                <a:lnTo>
                  <a:pt x="939" y="29"/>
                </a:lnTo>
                <a:lnTo>
                  <a:pt x="1030" y="15"/>
                </a:lnTo>
                <a:lnTo>
                  <a:pt x="1076" y="10"/>
                </a:lnTo>
                <a:lnTo>
                  <a:pt x="1122" y="5"/>
                </a:lnTo>
                <a:lnTo>
                  <a:pt x="1156" y="2"/>
                </a:lnTo>
                <a:lnTo>
                  <a:pt x="119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98" name="Freeform 51"/>
          <p:cNvSpPr>
            <a:spLocks/>
          </p:cNvSpPr>
          <p:nvPr/>
        </p:nvSpPr>
        <p:spPr bwMode="auto">
          <a:xfrm>
            <a:off x="1726407" y="3325416"/>
            <a:ext cx="107156" cy="92869"/>
          </a:xfrm>
          <a:custGeom>
            <a:avLst/>
            <a:gdLst>
              <a:gd name="T0" fmla="*/ 29354478 w 79"/>
              <a:gd name="T1" fmla="*/ 0 h 103"/>
              <a:gd name="T2" fmla="*/ 0 w 79"/>
              <a:gd name="T3" fmla="*/ 11613103 h 103"/>
              <a:gd name="T4" fmla="*/ 104369271 w 79"/>
              <a:gd name="T5" fmla="*/ 4355514 h 103"/>
              <a:gd name="T6" fmla="*/ 45662123 w 79"/>
              <a:gd name="T7" fmla="*/ 4355514 h 103"/>
              <a:gd name="T8" fmla="*/ 29354478 w 79"/>
              <a:gd name="T9" fmla="*/ 0 h 10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103"/>
              <a:gd name="T17" fmla="*/ 79 w 79"/>
              <a:gd name="T18" fmla="*/ 103 h 10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103">
                <a:moveTo>
                  <a:pt x="21" y="0"/>
                </a:moveTo>
                <a:lnTo>
                  <a:pt x="0" y="103"/>
                </a:lnTo>
                <a:lnTo>
                  <a:pt x="79" y="34"/>
                </a:lnTo>
                <a:lnTo>
                  <a:pt x="34" y="44"/>
                </a:lnTo>
                <a:lnTo>
                  <a:pt x="21" y="0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3539202" y="2814821"/>
            <a:ext cx="878557" cy="86499"/>
            <a:chOff x="2146" y="2230"/>
            <a:chExt cx="576" cy="67"/>
          </a:xfrm>
          <a:solidFill>
            <a:srgbClr val="0000FF"/>
          </a:solidFill>
        </p:grpSpPr>
        <p:sp>
          <p:nvSpPr>
            <p:cNvPr id="42052" name="Line 53"/>
            <p:cNvSpPr>
              <a:spLocks noChangeShapeType="1"/>
            </p:cNvSpPr>
            <p:nvPr/>
          </p:nvSpPr>
          <p:spPr bwMode="auto">
            <a:xfrm>
              <a:off x="2146" y="2263"/>
              <a:ext cx="510" cy="1"/>
            </a:xfrm>
            <a:prstGeom prst="line">
              <a:avLst/>
            </a:prstGeom>
            <a:grp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2053" name="Freeform 54"/>
            <p:cNvSpPr>
              <a:spLocks/>
            </p:cNvSpPr>
            <p:nvPr/>
          </p:nvSpPr>
          <p:spPr bwMode="auto">
            <a:xfrm>
              <a:off x="2623" y="2230"/>
              <a:ext cx="99" cy="67"/>
            </a:xfrm>
            <a:custGeom>
              <a:avLst/>
              <a:gdLst>
                <a:gd name="T0" fmla="*/ 0 w 99"/>
                <a:gd name="T1" fmla="*/ 67 h 67"/>
                <a:gd name="T2" fmla="*/ 99 w 99"/>
                <a:gd name="T3" fmla="*/ 33 h 67"/>
                <a:gd name="T4" fmla="*/ 0 w 99"/>
                <a:gd name="T5" fmla="*/ 0 h 67"/>
                <a:gd name="T6" fmla="*/ 31 w 99"/>
                <a:gd name="T7" fmla="*/ 33 h 67"/>
                <a:gd name="T8" fmla="*/ 0 w 99"/>
                <a:gd name="T9" fmla="*/ 67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"/>
                <a:gd name="T16" fmla="*/ 0 h 67"/>
                <a:gd name="T17" fmla="*/ 99 w 99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" h="67">
                  <a:moveTo>
                    <a:pt x="0" y="67"/>
                  </a:moveTo>
                  <a:lnTo>
                    <a:pt x="99" y="33"/>
                  </a:lnTo>
                  <a:lnTo>
                    <a:pt x="0" y="0"/>
                  </a:lnTo>
                  <a:lnTo>
                    <a:pt x="31" y="33"/>
                  </a:lnTo>
                  <a:lnTo>
                    <a:pt x="0" y="67"/>
                  </a:lnTo>
                  <a:close/>
                </a:path>
              </a:pathLst>
            </a:custGeom>
            <a:grp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</p:grpSp>
      <p:sp>
        <p:nvSpPr>
          <p:cNvPr id="53300" name="Line 55"/>
          <p:cNvSpPr>
            <a:spLocks noChangeShapeType="1"/>
          </p:cNvSpPr>
          <p:nvPr/>
        </p:nvSpPr>
        <p:spPr bwMode="auto">
          <a:xfrm>
            <a:off x="4417219" y="2857500"/>
            <a:ext cx="877491" cy="119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301" name="Freeform 56"/>
          <p:cNvSpPr>
            <a:spLocks/>
          </p:cNvSpPr>
          <p:nvPr/>
        </p:nvSpPr>
        <p:spPr bwMode="auto">
          <a:xfrm>
            <a:off x="5619750" y="2715577"/>
            <a:ext cx="751285" cy="128588"/>
          </a:xfrm>
          <a:custGeom>
            <a:avLst/>
            <a:gdLst>
              <a:gd name="T0" fmla="*/ 833176958 w 541"/>
              <a:gd name="T1" fmla="*/ 0 h 142"/>
              <a:gd name="T2" fmla="*/ 781747073 w 541"/>
              <a:gd name="T3" fmla="*/ 2923102 h 142"/>
              <a:gd name="T4" fmla="*/ 733744489 w 541"/>
              <a:gd name="T5" fmla="*/ 4384048 h 142"/>
              <a:gd name="T6" fmla="*/ 682314604 w 541"/>
              <a:gd name="T7" fmla="*/ 5844996 h 142"/>
              <a:gd name="T8" fmla="*/ 630882868 w 541"/>
              <a:gd name="T9" fmla="*/ 7307150 h 142"/>
              <a:gd name="T10" fmla="*/ 579452983 w 541"/>
              <a:gd name="T11" fmla="*/ 8768096 h 142"/>
              <a:gd name="T12" fmla="*/ 528023098 w 541"/>
              <a:gd name="T13" fmla="*/ 10229045 h 142"/>
              <a:gd name="T14" fmla="*/ 476591246 w 541"/>
              <a:gd name="T15" fmla="*/ 11691199 h 142"/>
              <a:gd name="T16" fmla="*/ 425161361 w 541"/>
              <a:gd name="T17" fmla="*/ 13152146 h 142"/>
              <a:gd name="T18" fmla="*/ 370300471 w 541"/>
              <a:gd name="T19" fmla="*/ 14613092 h 142"/>
              <a:gd name="T20" fmla="*/ 318870587 w 541"/>
              <a:gd name="T21" fmla="*/ 14613092 h 142"/>
              <a:gd name="T22" fmla="*/ 267440702 w 541"/>
              <a:gd name="T23" fmla="*/ 16075246 h 142"/>
              <a:gd name="T24" fmla="*/ 212579755 w 541"/>
              <a:gd name="T25" fmla="*/ 16075246 h 142"/>
              <a:gd name="T26" fmla="*/ 161149870 w 541"/>
              <a:gd name="T27" fmla="*/ 16075246 h 142"/>
              <a:gd name="T28" fmla="*/ 106290803 w 541"/>
              <a:gd name="T29" fmla="*/ 16075246 h 142"/>
              <a:gd name="T30" fmla="*/ 54859052 w 541"/>
              <a:gd name="T31" fmla="*/ 16075246 h 142"/>
              <a:gd name="T32" fmla="*/ 0 w 541"/>
              <a:gd name="T33" fmla="*/ 17536193 h 14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541"/>
              <a:gd name="T52" fmla="*/ 0 h 142"/>
              <a:gd name="T53" fmla="*/ 541 w 541"/>
              <a:gd name="T54" fmla="*/ 142 h 142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541" h="142">
                <a:moveTo>
                  <a:pt x="541" y="0"/>
                </a:moveTo>
                <a:lnTo>
                  <a:pt x="508" y="17"/>
                </a:lnTo>
                <a:lnTo>
                  <a:pt x="476" y="33"/>
                </a:lnTo>
                <a:lnTo>
                  <a:pt x="443" y="48"/>
                </a:lnTo>
                <a:lnTo>
                  <a:pt x="410" y="62"/>
                </a:lnTo>
                <a:lnTo>
                  <a:pt x="376" y="75"/>
                </a:lnTo>
                <a:lnTo>
                  <a:pt x="343" y="86"/>
                </a:lnTo>
                <a:lnTo>
                  <a:pt x="309" y="97"/>
                </a:lnTo>
                <a:lnTo>
                  <a:pt x="275" y="106"/>
                </a:lnTo>
                <a:lnTo>
                  <a:pt x="241" y="115"/>
                </a:lnTo>
                <a:lnTo>
                  <a:pt x="207" y="122"/>
                </a:lnTo>
                <a:lnTo>
                  <a:pt x="173" y="128"/>
                </a:lnTo>
                <a:lnTo>
                  <a:pt x="138" y="133"/>
                </a:lnTo>
                <a:lnTo>
                  <a:pt x="104" y="137"/>
                </a:lnTo>
                <a:lnTo>
                  <a:pt x="69" y="140"/>
                </a:lnTo>
                <a:lnTo>
                  <a:pt x="35" y="141"/>
                </a:lnTo>
                <a:lnTo>
                  <a:pt x="0" y="142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302" name="Freeform 57"/>
          <p:cNvSpPr>
            <a:spLocks/>
          </p:cNvSpPr>
          <p:nvPr/>
        </p:nvSpPr>
        <p:spPr bwMode="auto">
          <a:xfrm>
            <a:off x="6430566" y="1771650"/>
            <a:ext cx="1075134" cy="914400"/>
          </a:xfrm>
          <a:custGeom>
            <a:avLst/>
            <a:gdLst>
              <a:gd name="T0" fmla="*/ 1193897037 w 774"/>
              <a:gd name="T1" fmla="*/ 0 h 1011"/>
              <a:gd name="T2" fmla="*/ 1142435083 w 774"/>
              <a:gd name="T3" fmla="*/ 10176885 h 1011"/>
              <a:gd name="T4" fmla="*/ 1087543074 w 774"/>
              <a:gd name="T5" fmla="*/ 18900615 h 1011"/>
              <a:gd name="T6" fmla="*/ 1032651065 w 774"/>
              <a:gd name="T7" fmla="*/ 29078706 h 1011"/>
              <a:gd name="T8" fmla="*/ 970898712 w 774"/>
              <a:gd name="T9" fmla="*/ 37802436 h 1011"/>
              <a:gd name="T10" fmla="*/ 909144738 w 774"/>
              <a:gd name="T11" fmla="*/ 46524969 h 1011"/>
              <a:gd name="T12" fmla="*/ 840530652 w 774"/>
              <a:gd name="T13" fmla="*/ 55248699 h 1011"/>
              <a:gd name="T14" fmla="*/ 768484659 w 774"/>
              <a:gd name="T15" fmla="*/ 63972428 h 1011"/>
              <a:gd name="T16" fmla="*/ 693008609 w 774"/>
              <a:gd name="T17" fmla="*/ 71241801 h 1011"/>
              <a:gd name="T18" fmla="*/ 614102503 w 774"/>
              <a:gd name="T19" fmla="*/ 78511174 h 1011"/>
              <a:gd name="T20" fmla="*/ 535194545 w 774"/>
              <a:gd name="T21" fmla="*/ 85781771 h 1011"/>
              <a:gd name="T22" fmla="*/ 452856415 w 774"/>
              <a:gd name="T23" fmla="*/ 91596787 h 1011"/>
              <a:gd name="T24" fmla="*/ 363658289 w 774"/>
              <a:gd name="T25" fmla="*/ 97413009 h 1011"/>
              <a:gd name="T26" fmla="*/ 274458311 w 774"/>
              <a:gd name="T27" fmla="*/ 103228025 h 1011"/>
              <a:gd name="T28" fmla="*/ 188690183 w 774"/>
              <a:gd name="T29" fmla="*/ 109044246 h 1011"/>
              <a:gd name="T30" fmla="*/ 96060119 w 774"/>
              <a:gd name="T31" fmla="*/ 113406111 h 1011"/>
              <a:gd name="T32" fmla="*/ 0 w 774"/>
              <a:gd name="T33" fmla="*/ 119221127 h 101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774"/>
              <a:gd name="T52" fmla="*/ 0 h 1011"/>
              <a:gd name="T53" fmla="*/ 774 w 774"/>
              <a:gd name="T54" fmla="*/ 1011 h 1011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774" h="1011">
                <a:moveTo>
                  <a:pt x="774" y="0"/>
                </a:moveTo>
                <a:lnTo>
                  <a:pt x="741" y="85"/>
                </a:lnTo>
                <a:lnTo>
                  <a:pt x="706" y="167"/>
                </a:lnTo>
                <a:lnTo>
                  <a:pt x="669" y="246"/>
                </a:lnTo>
                <a:lnTo>
                  <a:pt x="629" y="323"/>
                </a:lnTo>
                <a:lnTo>
                  <a:pt x="587" y="398"/>
                </a:lnTo>
                <a:lnTo>
                  <a:pt x="543" y="469"/>
                </a:lnTo>
                <a:lnTo>
                  <a:pt x="497" y="538"/>
                </a:lnTo>
                <a:lnTo>
                  <a:pt x="449" y="603"/>
                </a:lnTo>
                <a:lnTo>
                  <a:pt x="398" y="666"/>
                </a:lnTo>
                <a:lnTo>
                  <a:pt x="347" y="726"/>
                </a:lnTo>
                <a:lnTo>
                  <a:pt x="293" y="782"/>
                </a:lnTo>
                <a:lnTo>
                  <a:pt x="237" y="835"/>
                </a:lnTo>
                <a:lnTo>
                  <a:pt x="180" y="884"/>
                </a:lnTo>
                <a:lnTo>
                  <a:pt x="122" y="930"/>
                </a:lnTo>
                <a:lnTo>
                  <a:pt x="62" y="972"/>
                </a:lnTo>
                <a:lnTo>
                  <a:pt x="0" y="1011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303" name="Freeform 58"/>
          <p:cNvSpPr>
            <a:spLocks/>
          </p:cNvSpPr>
          <p:nvPr/>
        </p:nvSpPr>
        <p:spPr bwMode="auto">
          <a:xfrm>
            <a:off x="6349604" y="2646760"/>
            <a:ext cx="140494" cy="71438"/>
          </a:xfrm>
          <a:custGeom>
            <a:avLst/>
            <a:gdLst>
              <a:gd name="T0" fmla="*/ 101385063 w 102"/>
              <a:gd name="T1" fmla="*/ 0 h 78"/>
              <a:gd name="T2" fmla="*/ 0 w 102"/>
              <a:gd name="T3" fmla="*/ 8921749 h 78"/>
              <a:gd name="T4" fmla="*/ 152078528 w 102"/>
              <a:gd name="T5" fmla="*/ 7434384 h 78"/>
              <a:gd name="T6" fmla="*/ 87866447 w 102"/>
              <a:gd name="T7" fmla="*/ 5948240 h 78"/>
              <a:gd name="T8" fmla="*/ 101385063 w 102"/>
              <a:gd name="T9" fmla="*/ 0 h 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"/>
              <a:gd name="T16" fmla="*/ 0 h 78"/>
              <a:gd name="T17" fmla="*/ 102 w 102"/>
              <a:gd name="T18" fmla="*/ 78 h 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" h="78">
                <a:moveTo>
                  <a:pt x="69" y="0"/>
                </a:moveTo>
                <a:lnTo>
                  <a:pt x="0" y="78"/>
                </a:lnTo>
                <a:lnTo>
                  <a:pt x="102" y="58"/>
                </a:lnTo>
                <a:lnTo>
                  <a:pt x="59" y="44"/>
                </a:lnTo>
                <a:lnTo>
                  <a:pt x="69" y="0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304" name="Freeform 59"/>
          <p:cNvSpPr>
            <a:spLocks/>
          </p:cNvSpPr>
          <p:nvPr/>
        </p:nvSpPr>
        <p:spPr bwMode="auto">
          <a:xfrm flipV="1">
            <a:off x="5619750" y="2901553"/>
            <a:ext cx="751285" cy="128588"/>
          </a:xfrm>
          <a:custGeom>
            <a:avLst/>
            <a:gdLst>
              <a:gd name="T0" fmla="*/ 833176958 w 541"/>
              <a:gd name="T1" fmla="*/ 0 h 142"/>
              <a:gd name="T2" fmla="*/ 781747073 w 541"/>
              <a:gd name="T3" fmla="*/ 2923102 h 142"/>
              <a:gd name="T4" fmla="*/ 733744489 w 541"/>
              <a:gd name="T5" fmla="*/ 4384048 h 142"/>
              <a:gd name="T6" fmla="*/ 682314604 w 541"/>
              <a:gd name="T7" fmla="*/ 5844996 h 142"/>
              <a:gd name="T8" fmla="*/ 630882868 w 541"/>
              <a:gd name="T9" fmla="*/ 7307150 h 142"/>
              <a:gd name="T10" fmla="*/ 579452983 w 541"/>
              <a:gd name="T11" fmla="*/ 8768096 h 142"/>
              <a:gd name="T12" fmla="*/ 528023098 w 541"/>
              <a:gd name="T13" fmla="*/ 10229045 h 142"/>
              <a:gd name="T14" fmla="*/ 476591246 w 541"/>
              <a:gd name="T15" fmla="*/ 11691199 h 142"/>
              <a:gd name="T16" fmla="*/ 425161361 w 541"/>
              <a:gd name="T17" fmla="*/ 13152146 h 142"/>
              <a:gd name="T18" fmla="*/ 370300471 w 541"/>
              <a:gd name="T19" fmla="*/ 14613092 h 142"/>
              <a:gd name="T20" fmla="*/ 318870587 w 541"/>
              <a:gd name="T21" fmla="*/ 14613092 h 142"/>
              <a:gd name="T22" fmla="*/ 267440702 w 541"/>
              <a:gd name="T23" fmla="*/ 16075246 h 142"/>
              <a:gd name="T24" fmla="*/ 212579755 w 541"/>
              <a:gd name="T25" fmla="*/ 16075246 h 142"/>
              <a:gd name="T26" fmla="*/ 161149870 w 541"/>
              <a:gd name="T27" fmla="*/ 16075246 h 142"/>
              <a:gd name="T28" fmla="*/ 106290803 w 541"/>
              <a:gd name="T29" fmla="*/ 16075246 h 142"/>
              <a:gd name="T30" fmla="*/ 54859052 w 541"/>
              <a:gd name="T31" fmla="*/ 16075246 h 142"/>
              <a:gd name="T32" fmla="*/ 0 w 541"/>
              <a:gd name="T33" fmla="*/ 17536193 h 14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541"/>
              <a:gd name="T52" fmla="*/ 0 h 142"/>
              <a:gd name="T53" fmla="*/ 541 w 541"/>
              <a:gd name="T54" fmla="*/ 142 h 142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541" h="142">
                <a:moveTo>
                  <a:pt x="541" y="0"/>
                </a:moveTo>
                <a:lnTo>
                  <a:pt x="508" y="17"/>
                </a:lnTo>
                <a:lnTo>
                  <a:pt x="476" y="33"/>
                </a:lnTo>
                <a:lnTo>
                  <a:pt x="443" y="48"/>
                </a:lnTo>
                <a:lnTo>
                  <a:pt x="410" y="62"/>
                </a:lnTo>
                <a:lnTo>
                  <a:pt x="376" y="75"/>
                </a:lnTo>
                <a:lnTo>
                  <a:pt x="343" y="86"/>
                </a:lnTo>
                <a:lnTo>
                  <a:pt x="309" y="97"/>
                </a:lnTo>
                <a:lnTo>
                  <a:pt x="275" y="106"/>
                </a:lnTo>
                <a:lnTo>
                  <a:pt x="241" y="115"/>
                </a:lnTo>
                <a:lnTo>
                  <a:pt x="207" y="122"/>
                </a:lnTo>
                <a:lnTo>
                  <a:pt x="173" y="128"/>
                </a:lnTo>
                <a:lnTo>
                  <a:pt x="138" y="133"/>
                </a:lnTo>
                <a:lnTo>
                  <a:pt x="104" y="137"/>
                </a:lnTo>
                <a:lnTo>
                  <a:pt x="69" y="140"/>
                </a:lnTo>
                <a:lnTo>
                  <a:pt x="35" y="141"/>
                </a:lnTo>
                <a:lnTo>
                  <a:pt x="0" y="142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305" name="Freeform 60"/>
          <p:cNvSpPr>
            <a:spLocks/>
          </p:cNvSpPr>
          <p:nvPr/>
        </p:nvSpPr>
        <p:spPr bwMode="auto">
          <a:xfrm flipV="1">
            <a:off x="6430566" y="3052763"/>
            <a:ext cx="1075134" cy="912019"/>
          </a:xfrm>
          <a:custGeom>
            <a:avLst/>
            <a:gdLst>
              <a:gd name="T0" fmla="*/ 1193897037 w 774"/>
              <a:gd name="T1" fmla="*/ 0 h 1011"/>
              <a:gd name="T2" fmla="*/ 1142435083 w 774"/>
              <a:gd name="T3" fmla="*/ 10132341 h 1011"/>
              <a:gd name="T4" fmla="*/ 1087543074 w 774"/>
              <a:gd name="T5" fmla="*/ 18816514 h 1011"/>
              <a:gd name="T6" fmla="*/ 1032651065 w 774"/>
              <a:gd name="T7" fmla="*/ 28948855 h 1011"/>
              <a:gd name="T8" fmla="*/ 970898712 w 774"/>
              <a:gd name="T9" fmla="*/ 37633027 h 1011"/>
              <a:gd name="T10" fmla="*/ 909144738 w 774"/>
              <a:gd name="T11" fmla="*/ 46318412 h 1011"/>
              <a:gd name="T12" fmla="*/ 840530652 w 774"/>
              <a:gd name="T13" fmla="*/ 55002584 h 1011"/>
              <a:gd name="T14" fmla="*/ 768484659 w 774"/>
              <a:gd name="T15" fmla="*/ 62239796 h 1011"/>
              <a:gd name="T16" fmla="*/ 693008609 w 774"/>
              <a:gd name="T17" fmla="*/ 69477007 h 1011"/>
              <a:gd name="T18" fmla="*/ 614102503 w 774"/>
              <a:gd name="T19" fmla="*/ 76714218 h 1011"/>
              <a:gd name="T20" fmla="*/ 535194545 w 774"/>
              <a:gd name="T21" fmla="*/ 83951448 h 1011"/>
              <a:gd name="T22" fmla="*/ 452856415 w 774"/>
              <a:gd name="T23" fmla="*/ 91188660 h 1011"/>
              <a:gd name="T24" fmla="*/ 363658289 w 774"/>
              <a:gd name="T25" fmla="*/ 96978910 h 1011"/>
              <a:gd name="T26" fmla="*/ 274458311 w 774"/>
              <a:gd name="T27" fmla="*/ 102767957 h 1011"/>
              <a:gd name="T28" fmla="*/ 188690183 w 774"/>
              <a:gd name="T29" fmla="*/ 108558208 h 1011"/>
              <a:gd name="T30" fmla="*/ 96060119 w 774"/>
              <a:gd name="T31" fmla="*/ 112900294 h 1011"/>
              <a:gd name="T32" fmla="*/ 0 w 774"/>
              <a:gd name="T33" fmla="*/ 117242380 h 101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774"/>
              <a:gd name="T52" fmla="*/ 0 h 1011"/>
              <a:gd name="T53" fmla="*/ 774 w 774"/>
              <a:gd name="T54" fmla="*/ 1011 h 1011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774" h="1011">
                <a:moveTo>
                  <a:pt x="774" y="0"/>
                </a:moveTo>
                <a:lnTo>
                  <a:pt x="741" y="85"/>
                </a:lnTo>
                <a:lnTo>
                  <a:pt x="706" y="167"/>
                </a:lnTo>
                <a:lnTo>
                  <a:pt x="669" y="246"/>
                </a:lnTo>
                <a:lnTo>
                  <a:pt x="629" y="323"/>
                </a:lnTo>
                <a:lnTo>
                  <a:pt x="587" y="398"/>
                </a:lnTo>
                <a:lnTo>
                  <a:pt x="543" y="469"/>
                </a:lnTo>
                <a:lnTo>
                  <a:pt x="497" y="538"/>
                </a:lnTo>
                <a:lnTo>
                  <a:pt x="449" y="603"/>
                </a:lnTo>
                <a:lnTo>
                  <a:pt x="398" y="666"/>
                </a:lnTo>
                <a:lnTo>
                  <a:pt x="347" y="726"/>
                </a:lnTo>
                <a:lnTo>
                  <a:pt x="293" y="782"/>
                </a:lnTo>
                <a:lnTo>
                  <a:pt x="237" y="835"/>
                </a:lnTo>
                <a:lnTo>
                  <a:pt x="180" y="884"/>
                </a:lnTo>
                <a:lnTo>
                  <a:pt x="122" y="930"/>
                </a:lnTo>
                <a:lnTo>
                  <a:pt x="62" y="972"/>
                </a:lnTo>
                <a:lnTo>
                  <a:pt x="0" y="1011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306" name="Freeform 61"/>
          <p:cNvSpPr>
            <a:spLocks/>
          </p:cNvSpPr>
          <p:nvPr/>
        </p:nvSpPr>
        <p:spPr bwMode="auto">
          <a:xfrm flipV="1">
            <a:off x="6349604" y="3021807"/>
            <a:ext cx="140494" cy="69056"/>
          </a:xfrm>
          <a:custGeom>
            <a:avLst/>
            <a:gdLst>
              <a:gd name="T0" fmla="*/ 101385063 w 102"/>
              <a:gd name="T1" fmla="*/ 0 h 78"/>
              <a:gd name="T2" fmla="*/ 0 w 102"/>
              <a:gd name="T3" fmla="*/ 8418959 h 78"/>
              <a:gd name="T4" fmla="*/ 152078528 w 102"/>
              <a:gd name="T5" fmla="*/ 5613034 h 78"/>
              <a:gd name="T6" fmla="*/ 87866447 w 102"/>
              <a:gd name="T7" fmla="*/ 4209480 h 78"/>
              <a:gd name="T8" fmla="*/ 101385063 w 102"/>
              <a:gd name="T9" fmla="*/ 0 h 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"/>
              <a:gd name="T16" fmla="*/ 0 h 78"/>
              <a:gd name="T17" fmla="*/ 102 w 102"/>
              <a:gd name="T18" fmla="*/ 78 h 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" h="78">
                <a:moveTo>
                  <a:pt x="69" y="0"/>
                </a:moveTo>
                <a:lnTo>
                  <a:pt x="0" y="78"/>
                </a:lnTo>
                <a:lnTo>
                  <a:pt x="102" y="58"/>
                </a:lnTo>
                <a:lnTo>
                  <a:pt x="59" y="44"/>
                </a:lnTo>
                <a:lnTo>
                  <a:pt x="69" y="0"/>
                </a:lnTo>
                <a:close/>
              </a:path>
            </a:pathLst>
          </a:custGeom>
          <a:solidFill>
            <a:srgbClr val="0000FF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307" name="Oval 62"/>
          <p:cNvSpPr>
            <a:spLocks noChangeArrowheads="1"/>
          </p:cNvSpPr>
          <p:nvPr/>
        </p:nvSpPr>
        <p:spPr bwMode="auto">
          <a:xfrm>
            <a:off x="5307807" y="2690813"/>
            <a:ext cx="326231" cy="326231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8181DF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-</a:t>
            </a:r>
            <a:r>
              <a:rPr lang="en-US" altLang="zh-CN" b="1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53308" name="Freeform 63"/>
          <p:cNvSpPr>
            <a:spLocks/>
          </p:cNvSpPr>
          <p:nvPr/>
        </p:nvSpPr>
        <p:spPr bwMode="auto">
          <a:xfrm>
            <a:off x="3028950" y="1388269"/>
            <a:ext cx="257175" cy="1384697"/>
          </a:xfrm>
          <a:custGeom>
            <a:avLst/>
            <a:gdLst>
              <a:gd name="T0" fmla="*/ 775436738 w 152"/>
              <a:gd name="T1" fmla="*/ 2147483647 h 816"/>
              <a:gd name="T2" fmla="*/ 40811869 w 152"/>
              <a:gd name="T3" fmla="*/ 2147483647 h 816"/>
              <a:gd name="T4" fmla="*/ 530560977 w 152"/>
              <a:gd name="T5" fmla="*/ 0 h 816"/>
              <a:gd name="T6" fmla="*/ 0 60000 65536"/>
              <a:gd name="T7" fmla="*/ 0 60000 65536"/>
              <a:gd name="T8" fmla="*/ 0 60000 65536"/>
              <a:gd name="T9" fmla="*/ 0 w 152"/>
              <a:gd name="T10" fmla="*/ 0 h 816"/>
              <a:gd name="T11" fmla="*/ 152 w 152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2" h="816">
                <a:moveTo>
                  <a:pt x="152" y="816"/>
                </a:moveTo>
                <a:cubicBezTo>
                  <a:pt x="84" y="740"/>
                  <a:pt x="16" y="664"/>
                  <a:pt x="8" y="528"/>
                </a:cubicBezTo>
                <a:cubicBezTo>
                  <a:pt x="0" y="392"/>
                  <a:pt x="52" y="196"/>
                  <a:pt x="104" y="0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309" name="Freeform 64"/>
          <p:cNvSpPr>
            <a:spLocks/>
          </p:cNvSpPr>
          <p:nvPr/>
        </p:nvSpPr>
        <p:spPr bwMode="auto">
          <a:xfrm>
            <a:off x="2865835" y="2853929"/>
            <a:ext cx="488156" cy="1465659"/>
          </a:xfrm>
          <a:custGeom>
            <a:avLst/>
            <a:gdLst>
              <a:gd name="T0" fmla="*/ 869337048 w 320"/>
              <a:gd name="T1" fmla="*/ 0 h 864"/>
              <a:gd name="T2" fmla="*/ 86934525 w 320"/>
              <a:gd name="T3" fmla="*/ 1718605134 h 864"/>
              <a:gd name="T4" fmla="*/ 347734031 w 320"/>
              <a:gd name="T5" fmla="*/ 2147483647 h 864"/>
              <a:gd name="T6" fmla="*/ 0 60000 65536"/>
              <a:gd name="T7" fmla="*/ 0 60000 65536"/>
              <a:gd name="T8" fmla="*/ 0 60000 65536"/>
              <a:gd name="T9" fmla="*/ 0 w 320"/>
              <a:gd name="T10" fmla="*/ 0 h 864"/>
              <a:gd name="T11" fmla="*/ 320 w 320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0" h="864">
                <a:moveTo>
                  <a:pt x="320" y="0"/>
                </a:moveTo>
                <a:cubicBezTo>
                  <a:pt x="192" y="96"/>
                  <a:pt x="64" y="192"/>
                  <a:pt x="32" y="336"/>
                </a:cubicBezTo>
                <a:cubicBezTo>
                  <a:pt x="0" y="480"/>
                  <a:pt x="64" y="672"/>
                  <a:pt x="128" y="864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310" name="Freeform 65"/>
          <p:cNvSpPr>
            <a:spLocks/>
          </p:cNvSpPr>
          <p:nvPr/>
        </p:nvSpPr>
        <p:spPr bwMode="auto">
          <a:xfrm>
            <a:off x="3245644" y="3017044"/>
            <a:ext cx="759619" cy="1464469"/>
          </a:xfrm>
          <a:custGeom>
            <a:avLst/>
            <a:gdLst>
              <a:gd name="T0" fmla="*/ 327201307 w 448"/>
              <a:gd name="T1" fmla="*/ 0 h 864"/>
              <a:gd name="T2" fmla="*/ 327201307 w 448"/>
              <a:gd name="T3" fmla="*/ 1717209468 h 864"/>
              <a:gd name="T4" fmla="*/ 2147483647 w 448"/>
              <a:gd name="T5" fmla="*/ 2147483647 h 864"/>
              <a:gd name="T6" fmla="*/ 0 60000 65536"/>
              <a:gd name="T7" fmla="*/ 0 60000 65536"/>
              <a:gd name="T8" fmla="*/ 0 60000 65536"/>
              <a:gd name="T9" fmla="*/ 0 w 448"/>
              <a:gd name="T10" fmla="*/ 0 h 864"/>
              <a:gd name="T11" fmla="*/ 448 w 448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8" h="864">
                <a:moveTo>
                  <a:pt x="64" y="0"/>
                </a:moveTo>
                <a:cubicBezTo>
                  <a:pt x="32" y="96"/>
                  <a:pt x="0" y="192"/>
                  <a:pt x="64" y="336"/>
                </a:cubicBezTo>
                <a:cubicBezTo>
                  <a:pt x="128" y="480"/>
                  <a:pt x="288" y="672"/>
                  <a:pt x="448" y="864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311" name="Freeform 66"/>
          <p:cNvSpPr>
            <a:spLocks/>
          </p:cNvSpPr>
          <p:nvPr/>
        </p:nvSpPr>
        <p:spPr bwMode="auto">
          <a:xfrm>
            <a:off x="3353991" y="1307307"/>
            <a:ext cx="895350" cy="1465660"/>
          </a:xfrm>
          <a:custGeom>
            <a:avLst/>
            <a:gdLst>
              <a:gd name="T0" fmla="*/ 0 w 528"/>
              <a:gd name="T1" fmla="*/ 2147483647 h 864"/>
              <a:gd name="T2" fmla="*/ 490848420 w 528"/>
              <a:gd name="T3" fmla="*/ 2147483647 h 864"/>
              <a:gd name="T4" fmla="*/ 2147483647 w 528"/>
              <a:gd name="T5" fmla="*/ 0 h 864"/>
              <a:gd name="T6" fmla="*/ 0 60000 65536"/>
              <a:gd name="T7" fmla="*/ 0 60000 65536"/>
              <a:gd name="T8" fmla="*/ 0 60000 65536"/>
              <a:gd name="T9" fmla="*/ 0 w 528"/>
              <a:gd name="T10" fmla="*/ 0 h 864"/>
              <a:gd name="T11" fmla="*/ 528 w 528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8" h="864">
                <a:moveTo>
                  <a:pt x="0" y="864"/>
                </a:moveTo>
                <a:cubicBezTo>
                  <a:pt x="4" y="720"/>
                  <a:pt x="8" y="576"/>
                  <a:pt x="96" y="432"/>
                </a:cubicBezTo>
                <a:cubicBezTo>
                  <a:pt x="184" y="288"/>
                  <a:pt x="356" y="144"/>
                  <a:pt x="528" y="0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312" name="Oval 67"/>
          <p:cNvSpPr>
            <a:spLocks noChangeArrowheads="1"/>
          </p:cNvSpPr>
          <p:nvPr/>
        </p:nvSpPr>
        <p:spPr bwMode="auto">
          <a:xfrm>
            <a:off x="3273029" y="2690813"/>
            <a:ext cx="325040" cy="326231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latin typeface="Times New Roman" panose="02020603050405020304" pitchFamily="18" charset="0"/>
              </a:rPr>
              <a:t>2q</a:t>
            </a:r>
          </a:p>
        </p:txBody>
      </p:sp>
      <p:sp>
        <p:nvSpPr>
          <p:cNvPr id="53313" name="Line 70"/>
          <p:cNvSpPr>
            <a:spLocks noChangeShapeType="1"/>
          </p:cNvSpPr>
          <p:nvPr/>
        </p:nvSpPr>
        <p:spPr bwMode="auto">
          <a:xfrm flipH="1">
            <a:off x="1563291" y="2853929"/>
            <a:ext cx="17097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018969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669530" y="4870847"/>
            <a:ext cx="1428750" cy="342900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48B8D943-6B69-40E4-BA86-DFD0AC689918}" type="slidenum">
              <a:rPr lang="en-US" altLang="zh-CN">
                <a:solidFill>
                  <a:srgbClr val="0000CC"/>
                </a:solidFill>
              </a:rPr>
              <a:pPr algn="r" eaLnBrk="1" hangingPunct="1"/>
              <a:t>8</a:t>
            </a:fld>
            <a:endParaRPr lang="en-US" altLang="zh-CN">
              <a:solidFill>
                <a:srgbClr val="0000CC"/>
              </a:solidFill>
            </a:endParaRPr>
          </a:p>
        </p:txBody>
      </p:sp>
      <p:grpSp>
        <p:nvGrpSpPr>
          <p:cNvPr id="54275" name="组合 58"/>
          <p:cNvGrpSpPr>
            <a:grpSpLocks/>
          </p:cNvGrpSpPr>
          <p:nvPr/>
        </p:nvGrpSpPr>
        <p:grpSpPr bwMode="auto">
          <a:xfrm>
            <a:off x="1173956" y="445294"/>
            <a:ext cx="6638925" cy="4425554"/>
            <a:chOff x="1600200" y="1447800"/>
            <a:chExt cx="6172200" cy="4114800"/>
          </a:xfrm>
        </p:grpSpPr>
        <p:grpSp>
          <p:nvGrpSpPr>
            <p:cNvPr id="54276" name="Group 1026"/>
            <p:cNvGrpSpPr>
              <a:grpSpLocks/>
            </p:cNvGrpSpPr>
            <p:nvPr/>
          </p:nvGrpSpPr>
          <p:grpSpPr bwMode="auto">
            <a:xfrm>
              <a:off x="1789113" y="2654304"/>
              <a:ext cx="5754687" cy="2012951"/>
              <a:chOff x="1127" y="1672"/>
              <a:chExt cx="3625" cy="1268"/>
            </a:xfrm>
          </p:grpSpPr>
          <p:sp>
            <p:nvSpPr>
              <p:cNvPr id="54279" name="Line 1027"/>
              <p:cNvSpPr>
                <a:spLocks noChangeShapeType="1"/>
              </p:cNvSpPr>
              <p:nvPr/>
            </p:nvSpPr>
            <p:spPr bwMode="auto">
              <a:xfrm>
                <a:off x="2475" y="1900"/>
                <a:ext cx="1" cy="355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0" name="Line 1028"/>
              <p:cNvSpPr>
                <a:spLocks noChangeShapeType="1"/>
              </p:cNvSpPr>
              <p:nvPr/>
            </p:nvSpPr>
            <p:spPr bwMode="auto">
              <a:xfrm>
                <a:off x="2475" y="2324"/>
                <a:ext cx="1" cy="538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4281" name="Group 1029"/>
              <p:cNvGrpSpPr>
                <a:grpSpLocks/>
              </p:cNvGrpSpPr>
              <p:nvPr/>
            </p:nvGrpSpPr>
            <p:grpSpPr bwMode="auto">
              <a:xfrm>
                <a:off x="4343" y="1824"/>
                <a:ext cx="151" cy="1007"/>
                <a:chOff x="4224" y="2016"/>
                <a:chExt cx="143" cy="818"/>
              </a:xfrm>
            </p:grpSpPr>
            <p:sp>
              <p:nvSpPr>
                <p:cNvPr id="54329" name="Freeform 1030"/>
                <p:cNvSpPr>
                  <a:spLocks/>
                </p:cNvSpPr>
                <p:nvPr/>
              </p:nvSpPr>
              <p:spPr bwMode="auto">
                <a:xfrm>
                  <a:off x="4224" y="2352"/>
                  <a:ext cx="96" cy="482"/>
                </a:xfrm>
                <a:custGeom>
                  <a:avLst/>
                  <a:gdLst>
                    <a:gd name="T0" fmla="*/ 165 w 86"/>
                    <a:gd name="T1" fmla="*/ 0 h 458"/>
                    <a:gd name="T2" fmla="*/ 165 w 86"/>
                    <a:gd name="T3" fmla="*/ 16 h 458"/>
                    <a:gd name="T4" fmla="*/ 165 w 86"/>
                    <a:gd name="T5" fmla="*/ 26 h 458"/>
                    <a:gd name="T6" fmla="*/ 164 w 86"/>
                    <a:gd name="T7" fmla="*/ 107 h 458"/>
                    <a:gd name="T8" fmla="*/ 154 w 86"/>
                    <a:gd name="T9" fmla="*/ 187 h 458"/>
                    <a:gd name="T10" fmla="*/ 144 w 86"/>
                    <a:gd name="T11" fmla="*/ 266 h 458"/>
                    <a:gd name="T12" fmla="*/ 122 w 86"/>
                    <a:gd name="T13" fmla="*/ 342 h 458"/>
                    <a:gd name="T14" fmla="*/ 100 w 86"/>
                    <a:gd name="T15" fmla="*/ 418 h 458"/>
                    <a:gd name="T16" fmla="*/ 71 w 86"/>
                    <a:gd name="T17" fmla="*/ 489 h 458"/>
                    <a:gd name="T18" fmla="*/ 39 w 86"/>
                    <a:gd name="T19" fmla="*/ 557 h 458"/>
                    <a:gd name="T20" fmla="*/ 0 w 86"/>
                    <a:gd name="T21" fmla="*/ 622 h 45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6"/>
                    <a:gd name="T34" fmla="*/ 0 h 458"/>
                    <a:gd name="T35" fmla="*/ 86 w 86"/>
                    <a:gd name="T36" fmla="*/ 458 h 45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6" h="458">
                      <a:moveTo>
                        <a:pt x="86" y="0"/>
                      </a:moveTo>
                      <a:lnTo>
                        <a:pt x="86" y="10"/>
                      </a:lnTo>
                      <a:lnTo>
                        <a:pt x="86" y="20"/>
                      </a:lnTo>
                      <a:lnTo>
                        <a:pt x="85" y="79"/>
                      </a:lnTo>
                      <a:lnTo>
                        <a:pt x="80" y="138"/>
                      </a:lnTo>
                      <a:lnTo>
                        <a:pt x="74" y="196"/>
                      </a:lnTo>
                      <a:lnTo>
                        <a:pt x="64" y="252"/>
                      </a:lnTo>
                      <a:lnTo>
                        <a:pt x="52" y="307"/>
                      </a:lnTo>
                      <a:lnTo>
                        <a:pt x="37" y="360"/>
                      </a:lnTo>
                      <a:lnTo>
                        <a:pt x="20" y="410"/>
                      </a:lnTo>
                      <a:lnTo>
                        <a:pt x="0" y="458"/>
                      </a:lnTo>
                    </a:path>
                  </a:pathLst>
                </a:custGeom>
                <a:noFill/>
                <a:ln w="28575">
                  <a:solidFill>
                    <a:srgbClr val="CC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30" name="Freeform 1031"/>
                <p:cNvSpPr>
                  <a:spLocks/>
                </p:cNvSpPr>
                <p:nvPr/>
              </p:nvSpPr>
              <p:spPr bwMode="auto">
                <a:xfrm>
                  <a:off x="4229" y="2016"/>
                  <a:ext cx="91" cy="384"/>
                </a:xfrm>
                <a:custGeom>
                  <a:avLst/>
                  <a:gdLst>
                    <a:gd name="T0" fmla="*/ 0 w 78"/>
                    <a:gd name="T1" fmla="*/ 0 h 351"/>
                    <a:gd name="T2" fmla="*/ 36 w 78"/>
                    <a:gd name="T3" fmla="*/ 67 h 351"/>
                    <a:gd name="T4" fmla="*/ 75 w 78"/>
                    <a:gd name="T5" fmla="*/ 138 h 351"/>
                    <a:gd name="T6" fmla="*/ 104 w 78"/>
                    <a:gd name="T7" fmla="*/ 209 h 351"/>
                    <a:gd name="T8" fmla="*/ 132 w 78"/>
                    <a:gd name="T9" fmla="*/ 284 h 351"/>
                    <a:gd name="T10" fmla="*/ 154 w 78"/>
                    <a:gd name="T11" fmla="*/ 362 h 351"/>
                    <a:gd name="T12" fmla="*/ 174 w 78"/>
                    <a:gd name="T13" fmla="*/ 441 h 351"/>
                    <a:gd name="T14" fmla="*/ 185 w 78"/>
                    <a:gd name="T15" fmla="*/ 519 h 351"/>
                    <a:gd name="T16" fmla="*/ 197 w 78"/>
                    <a:gd name="T17" fmla="*/ 601 h 35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8"/>
                    <a:gd name="T28" fmla="*/ 0 h 351"/>
                    <a:gd name="T29" fmla="*/ 78 w 78"/>
                    <a:gd name="T30" fmla="*/ 351 h 35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8" h="351">
                      <a:moveTo>
                        <a:pt x="0" y="0"/>
                      </a:moveTo>
                      <a:lnTo>
                        <a:pt x="15" y="39"/>
                      </a:lnTo>
                      <a:lnTo>
                        <a:pt x="29" y="80"/>
                      </a:lnTo>
                      <a:lnTo>
                        <a:pt x="41" y="122"/>
                      </a:lnTo>
                      <a:lnTo>
                        <a:pt x="52" y="166"/>
                      </a:lnTo>
                      <a:lnTo>
                        <a:pt x="61" y="211"/>
                      </a:lnTo>
                      <a:lnTo>
                        <a:pt x="69" y="257"/>
                      </a:lnTo>
                      <a:lnTo>
                        <a:pt x="74" y="303"/>
                      </a:lnTo>
                      <a:lnTo>
                        <a:pt x="78" y="351"/>
                      </a:lnTo>
                    </a:path>
                  </a:pathLst>
                </a:custGeom>
                <a:noFill/>
                <a:ln w="28575">
                  <a:solidFill>
                    <a:srgbClr val="CC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31" name="Freeform 1032"/>
                <p:cNvSpPr>
                  <a:spLocks/>
                </p:cNvSpPr>
                <p:nvPr/>
              </p:nvSpPr>
              <p:spPr bwMode="auto">
                <a:xfrm>
                  <a:off x="4272" y="2352"/>
                  <a:ext cx="95" cy="96"/>
                </a:xfrm>
                <a:custGeom>
                  <a:avLst/>
                  <a:gdLst>
                    <a:gd name="T0" fmla="*/ 0 w 67"/>
                    <a:gd name="T1" fmla="*/ 2 h 100"/>
                    <a:gd name="T2" fmla="*/ 299 w 67"/>
                    <a:gd name="T3" fmla="*/ 78 h 100"/>
                    <a:gd name="T4" fmla="*/ 544 w 67"/>
                    <a:gd name="T5" fmla="*/ 0 h 100"/>
                    <a:gd name="T6" fmla="*/ 288 w 67"/>
                    <a:gd name="T7" fmla="*/ 26 h 100"/>
                    <a:gd name="T8" fmla="*/ 0 w 67"/>
                    <a:gd name="T9" fmla="*/ 2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7"/>
                    <a:gd name="T16" fmla="*/ 0 h 100"/>
                    <a:gd name="T17" fmla="*/ 67 w 67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7" h="100">
                      <a:moveTo>
                        <a:pt x="0" y="2"/>
                      </a:moveTo>
                      <a:lnTo>
                        <a:pt x="37" y="100"/>
                      </a:lnTo>
                      <a:lnTo>
                        <a:pt x="67" y="0"/>
                      </a:lnTo>
                      <a:lnTo>
                        <a:pt x="35" y="32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282" name="Group 1033"/>
              <p:cNvGrpSpPr>
                <a:grpSpLocks/>
              </p:cNvGrpSpPr>
              <p:nvPr/>
            </p:nvGrpSpPr>
            <p:grpSpPr bwMode="auto">
              <a:xfrm>
                <a:off x="4343" y="1824"/>
                <a:ext cx="409" cy="1008"/>
                <a:chOff x="4224" y="1960"/>
                <a:chExt cx="480" cy="869"/>
              </a:xfrm>
            </p:grpSpPr>
            <p:sp>
              <p:nvSpPr>
                <p:cNvPr id="54326" name="Freeform 1034"/>
                <p:cNvSpPr>
                  <a:spLocks/>
                </p:cNvSpPr>
                <p:nvPr/>
              </p:nvSpPr>
              <p:spPr bwMode="auto">
                <a:xfrm>
                  <a:off x="4224" y="2448"/>
                  <a:ext cx="393" cy="381"/>
                </a:xfrm>
                <a:custGeom>
                  <a:avLst/>
                  <a:gdLst>
                    <a:gd name="T0" fmla="*/ 393 w 393"/>
                    <a:gd name="T1" fmla="*/ 0 h 381"/>
                    <a:gd name="T2" fmla="*/ 387 w 393"/>
                    <a:gd name="T3" fmla="*/ 40 h 381"/>
                    <a:gd name="T4" fmla="*/ 378 w 393"/>
                    <a:gd name="T5" fmla="*/ 79 h 381"/>
                    <a:gd name="T6" fmla="*/ 366 w 393"/>
                    <a:gd name="T7" fmla="*/ 116 h 381"/>
                    <a:gd name="T8" fmla="*/ 351 w 393"/>
                    <a:gd name="T9" fmla="*/ 152 h 381"/>
                    <a:gd name="T10" fmla="*/ 333 w 393"/>
                    <a:gd name="T11" fmla="*/ 185 h 381"/>
                    <a:gd name="T12" fmla="*/ 313 w 393"/>
                    <a:gd name="T13" fmla="*/ 216 h 381"/>
                    <a:gd name="T14" fmla="*/ 291 w 393"/>
                    <a:gd name="T15" fmla="*/ 246 h 381"/>
                    <a:gd name="T16" fmla="*/ 266 w 393"/>
                    <a:gd name="T17" fmla="*/ 272 h 381"/>
                    <a:gd name="T18" fmla="*/ 240 w 393"/>
                    <a:gd name="T19" fmla="*/ 296 h 381"/>
                    <a:gd name="T20" fmla="*/ 212 w 393"/>
                    <a:gd name="T21" fmla="*/ 318 h 381"/>
                    <a:gd name="T22" fmla="*/ 182 w 393"/>
                    <a:gd name="T23" fmla="*/ 337 h 381"/>
                    <a:gd name="T24" fmla="*/ 150 w 393"/>
                    <a:gd name="T25" fmla="*/ 352 h 381"/>
                    <a:gd name="T26" fmla="*/ 117 w 393"/>
                    <a:gd name="T27" fmla="*/ 365 h 381"/>
                    <a:gd name="T28" fmla="*/ 83 w 393"/>
                    <a:gd name="T29" fmla="*/ 374 h 381"/>
                    <a:gd name="T30" fmla="*/ 48 w 393"/>
                    <a:gd name="T31" fmla="*/ 379 h 381"/>
                    <a:gd name="T32" fmla="*/ 12 w 393"/>
                    <a:gd name="T33" fmla="*/ 381 h 381"/>
                    <a:gd name="T34" fmla="*/ 0 w 393"/>
                    <a:gd name="T35" fmla="*/ 381 h 381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393"/>
                    <a:gd name="T55" fmla="*/ 0 h 381"/>
                    <a:gd name="T56" fmla="*/ 393 w 393"/>
                    <a:gd name="T57" fmla="*/ 381 h 381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393" h="381">
                      <a:moveTo>
                        <a:pt x="393" y="0"/>
                      </a:moveTo>
                      <a:lnTo>
                        <a:pt x="387" y="40"/>
                      </a:lnTo>
                      <a:lnTo>
                        <a:pt x="378" y="79"/>
                      </a:lnTo>
                      <a:lnTo>
                        <a:pt x="366" y="116"/>
                      </a:lnTo>
                      <a:lnTo>
                        <a:pt x="351" y="152"/>
                      </a:lnTo>
                      <a:lnTo>
                        <a:pt x="333" y="185"/>
                      </a:lnTo>
                      <a:lnTo>
                        <a:pt x="313" y="216"/>
                      </a:lnTo>
                      <a:lnTo>
                        <a:pt x="291" y="246"/>
                      </a:lnTo>
                      <a:lnTo>
                        <a:pt x="266" y="272"/>
                      </a:lnTo>
                      <a:lnTo>
                        <a:pt x="240" y="296"/>
                      </a:lnTo>
                      <a:lnTo>
                        <a:pt x="212" y="318"/>
                      </a:lnTo>
                      <a:lnTo>
                        <a:pt x="182" y="337"/>
                      </a:lnTo>
                      <a:lnTo>
                        <a:pt x="150" y="352"/>
                      </a:lnTo>
                      <a:lnTo>
                        <a:pt x="117" y="365"/>
                      </a:lnTo>
                      <a:lnTo>
                        <a:pt x="83" y="374"/>
                      </a:lnTo>
                      <a:lnTo>
                        <a:pt x="48" y="379"/>
                      </a:lnTo>
                      <a:lnTo>
                        <a:pt x="12" y="381"/>
                      </a:lnTo>
                      <a:lnTo>
                        <a:pt x="0" y="381"/>
                      </a:lnTo>
                    </a:path>
                  </a:pathLst>
                </a:custGeom>
                <a:noFill/>
                <a:ln w="28575">
                  <a:solidFill>
                    <a:srgbClr val="CC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27" name="Freeform 1035"/>
                <p:cNvSpPr>
                  <a:spLocks/>
                </p:cNvSpPr>
                <p:nvPr/>
              </p:nvSpPr>
              <p:spPr bwMode="auto">
                <a:xfrm>
                  <a:off x="4236" y="1960"/>
                  <a:ext cx="384" cy="447"/>
                </a:xfrm>
                <a:custGeom>
                  <a:avLst/>
                  <a:gdLst>
                    <a:gd name="T0" fmla="*/ 0 w 384"/>
                    <a:gd name="T1" fmla="*/ 0 h 447"/>
                    <a:gd name="T2" fmla="*/ 20 w 384"/>
                    <a:gd name="T3" fmla="*/ 1 h 447"/>
                    <a:gd name="T4" fmla="*/ 39 w 384"/>
                    <a:gd name="T5" fmla="*/ 2 h 447"/>
                    <a:gd name="T6" fmla="*/ 58 w 384"/>
                    <a:gd name="T7" fmla="*/ 5 h 447"/>
                    <a:gd name="T8" fmla="*/ 77 w 384"/>
                    <a:gd name="T9" fmla="*/ 9 h 447"/>
                    <a:gd name="T10" fmla="*/ 96 w 384"/>
                    <a:gd name="T11" fmla="*/ 14 h 447"/>
                    <a:gd name="T12" fmla="*/ 114 w 384"/>
                    <a:gd name="T13" fmla="*/ 20 h 447"/>
                    <a:gd name="T14" fmla="*/ 149 w 384"/>
                    <a:gd name="T15" fmla="*/ 34 h 447"/>
                    <a:gd name="T16" fmla="*/ 183 w 384"/>
                    <a:gd name="T17" fmla="*/ 53 h 447"/>
                    <a:gd name="T18" fmla="*/ 215 w 384"/>
                    <a:gd name="T19" fmla="*/ 74 h 447"/>
                    <a:gd name="T20" fmla="*/ 244 w 384"/>
                    <a:gd name="T21" fmla="*/ 99 h 447"/>
                    <a:gd name="T22" fmla="*/ 272 w 384"/>
                    <a:gd name="T23" fmla="*/ 128 h 447"/>
                    <a:gd name="T24" fmla="*/ 296 w 384"/>
                    <a:gd name="T25" fmla="*/ 158 h 447"/>
                    <a:gd name="T26" fmla="*/ 318 w 384"/>
                    <a:gd name="T27" fmla="*/ 192 h 447"/>
                    <a:gd name="T28" fmla="*/ 338 w 384"/>
                    <a:gd name="T29" fmla="*/ 228 h 447"/>
                    <a:gd name="T30" fmla="*/ 354 w 384"/>
                    <a:gd name="T31" fmla="*/ 266 h 447"/>
                    <a:gd name="T32" fmla="*/ 367 w 384"/>
                    <a:gd name="T33" fmla="*/ 306 h 447"/>
                    <a:gd name="T34" fmla="*/ 376 w 384"/>
                    <a:gd name="T35" fmla="*/ 347 h 447"/>
                    <a:gd name="T36" fmla="*/ 382 w 384"/>
                    <a:gd name="T37" fmla="*/ 391 h 447"/>
                    <a:gd name="T38" fmla="*/ 384 w 384"/>
                    <a:gd name="T39" fmla="*/ 413 h 447"/>
                    <a:gd name="T40" fmla="*/ 384 w 384"/>
                    <a:gd name="T41" fmla="*/ 435 h 447"/>
                    <a:gd name="T42" fmla="*/ 384 w 384"/>
                    <a:gd name="T43" fmla="*/ 441 h 447"/>
                    <a:gd name="T44" fmla="*/ 383 w 384"/>
                    <a:gd name="T45" fmla="*/ 447 h 447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84"/>
                    <a:gd name="T70" fmla="*/ 0 h 447"/>
                    <a:gd name="T71" fmla="*/ 384 w 384"/>
                    <a:gd name="T72" fmla="*/ 447 h 447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84" h="447">
                      <a:moveTo>
                        <a:pt x="0" y="0"/>
                      </a:moveTo>
                      <a:lnTo>
                        <a:pt x="20" y="1"/>
                      </a:lnTo>
                      <a:lnTo>
                        <a:pt x="39" y="2"/>
                      </a:lnTo>
                      <a:lnTo>
                        <a:pt x="58" y="5"/>
                      </a:lnTo>
                      <a:lnTo>
                        <a:pt x="77" y="9"/>
                      </a:lnTo>
                      <a:lnTo>
                        <a:pt x="96" y="14"/>
                      </a:lnTo>
                      <a:lnTo>
                        <a:pt x="114" y="20"/>
                      </a:lnTo>
                      <a:lnTo>
                        <a:pt x="149" y="34"/>
                      </a:lnTo>
                      <a:lnTo>
                        <a:pt x="183" y="53"/>
                      </a:lnTo>
                      <a:lnTo>
                        <a:pt x="215" y="74"/>
                      </a:lnTo>
                      <a:lnTo>
                        <a:pt x="244" y="99"/>
                      </a:lnTo>
                      <a:lnTo>
                        <a:pt x="272" y="128"/>
                      </a:lnTo>
                      <a:lnTo>
                        <a:pt x="296" y="158"/>
                      </a:lnTo>
                      <a:lnTo>
                        <a:pt x="318" y="192"/>
                      </a:lnTo>
                      <a:lnTo>
                        <a:pt x="338" y="228"/>
                      </a:lnTo>
                      <a:lnTo>
                        <a:pt x="354" y="266"/>
                      </a:lnTo>
                      <a:lnTo>
                        <a:pt x="367" y="306"/>
                      </a:lnTo>
                      <a:lnTo>
                        <a:pt x="376" y="347"/>
                      </a:lnTo>
                      <a:lnTo>
                        <a:pt x="382" y="391"/>
                      </a:lnTo>
                      <a:lnTo>
                        <a:pt x="384" y="413"/>
                      </a:lnTo>
                      <a:lnTo>
                        <a:pt x="384" y="435"/>
                      </a:lnTo>
                      <a:lnTo>
                        <a:pt x="384" y="441"/>
                      </a:lnTo>
                      <a:lnTo>
                        <a:pt x="383" y="447"/>
                      </a:lnTo>
                    </a:path>
                  </a:pathLst>
                </a:custGeom>
                <a:noFill/>
                <a:ln w="28575">
                  <a:solidFill>
                    <a:srgbClr val="CC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28" name="Freeform 1036"/>
                <p:cNvSpPr>
                  <a:spLocks/>
                </p:cNvSpPr>
                <p:nvPr/>
              </p:nvSpPr>
              <p:spPr bwMode="auto">
                <a:xfrm>
                  <a:off x="4560" y="2352"/>
                  <a:ext cx="144" cy="148"/>
                </a:xfrm>
                <a:custGeom>
                  <a:avLst/>
                  <a:gdLst>
                    <a:gd name="T0" fmla="*/ 0 w 67"/>
                    <a:gd name="T1" fmla="*/ 0 h 102"/>
                    <a:gd name="T2" fmla="*/ 2472 w 67"/>
                    <a:gd name="T3" fmla="*/ 953 h 102"/>
                    <a:gd name="T4" fmla="*/ 6592 w 67"/>
                    <a:gd name="T5" fmla="*/ 59 h 102"/>
                    <a:gd name="T6" fmla="*/ 3067 w 67"/>
                    <a:gd name="T7" fmla="*/ 313 h 102"/>
                    <a:gd name="T8" fmla="*/ 0 w 67"/>
                    <a:gd name="T9" fmla="*/ 0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7"/>
                    <a:gd name="T16" fmla="*/ 0 h 102"/>
                    <a:gd name="T17" fmla="*/ 67 w 67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7" h="102">
                      <a:moveTo>
                        <a:pt x="0" y="0"/>
                      </a:moveTo>
                      <a:lnTo>
                        <a:pt x="25" y="102"/>
                      </a:lnTo>
                      <a:lnTo>
                        <a:pt x="67" y="6"/>
                      </a:lnTo>
                      <a:lnTo>
                        <a:pt x="31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4283" name="Line 1037"/>
              <p:cNvSpPr>
                <a:spLocks noChangeShapeType="1"/>
              </p:cNvSpPr>
              <p:nvPr/>
            </p:nvSpPr>
            <p:spPr bwMode="auto">
              <a:xfrm>
                <a:off x="1723" y="1901"/>
                <a:ext cx="1" cy="355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4" name="Freeform 1038"/>
              <p:cNvSpPr>
                <a:spLocks/>
              </p:cNvSpPr>
              <p:nvPr/>
            </p:nvSpPr>
            <p:spPr bwMode="auto">
              <a:xfrm>
                <a:off x="1671" y="2209"/>
                <a:ext cx="101" cy="127"/>
              </a:xfrm>
              <a:custGeom>
                <a:avLst/>
                <a:gdLst>
                  <a:gd name="T0" fmla="*/ 0 w 67"/>
                  <a:gd name="T1" fmla="*/ 0 h 99"/>
                  <a:gd name="T2" fmla="*/ 398 w 67"/>
                  <a:gd name="T3" fmla="*/ 441 h 99"/>
                  <a:gd name="T4" fmla="*/ 784 w 67"/>
                  <a:gd name="T5" fmla="*/ 0 h 99"/>
                  <a:gd name="T6" fmla="*/ 398 w 67"/>
                  <a:gd name="T7" fmla="*/ 136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/>
              </a:solidFill>
              <a:ln w="2857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5" name="Line 1039"/>
              <p:cNvSpPr>
                <a:spLocks noChangeShapeType="1"/>
              </p:cNvSpPr>
              <p:nvPr/>
            </p:nvSpPr>
            <p:spPr bwMode="auto">
              <a:xfrm>
                <a:off x="1723" y="2325"/>
                <a:ext cx="1" cy="538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6" name="Line 1040"/>
              <p:cNvSpPr>
                <a:spLocks noChangeShapeType="1"/>
              </p:cNvSpPr>
              <p:nvPr/>
            </p:nvSpPr>
            <p:spPr bwMode="auto">
              <a:xfrm>
                <a:off x="1967" y="1901"/>
                <a:ext cx="1" cy="355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7" name="Freeform 1041"/>
              <p:cNvSpPr>
                <a:spLocks/>
              </p:cNvSpPr>
              <p:nvPr/>
            </p:nvSpPr>
            <p:spPr bwMode="auto">
              <a:xfrm>
                <a:off x="1915" y="2209"/>
                <a:ext cx="101" cy="127"/>
              </a:xfrm>
              <a:custGeom>
                <a:avLst/>
                <a:gdLst>
                  <a:gd name="T0" fmla="*/ 0 w 67"/>
                  <a:gd name="T1" fmla="*/ 0 h 99"/>
                  <a:gd name="T2" fmla="*/ 398 w 67"/>
                  <a:gd name="T3" fmla="*/ 441 h 99"/>
                  <a:gd name="T4" fmla="*/ 784 w 67"/>
                  <a:gd name="T5" fmla="*/ 0 h 99"/>
                  <a:gd name="T6" fmla="*/ 398 w 67"/>
                  <a:gd name="T7" fmla="*/ 136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/>
              </a:solidFill>
              <a:ln w="2857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8" name="Line 1042"/>
              <p:cNvSpPr>
                <a:spLocks noChangeShapeType="1"/>
              </p:cNvSpPr>
              <p:nvPr/>
            </p:nvSpPr>
            <p:spPr bwMode="auto">
              <a:xfrm>
                <a:off x="1967" y="2325"/>
                <a:ext cx="1" cy="538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9" name="Line 1043"/>
              <p:cNvSpPr>
                <a:spLocks noChangeShapeType="1"/>
              </p:cNvSpPr>
              <p:nvPr/>
            </p:nvSpPr>
            <p:spPr bwMode="auto">
              <a:xfrm>
                <a:off x="2219" y="1901"/>
                <a:ext cx="1" cy="355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0" name="Freeform 1044"/>
              <p:cNvSpPr>
                <a:spLocks/>
              </p:cNvSpPr>
              <p:nvPr/>
            </p:nvSpPr>
            <p:spPr bwMode="auto">
              <a:xfrm>
                <a:off x="2168" y="2209"/>
                <a:ext cx="101" cy="127"/>
              </a:xfrm>
              <a:custGeom>
                <a:avLst/>
                <a:gdLst>
                  <a:gd name="T0" fmla="*/ 0 w 67"/>
                  <a:gd name="T1" fmla="*/ 0 h 99"/>
                  <a:gd name="T2" fmla="*/ 398 w 67"/>
                  <a:gd name="T3" fmla="*/ 441 h 99"/>
                  <a:gd name="T4" fmla="*/ 784 w 67"/>
                  <a:gd name="T5" fmla="*/ 0 h 99"/>
                  <a:gd name="T6" fmla="*/ 398 w 67"/>
                  <a:gd name="T7" fmla="*/ 136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/>
              </a:solidFill>
              <a:ln w="2857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1" name="Line 1045"/>
              <p:cNvSpPr>
                <a:spLocks noChangeShapeType="1"/>
              </p:cNvSpPr>
              <p:nvPr/>
            </p:nvSpPr>
            <p:spPr bwMode="auto">
              <a:xfrm>
                <a:off x="2219" y="2325"/>
                <a:ext cx="1" cy="538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2" name="Line 1046"/>
              <p:cNvSpPr>
                <a:spLocks noChangeShapeType="1"/>
              </p:cNvSpPr>
              <p:nvPr/>
            </p:nvSpPr>
            <p:spPr bwMode="auto">
              <a:xfrm>
                <a:off x="2716" y="1901"/>
                <a:ext cx="1" cy="355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3" name="Freeform 1047"/>
              <p:cNvSpPr>
                <a:spLocks/>
              </p:cNvSpPr>
              <p:nvPr/>
            </p:nvSpPr>
            <p:spPr bwMode="auto">
              <a:xfrm>
                <a:off x="2664" y="2209"/>
                <a:ext cx="101" cy="127"/>
              </a:xfrm>
              <a:custGeom>
                <a:avLst/>
                <a:gdLst>
                  <a:gd name="T0" fmla="*/ 0 w 67"/>
                  <a:gd name="T1" fmla="*/ 0 h 99"/>
                  <a:gd name="T2" fmla="*/ 398 w 67"/>
                  <a:gd name="T3" fmla="*/ 441 h 99"/>
                  <a:gd name="T4" fmla="*/ 784 w 67"/>
                  <a:gd name="T5" fmla="*/ 0 h 99"/>
                  <a:gd name="T6" fmla="*/ 398 w 67"/>
                  <a:gd name="T7" fmla="*/ 136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/>
              </a:solidFill>
              <a:ln w="2857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4" name="Line 1048"/>
              <p:cNvSpPr>
                <a:spLocks noChangeShapeType="1"/>
              </p:cNvSpPr>
              <p:nvPr/>
            </p:nvSpPr>
            <p:spPr bwMode="auto">
              <a:xfrm>
                <a:off x="2716" y="2325"/>
                <a:ext cx="1" cy="538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5" name="Line 1049"/>
              <p:cNvSpPr>
                <a:spLocks noChangeShapeType="1"/>
              </p:cNvSpPr>
              <p:nvPr/>
            </p:nvSpPr>
            <p:spPr bwMode="auto">
              <a:xfrm>
                <a:off x="2960" y="1901"/>
                <a:ext cx="1" cy="355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6" name="Freeform 1050"/>
              <p:cNvSpPr>
                <a:spLocks/>
              </p:cNvSpPr>
              <p:nvPr/>
            </p:nvSpPr>
            <p:spPr bwMode="auto">
              <a:xfrm>
                <a:off x="2909" y="2209"/>
                <a:ext cx="100" cy="127"/>
              </a:xfrm>
              <a:custGeom>
                <a:avLst/>
                <a:gdLst>
                  <a:gd name="T0" fmla="*/ 0 w 67"/>
                  <a:gd name="T1" fmla="*/ 0 h 99"/>
                  <a:gd name="T2" fmla="*/ 376 w 67"/>
                  <a:gd name="T3" fmla="*/ 441 h 99"/>
                  <a:gd name="T4" fmla="*/ 737 w 67"/>
                  <a:gd name="T5" fmla="*/ 0 h 99"/>
                  <a:gd name="T6" fmla="*/ 376 w 67"/>
                  <a:gd name="T7" fmla="*/ 136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/>
              </a:solidFill>
              <a:ln w="2857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7" name="Line 1051"/>
              <p:cNvSpPr>
                <a:spLocks noChangeShapeType="1"/>
              </p:cNvSpPr>
              <p:nvPr/>
            </p:nvSpPr>
            <p:spPr bwMode="auto">
              <a:xfrm>
                <a:off x="2960" y="2325"/>
                <a:ext cx="1" cy="538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8" name="Line 1052"/>
              <p:cNvSpPr>
                <a:spLocks noChangeShapeType="1"/>
              </p:cNvSpPr>
              <p:nvPr/>
            </p:nvSpPr>
            <p:spPr bwMode="auto">
              <a:xfrm>
                <a:off x="3207" y="1900"/>
                <a:ext cx="1" cy="355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9" name="Freeform 1053"/>
              <p:cNvSpPr>
                <a:spLocks/>
              </p:cNvSpPr>
              <p:nvPr/>
            </p:nvSpPr>
            <p:spPr bwMode="auto">
              <a:xfrm>
                <a:off x="3153" y="2209"/>
                <a:ext cx="101" cy="127"/>
              </a:xfrm>
              <a:custGeom>
                <a:avLst/>
                <a:gdLst>
                  <a:gd name="T0" fmla="*/ 0 w 67"/>
                  <a:gd name="T1" fmla="*/ 0 h 99"/>
                  <a:gd name="T2" fmla="*/ 398 w 67"/>
                  <a:gd name="T3" fmla="*/ 441 h 99"/>
                  <a:gd name="T4" fmla="*/ 784 w 67"/>
                  <a:gd name="T5" fmla="*/ 0 h 99"/>
                  <a:gd name="T6" fmla="*/ 398 w 67"/>
                  <a:gd name="T7" fmla="*/ 136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/>
              </a:solidFill>
              <a:ln w="2857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0" name="Line 1054"/>
              <p:cNvSpPr>
                <a:spLocks noChangeShapeType="1"/>
              </p:cNvSpPr>
              <p:nvPr/>
            </p:nvSpPr>
            <p:spPr bwMode="auto">
              <a:xfrm>
                <a:off x="3204" y="2325"/>
                <a:ext cx="1" cy="538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1" name="Line 1055"/>
              <p:cNvSpPr>
                <a:spLocks noChangeShapeType="1"/>
              </p:cNvSpPr>
              <p:nvPr/>
            </p:nvSpPr>
            <p:spPr bwMode="auto">
              <a:xfrm>
                <a:off x="3457" y="1901"/>
                <a:ext cx="1" cy="355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2" name="Freeform 1056"/>
              <p:cNvSpPr>
                <a:spLocks/>
              </p:cNvSpPr>
              <p:nvPr/>
            </p:nvSpPr>
            <p:spPr bwMode="auto">
              <a:xfrm>
                <a:off x="3405" y="2209"/>
                <a:ext cx="101" cy="127"/>
              </a:xfrm>
              <a:custGeom>
                <a:avLst/>
                <a:gdLst>
                  <a:gd name="T0" fmla="*/ 0 w 67"/>
                  <a:gd name="T1" fmla="*/ 0 h 99"/>
                  <a:gd name="T2" fmla="*/ 398 w 67"/>
                  <a:gd name="T3" fmla="*/ 441 h 99"/>
                  <a:gd name="T4" fmla="*/ 784 w 67"/>
                  <a:gd name="T5" fmla="*/ 0 h 99"/>
                  <a:gd name="T6" fmla="*/ 398 w 67"/>
                  <a:gd name="T7" fmla="*/ 136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/>
              </a:solidFill>
              <a:ln w="2857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3" name="Line 1057"/>
              <p:cNvSpPr>
                <a:spLocks noChangeShapeType="1"/>
              </p:cNvSpPr>
              <p:nvPr/>
            </p:nvSpPr>
            <p:spPr bwMode="auto">
              <a:xfrm>
                <a:off x="3457" y="2325"/>
                <a:ext cx="1" cy="538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4" name="Line 1058"/>
              <p:cNvSpPr>
                <a:spLocks noChangeShapeType="1"/>
              </p:cNvSpPr>
              <p:nvPr/>
            </p:nvSpPr>
            <p:spPr bwMode="auto">
              <a:xfrm>
                <a:off x="3709" y="1901"/>
                <a:ext cx="1" cy="355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5" name="Freeform 1059"/>
              <p:cNvSpPr>
                <a:spLocks/>
              </p:cNvSpPr>
              <p:nvPr/>
            </p:nvSpPr>
            <p:spPr bwMode="auto">
              <a:xfrm>
                <a:off x="3657" y="2209"/>
                <a:ext cx="101" cy="127"/>
              </a:xfrm>
              <a:custGeom>
                <a:avLst/>
                <a:gdLst>
                  <a:gd name="T0" fmla="*/ 0 w 67"/>
                  <a:gd name="T1" fmla="*/ 0 h 99"/>
                  <a:gd name="T2" fmla="*/ 398 w 67"/>
                  <a:gd name="T3" fmla="*/ 441 h 99"/>
                  <a:gd name="T4" fmla="*/ 784 w 67"/>
                  <a:gd name="T5" fmla="*/ 0 h 99"/>
                  <a:gd name="T6" fmla="*/ 398 w 67"/>
                  <a:gd name="T7" fmla="*/ 136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/>
              </a:solidFill>
              <a:ln w="2857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6" name="Line 1060"/>
              <p:cNvSpPr>
                <a:spLocks noChangeShapeType="1"/>
              </p:cNvSpPr>
              <p:nvPr/>
            </p:nvSpPr>
            <p:spPr bwMode="auto">
              <a:xfrm>
                <a:off x="3709" y="2325"/>
                <a:ext cx="1" cy="538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7" name="Line 1061"/>
              <p:cNvSpPr>
                <a:spLocks noChangeShapeType="1"/>
              </p:cNvSpPr>
              <p:nvPr/>
            </p:nvSpPr>
            <p:spPr bwMode="auto">
              <a:xfrm>
                <a:off x="3961" y="1901"/>
                <a:ext cx="1" cy="355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8" name="Freeform 1062"/>
              <p:cNvSpPr>
                <a:spLocks/>
              </p:cNvSpPr>
              <p:nvPr/>
            </p:nvSpPr>
            <p:spPr bwMode="auto">
              <a:xfrm>
                <a:off x="3910" y="2209"/>
                <a:ext cx="101" cy="127"/>
              </a:xfrm>
              <a:custGeom>
                <a:avLst/>
                <a:gdLst>
                  <a:gd name="T0" fmla="*/ 0 w 67"/>
                  <a:gd name="T1" fmla="*/ 0 h 99"/>
                  <a:gd name="T2" fmla="*/ 398 w 67"/>
                  <a:gd name="T3" fmla="*/ 441 h 99"/>
                  <a:gd name="T4" fmla="*/ 784 w 67"/>
                  <a:gd name="T5" fmla="*/ 0 h 99"/>
                  <a:gd name="T6" fmla="*/ 398 w 67"/>
                  <a:gd name="T7" fmla="*/ 136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/>
              </a:solidFill>
              <a:ln w="2857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9" name="Line 1063"/>
              <p:cNvSpPr>
                <a:spLocks noChangeShapeType="1"/>
              </p:cNvSpPr>
              <p:nvPr/>
            </p:nvSpPr>
            <p:spPr bwMode="auto">
              <a:xfrm>
                <a:off x="3961" y="2325"/>
                <a:ext cx="1" cy="538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10" name="Line 1064"/>
              <p:cNvSpPr>
                <a:spLocks noChangeShapeType="1"/>
              </p:cNvSpPr>
              <p:nvPr/>
            </p:nvSpPr>
            <p:spPr bwMode="auto">
              <a:xfrm>
                <a:off x="4214" y="1901"/>
                <a:ext cx="1" cy="355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11" name="Freeform 1065"/>
              <p:cNvSpPr>
                <a:spLocks/>
              </p:cNvSpPr>
              <p:nvPr/>
            </p:nvSpPr>
            <p:spPr bwMode="auto">
              <a:xfrm>
                <a:off x="4162" y="2209"/>
                <a:ext cx="101" cy="127"/>
              </a:xfrm>
              <a:custGeom>
                <a:avLst/>
                <a:gdLst>
                  <a:gd name="T0" fmla="*/ 0 w 67"/>
                  <a:gd name="T1" fmla="*/ 0 h 99"/>
                  <a:gd name="T2" fmla="*/ 398 w 67"/>
                  <a:gd name="T3" fmla="*/ 441 h 99"/>
                  <a:gd name="T4" fmla="*/ 784 w 67"/>
                  <a:gd name="T5" fmla="*/ 0 h 99"/>
                  <a:gd name="T6" fmla="*/ 398 w 67"/>
                  <a:gd name="T7" fmla="*/ 136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/>
              </a:solidFill>
              <a:ln w="2857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12" name="Line 1066"/>
              <p:cNvSpPr>
                <a:spLocks noChangeShapeType="1"/>
              </p:cNvSpPr>
              <p:nvPr/>
            </p:nvSpPr>
            <p:spPr bwMode="auto">
              <a:xfrm>
                <a:off x="4214" y="2325"/>
                <a:ext cx="1" cy="538"/>
              </a:xfrm>
              <a:prstGeom prst="line">
                <a:avLst/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4313" name="Group 1067"/>
              <p:cNvGrpSpPr>
                <a:grpSpLocks/>
              </p:cNvGrpSpPr>
              <p:nvPr/>
            </p:nvGrpSpPr>
            <p:grpSpPr bwMode="auto">
              <a:xfrm flipH="1">
                <a:off x="1415" y="1824"/>
                <a:ext cx="152" cy="1007"/>
                <a:chOff x="4224" y="2016"/>
                <a:chExt cx="143" cy="818"/>
              </a:xfrm>
            </p:grpSpPr>
            <p:sp>
              <p:nvSpPr>
                <p:cNvPr id="54323" name="Freeform 1068"/>
                <p:cNvSpPr>
                  <a:spLocks/>
                </p:cNvSpPr>
                <p:nvPr/>
              </p:nvSpPr>
              <p:spPr bwMode="auto">
                <a:xfrm>
                  <a:off x="4224" y="2352"/>
                  <a:ext cx="96" cy="482"/>
                </a:xfrm>
                <a:custGeom>
                  <a:avLst/>
                  <a:gdLst>
                    <a:gd name="T0" fmla="*/ 165 w 86"/>
                    <a:gd name="T1" fmla="*/ 0 h 458"/>
                    <a:gd name="T2" fmla="*/ 165 w 86"/>
                    <a:gd name="T3" fmla="*/ 16 h 458"/>
                    <a:gd name="T4" fmla="*/ 165 w 86"/>
                    <a:gd name="T5" fmla="*/ 26 h 458"/>
                    <a:gd name="T6" fmla="*/ 164 w 86"/>
                    <a:gd name="T7" fmla="*/ 107 h 458"/>
                    <a:gd name="T8" fmla="*/ 154 w 86"/>
                    <a:gd name="T9" fmla="*/ 187 h 458"/>
                    <a:gd name="T10" fmla="*/ 144 w 86"/>
                    <a:gd name="T11" fmla="*/ 266 h 458"/>
                    <a:gd name="T12" fmla="*/ 122 w 86"/>
                    <a:gd name="T13" fmla="*/ 342 h 458"/>
                    <a:gd name="T14" fmla="*/ 100 w 86"/>
                    <a:gd name="T15" fmla="*/ 418 h 458"/>
                    <a:gd name="T16" fmla="*/ 71 w 86"/>
                    <a:gd name="T17" fmla="*/ 489 h 458"/>
                    <a:gd name="T18" fmla="*/ 39 w 86"/>
                    <a:gd name="T19" fmla="*/ 557 h 458"/>
                    <a:gd name="T20" fmla="*/ 0 w 86"/>
                    <a:gd name="T21" fmla="*/ 622 h 45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86"/>
                    <a:gd name="T34" fmla="*/ 0 h 458"/>
                    <a:gd name="T35" fmla="*/ 86 w 86"/>
                    <a:gd name="T36" fmla="*/ 458 h 45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86" h="458">
                      <a:moveTo>
                        <a:pt x="86" y="0"/>
                      </a:moveTo>
                      <a:lnTo>
                        <a:pt x="86" y="10"/>
                      </a:lnTo>
                      <a:lnTo>
                        <a:pt x="86" y="20"/>
                      </a:lnTo>
                      <a:lnTo>
                        <a:pt x="85" y="79"/>
                      </a:lnTo>
                      <a:lnTo>
                        <a:pt x="80" y="138"/>
                      </a:lnTo>
                      <a:lnTo>
                        <a:pt x="74" y="196"/>
                      </a:lnTo>
                      <a:lnTo>
                        <a:pt x="64" y="252"/>
                      </a:lnTo>
                      <a:lnTo>
                        <a:pt x="52" y="307"/>
                      </a:lnTo>
                      <a:lnTo>
                        <a:pt x="37" y="360"/>
                      </a:lnTo>
                      <a:lnTo>
                        <a:pt x="20" y="410"/>
                      </a:lnTo>
                      <a:lnTo>
                        <a:pt x="0" y="458"/>
                      </a:lnTo>
                    </a:path>
                  </a:pathLst>
                </a:custGeom>
                <a:noFill/>
                <a:ln w="28575">
                  <a:solidFill>
                    <a:srgbClr val="CC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24" name="Freeform 1069"/>
                <p:cNvSpPr>
                  <a:spLocks/>
                </p:cNvSpPr>
                <p:nvPr/>
              </p:nvSpPr>
              <p:spPr bwMode="auto">
                <a:xfrm>
                  <a:off x="4229" y="2016"/>
                  <a:ext cx="91" cy="384"/>
                </a:xfrm>
                <a:custGeom>
                  <a:avLst/>
                  <a:gdLst>
                    <a:gd name="T0" fmla="*/ 0 w 78"/>
                    <a:gd name="T1" fmla="*/ 0 h 351"/>
                    <a:gd name="T2" fmla="*/ 36 w 78"/>
                    <a:gd name="T3" fmla="*/ 67 h 351"/>
                    <a:gd name="T4" fmla="*/ 75 w 78"/>
                    <a:gd name="T5" fmla="*/ 138 h 351"/>
                    <a:gd name="T6" fmla="*/ 104 w 78"/>
                    <a:gd name="T7" fmla="*/ 209 h 351"/>
                    <a:gd name="T8" fmla="*/ 132 w 78"/>
                    <a:gd name="T9" fmla="*/ 284 h 351"/>
                    <a:gd name="T10" fmla="*/ 154 w 78"/>
                    <a:gd name="T11" fmla="*/ 362 h 351"/>
                    <a:gd name="T12" fmla="*/ 174 w 78"/>
                    <a:gd name="T13" fmla="*/ 441 h 351"/>
                    <a:gd name="T14" fmla="*/ 185 w 78"/>
                    <a:gd name="T15" fmla="*/ 519 h 351"/>
                    <a:gd name="T16" fmla="*/ 197 w 78"/>
                    <a:gd name="T17" fmla="*/ 601 h 35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8"/>
                    <a:gd name="T28" fmla="*/ 0 h 351"/>
                    <a:gd name="T29" fmla="*/ 78 w 78"/>
                    <a:gd name="T30" fmla="*/ 351 h 35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8" h="351">
                      <a:moveTo>
                        <a:pt x="0" y="0"/>
                      </a:moveTo>
                      <a:lnTo>
                        <a:pt x="15" y="39"/>
                      </a:lnTo>
                      <a:lnTo>
                        <a:pt x="29" y="80"/>
                      </a:lnTo>
                      <a:lnTo>
                        <a:pt x="41" y="122"/>
                      </a:lnTo>
                      <a:lnTo>
                        <a:pt x="52" y="166"/>
                      </a:lnTo>
                      <a:lnTo>
                        <a:pt x="61" y="211"/>
                      </a:lnTo>
                      <a:lnTo>
                        <a:pt x="69" y="257"/>
                      </a:lnTo>
                      <a:lnTo>
                        <a:pt x="74" y="303"/>
                      </a:lnTo>
                      <a:lnTo>
                        <a:pt x="78" y="351"/>
                      </a:lnTo>
                    </a:path>
                  </a:pathLst>
                </a:custGeom>
                <a:noFill/>
                <a:ln w="28575">
                  <a:solidFill>
                    <a:srgbClr val="CC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25" name="Freeform 1070"/>
                <p:cNvSpPr>
                  <a:spLocks/>
                </p:cNvSpPr>
                <p:nvPr/>
              </p:nvSpPr>
              <p:spPr bwMode="auto">
                <a:xfrm>
                  <a:off x="4272" y="2352"/>
                  <a:ext cx="95" cy="96"/>
                </a:xfrm>
                <a:custGeom>
                  <a:avLst/>
                  <a:gdLst>
                    <a:gd name="T0" fmla="*/ 0 w 67"/>
                    <a:gd name="T1" fmla="*/ 2 h 100"/>
                    <a:gd name="T2" fmla="*/ 299 w 67"/>
                    <a:gd name="T3" fmla="*/ 78 h 100"/>
                    <a:gd name="T4" fmla="*/ 544 w 67"/>
                    <a:gd name="T5" fmla="*/ 0 h 100"/>
                    <a:gd name="T6" fmla="*/ 288 w 67"/>
                    <a:gd name="T7" fmla="*/ 26 h 100"/>
                    <a:gd name="T8" fmla="*/ 0 w 67"/>
                    <a:gd name="T9" fmla="*/ 2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7"/>
                    <a:gd name="T16" fmla="*/ 0 h 100"/>
                    <a:gd name="T17" fmla="*/ 67 w 67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7" h="100">
                      <a:moveTo>
                        <a:pt x="0" y="2"/>
                      </a:moveTo>
                      <a:lnTo>
                        <a:pt x="37" y="100"/>
                      </a:lnTo>
                      <a:lnTo>
                        <a:pt x="67" y="0"/>
                      </a:lnTo>
                      <a:lnTo>
                        <a:pt x="35" y="32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314" name="Group 1071"/>
              <p:cNvGrpSpPr>
                <a:grpSpLocks/>
              </p:cNvGrpSpPr>
              <p:nvPr/>
            </p:nvGrpSpPr>
            <p:grpSpPr bwMode="auto">
              <a:xfrm flipH="1">
                <a:off x="1127" y="1824"/>
                <a:ext cx="457" cy="1008"/>
                <a:chOff x="4224" y="1960"/>
                <a:chExt cx="480" cy="869"/>
              </a:xfrm>
            </p:grpSpPr>
            <p:sp>
              <p:nvSpPr>
                <p:cNvPr id="54320" name="Freeform 1072"/>
                <p:cNvSpPr>
                  <a:spLocks/>
                </p:cNvSpPr>
                <p:nvPr/>
              </p:nvSpPr>
              <p:spPr bwMode="auto">
                <a:xfrm>
                  <a:off x="4224" y="2448"/>
                  <a:ext cx="393" cy="381"/>
                </a:xfrm>
                <a:custGeom>
                  <a:avLst/>
                  <a:gdLst>
                    <a:gd name="T0" fmla="*/ 393 w 393"/>
                    <a:gd name="T1" fmla="*/ 0 h 381"/>
                    <a:gd name="T2" fmla="*/ 387 w 393"/>
                    <a:gd name="T3" fmla="*/ 40 h 381"/>
                    <a:gd name="T4" fmla="*/ 378 w 393"/>
                    <a:gd name="T5" fmla="*/ 79 h 381"/>
                    <a:gd name="T6" fmla="*/ 366 w 393"/>
                    <a:gd name="T7" fmla="*/ 116 h 381"/>
                    <a:gd name="T8" fmla="*/ 351 w 393"/>
                    <a:gd name="T9" fmla="*/ 152 h 381"/>
                    <a:gd name="T10" fmla="*/ 333 w 393"/>
                    <a:gd name="T11" fmla="*/ 185 h 381"/>
                    <a:gd name="T12" fmla="*/ 313 w 393"/>
                    <a:gd name="T13" fmla="*/ 216 h 381"/>
                    <a:gd name="T14" fmla="*/ 291 w 393"/>
                    <a:gd name="T15" fmla="*/ 246 h 381"/>
                    <a:gd name="T16" fmla="*/ 266 w 393"/>
                    <a:gd name="T17" fmla="*/ 272 h 381"/>
                    <a:gd name="T18" fmla="*/ 240 w 393"/>
                    <a:gd name="T19" fmla="*/ 296 h 381"/>
                    <a:gd name="T20" fmla="*/ 212 w 393"/>
                    <a:gd name="T21" fmla="*/ 318 h 381"/>
                    <a:gd name="T22" fmla="*/ 182 w 393"/>
                    <a:gd name="T23" fmla="*/ 337 h 381"/>
                    <a:gd name="T24" fmla="*/ 150 w 393"/>
                    <a:gd name="T25" fmla="*/ 352 h 381"/>
                    <a:gd name="T26" fmla="*/ 117 w 393"/>
                    <a:gd name="T27" fmla="*/ 365 h 381"/>
                    <a:gd name="T28" fmla="*/ 83 w 393"/>
                    <a:gd name="T29" fmla="*/ 374 h 381"/>
                    <a:gd name="T30" fmla="*/ 48 w 393"/>
                    <a:gd name="T31" fmla="*/ 379 h 381"/>
                    <a:gd name="T32" fmla="*/ 12 w 393"/>
                    <a:gd name="T33" fmla="*/ 381 h 381"/>
                    <a:gd name="T34" fmla="*/ 0 w 393"/>
                    <a:gd name="T35" fmla="*/ 381 h 381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393"/>
                    <a:gd name="T55" fmla="*/ 0 h 381"/>
                    <a:gd name="T56" fmla="*/ 393 w 393"/>
                    <a:gd name="T57" fmla="*/ 381 h 381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393" h="381">
                      <a:moveTo>
                        <a:pt x="393" y="0"/>
                      </a:moveTo>
                      <a:lnTo>
                        <a:pt x="387" y="40"/>
                      </a:lnTo>
                      <a:lnTo>
                        <a:pt x="378" y="79"/>
                      </a:lnTo>
                      <a:lnTo>
                        <a:pt x="366" y="116"/>
                      </a:lnTo>
                      <a:lnTo>
                        <a:pt x="351" y="152"/>
                      </a:lnTo>
                      <a:lnTo>
                        <a:pt x="333" y="185"/>
                      </a:lnTo>
                      <a:lnTo>
                        <a:pt x="313" y="216"/>
                      </a:lnTo>
                      <a:lnTo>
                        <a:pt x="291" y="246"/>
                      </a:lnTo>
                      <a:lnTo>
                        <a:pt x="266" y="272"/>
                      </a:lnTo>
                      <a:lnTo>
                        <a:pt x="240" y="296"/>
                      </a:lnTo>
                      <a:lnTo>
                        <a:pt x="212" y="318"/>
                      </a:lnTo>
                      <a:lnTo>
                        <a:pt x="182" y="337"/>
                      </a:lnTo>
                      <a:lnTo>
                        <a:pt x="150" y="352"/>
                      </a:lnTo>
                      <a:lnTo>
                        <a:pt x="117" y="365"/>
                      </a:lnTo>
                      <a:lnTo>
                        <a:pt x="83" y="374"/>
                      </a:lnTo>
                      <a:lnTo>
                        <a:pt x="48" y="379"/>
                      </a:lnTo>
                      <a:lnTo>
                        <a:pt x="12" y="381"/>
                      </a:lnTo>
                      <a:lnTo>
                        <a:pt x="0" y="381"/>
                      </a:lnTo>
                    </a:path>
                  </a:pathLst>
                </a:custGeom>
                <a:noFill/>
                <a:ln w="28575">
                  <a:solidFill>
                    <a:srgbClr val="CC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21" name="Freeform 1073"/>
                <p:cNvSpPr>
                  <a:spLocks/>
                </p:cNvSpPr>
                <p:nvPr/>
              </p:nvSpPr>
              <p:spPr bwMode="auto">
                <a:xfrm>
                  <a:off x="4236" y="1960"/>
                  <a:ext cx="384" cy="447"/>
                </a:xfrm>
                <a:custGeom>
                  <a:avLst/>
                  <a:gdLst>
                    <a:gd name="T0" fmla="*/ 0 w 384"/>
                    <a:gd name="T1" fmla="*/ 0 h 447"/>
                    <a:gd name="T2" fmla="*/ 20 w 384"/>
                    <a:gd name="T3" fmla="*/ 1 h 447"/>
                    <a:gd name="T4" fmla="*/ 39 w 384"/>
                    <a:gd name="T5" fmla="*/ 2 h 447"/>
                    <a:gd name="T6" fmla="*/ 58 w 384"/>
                    <a:gd name="T7" fmla="*/ 5 h 447"/>
                    <a:gd name="T8" fmla="*/ 77 w 384"/>
                    <a:gd name="T9" fmla="*/ 9 h 447"/>
                    <a:gd name="T10" fmla="*/ 96 w 384"/>
                    <a:gd name="T11" fmla="*/ 14 h 447"/>
                    <a:gd name="T12" fmla="*/ 114 w 384"/>
                    <a:gd name="T13" fmla="*/ 20 h 447"/>
                    <a:gd name="T14" fmla="*/ 149 w 384"/>
                    <a:gd name="T15" fmla="*/ 34 h 447"/>
                    <a:gd name="T16" fmla="*/ 183 w 384"/>
                    <a:gd name="T17" fmla="*/ 53 h 447"/>
                    <a:gd name="T18" fmla="*/ 215 w 384"/>
                    <a:gd name="T19" fmla="*/ 74 h 447"/>
                    <a:gd name="T20" fmla="*/ 244 w 384"/>
                    <a:gd name="T21" fmla="*/ 99 h 447"/>
                    <a:gd name="T22" fmla="*/ 272 w 384"/>
                    <a:gd name="T23" fmla="*/ 128 h 447"/>
                    <a:gd name="T24" fmla="*/ 296 w 384"/>
                    <a:gd name="T25" fmla="*/ 158 h 447"/>
                    <a:gd name="T26" fmla="*/ 318 w 384"/>
                    <a:gd name="T27" fmla="*/ 192 h 447"/>
                    <a:gd name="T28" fmla="*/ 338 w 384"/>
                    <a:gd name="T29" fmla="*/ 228 h 447"/>
                    <a:gd name="T30" fmla="*/ 354 w 384"/>
                    <a:gd name="T31" fmla="*/ 266 h 447"/>
                    <a:gd name="T32" fmla="*/ 367 w 384"/>
                    <a:gd name="T33" fmla="*/ 306 h 447"/>
                    <a:gd name="T34" fmla="*/ 376 w 384"/>
                    <a:gd name="T35" fmla="*/ 347 h 447"/>
                    <a:gd name="T36" fmla="*/ 382 w 384"/>
                    <a:gd name="T37" fmla="*/ 391 h 447"/>
                    <a:gd name="T38" fmla="*/ 384 w 384"/>
                    <a:gd name="T39" fmla="*/ 413 h 447"/>
                    <a:gd name="T40" fmla="*/ 384 w 384"/>
                    <a:gd name="T41" fmla="*/ 435 h 447"/>
                    <a:gd name="T42" fmla="*/ 384 w 384"/>
                    <a:gd name="T43" fmla="*/ 441 h 447"/>
                    <a:gd name="T44" fmla="*/ 383 w 384"/>
                    <a:gd name="T45" fmla="*/ 447 h 447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84"/>
                    <a:gd name="T70" fmla="*/ 0 h 447"/>
                    <a:gd name="T71" fmla="*/ 384 w 384"/>
                    <a:gd name="T72" fmla="*/ 447 h 447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84" h="447">
                      <a:moveTo>
                        <a:pt x="0" y="0"/>
                      </a:moveTo>
                      <a:lnTo>
                        <a:pt x="20" y="1"/>
                      </a:lnTo>
                      <a:lnTo>
                        <a:pt x="39" y="2"/>
                      </a:lnTo>
                      <a:lnTo>
                        <a:pt x="58" y="5"/>
                      </a:lnTo>
                      <a:lnTo>
                        <a:pt x="77" y="9"/>
                      </a:lnTo>
                      <a:lnTo>
                        <a:pt x="96" y="14"/>
                      </a:lnTo>
                      <a:lnTo>
                        <a:pt x="114" y="20"/>
                      </a:lnTo>
                      <a:lnTo>
                        <a:pt x="149" y="34"/>
                      </a:lnTo>
                      <a:lnTo>
                        <a:pt x="183" y="53"/>
                      </a:lnTo>
                      <a:lnTo>
                        <a:pt x="215" y="74"/>
                      </a:lnTo>
                      <a:lnTo>
                        <a:pt x="244" y="99"/>
                      </a:lnTo>
                      <a:lnTo>
                        <a:pt x="272" y="128"/>
                      </a:lnTo>
                      <a:lnTo>
                        <a:pt x="296" y="158"/>
                      </a:lnTo>
                      <a:lnTo>
                        <a:pt x="318" y="192"/>
                      </a:lnTo>
                      <a:lnTo>
                        <a:pt x="338" y="228"/>
                      </a:lnTo>
                      <a:lnTo>
                        <a:pt x="354" y="266"/>
                      </a:lnTo>
                      <a:lnTo>
                        <a:pt x="367" y="306"/>
                      </a:lnTo>
                      <a:lnTo>
                        <a:pt x="376" y="347"/>
                      </a:lnTo>
                      <a:lnTo>
                        <a:pt x="382" y="391"/>
                      </a:lnTo>
                      <a:lnTo>
                        <a:pt x="384" y="413"/>
                      </a:lnTo>
                      <a:lnTo>
                        <a:pt x="384" y="435"/>
                      </a:lnTo>
                      <a:lnTo>
                        <a:pt x="384" y="441"/>
                      </a:lnTo>
                      <a:lnTo>
                        <a:pt x="383" y="447"/>
                      </a:lnTo>
                    </a:path>
                  </a:pathLst>
                </a:custGeom>
                <a:noFill/>
                <a:ln w="28575">
                  <a:solidFill>
                    <a:srgbClr val="CC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22" name="Freeform 1074"/>
                <p:cNvSpPr>
                  <a:spLocks/>
                </p:cNvSpPr>
                <p:nvPr/>
              </p:nvSpPr>
              <p:spPr bwMode="auto">
                <a:xfrm>
                  <a:off x="4560" y="2352"/>
                  <a:ext cx="144" cy="148"/>
                </a:xfrm>
                <a:custGeom>
                  <a:avLst/>
                  <a:gdLst>
                    <a:gd name="T0" fmla="*/ 0 w 67"/>
                    <a:gd name="T1" fmla="*/ 0 h 102"/>
                    <a:gd name="T2" fmla="*/ 2472 w 67"/>
                    <a:gd name="T3" fmla="*/ 953 h 102"/>
                    <a:gd name="T4" fmla="*/ 6592 w 67"/>
                    <a:gd name="T5" fmla="*/ 59 h 102"/>
                    <a:gd name="T6" fmla="*/ 3067 w 67"/>
                    <a:gd name="T7" fmla="*/ 313 h 102"/>
                    <a:gd name="T8" fmla="*/ 0 w 67"/>
                    <a:gd name="T9" fmla="*/ 0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7"/>
                    <a:gd name="T16" fmla="*/ 0 h 102"/>
                    <a:gd name="T17" fmla="*/ 67 w 67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7" h="102">
                      <a:moveTo>
                        <a:pt x="0" y="0"/>
                      </a:moveTo>
                      <a:lnTo>
                        <a:pt x="25" y="102"/>
                      </a:lnTo>
                      <a:lnTo>
                        <a:pt x="67" y="6"/>
                      </a:lnTo>
                      <a:lnTo>
                        <a:pt x="31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4315" name="Rectangle 1075"/>
              <p:cNvSpPr>
                <a:spLocks noChangeArrowheads="1"/>
              </p:cNvSpPr>
              <p:nvPr/>
            </p:nvSpPr>
            <p:spPr bwMode="auto">
              <a:xfrm>
                <a:off x="1415" y="1727"/>
                <a:ext cx="3115" cy="192"/>
              </a:xfrm>
              <a:prstGeom prst="rect">
                <a:avLst/>
              </a:prstGeom>
              <a:gradFill rotWithShape="0">
                <a:gsLst>
                  <a:gs pos="0">
                    <a:srgbClr val="FF9999"/>
                  </a:gs>
                  <a:gs pos="50000">
                    <a:srgbClr val="FFFFFF"/>
                  </a:gs>
                  <a:gs pos="100000">
                    <a:srgbClr val="FF9999"/>
                  </a:gs>
                </a:gsLst>
                <a:lin ang="5400000" scaled="1"/>
              </a:gradFill>
              <a:ln w="28575">
                <a:solidFill>
                  <a:srgbClr val="CC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4316" name="Text Box 1076"/>
              <p:cNvSpPr txBox="1">
                <a:spLocks noChangeArrowheads="1"/>
              </p:cNvSpPr>
              <p:nvPr/>
            </p:nvSpPr>
            <p:spPr bwMode="auto">
              <a:xfrm>
                <a:off x="1415" y="1672"/>
                <a:ext cx="3216" cy="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1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+  +  +  +  +  +  +  +  +  + +  +  +  +  +  +  +  +  + 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17" name="Freeform 1077"/>
              <p:cNvSpPr>
                <a:spLocks/>
              </p:cNvSpPr>
              <p:nvPr/>
            </p:nvSpPr>
            <p:spPr bwMode="auto">
              <a:xfrm>
                <a:off x="2423" y="2208"/>
                <a:ext cx="101" cy="127"/>
              </a:xfrm>
              <a:custGeom>
                <a:avLst/>
                <a:gdLst>
                  <a:gd name="T0" fmla="*/ 0 w 67"/>
                  <a:gd name="T1" fmla="*/ 0 h 99"/>
                  <a:gd name="T2" fmla="*/ 398 w 67"/>
                  <a:gd name="T3" fmla="*/ 441 h 99"/>
                  <a:gd name="T4" fmla="*/ 784 w 67"/>
                  <a:gd name="T5" fmla="*/ 0 h 99"/>
                  <a:gd name="T6" fmla="*/ 398 w 67"/>
                  <a:gd name="T7" fmla="*/ 136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CC"/>
              </a:solidFill>
              <a:ln w="2857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22" name="Rectangle 1078"/>
              <p:cNvSpPr>
                <a:spLocks noChangeArrowheads="1"/>
              </p:cNvSpPr>
              <p:nvPr/>
            </p:nvSpPr>
            <p:spPr bwMode="auto">
              <a:xfrm>
                <a:off x="1415" y="2729"/>
                <a:ext cx="3120" cy="180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50000">
                    <a:srgbClr val="FFFFFF"/>
                  </a:gs>
                  <a:gs pos="100000">
                    <a:schemeClr val="accent2"/>
                  </a:gs>
                </a:gsLst>
                <a:lin ang="5400000" scaled="1"/>
              </a:gradFill>
              <a:ln w="2857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54319" name="Text Box 1079"/>
              <p:cNvSpPr txBox="1">
                <a:spLocks noChangeArrowheads="1"/>
              </p:cNvSpPr>
              <p:nvPr/>
            </p:nvSpPr>
            <p:spPr bwMode="auto">
              <a:xfrm>
                <a:off x="1415" y="2643"/>
                <a:ext cx="3216" cy="2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700" b="1">
                    <a:solidFill>
                      <a:srgbClr val="3333CC"/>
                    </a:solidFill>
                    <a:latin typeface="Times New Roman" panose="02020603050405020304" pitchFamily="18" charset="0"/>
                  </a:rPr>
                  <a:t>-  -  -  -  -  -  -  -  -  -  -  -  -</a:t>
                </a:r>
                <a:r>
                  <a:rPr kumimoji="1" lang="en-US" altLang="zh-CN" sz="2700" b="1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kumimoji="1" lang="en-US" altLang="zh-CN" sz="2700" b="1">
                    <a:solidFill>
                      <a:srgbClr val="3333CC"/>
                    </a:solidFill>
                    <a:latin typeface="Times New Roman" panose="02020603050405020304" pitchFamily="18" charset="0"/>
                  </a:rPr>
                  <a:t>-  -  -  -  -  -  </a:t>
                </a:r>
                <a:endParaRPr kumimoji="1" lang="en-US" altLang="zh-CN" sz="2700" b="1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5224" name="Rectangle 1080"/>
            <p:cNvSpPr>
              <a:spLocks noChangeArrowheads="1"/>
            </p:cNvSpPr>
            <p:nvPr/>
          </p:nvSpPr>
          <p:spPr bwMode="auto">
            <a:xfrm>
              <a:off x="2667273" y="1905000"/>
              <a:ext cx="4875994" cy="300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kumimoji="1" lang="zh-CN" altLang="en-US" sz="21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带电</a:t>
              </a:r>
              <a:r>
                <a:rPr kumimoji="1" lang="zh-CN" altLang="en-US" sz="21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平行板</a:t>
              </a:r>
              <a:r>
                <a:rPr kumimoji="1" lang="zh-CN" altLang="en-US" sz="2100" b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电容器的电场线</a:t>
              </a:r>
            </a:p>
          </p:txBody>
        </p:sp>
        <p:sp>
          <p:nvSpPr>
            <p:cNvPr id="54278" name="Rectangle 1081"/>
            <p:cNvSpPr>
              <a:spLocks noChangeArrowheads="1"/>
            </p:cNvSpPr>
            <p:nvPr/>
          </p:nvSpPr>
          <p:spPr bwMode="auto">
            <a:xfrm>
              <a:off x="1600200" y="1447800"/>
              <a:ext cx="6172200" cy="411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9355084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880531"/>
            <a:ext cx="2547617" cy="1309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组合 28"/>
          <p:cNvGrpSpPr/>
          <p:nvPr/>
        </p:nvGrpSpPr>
        <p:grpSpPr>
          <a:xfrm>
            <a:off x="3037982" y="867422"/>
            <a:ext cx="3699765" cy="1074722"/>
            <a:chOff x="2526643" y="439738"/>
            <a:chExt cx="4933020" cy="1432962"/>
          </a:xfrm>
        </p:grpSpPr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2647673"/>
                </p:ext>
              </p:extLst>
            </p:nvPr>
          </p:nvGraphicFramePr>
          <p:xfrm>
            <a:off x="4573588" y="439738"/>
            <a:ext cx="2886075" cy="684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358" name="Equation" r:id="rId4" imgW="939600" imgH="241200" progId="Equation.DSMT4">
                    <p:embed/>
                  </p:oleObj>
                </mc:Choice>
                <mc:Fallback>
                  <p:oleObj name="Equation" r:id="rId4" imgW="939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3588" y="439738"/>
                          <a:ext cx="2886075" cy="684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椭圆 30"/>
            <p:cNvSpPr/>
            <p:nvPr/>
          </p:nvSpPr>
          <p:spPr bwMode="auto">
            <a:xfrm>
              <a:off x="2526643" y="936700"/>
              <a:ext cx="684000" cy="936000"/>
            </a:xfrm>
            <a:prstGeom prst="ellipse">
              <a:avLst/>
            </a:prstGeom>
            <a:solidFill>
              <a:srgbClr val="C00000">
                <a:alpha val="80000"/>
              </a:srgbClr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317721" y="1432221"/>
            <a:ext cx="3259292" cy="516731"/>
            <a:chOff x="2899627" y="1192802"/>
            <a:chExt cx="4345723" cy="688975"/>
          </a:xfrm>
        </p:grpSpPr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0000845"/>
                </p:ext>
              </p:extLst>
            </p:nvPr>
          </p:nvGraphicFramePr>
          <p:xfrm>
            <a:off x="4632325" y="1192802"/>
            <a:ext cx="2613025" cy="688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359" name="Equation" r:id="rId6" imgW="850680" imgH="241200" progId="Equation.DSMT4">
                    <p:embed/>
                  </p:oleObj>
                </mc:Choice>
                <mc:Fallback>
                  <p:oleObj name="Equation" r:id="rId6" imgW="850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2325" y="1192802"/>
                          <a:ext cx="2613025" cy="688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0" name="直接箭头连接符 39"/>
            <p:cNvCxnSpPr/>
            <p:nvPr/>
          </p:nvCxnSpPr>
          <p:spPr bwMode="auto">
            <a:xfrm>
              <a:off x="2899627" y="1410641"/>
              <a:ext cx="1660358" cy="12709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</p:grpSp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487705"/>
              </p:ext>
            </p:extLst>
          </p:nvPr>
        </p:nvGraphicFramePr>
        <p:xfrm>
          <a:off x="4606290" y="2046141"/>
          <a:ext cx="2720579" cy="513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60" name="Equation" r:id="rId8" imgW="1180800" imgH="241200" progId="Equation.DSMT4">
                  <p:embed/>
                </p:oleObj>
              </mc:Choice>
              <mc:Fallback>
                <p:oleObj name="Equation" r:id="rId8" imgW="1180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290" y="2046141"/>
                        <a:ext cx="2720579" cy="513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" name="Picture 7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5"/>
          <a:stretch/>
        </p:blipFill>
        <p:spPr bwMode="auto">
          <a:xfrm>
            <a:off x="1143000" y="3070019"/>
            <a:ext cx="2665658" cy="129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3" name="组合 42"/>
          <p:cNvGrpSpPr/>
          <p:nvPr/>
        </p:nvGrpSpPr>
        <p:grpSpPr>
          <a:xfrm>
            <a:off x="2722125" y="3079044"/>
            <a:ext cx="4152068" cy="900040"/>
            <a:chOff x="2105499" y="3777923"/>
            <a:chExt cx="5536091" cy="1200053"/>
          </a:xfrm>
        </p:grpSpPr>
        <p:grpSp>
          <p:nvGrpSpPr>
            <p:cNvPr id="44" name="组合 43"/>
            <p:cNvGrpSpPr/>
            <p:nvPr/>
          </p:nvGrpSpPr>
          <p:grpSpPr>
            <a:xfrm>
              <a:off x="2105499" y="3911600"/>
              <a:ext cx="5536091" cy="1066376"/>
              <a:chOff x="2105499" y="3911600"/>
              <a:chExt cx="5536091" cy="1066376"/>
            </a:xfrm>
          </p:grpSpPr>
          <p:sp>
            <p:nvSpPr>
              <p:cNvPr id="48" name="椭圆 47"/>
              <p:cNvSpPr/>
              <p:nvPr/>
            </p:nvSpPr>
            <p:spPr bwMode="auto">
              <a:xfrm rot="18893951">
                <a:off x="2411499" y="3987976"/>
                <a:ext cx="684000" cy="129600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eaLnBrk="0" hangingPunct="0"/>
                <a:endParaRPr lang="zh-CN" altLang="en-US" sz="21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aphicFrame>
            <p:nvGraphicFramePr>
              <p:cNvPr id="49" name="对象 4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197923"/>
                  </p:ext>
                </p:extLst>
              </p:nvPr>
            </p:nvGraphicFramePr>
            <p:xfrm>
              <a:off x="4715828" y="3911600"/>
              <a:ext cx="2925762" cy="7175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8361" name="Equation" r:id="rId11" imgW="952200" imgH="253800" progId="Equation.DSMT4">
                      <p:embed/>
                    </p:oleObj>
                  </mc:Choice>
                  <mc:Fallback>
                    <p:oleObj name="Equation" r:id="rId11" imgW="95220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15828" y="3911600"/>
                            <a:ext cx="2925762" cy="7175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7" name="直接箭头连接符 46"/>
            <p:cNvCxnSpPr/>
            <p:nvPr/>
          </p:nvCxnSpPr>
          <p:spPr bwMode="auto">
            <a:xfrm flipV="1">
              <a:off x="2784515" y="3777923"/>
              <a:ext cx="993419" cy="857334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</p:grpSp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86858"/>
              </p:ext>
            </p:extLst>
          </p:nvPr>
        </p:nvGraphicFramePr>
        <p:xfrm>
          <a:off x="4809173" y="4377784"/>
          <a:ext cx="2164556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62" name="Equation" r:id="rId13" imgW="939600" imgH="253800" progId="Equation.DSMT4">
                  <p:embed/>
                </p:oleObj>
              </mc:Choice>
              <mc:Fallback>
                <p:oleObj name="Equation" r:id="rId13" imgW="939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9173" y="4377784"/>
                        <a:ext cx="2164556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组合 50"/>
          <p:cNvGrpSpPr/>
          <p:nvPr/>
        </p:nvGrpSpPr>
        <p:grpSpPr>
          <a:xfrm>
            <a:off x="1576148" y="3285252"/>
            <a:ext cx="1747379" cy="817904"/>
            <a:chOff x="577531" y="4052867"/>
            <a:chExt cx="2329838" cy="1090539"/>
          </a:xfrm>
        </p:grpSpPr>
        <p:sp>
          <p:nvSpPr>
            <p:cNvPr id="56" name="椭圆 55"/>
            <p:cNvSpPr/>
            <p:nvPr/>
          </p:nvSpPr>
          <p:spPr bwMode="auto">
            <a:xfrm>
              <a:off x="577531" y="4052867"/>
              <a:ext cx="684000" cy="936000"/>
            </a:xfrm>
            <a:prstGeom prst="ellipse">
              <a:avLst/>
            </a:prstGeom>
            <a:noFill/>
            <a:ln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60" name="直接连接符 59"/>
            <p:cNvCxnSpPr>
              <a:stCxn id="56" idx="0"/>
            </p:cNvCxnSpPr>
            <p:nvPr/>
          </p:nvCxnSpPr>
          <p:spPr bwMode="auto">
            <a:xfrm>
              <a:off x="919531" y="4052867"/>
              <a:ext cx="1571010" cy="658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连接符 60"/>
            <p:cNvCxnSpPr/>
            <p:nvPr/>
          </p:nvCxnSpPr>
          <p:spPr bwMode="auto">
            <a:xfrm>
              <a:off x="831737" y="4989535"/>
              <a:ext cx="2075632" cy="15387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2" name="组合 61"/>
          <p:cNvGrpSpPr/>
          <p:nvPr/>
        </p:nvGrpSpPr>
        <p:grpSpPr>
          <a:xfrm>
            <a:off x="3047637" y="3292427"/>
            <a:ext cx="3619613" cy="981744"/>
            <a:chOff x="2539515" y="4062435"/>
            <a:chExt cx="4826151" cy="1308992"/>
          </a:xfrm>
        </p:grpSpPr>
        <p:cxnSp>
          <p:nvCxnSpPr>
            <p:cNvPr id="64" name="直接箭头连接符 63"/>
            <p:cNvCxnSpPr/>
            <p:nvPr/>
          </p:nvCxnSpPr>
          <p:spPr bwMode="auto">
            <a:xfrm>
              <a:off x="2748419" y="4647171"/>
              <a:ext cx="1660358" cy="12709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graphicFrame>
          <p:nvGraphicFramePr>
            <p:cNvPr id="65" name="对象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6451514"/>
                </p:ext>
              </p:extLst>
            </p:nvPr>
          </p:nvGraphicFramePr>
          <p:xfrm>
            <a:off x="4752641" y="4682452"/>
            <a:ext cx="2613025" cy="688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363" name="Equation" r:id="rId15" imgW="850680" imgH="241200" progId="Equation.DSMT4">
                    <p:embed/>
                  </p:oleObj>
                </mc:Choice>
                <mc:Fallback>
                  <p:oleObj name="Equation" r:id="rId15" imgW="850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641" y="4682452"/>
                          <a:ext cx="2613025" cy="688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对象 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2277181"/>
                </p:ext>
              </p:extLst>
            </p:nvPr>
          </p:nvGraphicFramePr>
          <p:xfrm>
            <a:off x="3535337" y="4143933"/>
            <a:ext cx="388938" cy="503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364" name="Equation" r:id="rId17" imgW="126720" imgH="177480" progId="Equation.DSMT4">
                    <p:embed/>
                  </p:oleObj>
                </mc:Choice>
                <mc:Fallback>
                  <p:oleObj name="Equation" r:id="rId17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5337" y="4143933"/>
                          <a:ext cx="388938" cy="503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" name="弧形 69"/>
            <p:cNvSpPr/>
            <p:nvPr/>
          </p:nvSpPr>
          <p:spPr bwMode="auto">
            <a:xfrm>
              <a:off x="2539515" y="4062435"/>
              <a:ext cx="914400" cy="914400"/>
            </a:xfrm>
            <a:prstGeom prst="arc">
              <a:avLst>
                <a:gd name="adj1" fmla="val 18609360"/>
                <a:gd name="adj2" fmla="val 1466633"/>
              </a:avLst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latin typeface="Times New Roman" pitchFamily="18" charset="0"/>
              </a:endParaRPr>
            </a:p>
          </p:txBody>
        </p:sp>
      </p:grpSp>
      <p:graphicFrame>
        <p:nvGraphicFramePr>
          <p:cNvPr id="71" name="对象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209057"/>
              </p:ext>
            </p:extLst>
          </p:nvPr>
        </p:nvGraphicFramePr>
        <p:xfrm>
          <a:off x="2627710" y="4412789"/>
          <a:ext cx="2399109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65" name="Equation" r:id="rId19" imgW="1041120" imgH="228600" progId="Equation.DSMT4">
                  <p:embed/>
                </p:oleObj>
              </mc:Choice>
              <mc:Fallback>
                <p:oleObj name="Equation" r:id="rId19" imgW="1041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10" y="4412789"/>
                        <a:ext cx="2399109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192524"/>
              </p:ext>
            </p:extLst>
          </p:nvPr>
        </p:nvGraphicFramePr>
        <p:xfrm>
          <a:off x="5304235" y="2566444"/>
          <a:ext cx="2135981" cy="539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66" name="Equation" r:id="rId21" imgW="927000" imgH="253800" progId="Equation.DSMT4">
                  <p:embed/>
                </p:oleObj>
              </mc:Choice>
              <mc:Fallback>
                <p:oleObj name="Equation" r:id="rId21" imgW="927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4235" y="2566444"/>
                        <a:ext cx="2135981" cy="539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椭圆 33"/>
          <p:cNvSpPr/>
          <p:nvPr/>
        </p:nvSpPr>
        <p:spPr bwMode="auto">
          <a:xfrm>
            <a:off x="1576148" y="3282902"/>
            <a:ext cx="513000" cy="702000"/>
          </a:xfrm>
          <a:prstGeom prst="ellipse">
            <a:avLst/>
          </a:prstGeom>
          <a:solidFill>
            <a:srgbClr val="C00000">
              <a:alpha val="60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5" name="Text Box 19"/>
          <p:cNvSpPr txBox="1">
            <a:spLocks noChangeArrowheads="1"/>
          </p:cNvSpPr>
          <p:nvPr/>
        </p:nvSpPr>
        <p:spPr bwMode="auto">
          <a:xfrm>
            <a:off x="-2381" y="139793"/>
            <a:ext cx="565785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700" b="1">
                <a:solidFill>
                  <a:srgbClr val="CC0000"/>
                </a:solidFill>
                <a:latin typeface="宋体" pitchFamily="2" charset="-122"/>
              </a:rPr>
              <a:t>二、电</a:t>
            </a:r>
            <a:r>
              <a:rPr kumimoji="1" lang="zh-CN" altLang="en-US" sz="2700" b="1" dirty="0">
                <a:solidFill>
                  <a:srgbClr val="CC0000"/>
                </a:solidFill>
                <a:latin typeface="宋体" pitchFamily="2" charset="-122"/>
              </a:rPr>
              <a:t>场强度通量（电通量）</a:t>
            </a:r>
            <a:endParaRPr kumimoji="1" lang="zh-CN" altLang="en-US" sz="2400" b="1" dirty="0">
              <a:solidFill>
                <a:srgbClr val="333399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611533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8" name="Picture 6" descr="C:\Users\Administrator.USER-20181219RL\Desktop\71143693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42999" y="-921"/>
            <a:ext cx="3383882" cy="514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5110969" y="1082816"/>
            <a:ext cx="2077502" cy="1226775"/>
            <a:chOff x="5290625" y="1697755"/>
            <a:chExt cx="2770003" cy="1635700"/>
          </a:xfrm>
        </p:grpSpPr>
        <p:sp>
          <p:nvSpPr>
            <p:cNvPr id="8" name="椭圆 7"/>
            <p:cNvSpPr/>
            <p:nvPr/>
          </p:nvSpPr>
          <p:spPr bwMode="auto">
            <a:xfrm rot="18893951">
              <a:off x="5596625" y="2268899"/>
              <a:ext cx="684000" cy="1296000"/>
            </a:xfrm>
            <a:prstGeom prst="ellipse">
              <a:avLst/>
            </a:prstGeom>
            <a:solidFill>
              <a:srgbClr val="C00000">
                <a:alpha val="80000"/>
              </a:srgbClr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 bwMode="auto">
            <a:xfrm>
              <a:off x="5933545" y="2928094"/>
              <a:ext cx="1660358" cy="12709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8221625"/>
                </p:ext>
              </p:extLst>
            </p:nvPr>
          </p:nvGraphicFramePr>
          <p:xfrm>
            <a:off x="7041577" y="1697755"/>
            <a:ext cx="781050" cy="682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076" name="Equation" r:id="rId4" imgW="253800" imgH="241200" progId="Equation.DSMT4">
                    <p:embed/>
                  </p:oleObj>
                </mc:Choice>
                <mc:Fallback>
                  <p:oleObj name="Equation" r:id="rId4" imgW="253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1577" y="1697755"/>
                          <a:ext cx="781050" cy="682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4061756"/>
                </p:ext>
              </p:extLst>
            </p:nvPr>
          </p:nvGraphicFramePr>
          <p:xfrm>
            <a:off x="7593903" y="2752430"/>
            <a:ext cx="466725" cy="58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077" name="Equation" r:id="rId6" imgW="152280" imgH="203040" progId="Equation.DSMT4">
                    <p:embed/>
                  </p:oleObj>
                </mc:Choice>
                <mc:Fallback>
                  <p:oleObj name="Equation" r:id="rId6" imgW="152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3903" y="2752430"/>
                          <a:ext cx="466725" cy="581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1262935"/>
                </p:ext>
              </p:extLst>
            </p:nvPr>
          </p:nvGraphicFramePr>
          <p:xfrm>
            <a:off x="6720463" y="2424856"/>
            <a:ext cx="388938" cy="503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078" name="Equation" r:id="rId8" imgW="126720" imgH="177480" progId="Equation.DSMT4">
                    <p:embed/>
                  </p:oleObj>
                </mc:Choice>
                <mc:Fallback>
                  <p:oleObj name="Equation" r:id="rId8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0463" y="2424856"/>
                          <a:ext cx="388938" cy="503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弧形 14"/>
            <p:cNvSpPr/>
            <p:nvPr/>
          </p:nvSpPr>
          <p:spPr bwMode="auto">
            <a:xfrm>
              <a:off x="5724641" y="2343358"/>
              <a:ext cx="914400" cy="914400"/>
            </a:xfrm>
            <a:prstGeom prst="arc">
              <a:avLst>
                <a:gd name="adj1" fmla="val 18609360"/>
                <a:gd name="adj2" fmla="val 1466633"/>
              </a:avLst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latin typeface="Times New Roman" pitchFamily="18" charset="0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 bwMode="auto">
            <a:xfrm flipV="1">
              <a:off x="5969641" y="2058846"/>
              <a:ext cx="993419" cy="857334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</p:grp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697827"/>
              </p:ext>
            </p:extLst>
          </p:nvPr>
        </p:nvGraphicFramePr>
        <p:xfrm>
          <a:off x="5109234" y="3706855"/>
          <a:ext cx="2308622" cy="808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79" name="Equation" r:id="rId10" imgW="1002960" imgH="380880" progId="Equation.DSMT4">
                  <p:embed/>
                </p:oleObj>
              </mc:Choice>
              <mc:Fallback>
                <p:oleObj name="Equation" r:id="rId10" imgW="1002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9234" y="3706855"/>
                        <a:ext cx="2308622" cy="808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975096"/>
              </p:ext>
            </p:extLst>
          </p:nvPr>
        </p:nvGraphicFramePr>
        <p:xfrm>
          <a:off x="4747022" y="523876"/>
          <a:ext cx="2661047" cy="431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80" name="Equation" r:id="rId12" imgW="1155600" imgH="203040" progId="Equation.DSMT4">
                  <p:embed/>
                </p:oleObj>
              </mc:Choice>
              <mc:Fallback>
                <p:oleObj name="Equation" r:id="rId12" imgW="1155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022" y="523876"/>
                        <a:ext cx="2661047" cy="431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749833"/>
              </p:ext>
            </p:extLst>
          </p:nvPr>
        </p:nvGraphicFramePr>
        <p:xfrm>
          <a:off x="6498646" y="2728913"/>
          <a:ext cx="906065" cy="458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81" name="Equation" r:id="rId14" imgW="393480" imgH="215640" progId="Equation.DSMT4">
                  <p:embed/>
                </p:oleObj>
              </mc:Choice>
              <mc:Fallback>
                <p:oleObj name="Equation" r:id="rId14" imgW="393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646" y="2728913"/>
                        <a:ext cx="906065" cy="458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79111A-900B-4D86-AC33-D547E9719A4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576838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063317"/>
              </p:ext>
            </p:extLst>
          </p:nvPr>
        </p:nvGraphicFramePr>
        <p:xfrm>
          <a:off x="4956572" y="3401616"/>
          <a:ext cx="2366963" cy="808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13" name="Equation" r:id="rId3" imgW="1028520" imgH="380880" progId="Equation.DSMT4">
                  <p:embed/>
                </p:oleObj>
              </mc:Choice>
              <mc:Fallback>
                <p:oleObj name="Equation" r:id="rId3" imgW="1028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572" y="3401616"/>
                        <a:ext cx="2366963" cy="808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477509"/>
              </p:ext>
            </p:extLst>
          </p:nvPr>
        </p:nvGraphicFramePr>
        <p:xfrm>
          <a:off x="4837510" y="4305301"/>
          <a:ext cx="2892028" cy="431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14" name="Equation" r:id="rId5" imgW="1257120" imgH="203040" progId="Equation.DSMT4">
                  <p:embed/>
                </p:oleObj>
              </mc:Choice>
              <mc:Fallback>
                <p:oleObj name="Equation" r:id="rId5" imgW="1257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510" y="4305301"/>
                        <a:ext cx="2892028" cy="431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7324" name="Picture 10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205734"/>
            <a:ext cx="2594741" cy="259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组合 13"/>
          <p:cNvGrpSpPr/>
          <p:nvPr/>
        </p:nvGrpSpPr>
        <p:grpSpPr>
          <a:xfrm>
            <a:off x="5110969" y="949466"/>
            <a:ext cx="2077502" cy="1226775"/>
            <a:chOff x="5290625" y="1697755"/>
            <a:chExt cx="2770003" cy="1635700"/>
          </a:xfrm>
        </p:grpSpPr>
        <p:sp>
          <p:nvSpPr>
            <p:cNvPr id="15" name="椭圆 14"/>
            <p:cNvSpPr/>
            <p:nvPr/>
          </p:nvSpPr>
          <p:spPr bwMode="auto">
            <a:xfrm rot="18893951">
              <a:off x="5596625" y="2268899"/>
              <a:ext cx="684000" cy="1296000"/>
            </a:xfrm>
            <a:prstGeom prst="ellipse">
              <a:avLst/>
            </a:prstGeom>
            <a:solidFill>
              <a:srgbClr val="C00000">
                <a:alpha val="80000"/>
              </a:srgbClr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 bwMode="auto">
            <a:xfrm>
              <a:off x="5933545" y="2928094"/>
              <a:ext cx="1660358" cy="12709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8015902"/>
                </p:ext>
              </p:extLst>
            </p:nvPr>
          </p:nvGraphicFramePr>
          <p:xfrm>
            <a:off x="7041577" y="1697755"/>
            <a:ext cx="781050" cy="682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15" name="Equation" r:id="rId8" imgW="253800" imgH="241200" progId="Equation.DSMT4">
                    <p:embed/>
                  </p:oleObj>
                </mc:Choice>
                <mc:Fallback>
                  <p:oleObj name="Equation" r:id="rId8" imgW="253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1577" y="1697755"/>
                          <a:ext cx="781050" cy="682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7577741"/>
                </p:ext>
              </p:extLst>
            </p:nvPr>
          </p:nvGraphicFramePr>
          <p:xfrm>
            <a:off x="7593903" y="2752430"/>
            <a:ext cx="466725" cy="58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16" name="Equation" r:id="rId10" imgW="152280" imgH="203040" progId="Equation.DSMT4">
                    <p:embed/>
                  </p:oleObj>
                </mc:Choice>
                <mc:Fallback>
                  <p:oleObj name="Equation" r:id="rId10" imgW="152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3903" y="2752430"/>
                          <a:ext cx="466725" cy="581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5211781"/>
                </p:ext>
              </p:extLst>
            </p:nvPr>
          </p:nvGraphicFramePr>
          <p:xfrm>
            <a:off x="6720463" y="2424856"/>
            <a:ext cx="388938" cy="503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17" name="Equation" r:id="rId12" imgW="126720" imgH="177480" progId="Equation.DSMT4">
                    <p:embed/>
                  </p:oleObj>
                </mc:Choice>
                <mc:Fallback>
                  <p:oleObj name="Equation" r:id="rId12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0463" y="2424856"/>
                          <a:ext cx="388938" cy="503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弧形 19"/>
            <p:cNvSpPr/>
            <p:nvPr/>
          </p:nvSpPr>
          <p:spPr bwMode="auto">
            <a:xfrm>
              <a:off x="5724641" y="2343358"/>
              <a:ext cx="914400" cy="914400"/>
            </a:xfrm>
            <a:prstGeom prst="arc">
              <a:avLst>
                <a:gd name="adj1" fmla="val 18609360"/>
                <a:gd name="adj2" fmla="val 1466633"/>
              </a:avLst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latin typeface="Times New Roman" pitchFamily="18" charset="0"/>
              </a:endParaRPr>
            </a:p>
          </p:txBody>
        </p:sp>
        <p:cxnSp>
          <p:nvCxnSpPr>
            <p:cNvPr id="21" name="直接箭头连接符 20"/>
            <p:cNvCxnSpPr/>
            <p:nvPr/>
          </p:nvCxnSpPr>
          <p:spPr bwMode="auto">
            <a:xfrm flipV="1">
              <a:off x="5969641" y="2058846"/>
              <a:ext cx="993419" cy="857334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</p:grp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804764"/>
              </p:ext>
            </p:extLst>
          </p:nvPr>
        </p:nvGraphicFramePr>
        <p:xfrm>
          <a:off x="4747022" y="390526"/>
          <a:ext cx="2661047" cy="431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18" name="Equation" r:id="rId14" imgW="1155600" imgH="203040" progId="Equation.DSMT4">
                  <p:embed/>
                </p:oleObj>
              </mc:Choice>
              <mc:Fallback>
                <p:oleObj name="Equation" r:id="rId14" imgW="1155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022" y="390526"/>
                        <a:ext cx="2661047" cy="431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794693"/>
              </p:ext>
            </p:extLst>
          </p:nvPr>
        </p:nvGraphicFramePr>
        <p:xfrm>
          <a:off x="6498431" y="2595563"/>
          <a:ext cx="906066" cy="458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19" name="Equation" r:id="rId16" imgW="393480" imgH="215640" progId="Equation.DSMT4">
                  <p:embed/>
                </p:oleObj>
              </mc:Choice>
              <mc:Fallback>
                <p:oleObj name="Equation" r:id="rId16" imgW="393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431" y="2595563"/>
                        <a:ext cx="906066" cy="458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79111A-900B-4D86-AC33-D547E9719A4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918411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701915" y="4933950"/>
            <a:ext cx="1428750" cy="342900"/>
          </a:xfrm>
        </p:spPr>
        <p:txBody>
          <a:bodyPr/>
          <a:lstStyle/>
          <a:p>
            <a:pPr algn="r">
              <a:defRPr/>
            </a:pPr>
            <a:fld id="{A3FB28DA-8126-4ACC-886D-4F89AC601C9D}" type="slidenum">
              <a:rPr lang="en-US" altLang="zh-CN"/>
              <a:pPr algn="r">
                <a:defRPr/>
              </a:pPr>
              <a:t>12</a:t>
            </a:fld>
            <a:endParaRPr lang="en-US" altLang="zh-CN"/>
          </a:p>
        </p:txBody>
      </p:sp>
      <p:sp>
        <p:nvSpPr>
          <p:cNvPr id="105620" name="Text Box 148"/>
          <p:cNvSpPr txBox="1">
            <a:spLocks noChangeArrowheads="1"/>
          </p:cNvSpPr>
          <p:nvPr/>
        </p:nvSpPr>
        <p:spPr bwMode="auto">
          <a:xfrm>
            <a:off x="776288" y="1827610"/>
            <a:ext cx="13716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zh-CN"/>
            </a:defPPr>
            <a:lvl1pPr marL="514350" indent="-51435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u"/>
              <a:defRPr sz="3200" b="1">
                <a:latin typeface="宋体" pitchFamily="2" charset="-122"/>
              </a:defRPr>
            </a:lvl1pPr>
          </a:lstStyle>
          <a:p>
            <a:r>
              <a:rPr lang="zh-CN" altLang="en-US" sz="2400" dirty="0"/>
              <a:t>垂直</a:t>
            </a:r>
          </a:p>
        </p:txBody>
      </p:sp>
      <p:graphicFrame>
        <p:nvGraphicFramePr>
          <p:cNvPr id="105624" name="Object 1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295238"/>
              </p:ext>
            </p:extLst>
          </p:nvPr>
        </p:nvGraphicFramePr>
        <p:xfrm>
          <a:off x="1228725" y="3570094"/>
          <a:ext cx="1838325" cy="479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32" name="Equation" r:id="rId3" imgW="901440" imgH="253800" progId="Equation.DSMT4">
                  <p:embed/>
                </p:oleObj>
              </mc:Choice>
              <mc:Fallback>
                <p:oleObj name="Equation" r:id="rId3" imgW="901440" imgH="253800" progId="Equation.DSMT4">
                  <p:embed/>
                  <p:pic>
                    <p:nvPicPr>
                      <p:cNvPr id="105624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570094"/>
                        <a:ext cx="1838325" cy="47960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11"/>
          <p:cNvGrpSpPr>
            <a:grpSpLocks/>
          </p:cNvGrpSpPr>
          <p:nvPr/>
        </p:nvGrpSpPr>
        <p:grpSpPr bwMode="auto">
          <a:xfrm>
            <a:off x="3774283" y="2372916"/>
            <a:ext cx="2040731" cy="1714500"/>
            <a:chOff x="3155" y="2281"/>
            <a:chExt cx="1714" cy="1440"/>
          </a:xfrm>
        </p:grpSpPr>
        <p:grpSp>
          <p:nvGrpSpPr>
            <p:cNvPr id="1075" name="Group 312"/>
            <p:cNvGrpSpPr>
              <a:grpSpLocks/>
            </p:cNvGrpSpPr>
            <p:nvPr/>
          </p:nvGrpSpPr>
          <p:grpSpPr bwMode="auto">
            <a:xfrm>
              <a:off x="3155" y="2508"/>
              <a:ext cx="1714" cy="1213"/>
              <a:chOff x="3070" y="2400"/>
              <a:chExt cx="1780" cy="1279"/>
            </a:xfrm>
          </p:grpSpPr>
          <p:grpSp>
            <p:nvGrpSpPr>
              <p:cNvPr id="1076" name="Group 313"/>
              <p:cNvGrpSpPr>
                <a:grpSpLocks/>
              </p:cNvGrpSpPr>
              <p:nvPr/>
            </p:nvGrpSpPr>
            <p:grpSpPr bwMode="auto">
              <a:xfrm>
                <a:off x="3072" y="2400"/>
                <a:ext cx="1778" cy="1278"/>
                <a:chOff x="3072" y="2400"/>
                <a:chExt cx="1778" cy="1278"/>
              </a:xfrm>
            </p:grpSpPr>
            <p:sp>
              <p:nvSpPr>
                <p:cNvPr id="1079" name="Freeform 315"/>
                <p:cNvSpPr>
                  <a:spLocks/>
                </p:cNvSpPr>
                <p:nvPr/>
              </p:nvSpPr>
              <p:spPr bwMode="auto">
                <a:xfrm rot="1243955">
                  <a:off x="3072" y="2400"/>
                  <a:ext cx="1778" cy="1278"/>
                </a:xfrm>
                <a:custGeom>
                  <a:avLst/>
                  <a:gdLst>
                    <a:gd name="T0" fmla="*/ 800 w 1778"/>
                    <a:gd name="T1" fmla="*/ 11 h 1278"/>
                    <a:gd name="T2" fmla="*/ 856 w 1778"/>
                    <a:gd name="T3" fmla="*/ 22 h 1278"/>
                    <a:gd name="T4" fmla="*/ 922 w 1778"/>
                    <a:gd name="T5" fmla="*/ 44 h 1278"/>
                    <a:gd name="T6" fmla="*/ 1022 w 1778"/>
                    <a:gd name="T7" fmla="*/ 89 h 1278"/>
                    <a:gd name="T8" fmla="*/ 1056 w 1778"/>
                    <a:gd name="T9" fmla="*/ 100 h 1278"/>
                    <a:gd name="T10" fmla="*/ 1089 w 1778"/>
                    <a:gd name="T11" fmla="*/ 122 h 1278"/>
                    <a:gd name="T12" fmla="*/ 1122 w 1778"/>
                    <a:gd name="T13" fmla="*/ 133 h 1278"/>
                    <a:gd name="T14" fmla="*/ 1178 w 1778"/>
                    <a:gd name="T15" fmla="*/ 167 h 1278"/>
                    <a:gd name="T16" fmla="*/ 1211 w 1778"/>
                    <a:gd name="T17" fmla="*/ 200 h 1278"/>
                    <a:gd name="T18" fmla="*/ 1256 w 1778"/>
                    <a:gd name="T19" fmla="*/ 222 h 1278"/>
                    <a:gd name="T20" fmla="*/ 1278 w 1778"/>
                    <a:gd name="T21" fmla="*/ 255 h 1278"/>
                    <a:gd name="T22" fmla="*/ 1345 w 1778"/>
                    <a:gd name="T23" fmla="*/ 289 h 1278"/>
                    <a:gd name="T24" fmla="*/ 1423 w 1778"/>
                    <a:gd name="T25" fmla="*/ 333 h 1278"/>
                    <a:gd name="T26" fmla="*/ 1511 w 1778"/>
                    <a:gd name="T27" fmla="*/ 433 h 1278"/>
                    <a:gd name="T28" fmla="*/ 1534 w 1778"/>
                    <a:gd name="T29" fmla="*/ 467 h 1278"/>
                    <a:gd name="T30" fmla="*/ 1600 w 1778"/>
                    <a:gd name="T31" fmla="*/ 511 h 1278"/>
                    <a:gd name="T32" fmla="*/ 1667 w 1778"/>
                    <a:gd name="T33" fmla="*/ 611 h 1278"/>
                    <a:gd name="T34" fmla="*/ 1700 w 1778"/>
                    <a:gd name="T35" fmla="*/ 644 h 1278"/>
                    <a:gd name="T36" fmla="*/ 1756 w 1778"/>
                    <a:gd name="T37" fmla="*/ 733 h 1278"/>
                    <a:gd name="T38" fmla="*/ 1778 w 1778"/>
                    <a:gd name="T39" fmla="*/ 789 h 1278"/>
                    <a:gd name="T40" fmla="*/ 1567 w 1778"/>
                    <a:gd name="T41" fmla="*/ 855 h 1278"/>
                    <a:gd name="T42" fmla="*/ 1434 w 1778"/>
                    <a:gd name="T43" fmla="*/ 900 h 1278"/>
                    <a:gd name="T44" fmla="*/ 1367 w 1778"/>
                    <a:gd name="T45" fmla="*/ 922 h 1278"/>
                    <a:gd name="T46" fmla="*/ 1289 w 1778"/>
                    <a:gd name="T47" fmla="*/ 978 h 1278"/>
                    <a:gd name="T48" fmla="*/ 1256 w 1778"/>
                    <a:gd name="T49" fmla="*/ 1000 h 1278"/>
                    <a:gd name="T50" fmla="*/ 1122 w 1778"/>
                    <a:gd name="T51" fmla="*/ 1089 h 1278"/>
                    <a:gd name="T52" fmla="*/ 1022 w 1778"/>
                    <a:gd name="T53" fmla="*/ 1144 h 1278"/>
                    <a:gd name="T54" fmla="*/ 956 w 1778"/>
                    <a:gd name="T55" fmla="*/ 1278 h 1278"/>
                    <a:gd name="T56" fmla="*/ 878 w 1778"/>
                    <a:gd name="T57" fmla="*/ 1178 h 1278"/>
                    <a:gd name="T58" fmla="*/ 800 w 1778"/>
                    <a:gd name="T59" fmla="*/ 1055 h 1278"/>
                    <a:gd name="T60" fmla="*/ 711 w 1778"/>
                    <a:gd name="T61" fmla="*/ 989 h 1278"/>
                    <a:gd name="T62" fmla="*/ 545 w 1778"/>
                    <a:gd name="T63" fmla="*/ 855 h 1278"/>
                    <a:gd name="T64" fmla="*/ 322 w 1778"/>
                    <a:gd name="T65" fmla="*/ 800 h 1278"/>
                    <a:gd name="T66" fmla="*/ 167 w 1778"/>
                    <a:gd name="T67" fmla="*/ 811 h 1278"/>
                    <a:gd name="T68" fmla="*/ 0 w 1778"/>
                    <a:gd name="T69" fmla="*/ 867 h 1278"/>
                    <a:gd name="T70" fmla="*/ 11 w 1778"/>
                    <a:gd name="T71" fmla="*/ 678 h 1278"/>
                    <a:gd name="T72" fmla="*/ 133 w 1778"/>
                    <a:gd name="T73" fmla="*/ 489 h 1278"/>
                    <a:gd name="T74" fmla="*/ 211 w 1778"/>
                    <a:gd name="T75" fmla="*/ 344 h 1278"/>
                    <a:gd name="T76" fmla="*/ 256 w 1778"/>
                    <a:gd name="T77" fmla="*/ 311 h 1278"/>
                    <a:gd name="T78" fmla="*/ 333 w 1778"/>
                    <a:gd name="T79" fmla="*/ 200 h 1278"/>
                    <a:gd name="T80" fmla="*/ 478 w 1778"/>
                    <a:gd name="T81" fmla="*/ 122 h 1278"/>
                    <a:gd name="T82" fmla="*/ 689 w 1778"/>
                    <a:gd name="T83" fmla="*/ 0 h 1278"/>
                    <a:gd name="T84" fmla="*/ 800 w 1778"/>
                    <a:gd name="T85" fmla="*/ 11 h 127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1778"/>
                    <a:gd name="T130" fmla="*/ 0 h 1278"/>
                    <a:gd name="T131" fmla="*/ 1778 w 1778"/>
                    <a:gd name="T132" fmla="*/ 1278 h 1278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1778" h="1278">
                      <a:moveTo>
                        <a:pt x="800" y="11"/>
                      </a:moveTo>
                      <a:cubicBezTo>
                        <a:pt x="819" y="15"/>
                        <a:pt x="838" y="17"/>
                        <a:pt x="856" y="22"/>
                      </a:cubicBezTo>
                      <a:cubicBezTo>
                        <a:pt x="878" y="28"/>
                        <a:pt x="922" y="44"/>
                        <a:pt x="922" y="44"/>
                      </a:cubicBezTo>
                      <a:cubicBezTo>
                        <a:pt x="975" y="80"/>
                        <a:pt x="944" y="63"/>
                        <a:pt x="1022" y="89"/>
                      </a:cubicBezTo>
                      <a:cubicBezTo>
                        <a:pt x="1033" y="93"/>
                        <a:pt x="1056" y="100"/>
                        <a:pt x="1056" y="100"/>
                      </a:cubicBezTo>
                      <a:cubicBezTo>
                        <a:pt x="1067" y="107"/>
                        <a:pt x="1077" y="116"/>
                        <a:pt x="1089" y="122"/>
                      </a:cubicBezTo>
                      <a:cubicBezTo>
                        <a:pt x="1099" y="127"/>
                        <a:pt x="1112" y="127"/>
                        <a:pt x="1122" y="133"/>
                      </a:cubicBezTo>
                      <a:cubicBezTo>
                        <a:pt x="1205" y="182"/>
                        <a:pt x="1079" y="131"/>
                        <a:pt x="1178" y="167"/>
                      </a:cubicBezTo>
                      <a:cubicBezTo>
                        <a:pt x="1189" y="178"/>
                        <a:pt x="1198" y="191"/>
                        <a:pt x="1211" y="200"/>
                      </a:cubicBezTo>
                      <a:cubicBezTo>
                        <a:pt x="1225" y="210"/>
                        <a:pt x="1243" y="211"/>
                        <a:pt x="1256" y="222"/>
                      </a:cubicBezTo>
                      <a:cubicBezTo>
                        <a:pt x="1266" y="230"/>
                        <a:pt x="1269" y="246"/>
                        <a:pt x="1278" y="255"/>
                      </a:cubicBezTo>
                      <a:cubicBezTo>
                        <a:pt x="1301" y="278"/>
                        <a:pt x="1316" y="280"/>
                        <a:pt x="1345" y="289"/>
                      </a:cubicBezTo>
                      <a:cubicBezTo>
                        <a:pt x="1370" y="306"/>
                        <a:pt x="1402" y="312"/>
                        <a:pt x="1423" y="333"/>
                      </a:cubicBezTo>
                      <a:cubicBezTo>
                        <a:pt x="1564" y="474"/>
                        <a:pt x="1419" y="372"/>
                        <a:pt x="1511" y="433"/>
                      </a:cubicBezTo>
                      <a:cubicBezTo>
                        <a:pt x="1519" y="444"/>
                        <a:pt x="1524" y="458"/>
                        <a:pt x="1534" y="467"/>
                      </a:cubicBezTo>
                      <a:cubicBezTo>
                        <a:pt x="1554" y="484"/>
                        <a:pt x="1600" y="511"/>
                        <a:pt x="1600" y="511"/>
                      </a:cubicBezTo>
                      <a:cubicBezTo>
                        <a:pt x="1652" y="589"/>
                        <a:pt x="1630" y="556"/>
                        <a:pt x="1667" y="611"/>
                      </a:cubicBezTo>
                      <a:cubicBezTo>
                        <a:pt x="1676" y="624"/>
                        <a:pt x="1691" y="631"/>
                        <a:pt x="1700" y="644"/>
                      </a:cubicBezTo>
                      <a:cubicBezTo>
                        <a:pt x="1721" y="672"/>
                        <a:pt x="1756" y="733"/>
                        <a:pt x="1756" y="733"/>
                      </a:cubicBezTo>
                      <a:cubicBezTo>
                        <a:pt x="1770" y="775"/>
                        <a:pt x="1762" y="756"/>
                        <a:pt x="1778" y="789"/>
                      </a:cubicBezTo>
                      <a:cubicBezTo>
                        <a:pt x="1708" y="812"/>
                        <a:pt x="1639" y="837"/>
                        <a:pt x="1567" y="855"/>
                      </a:cubicBezTo>
                      <a:cubicBezTo>
                        <a:pt x="1530" y="893"/>
                        <a:pt x="1483" y="885"/>
                        <a:pt x="1434" y="900"/>
                      </a:cubicBezTo>
                      <a:cubicBezTo>
                        <a:pt x="1411" y="907"/>
                        <a:pt x="1367" y="922"/>
                        <a:pt x="1367" y="922"/>
                      </a:cubicBezTo>
                      <a:cubicBezTo>
                        <a:pt x="1341" y="941"/>
                        <a:pt x="1315" y="960"/>
                        <a:pt x="1289" y="978"/>
                      </a:cubicBezTo>
                      <a:cubicBezTo>
                        <a:pt x="1278" y="986"/>
                        <a:pt x="1256" y="1000"/>
                        <a:pt x="1256" y="1000"/>
                      </a:cubicBezTo>
                      <a:cubicBezTo>
                        <a:pt x="1220" y="1054"/>
                        <a:pt x="1184" y="1069"/>
                        <a:pt x="1122" y="1089"/>
                      </a:cubicBezTo>
                      <a:cubicBezTo>
                        <a:pt x="1089" y="1111"/>
                        <a:pt x="1056" y="1122"/>
                        <a:pt x="1022" y="1144"/>
                      </a:cubicBezTo>
                      <a:cubicBezTo>
                        <a:pt x="1000" y="1189"/>
                        <a:pt x="978" y="1233"/>
                        <a:pt x="956" y="1278"/>
                      </a:cubicBezTo>
                      <a:cubicBezTo>
                        <a:pt x="939" y="1207"/>
                        <a:pt x="921" y="1230"/>
                        <a:pt x="878" y="1178"/>
                      </a:cubicBezTo>
                      <a:cubicBezTo>
                        <a:pt x="846" y="1140"/>
                        <a:pt x="838" y="1089"/>
                        <a:pt x="800" y="1055"/>
                      </a:cubicBezTo>
                      <a:cubicBezTo>
                        <a:pt x="773" y="1030"/>
                        <a:pt x="737" y="1015"/>
                        <a:pt x="711" y="989"/>
                      </a:cubicBezTo>
                      <a:cubicBezTo>
                        <a:pt x="663" y="940"/>
                        <a:pt x="612" y="880"/>
                        <a:pt x="545" y="855"/>
                      </a:cubicBezTo>
                      <a:cubicBezTo>
                        <a:pt x="476" y="830"/>
                        <a:pt x="395" y="812"/>
                        <a:pt x="322" y="800"/>
                      </a:cubicBezTo>
                      <a:cubicBezTo>
                        <a:pt x="270" y="804"/>
                        <a:pt x="218" y="803"/>
                        <a:pt x="167" y="811"/>
                      </a:cubicBezTo>
                      <a:cubicBezTo>
                        <a:pt x="107" y="820"/>
                        <a:pt x="61" y="867"/>
                        <a:pt x="0" y="867"/>
                      </a:cubicBezTo>
                      <a:cubicBezTo>
                        <a:pt x="4" y="804"/>
                        <a:pt x="3" y="741"/>
                        <a:pt x="11" y="678"/>
                      </a:cubicBezTo>
                      <a:cubicBezTo>
                        <a:pt x="22" y="594"/>
                        <a:pt x="94" y="557"/>
                        <a:pt x="133" y="489"/>
                      </a:cubicBezTo>
                      <a:cubicBezTo>
                        <a:pt x="157" y="447"/>
                        <a:pt x="171" y="374"/>
                        <a:pt x="211" y="344"/>
                      </a:cubicBezTo>
                      <a:cubicBezTo>
                        <a:pt x="226" y="333"/>
                        <a:pt x="243" y="324"/>
                        <a:pt x="256" y="311"/>
                      </a:cubicBezTo>
                      <a:cubicBezTo>
                        <a:pt x="288" y="279"/>
                        <a:pt x="296" y="225"/>
                        <a:pt x="333" y="200"/>
                      </a:cubicBezTo>
                      <a:cubicBezTo>
                        <a:pt x="384" y="166"/>
                        <a:pt x="421" y="141"/>
                        <a:pt x="478" y="122"/>
                      </a:cubicBezTo>
                      <a:cubicBezTo>
                        <a:pt x="535" y="66"/>
                        <a:pt x="604" y="0"/>
                        <a:pt x="689" y="0"/>
                      </a:cubicBezTo>
                      <a:cubicBezTo>
                        <a:pt x="726" y="0"/>
                        <a:pt x="763" y="7"/>
                        <a:pt x="800" y="1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rgbClr val="99CCFF"/>
                    </a:gs>
                  </a:gsLst>
                  <a:path path="rect">
                    <a:fillToRect l="50000" t="50000" r="50000" b="50000"/>
                  </a:path>
                </a:gradFill>
                <a:ln w="19050">
                  <a:solidFill>
                    <a:srgbClr val="4E3A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080" name="Group 316"/>
                <p:cNvGrpSpPr>
                  <a:grpSpLocks/>
                </p:cNvGrpSpPr>
                <p:nvPr/>
              </p:nvGrpSpPr>
              <p:grpSpPr bwMode="auto">
                <a:xfrm>
                  <a:off x="3214" y="2401"/>
                  <a:ext cx="1488" cy="1152"/>
                  <a:chOff x="2640" y="1728"/>
                  <a:chExt cx="1488" cy="1152"/>
                </a:xfrm>
              </p:grpSpPr>
              <p:sp>
                <p:nvSpPr>
                  <p:cNvPr id="1081" name="Freeform 317"/>
                  <p:cNvSpPr>
                    <a:spLocks/>
                  </p:cNvSpPr>
                  <p:nvPr/>
                </p:nvSpPr>
                <p:spPr bwMode="auto">
                  <a:xfrm>
                    <a:off x="3264" y="1728"/>
                    <a:ext cx="720" cy="1104"/>
                  </a:xfrm>
                  <a:custGeom>
                    <a:avLst/>
                    <a:gdLst>
                      <a:gd name="T0" fmla="*/ 0 w 720"/>
                      <a:gd name="T1" fmla="*/ 0 h 1104"/>
                      <a:gd name="T2" fmla="*/ 288 w 720"/>
                      <a:gd name="T3" fmla="*/ 240 h 1104"/>
                      <a:gd name="T4" fmla="*/ 432 w 720"/>
                      <a:gd name="T5" fmla="*/ 432 h 1104"/>
                      <a:gd name="T6" fmla="*/ 624 w 720"/>
                      <a:gd name="T7" fmla="*/ 720 h 1104"/>
                      <a:gd name="T8" fmla="*/ 720 w 720"/>
                      <a:gd name="T9" fmla="*/ 1104 h 110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0"/>
                      <a:gd name="T16" fmla="*/ 0 h 1104"/>
                      <a:gd name="T17" fmla="*/ 720 w 720"/>
                      <a:gd name="T18" fmla="*/ 1104 h 110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0" h="1104">
                        <a:moveTo>
                          <a:pt x="0" y="0"/>
                        </a:moveTo>
                        <a:cubicBezTo>
                          <a:pt x="108" y="84"/>
                          <a:pt x="216" y="168"/>
                          <a:pt x="288" y="240"/>
                        </a:cubicBezTo>
                        <a:cubicBezTo>
                          <a:pt x="360" y="312"/>
                          <a:pt x="376" y="352"/>
                          <a:pt x="432" y="432"/>
                        </a:cubicBezTo>
                        <a:cubicBezTo>
                          <a:pt x="488" y="512"/>
                          <a:pt x="576" y="608"/>
                          <a:pt x="624" y="720"/>
                        </a:cubicBezTo>
                        <a:cubicBezTo>
                          <a:pt x="672" y="832"/>
                          <a:pt x="704" y="1040"/>
                          <a:pt x="720" y="1104"/>
                        </a:cubicBezTo>
                      </a:path>
                    </a:pathLst>
                  </a:cu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2" name="Freeform 318"/>
                  <p:cNvSpPr>
                    <a:spLocks/>
                  </p:cNvSpPr>
                  <p:nvPr/>
                </p:nvSpPr>
                <p:spPr bwMode="auto">
                  <a:xfrm>
                    <a:off x="3024" y="1776"/>
                    <a:ext cx="720" cy="1008"/>
                  </a:xfrm>
                  <a:custGeom>
                    <a:avLst/>
                    <a:gdLst>
                      <a:gd name="T0" fmla="*/ 0 w 720"/>
                      <a:gd name="T1" fmla="*/ 0 h 1104"/>
                      <a:gd name="T2" fmla="*/ 288 w 720"/>
                      <a:gd name="T3" fmla="*/ 152 h 1104"/>
                      <a:gd name="T4" fmla="*/ 432 w 720"/>
                      <a:gd name="T5" fmla="*/ 274 h 1104"/>
                      <a:gd name="T6" fmla="*/ 624 w 720"/>
                      <a:gd name="T7" fmla="*/ 457 h 1104"/>
                      <a:gd name="T8" fmla="*/ 720 w 720"/>
                      <a:gd name="T9" fmla="*/ 700 h 110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0"/>
                      <a:gd name="T16" fmla="*/ 0 h 1104"/>
                      <a:gd name="T17" fmla="*/ 720 w 720"/>
                      <a:gd name="T18" fmla="*/ 1104 h 110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0" h="1104">
                        <a:moveTo>
                          <a:pt x="0" y="0"/>
                        </a:moveTo>
                        <a:cubicBezTo>
                          <a:pt x="108" y="84"/>
                          <a:pt x="216" y="168"/>
                          <a:pt x="288" y="240"/>
                        </a:cubicBezTo>
                        <a:cubicBezTo>
                          <a:pt x="360" y="312"/>
                          <a:pt x="376" y="352"/>
                          <a:pt x="432" y="432"/>
                        </a:cubicBezTo>
                        <a:cubicBezTo>
                          <a:pt x="488" y="512"/>
                          <a:pt x="576" y="608"/>
                          <a:pt x="624" y="720"/>
                        </a:cubicBezTo>
                        <a:cubicBezTo>
                          <a:pt x="672" y="832"/>
                          <a:pt x="704" y="1040"/>
                          <a:pt x="720" y="1104"/>
                        </a:cubicBezTo>
                      </a:path>
                    </a:pathLst>
                  </a:cu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3" name="Freeform 319"/>
                  <p:cNvSpPr>
                    <a:spLocks/>
                  </p:cNvSpPr>
                  <p:nvPr/>
                </p:nvSpPr>
                <p:spPr bwMode="auto">
                  <a:xfrm>
                    <a:off x="2832" y="1872"/>
                    <a:ext cx="720" cy="960"/>
                  </a:xfrm>
                  <a:custGeom>
                    <a:avLst/>
                    <a:gdLst>
                      <a:gd name="T0" fmla="*/ 0 w 720"/>
                      <a:gd name="T1" fmla="*/ 0 h 1104"/>
                      <a:gd name="T2" fmla="*/ 288 w 720"/>
                      <a:gd name="T3" fmla="*/ 119 h 1104"/>
                      <a:gd name="T4" fmla="*/ 432 w 720"/>
                      <a:gd name="T5" fmla="*/ 215 h 1104"/>
                      <a:gd name="T6" fmla="*/ 624 w 720"/>
                      <a:gd name="T7" fmla="*/ 357 h 1104"/>
                      <a:gd name="T8" fmla="*/ 720 w 720"/>
                      <a:gd name="T9" fmla="*/ 549 h 110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0"/>
                      <a:gd name="T16" fmla="*/ 0 h 1104"/>
                      <a:gd name="T17" fmla="*/ 720 w 720"/>
                      <a:gd name="T18" fmla="*/ 1104 h 110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0" h="1104">
                        <a:moveTo>
                          <a:pt x="0" y="0"/>
                        </a:moveTo>
                        <a:cubicBezTo>
                          <a:pt x="108" y="84"/>
                          <a:pt x="216" y="168"/>
                          <a:pt x="288" y="240"/>
                        </a:cubicBezTo>
                        <a:cubicBezTo>
                          <a:pt x="360" y="312"/>
                          <a:pt x="376" y="352"/>
                          <a:pt x="432" y="432"/>
                        </a:cubicBezTo>
                        <a:cubicBezTo>
                          <a:pt x="488" y="512"/>
                          <a:pt x="576" y="608"/>
                          <a:pt x="624" y="720"/>
                        </a:cubicBezTo>
                        <a:cubicBezTo>
                          <a:pt x="672" y="832"/>
                          <a:pt x="704" y="1040"/>
                          <a:pt x="720" y="1104"/>
                        </a:cubicBezTo>
                      </a:path>
                    </a:pathLst>
                  </a:cu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4" name="Freeform 320"/>
                  <p:cNvSpPr>
                    <a:spLocks/>
                  </p:cNvSpPr>
                  <p:nvPr/>
                </p:nvSpPr>
                <p:spPr bwMode="auto">
                  <a:xfrm>
                    <a:off x="2640" y="2016"/>
                    <a:ext cx="768" cy="864"/>
                  </a:xfrm>
                  <a:custGeom>
                    <a:avLst/>
                    <a:gdLst>
                      <a:gd name="T0" fmla="*/ 0 w 720"/>
                      <a:gd name="T1" fmla="*/ 0 h 1104"/>
                      <a:gd name="T2" fmla="*/ 397 w 720"/>
                      <a:gd name="T3" fmla="*/ 70 h 1104"/>
                      <a:gd name="T4" fmla="*/ 597 w 720"/>
                      <a:gd name="T5" fmla="*/ 127 h 1104"/>
                      <a:gd name="T6" fmla="*/ 861 w 720"/>
                      <a:gd name="T7" fmla="*/ 211 h 1104"/>
                      <a:gd name="T8" fmla="*/ 994 w 720"/>
                      <a:gd name="T9" fmla="*/ 324 h 110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0"/>
                      <a:gd name="T16" fmla="*/ 0 h 1104"/>
                      <a:gd name="T17" fmla="*/ 720 w 720"/>
                      <a:gd name="T18" fmla="*/ 1104 h 110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0" h="1104">
                        <a:moveTo>
                          <a:pt x="0" y="0"/>
                        </a:moveTo>
                        <a:cubicBezTo>
                          <a:pt x="108" y="84"/>
                          <a:pt x="216" y="168"/>
                          <a:pt x="288" y="240"/>
                        </a:cubicBezTo>
                        <a:cubicBezTo>
                          <a:pt x="360" y="312"/>
                          <a:pt x="376" y="352"/>
                          <a:pt x="432" y="432"/>
                        </a:cubicBezTo>
                        <a:cubicBezTo>
                          <a:pt x="488" y="512"/>
                          <a:pt x="576" y="608"/>
                          <a:pt x="624" y="720"/>
                        </a:cubicBezTo>
                        <a:cubicBezTo>
                          <a:pt x="672" y="832"/>
                          <a:pt x="704" y="1040"/>
                          <a:pt x="720" y="1104"/>
                        </a:cubicBezTo>
                      </a:path>
                    </a:pathLst>
                  </a:cu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5" name="Freeform 321"/>
                  <p:cNvSpPr>
                    <a:spLocks/>
                  </p:cNvSpPr>
                  <p:nvPr/>
                </p:nvSpPr>
                <p:spPr bwMode="auto">
                  <a:xfrm>
                    <a:off x="2640" y="1824"/>
                    <a:ext cx="960" cy="432"/>
                  </a:xfrm>
                  <a:custGeom>
                    <a:avLst/>
                    <a:gdLst>
                      <a:gd name="T0" fmla="*/ 0 w 960"/>
                      <a:gd name="T1" fmla="*/ 432 h 432"/>
                      <a:gd name="T2" fmla="*/ 240 w 960"/>
                      <a:gd name="T3" fmla="*/ 240 h 432"/>
                      <a:gd name="T4" fmla="*/ 528 w 960"/>
                      <a:gd name="T5" fmla="*/ 96 h 432"/>
                      <a:gd name="T6" fmla="*/ 960 w 960"/>
                      <a:gd name="T7" fmla="*/ 0 h 4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960"/>
                      <a:gd name="T13" fmla="*/ 0 h 432"/>
                      <a:gd name="T14" fmla="*/ 960 w 960"/>
                      <a:gd name="T15" fmla="*/ 432 h 43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960" h="432">
                        <a:moveTo>
                          <a:pt x="0" y="432"/>
                        </a:moveTo>
                        <a:cubicBezTo>
                          <a:pt x="76" y="364"/>
                          <a:pt x="152" y="296"/>
                          <a:pt x="240" y="240"/>
                        </a:cubicBezTo>
                        <a:cubicBezTo>
                          <a:pt x="328" y="184"/>
                          <a:pt x="408" y="136"/>
                          <a:pt x="528" y="96"/>
                        </a:cubicBezTo>
                        <a:cubicBezTo>
                          <a:pt x="648" y="56"/>
                          <a:pt x="888" y="16"/>
                          <a:pt x="960" y="0"/>
                        </a:cubicBezTo>
                      </a:path>
                    </a:pathLst>
                  </a:cu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6" name="Freeform 322"/>
                  <p:cNvSpPr>
                    <a:spLocks/>
                  </p:cNvSpPr>
                  <p:nvPr/>
                </p:nvSpPr>
                <p:spPr bwMode="auto">
                  <a:xfrm>
                    <a:off x="2832" y="1968"/>
                    <a:ext cx="960" cy="384"/>
                  </a:xfrm>
                  <a:custGeom>
                    <a:avLst/>
                    <a:gdLst>
                      <a:gd name="T0" fmla="*/ 0 w 960"/>
                      <a:gd name="T1" fmla="*/ 239 h 432"/>
                      <a:gd name="T2" fmla="*/ 240 w 960"/>
                      <a:gd name="T3" fmla="*/ 132 h 432"/>
                      <a:gd name="T4" fmla="*/ 528 w 960"/>
                      <a:gd name="T5" fmla="*/ 53 h 432"/>
                      <a:gd name="T6" fmla="*/ 960 w 960"/>
                      <a:gd name="T7" fmla="*/ 0 h 4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960"/>
                      <a:gd name="T13" fmla="*/ 0 h 432"/>
                      <a:gd name="T14" fmla="*/ 960 w 960"/>
                      <a:gd name="T15" fmla="*/ 432 h 43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960" h="432">
                        <a:moveTo>
                          <a:pt x="0" y="432"/>
                        </a:moveTo>
                        <a:cubicBezTo>
                          <a:pt x="76" y="364"/>
                          <a:pt x="152" y="296"/>
                          <a:pt x="240" y="240"/>
                        </a:cubicBezTo>
                        <a:cubicBezTo>
                          <a:pt x="328" y="184"/>
                          <a:pt x="408" y="136"/>
                          <a:pt x="528" y="96"/>
                        </a:cubicBezTo>
                        <a:cubicBezTo>
                          <a:pt x="648" y="56"/>
                          <a:pt x="888" y="16"/>
                          <a:pt x="960" y="0"/>
                        </a:cubicBezTo>
                      </a:path>
                    </a:pathLst>
                  </a:cu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7" name="Freeform 323"/>
                  <p:cNvSpPr>
                    <a:spLocks/>
                  </p:cNvSpPr>
                  <p:nvPr/>
                </p:nvSpPr>
                <p:spPr bwMode="auto">
                  <a:xfrm>
                    <a:off x="3024" y="2160"/>
                    <a:ext cx="864" cy="336"/>
                  </a:xfrm>
                  <a:custGeom>
                    <a:avLst/>
                    <a:gdLst>
                      <a:gd name="T0" fmla="*/ 0 w 960"/>
                      <a:gd name="T1" fmla="*/ 123 h 432"/>
                      <a:gd name="T2" fmla="*/ 142 w 960"/>
                      <a:gd name="T3" fmla="*/ 68 h 432"/>
                      <a:gd name="T4" fmla="*/ 312 w 960"/>
                      <a:gd name="T5" fmla="*/ 27 h 432"/>
                      <a:gd name="T6" fmla="*/ 567 w 960"/>
                      <a:gd name="T7" fmla="*/ 0 h 4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960"/>
                      <a:gd name="T13" fmla="*/ 0 h 432"/>
                      <a:gd name="T14" fmla="*/ 960 w 960"/>
                      <a:gd name="T15" fmla="*/ 432 h 43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960" h="432">
                        <a:moveTo>
                          <a:pt x="0" y="432"/>
                        </a:moveTo>
                        <a:cubicBezTo>
                          <a:pt x="76" y="364"/>
                          <a:pt x="152" y="296"/>
                          <a:pt x="240" y="240"/>
                        </a:cubicBezTo>
                        <a:cubicBezTo>
                          <a:pt x="328" y="184"/>
                          <a:pt x="408" y="136"/>
                          <a:pt x="528" y="96"/>
                        </a:cubicBezTo>
                        <a:cubicBezTo>
                          <a:pt x="648" y="56"/>
                          <a:pt x="888" y="16"/>
                          <a:pt x="960" y="0"/>
                        </a:cubicBezTo>
                      </a:path>
                    </a:pathLst>
                  </a:cu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8" name="Freeform 324"/>
                  <p:cNvSpPr>
                    <a:spLocks/>
                  </p:cNvSpPr>
                  <p:nvPr/>
                </p:nvSpPr>
                <p:spPr bwMode="auto">
                  <a:xfrm>
                    <a:off x="3120" y="2352"/>
                    <a:ext cx="864" cy="336"/>
                  </a:xfrm>
                  <a:custGeom>
                    <a:avLst/>
                    <a:gdLst>
                      <a:gd name="T0" fmla="*/ 0 w 960"/>
                      <a:gd name="T1" fmla="*/ 123 h 432"/>
                      <a:gd name="T2" fmla="*/ 142 w 960"/>
                      <a:gd name="T3" fmla="*/ 68 h 432"/>
                      <a:gd name="T4" fmla="*/ 312 w 960"/>
                      <a:gd name="T5" fmla="*/ 27 h 432"/>
                      <a:gd name="T6" fmla="*/ 567 w 960"/>
                      <a:gd name="T7" fmla="*/ 0 h 4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960"/>
                      <a:gd name="T13" fmla="*/ 0 h 432"/>
                      <a:gd name="T14" fmla="*/ 960 w 960"/>
                      <a:gd name="T15" fmla="*/ 432 h 43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960" h="432">
                        <a:moveTo>
                          <a:pt x="0" y="432"/>
                        </a:moveTo>
                        <a:cubicBezTo>
                          <a:pt x="76" y="364"/>
                          <a:pt x="152" y="296"/>
                          <a:pt x="240" y="240"/>
                        </a:cubicBezTo>
                        <a:cubicBezTo>
                          <a:pt x="328" y="184"/>
                          <a:pt x="408" y="136"/>
                          <a:pt x="528" y="96"/>
                        </a:cubicBezTo>
                        <a:cubicBezTo>
                          <a:pt x="648" y="56"/>
                          <a:pt x="888" y="16"/>
                          <a:pt x="960" y="0"/>
                        </a:cubicBezTo>
                      </a:path>
                    </a:pathLst>
                  </a:cu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9" name="Freeform 325"/>
                  <p:cNvSpPr>
                    <a:spLocks/>
                  </p:cNvSpPr>
                  <p:nvPr/>
                </p:nvSpPr>
                <p:spPr bwMode="auto">
                  <a:xfrm>
                    <a:off x="3168" y="2544"/>
                    <a:ext cx="960" cy="336"/>
                  </a:xfrm>
                  <a:custGeom>
                    <a:avLst/>
                    <a:gdLst>
                      <a:gd name="T0" fmla="*/ 0 w 960"/>
                      <a:gd name="T1" fmla="*/ 123 h 432"/>
                      <a:gd name="T2" fmla="*/ 240 w 960"/>
                      <a:gd name="T3" fmla="*/ 68 h 432"/>
                      <a:gd name="T4" fmla="*/ 528 w 960"/>
                      <a:gd name="T5" fmla="*/ 27 h 432"/>
                      <a:gd name="T6" fmla="*/ 960 w 960"/>
                      <a:gd name="T7" fmla="*/ 0 h 4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960"/>
                      <a:gd name="T13" fmla="*/ 0 h 432"/>
                      <a:gd name="T14" fmla="*/ 960 w 960"/>
                      <a:gd name="T15" fmla="*/ 432 h 43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960" h="432">
                        <a:moveTo>
                          <a:pt x="0" y="432"/>
                        </a:moveTo>
                        <a:cubicBezTo>
                          <a:pt x="76" y="364"/>
                          <a:pt x="152" y="296"/>
                          <a:pt x="240" y="240"/>
                        </a:cubicBezTo>
                        <a:cubicBezTo>
                          <a:pt x="328" y="184"/>
                          <a:pt x="408" y="136"/>
                          <a:pt x="528" y="96"/>
                        </a:cubicBezTo>
                        <a:cubicBezTo>
                          <a:pt x="648" y="56"/>
                          <a:pt x="888" y="16"/>
                          <a:pt x="960" y="0"/>
                        </a:cubicBezTo>
                      </a:path>
                    </a:pathLst>
                  </a:cu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077" name="Freeform 326"/>
              <p:cNvSpPr>
                <a:spLocks/>
              </p:cNvSpPr>
              <p:nvPr/>
            </p:nvSpPr>
            <p:spPr bwMode="auto">
              <a:xfrm rot="1243955">
                <a:off x="3070" y="2401"/>
                <a:ext cx="1778" cy="1278"/>
              </a:xfrm>
              <a:custGeom>
                <a:avLst/>
                <a:gdLst>
                  <a:gd name="T0" fmla="*/ 800 w 1778"/>
                  <a:gd name="T1" fmla="*/ 11 h 1278"/>
                  <a:gd name="T2" fmla="*/ 856 w 1778"/>
                  <a:gd name="T3" fmla="*/ 22 h 1278"/>
                  <a:gd name="T4" fmla="*/ 922 w 1778"/>
                  <a:gd name="T5" fmla="*/ 44 h 1278"/>
                  <a:gd name="T6" fmla="*/ 1022 w 1778"/>
                  <a:gd name="T7" fmla="*/ 89 h 1278"/>
                  <a:gd name="T8" fmla="*/ 1056 w 1778"/>
                  <a:gd name="T9" fmla="*/ 100 h 1278"/>
                  <a:gd name="T10" fmla="*/ 1089 w 1778"/>
                  <a:gd name="T11" fmla="*/ 122 h 1278"/>
                  <a:gd name="T12" fmla="*/ 1122 w 1778"/>
                  <a:gd name="T13" fmla="*/ 133 h 1278"/>
                  <a:gd name="T14" fmla="*/ 1178 w 1778"/>
                  <a:gd name="T15" fmla="*/ 167 h 1278"/>
                  <a:gd name="T16" fmla="*/ 1211 w 1778"/>
                  <a:gd name="T17" fmla="*/ 200 h 1278"/>
                  <a:gd name="T18" fmla="*/ 1256 w 1778"/>
                  <a:gd name="T19" fmla="*/ 222 h 1278"/>
                  <a:gd name="T20" fmla="*/ 1278 w 1778"/>
                  <a:gd name="T21" fmla="*/ 255 h 1278"/>
                  <a:gd name="T22" fmla="*/ 1345 w 1778"/>
                  <a:gd name="T23" fmla="*/ 289 h 1278"/>
                  <a:gd name="T24" fmla="*/ 1423 w 1778"/>
                  <a:gd name="T25" fmla="*/ 333 h 1278"/>
                  <a:gd name="T26" fmla="*/ 1511 w 1778"/>
                  <a:gd name="T27" fmla="*/ 433 h 1278"/>
                  <a:gd name="T28" fmla="*/ 1534 w 1778"/>
                  <a:gd name="T29" fmla="*/ 467 h 1278"/>
                  <a:gd name="T30" fmla="*/ 1600 w 1778"/>
                  <a:gd name="T31" fmla="*/ 511 h 1278"/>
                  <a:gd name="T32" fmla="*/ 1667 w 1778"/>
                  <a:gd name="T33" fmla="*/ 611 h 1278"/>
                  <a:gd name="T34" fmla="*/ 1700 w 1778"/>
                  <a:gd name="T35" fmla="*/ 644 h 1278"/>
                  <a:gd name="T36" fmla="*/ 1756 w 1778"/>
                  <a:gd name="T37" fmla="*/ 733 h 1278"/>
                  <a:gd name="T38" fmla="*/ 1778 w 1778"/>
                  <a:gd name="T39" fmla="*/ 789 h 1278"/>
                  <a:gd name="T40" fmla="*/ 1567 w 1778"/>
                  <a:gd name="T41" fmla="*/ 855 h 1278"/>
                  <a:gd name="T42" fmla="*/ 1434 w 1778"/>
                  <a:gd name="T43" fmla="*/ 900 h 1278"/>
                  <a:gd name="T44" fmla="*/ 1367 w 1778"/>
                  <a:gd name="T45" fmla="*/ 922 h 1278"/>
                  <a:gd name="T46" fmla="*/ 1289 w 1778"/>
                  <a:gd name="T47" fmla="*/ 978 h 1278"/>
                  <a:gd name="T48" fmla="*/ 1256 w 1778"/>
                  <a:gd name="T49" fmla="*/ 1000 h 1278"/>
                  <a:gd name="T50" fmla="*/ 1122 w 1778"/>
                  <a:gd name="T51" fmla="*/ 1089 h 1278"/>
                  <a:gd name="T52" fmla="*/ 1022 w 1778"/>
                  <a:gd name="T53" fmla="*/ 1144 h 1278"/>
                  <a:gd name="T54" fmla="*/ 956 w 1778"/>
                  <a:gd name="T55" fmla="*/ 1278 h 1278"/>
                  <a:gd name="T56" fmla="*/ 878 w 1778"/>
                  <a:gd name="T57" fmla="*/ 1178 h 1278"/>
                  <a:gd name="T58" fmla="*/ 800 w 1778"/>
                  <a:gd name="T59" fmla="*/ 1055 h 1278"/>
                  <a:gd name="T60" fmla="*/ 711 w 1778"/>
                  <a:gd name="T61" fmla="*/ 989 h 1278"/>
                  <a:gd name="T62" fmla="*/ 545 w 1778"/>
                  <a:gd name="T63" fmla="*/ 855 h 1278"/>
                  <a:gd name="T64" fmla="*/ 322 w 1778"/>
                  <a:gd name="T65" fmla="*/ 800 h 1278"/>
                  <a:gd name="T66" fmla="*/ 167 w 1778"/>
                  <a:gd name="T67" fmla="*/ 811 h 1278"/>
                  <a:gd name="T68" fmla="*/ 0 w 1778"/>
                  <a:gd name="T69" fmla="*/ 867 h 1278"/>
                  <a:gd name="T70" fmla="*/ 11 w 1778"/>
                  <a:gd name="T71" fmla="*/ 678 h 1278"/>
                  <a:gd name="T72" fmla="*/ 133 w 1778"/>
                  <a:gd name="T73" fmla="*/ 489 h 1278"/>
                  <a:gd name="T74" fmla="*/ 211 w 1778"/>
                  <a:gd name="T75" fmla="*/ 344 h 1278"/>
                  <a:gd name="T76" fmla="*/ 256 w 1778"/>
                  <a:gd name="T77" fmla="*/ 311 h 1278"/>
                  <a:gd name="T78" fmla="*/ 333 w 1778"/>
                  <a:gd name="T79" fmla="*/ 200 h 1278"/>
                  <a:gd name="T80" fmla="*/ 478 w 1778"/>
                  <a:gd name="T81" fmla="*/ 122 h 1278"/>
                  <a:gd name="T82" fmla="*/ 689 w 1778"/>
                  <a:gd name="T83" fmla="*/ 0 h 1278"/>
                  <a:gd name="T84" fmla="*/ 800 w 1778"/>
                  <a:gd name="T85" fmla="*/ 11 h 127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778"/>
                  <a:gd name="T130" fmla="*/ 0 h 1278"/>
                  <a:gd name="T131" fmla="*/ 1778 w 1778"/>
                  <a:gd name="T132" fmla="*/ 1278 h 127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778" h="1278">
                    <a:moveTo>
                      <a:pt x="800" y="11"/>
                    </a:moveTo>
                    <a:cubicBezTo>
                      <a:pt x="819" y="15"/>
                      <a:pt x="838" y="17"/>
                      <a:pt x="856" y="22"/>
                    </a:cubicBezTo>
                    <a:cubicBezTo>
                      <a:pt x="878" y="28"/>
                      <a:pt x="922" y="44"/>
                      <a:pt x="922" y="44"/>
                    </a:cubicBezTo>
                    <a:cubicBezTo>
                      <a:pt x="975" y="80"/>
                      <a:pt x="944" y="63"/>
                      <a:pt x="1022" y="89"/>
                    </a:cubicBezTo>
                    <a:cubicBezTo>
                      <a:pt x="1033" y="93"/>
                      <a:pt x="1056" y="100"/>
                      <a:pt x="1056" y="100"/>
                    </a:cubicBezTo>
                    <a:cubicBezTo>
                      <a:pt x="1067" y="107"/>
                      <a:pt x="1077" y="116"/>
                      <a:pt x="1089" y="122"/>
                    </a:cubicBezTo>
                    <a:cubicBezTo>
                      <a:pt x="1099" y="127"/>
                      <a:pt x="1112" y="127"/>
                      <a:pt x="1122" y="133"/>
                    </a:cubicBezTo>
                    <a:cubicBezTo>
                      <a:pt x="1205" y="182"/>
                      <a:pt x="1079" y="131"/>
                      <a:pt x="1178" y="167"/>
                    </a:cubicBezTo>
                    <a:cubicBezTo>
                      <a:pt x="1189" y="178"/>
                      <a:pt x="1198" y="191"/>
                      <a:pt x="1211" y="200"/>
                    </a:cubicBezTo>
                    <a:cubicBezTo>
                      <a:pt x="1225" y="210"/>
                      <a:pt x="1243" y="211"/>
                      <a:pt x="1256" y="222"/>
                    </a:cubicBezTo>
                    <a:cubicBezTo>
                      <a:pt x="1266" y="230"/>
                      <a:pt x="1269" y="246"/>
                      <a:pt x="1278" y="255"/>
                    </a:cubicBezTo>
                    <a:cubicBezTo>
                      <a:pt x="1301" y="278"/>
                      <a:pt x="1316" y="280"/>
                      <a:pt x="1345" y="289"/>
                    </a:cubicBezTo>
                    <a:cubicBezTo>
                      <a:pt x="1370" y="306"/>
                      <a:pt x="1402" y="312"/>
                      <a:pt x="1423" y="333"/>
                    </a:cubicBezTo>
                    <a:cubicBezTo>
                      <a:pt x="1564" y="474"/>
                      <a:pt x="1419" y="372"/>
                      <a:pt x="1511" y="433"/>
                    </a:cubicBezTo>
                    <a:cubicBezTo>
                      <a:pt x="1519" y="444"/>
                      <a:pt x="1524" y="458"/>
                      <a:pt x="1534" y="467"/>
                    </a:cubicBezTo>
                    <a:cubicBezTo>
                      <a:pt x="1554" y="484"/>
                      <a:pt x="1600" y="511"/>
                      <a:pt x="1600" y="511"/>
                    </a:cubicBezTo>
                    <a:cubicBezTo>
                      <a:pt x="1652" y="589"/>
                      <a:pt x="1630" y="556"/>
                      <a:pt x="1667" y="611"/>
                    </a:cubicBezTo>
                    <a:cubicBezTo>
                      <a:pt x="1676" y="624"/>
                      <a:pt x="1691" y="631"/>
                      <a:pt x="1700" y="644"/>
                    </a:cubicBezTo>
                    <a:cubicBezTo>
                      <a:pt x="1721" y="672"/>
                      <a:pt x="1756" y="733"/>
                      <a:pt x="1756" y="733"/>
                    </a:cubicBezTo>
                    <a:cubicBezTo>
                      <a:pt x="1770" y="775"/>
                      <a:pt x="1762" y="756"/>
                      <a:pt x="1778" y="789"/>
                    </a:cubicBezTo>
                    <a:cubicBezTo>
                      <a:pt x="1708" y="812"/>
                      <a:pt x="1639" y="837"/>
                      <a:pt x="1567" y="855"/>
                    </a:cubicBezTo>
                    <a:cubicBezTo>
                      <a:pt x="1530" y="893"/>
                      <a:pt x="1483" y="885"/>
                      <a:pt x="1434" y="900"/>
                    </a:cubicBezTo>
                    <a:cubicBezTo>
                      <a:pt x="1411" y="907"/>
                      <a:pt x="1367" y="922"/>
                      <a:pt x="1367" y="922"/>
                    </a:cubicBezTo>
                    <a:cubicBezTo>
                      <a:pt x="1341" y="941"/>
                      <a:pt x="1315" y="960"/>
                      <a:pt x="1289" y="978"/>
                    </a:cubicBezTo>
                    <a:cubicBezTo>
                      <a:pt x="1278" y="986"/>
                      <a:pt x="1256" y="1000"/>
                      <a:pt x="1256" y="1000"/>
                    </a:cubicBezTo>
                    <a:cubicBezTo>
                      <a:pt x="1220" y="1054"/>
                      <a:pt x="1184" y="1069"/>
                      <a:pt x="1122" y="1089"/>
                    </a:cubicBezTo>
                    <a:cubicBezTo>
                      <a:pt x="1089" y="1111"/>
                      <a:pt x="1056" y="1122"/>
                      <a:pt x="1022" y="1144"/>
                    </a:cubicBezTo>
                    <a:cubicBezTo>
                      <a:pt x="1000" y="1189"/>
                      <a:pt x="978" y="1233"/>
                      <a:pt x="956" y="1278"/>
                    </a:cubicBezTo>
                    <a:cubicBezTo>
                      <a:pt x="939" y="1207"/>
                      <a:pt x="921" y="1230"/>
                      <a:pt x="878" y="1178"/>
                    </a:cubicBezTo>
                    <a:cubicBezTo>
                      <a:pt x="846" y="1140"/>
                      <a:pt x="838" y="1089"/>
                      <a:pt x="800" y="1055"/>
                    </a:cubicBezTo>
                    <a:cubicBezTo>
                      <a:pt x="773" y="1030"/>
                      <a:pt x="737" y="1015"/>
                      <a:pt x="711" y="989"/>
                    </a:cubicBezTo>
                    <a:cubicBezTo>
                      <a:pt x="663" y="940"/>
                      <a:pt x="612" y="880"/>
                      <a:pt x="545" y="855"/>
                    </a:cubicBezTo>
                    <a:cubicBezTo>
                      <a:pt x="476" y="830"/>
                      <a:pt x="395" y="812"/>
                      <a:pt x="322" y="800"/>
                    </a:cubicBezTo>
                    <a:cubicBezTo>
                      <a:pt x="270" y="804"/>
                      <a:pt x="218" y="803"/>
                      <a:pt x="167" y="811"/>
                    </a:cubicBezTo>
                    <a:cubicBezTo>
                      <a:pt x="107" y="820"/>
                      <a:pt x="61" y="867"/>
                      <a:pt x="0" y="867"/>
                    </a:cubicBezTo>
                    <a:cubicBezTo>
                      <a:pt x="4" y="804"/>
                      <a:pt x="3" y="741"/>
                      <a:pt x="11" y="678"/>
                    </a:cubicBezTo>
                    <a:cubicBezTo>
                      <a:pt x="22" y="594"/>
                      <a:pt x="94" y="557"/>
                      <a:pt x="133" y="489"/>
                    </a:cubicBezTo>
                    <a:cubicBezTo>
                      <a:pt x="157" y="447"/>
                      <a:pt x="171" y="374"/>
                      <a:pt x="211" y="344"/>
                    </a:cubicBezTo>
                    <a:cubicBezTo>
                      <a:pt x="226" y="333"/>
                      <a:pt x="243" y="324"/>
                      <a:pt x="256" y="311"/>
                    </a:cubicBezTo>
                    <a:cubicBezTo>
                      <a:pt x="288" y="279"/>
                      <a:pt x="296" y="225"/>
                      <a:pt x="333" y="200"/>
                    </a:cubicBezTo>
                    <a:cubicBezTo>
                      <a:pt x="384" y="166"/>
                      <a:pt x="421" y="141"/>
                      <a:pt x="478" y="122"/>
                    </a:cubicBezTo>
                    <a:cubicBezTo>
                      <a:pt x="535" y="66"/>
                      <a:pt x="604" y="0"/>
                      <a:pt x="689" y="0"/>
                    </a:cubicBezTo>
                    <a:cubicBezTo>
                      <a:pt x="726" y="0"/>
                      <a:pt x="763" y="7"/>
                      <a:pt x="800" y="11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32" name="Object 327"/>
            <p:cNvGraphicFramePr>
              <a:graphicFrameLocks noChangeAspect="1"/>
            </p:cNvGraphicFramePr>
            <p:nvPr/>
          </p:nvGraphicFramePr>
          <p:xfrm>
            <a:off x="3305" y="2281"/>
            <a:ext cx="21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33" name="Equation" r:id="rId5" imgW="139579" imgH="177646" progId="Equation.3">
                    <p:embed/>
                  </p:oleObj>
                </mc:Choice>
                <mc:Fallback>
                  <p:oleObj name="Equation" r:id="rId5" imgW="139579" imgH="177646" progId="Equation.3">
                    <p:embed/>
                    <p:pic>
                      <p:nvPicPr>
                        <p:cNvPr id="1032" name="Object 3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5" y="2281"/>
                          <a:ext cx="219" cy="2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28"/>
          <p:cNvGrpSpPr>
            <a:grpSpLocks/>
          </p:cNvGrpSpPr>
          <p:nvPr/>
        </p:nvGrpSpPr>
        <p:grpSpPr bwMode="auto">
          <a:xfrm>
            <a:off x="3550444" y="2227660"/>
            <a:ext cx="2700338" cy="2058590"/>
            <a:chOff x="2967" y="2159"/>
            <a:chExt cx="2268" cy="1729"/>
          </a:xfrm>
        </p:grpSpPr>
        <p:grpSp>
          <p:nvGrpSpPr>
            <p:cNvPr id="1063" name="Group 329"/>
            <p:cNvGrpSpPr>
              <a:grpSpLocks/>
            </p:cNvGrpSpPr>
            <p:nvPr/>
          </p:nvGrpSpPr>
          <p:grpSpPr bwMode="auto">
            <a:xfrm>
              <a:off x="2967" y="2159"/>
              <a:ext cx="2268" cy="1729"/>
              <a:chOff x="2880" y="2026"/>
              <a:chExt cx="2355" cy="1873"/>
            </a:xfrm>
          </p:grpSpPr>
          <p:sp>
            <p:nvSpPr>
              <p:cNvPr id="1064" name="Arc 330"/>
              <p:cNvSpPr>
                <a:spLocks/>
              </p:cNvSpPr>
              <p:nvPr/>
            </p:nvSpPr>
            <p:spPr bwMode="auto">
              <a:xfrm rot="304380" flipH="1">
                <a:off x="4029" y="3162"/>
                <a:ext cx="1195" cy="241"/>
              </a:xfrm>
              <a:custGeom>
                <a:avLst/>
                <a:gdLst>
                  <a:gd name="T0" fmla="*/ 0 w 18089"/>
                  <a:gd name="T1" fmla="*/ 0 h 21600"/>
                  <a:gd name="T2" fmla="*/ 0 w 18089"/>
                  <a:gd name="T3" fmla="*/ 0 h 21600"/>
                  <a:gd name="T4" fmla="*/ 0 w 1808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089"/>
                  <a:gd name="T10" fmla="*/ 0 h 21600"/>
                  <a:gd name="T11" fmla="*/ 18089 w 1808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089" h="21600" fill="none" extrusionOk="0">
                    <a:moveTo>
                      <a:pt x="-1" y="0"/>
                    </a:moveTo>
                    <a:cubicBezTo>
                      <a:pt x="7297" y="0"/>
                      <a:pt x="14100" y="3684"/>
                      <a:pt x="18088" y="9795"/>
                    </a:cubicBezTo>
                  </a:path>
                  <a:path w="18089" h="21600" stroke="0" extrusionOk="0">
                    <a:moveTo>
                      <a:pt x="-1" y="0"/>
                    </a:moveTo>
                    <a:cubicBezTo>
                      <a:pt x="7297" y="0"/>
                      <a:pt x="14100" y="3684"/>
                      <a:pt x="18088" y="979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FF0000"/>
                </a:solidFill>
                <a:round/>
                <a:headEnd type="triangl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65" name="Group 331"/>
              <p:cNvGrpSpPr>
                <a:grpSpLocks/>
              </p:cNvGrpSpPr>
              <p:nvPr/>
            </p:nvGrpSpPr>
            <p:grpSpPr bwMode="auto">
              <a:xfrm>
                <a:off x="2880" y="2026"/>
                <a:ext cx="2355" cy="1873"/>
                <a:chOff x="2880" y="2026"/>
                <a:chExt cx="2355" cy="1873"/>
              </a:xfrm>
            </p:grpSpPr>
            <p:sp>
              <p:nvSpPr>
                <p:cNvPr id="1066" name="Freeform 332"/>
                <p:cNvSpPr>
                  <a:spLocks/>
                </p:cNvSpPr>
                <p:nvPr/>
              </p:nvSpPr>
              <p:spPr bwMode="auto">
                <a:xfrm>
                  <a:off x="2880" y="2938"/>
                  <a:ext cx="336" cy="288"/>
                </a:xfrm>
                <a:custGeom>
                  <a:avLst/>
                  <a:gdLst>
                    <a:gd name="T0" fmla="*/ 336 w 336"/>
                    <a:gd name="T1" fmla="*/ 0 h 288"/>
                    <a:gd name="T2" fmla="*/ 0 w 336"/>
                    <a:gd name="T3" fmla="*/ 288 h 288"/>
                    <a:gd name="T4" fmla="*/ 0 60000 65536"/>
                    <a:gd name="T5" fmla="*/ 0 60000 65536"/>
                    <a:gd name="T6" fmla="*/ 0 w 336"/>
                    <a:gd name="T7" fmla="*/ 0 h 288"/>
                    <a:gd name="T8" fmla="*/ 336 w 336"/>
                    <a:gd name="T9" fmla="*/ 288 h 28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36" h="288">
                      <a:moveTo>
                        <a:pt x="336" y="0"/>
                      </a:moveTo>
                      <a:cubicBezTo>
                        <a:pt x="196" y="116"/>
                        <a:pt x="56" y="232"/>
                        <a:pt x="0" y="288"/>
                      </a:cubicBezTo>
                    </a:path>
                  </a:pathLst>
                </a:custGeom>
                <a:noFill/>
                <a:ln w="12700">
                  <a:solidFill>
                    <a:srgbClr val="FF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7" name="Line 333"/>
                <p:cNvSpPr>
                  <a:spLocks noChangeShapeType="1"/>
                </p:cNvSpPr>
                <p:nvPr/>
              </p:nvSpPr>
              <p:spPr bwMode="auto">
                <a:xfrm flipH="1">
                  <a:off x="2976" y="3034"/>
                  <a:ext cx="432" cy="336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8" name="Line 334"/>
                <p:cNvSpPr>
                  <a:spLocks noChangeShapeType="1"/>
                </p:cNvSpPr>
                <p:nvPr/>
              </p:nvSpPr>
              <p:spPr bwMode="auto">
                <a:xfrm flipH="1">
                  <a:off x="3168" y="3178"/>
                  <a:ext cx="432" cy="288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9" name="Line 335"/>
                <p:cNvSpPr>
                  <a:spLocks noChangeShapeType="1"/>
                </p:cNvSpPr>
                <p:nvPr/>
              </p:nvSpPr>
              <p:spPr bwMode="auto">
                <a:xfrm flipH="1">
                  <a:off x="3216" y="3370"/>
                  <a:ext cx="480" cy="24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0" name="Line 336"/>
                <p:cNvSpPr>
                  <a:spLocks noChangeShapeType="1"/>
                </p:cNvSpPr>
                <p:nvPr/>
              </p:nvSpPr>
              <p:spPr bwMode="auto">
                <a:xfrm flipH="1">
                  <a:off x="3312" y="3504"/>
                  <a:ext cx="432" cy="19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1" name="Arc 337"/>
                <p:cNvSpPr>
                  <a:spLocks/>
                </p:cNvSpPr>
                <p:nvPr/>
              </p:nvSpPr>
              <p:spPr bwMode="auto">
                <a:xfrm>
                  <a:off x="4080" y="3467"/>
                  <a:ext cx="1155" cy="432"/>
                </a:xfrm>
                <a:custGeom>
                  <a:avLst/>
                  <a:gdLst>
                    <a:gd name="T0" fmla="*/ 0 w 20792"/>
                    <a:gd name="T1" fmla="*/ 0 h 21600"/>
                    <a:gd name="T2" fmla="*/ 0 w 20792"/>
                    <a:gd name="T3" fmla="*/ 0 h 21600"/>
                    <a:gd name="T4" fmla="*/ 0 w 2079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0792"/>
                    <a:gd name="T10" fmla="*/ 0 h 21600"/>
                    <a:gd name="T11" fmla="*/ 20792 w 2079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792" h="21600" fill="none" extrusionOk="0">
                      <a:moveTo>
                        <a:pt x="-1" y="0"/>
                      </a:moveTo>
                      <a:cubicBezTo>
                        <a:pt x="9674" y="0"/>
                        <a:pt x="18169" y="6433"/>
                        <a:pt x="20791" y="15746"/>
                      </a:cubicBezTo>
                    </a:path>
                    <a:path w="20792" h="21600" stroke="0" extrusionOk="0">
                      <a:moveTo>
                        <a:pt x="-1" y="0"/>
                      </a:moveTo>
                      <a:cubicBezTo>
                        <a:pt x="9674" y="0"/>
                        <a:pt x="18169" y="6433"/>
                        <a:pt x="20791" y="15746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FF0000"/>
                  </a:solidFill>
                  <a:round/>
                  <a:headEnd type="none" w="sm" len="lg"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2" name="Arc 338"/>
                <p:cNvSpPr>
                  <a:spLocks/>
                </p:cNvSpPr>
                <p:nvPr/>
              </p:nvSpPr>
              <p:spPr bwMode="auto">
                <a:xfrm flipH="1">
                  <a:off x="4028" y="2842"/>
                  <a:ext cx="1207" cy="384"/>
                </a:xfrm>
                <a:custGeom>
                  <a:avLst/>
                  <a:gdLst>
                    <a:gd name="T0" fmla="*/ 0 w 17843"/>
                    <a:gd name="T1" fmla="*/ 0 h 21600"/>
                    <a:gd name="T2" fmla="*/ 0 w 17843"/>
                    <a:gd name="T3" fmla="*/ 0 h 21600"/>
                    <a:gd name="T4" fmla="*/ 0 w 17843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7843"/>
                    <a:gd name="T10" fmla="*/ 0 h 21600"/>
                    <a:gd name="T11" fmla="*/ 17843 w 17843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843" h="21600" fill="none" extrusionOk="0">
                      <a:moveTo>
                        <a:pt x="-1" y="0"/>
                      </a:moveTo>
                      <a:cubicBezTo>
                        <a:pt x="7139" y="0"/>
                        <a:pt x="13818" y="3528"/>
                        <a:pt x="17842" y="9426"/>
                      </a:cubicBezTo>
                    </a:path>
                    <a:path w="17843" h="21600" stroke="0" extrusionOk="0">
                      <a:moveTo>
                        <a:pt x="-1" y="0"/>
                      </a:moveTo>
                      <a:cubicBezTo>
                        <a:pt x="7139" y="0"/>
                        <a:pt x="13818" y="3528"/>
                        <a:pt x="17842" y="9426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FF0000"/>
                  </a:solidFill>
                  <a:round/>
                  <a:headEnd type="triangl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3" name="Arc 339"/>
                <p:cNvSpPr>
                  <a:spLocks/>
                </p:cNvSpPr>
                <p:nvPr/>
              </p:nvSpPr>
              <p:spPr bwMode="auto">
                <a:xfrm rot="20781422" flipH="1">
                  <a:off x="3744" y="2506"/>
                  <a:ext cx="1360" cy="144"/>
                </a:xfrm>
                <a:custGeom>
                  <a:avLst/>
                  <a:gdLst>
                    <a:gd name="T0" fmla="*/ 0 w 21111"/>
                    <a:gd name="T1" fmla="*/ 0 h 21600"/>
                    <a:gd name="T2" fmla="*/ 0 w 21111"/>
                    <a:gd name="T3" fmla="*/ 0 h 21600"/>
                    <a:gd name="T4" fmla="*/ 0 w 2111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111"/>
                    <a:gd name="T10" fmla="*/ 0 h 21600"/>
                    <a:gd name="T11" fmla="*/ 21111 w 2111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11" h="21600" fill="none" extrusionOk="0">
                      <a:moveTo>
                        <a:pt x="-1" y="0"/>
                      </a:moveTo>
                      <a:cubicBezTo>
                        <a:pt x="10169" y="0"/>
                        <a:pt x="18960" y="7092"/>
                        <a:pt x="21111" y="17031"/>
                      </a:cubicBezTo>
                    </a:path>
                    <a:path w="21111" h="21600" stroke="0" extrusionOk="0">
                      <a:moveTo>
                        <a:pt x="-1" y="0"/>
                      </a:moveTo>
                      <a:cubicBezTo>
                        <a:pt x="10169" y="0"/>
                        <a:pt x="18960" y="7092"/>
                        <a:pt x="21111" y="17031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FF0000"/>
                  </a:solidFill>
                  <a:round/>
                  <a:headEnd type="triangl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4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3552" y="2026"/>
                  <a:ext cx="768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lg"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031" name="Object 341"/>
            <p:cNvGraphicFramePr>
              <a:graphicFrameLocks noChangeAspect="1"/>
            </p:cNvGraphicFramePr>
            <p:nvPr/>
          </p:nvGraphicFramePr>
          <p:xfrm>
            <a:off x="4826" y="2549"/>
            <a:ext cx="23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34" name="Equation" r:id="rId7" imgW="152334" imgH="190417" progId="Equation.3">
                    <p:embed/>
                  </p:oleObj>
                </mc:Choice>
                <mc:Fallback>
                  <p:oleObj name="Equation" r:id="rId7" imgW="152334" imgH="190417" progId="Equation.3">
                    <p:embed/>
                    <p:pic>
                      <p:nvPicPr>
                        <p:cNvPr id="1031" name="Object 3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6" y="2549"/>
                          <a:ext cx="237" cy="2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67"/>
          <p:cNvGrpSpPr>
            <a:grpSpLocks/>
          </p:cNvGrpSpPr>
          <p:nvPr/>
        </p:nvGrpSpPr>
        <p:grpSpPr bwMode="auto">
          <a:xfrm>
            <a:off x="828675" y="2218139"/>
            <a:ext cx="5637616" cy="2114550"/>
            <a:chOff x="633" y="2149"/>
            <a:chExt cx="4735" cy="1776"/>
          </a:xfrm>
        </p:grpSpPr>
        <p:grpSp>
          <p:nvGrpSpPr>
            <p:cNvPr id="1041" name="Group 368"/>
            <p:cNvGrpSpPr>
              <a:grpSpLocks/>
            </p:cNvGrpSpPr>
            <p:nvPr/>
          </p:nvGrpSpPr>
          <p:grpSpPr bwMode="auto">
            <a:xfrm>
              <a:off x="633" y="2300"/>
              <a:ext cx="2112" cy="822"/>
              <a:chOff x="681" y="2300"/>
              <a:chExt cx="2112" cy="822"/>
            </a:xfrm>
          </p:grpSpPr>
          <p:sp>
            <p:nvSpPr>
              <p:cNvPr id="1062" name="Text Box 369"/>
              <p:cNvSpPr txBox="1">
                <a:spLocks noChangeArrowheads="1"/>
              </p:cNvSpPr>
              <p:nvPr/>
            </p:nvSpPr>
            <p:spPr bwMode="auto">
              <a:xfrm>
                <a:off x="681" y="2300"/>
                <a:ext cx="2112" cy="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buFontTx/>
                  <a:buBlip>
                    <a:blip r:embed="rId9"/>
                  </a:buBlip>
                </a:pPr>
                <a:r>
                  <a:rPr kumimoji="1" lang="en-US" altLang="zh-CN" sz="2100" b="1" dirty="0">
                    <a:latin typeface="Times New Roman" pitchFamily="18" charset="0"/>
                  </a:rPr>
                  <a:t>  </a:t>
                </a:r>
                <a:r>
                  <a:rPr kumimoji="1" lang="zh-CN" altLang="en-US" sz="2400" b="1" dirty="0">
                    <a:latin typeface="Times New Roman" pitchFamily="18" charset="0"/>
                  </a:rPr>
                  <a:t>匀强电场</a:t>
                </a:r>
                <a:r>
                  <a:rPr kumimoji="1" lang="zh-CN" altLang="en-US" sz="2100" b="1" dirty="0">
                    <a:latin typeface="Times New Roman" pitchFamily="18" charset="0"/>
                  </a:rPr>
                  <a:t> ，     </a:t>
                </a: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2400" b="1" dirty="0">
                    <a:latin typeface="Times New Roman" pitchFamily="18" charset="0"/>
                  </a:rPr>
                  <a:t>       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Times New Roman" pitchFamily="18" charset="0"/>
                  </a:rPr>
                  <a:t>垂直</a:t>
                </a:r>
                <a:r>
                  <a:rPr kumimoji="1" lang="zh-CN" altLang="en-US" sz="2400" b="1" dirty="0">
                    <a:latin typeface="Times New Roman" pitchFamily="18" charset="0"/>
                  </a:rPr>
                  <a:t>平面时</a:t>
                </a:r>
                <a:r>
                  <a:rPr kumimoji="1" lang="en-US" altLang="zh-CN" sz="2400" b="1" dirty="0">
                    <a:latin typeface="Times New Roman" pitchFamily="18" charset="0"/>
                  </a:rPr>
                  <a:t>.</a:t>
                </a:r>
                <a:endParaRPr kumimoji="1" lang="en-US" altLang="zh-CN" sz="2400" dirty="0">
                  <a:latin typeface="Times New Roman" pitchFamily="18" charset="0"/>
                </a:endParaRPr>
              </a:p>
            </p:txBody>
          </p:sp>
          <p:graphicFrame>
            <p:nvGraphicFramePr>
              <p:cNvPr id="1030" name="Object 370"/>
              <p:cNvGraphicFramePr>
                <a:graphicFrameLocks noChangeAspect="1"/>
              </p:cNvGraphicFramePr>
              <p:nvPr/>
            </p:nvGraphicFramePr>
            <p:xfrm>
              <a:off x="971" y="2708"/>
              <a:ext cx="273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7735" name="Equation" r:id="rId10" imgW="152334" imgH="190417" progId="Equation.3">
                      <p:embed/>
                    </p:oleObj>
                  </mc:Choice>
                  <mc:Fallback>
                    <p:oleObj name="Equation" r:id="rId10" imgW="152334" imgH="190417" progId="Equation.3">
                      <p:embed/>
                      <p:pic>
                        <p:nvPicPr>
                          <p:cNvPr id="1030" name="Object 3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71" y="2708"/>
                            <a:ext cx="273" cy="32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42" name="Rectangle 371"/>
            <p:cNvSpPr>
              <a:spLocks noChangeArrowheads="1"/>
            </p:cNvSpPr>
            <p:nvPr/>
          </p:nvSpPr>
          <p:spPr bwMode="auto">
            <a:xfrm>
              <a:off x="2872" y="2149"/>
              <a:ext cx="2496" cy="17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66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" name="AutoShape 372"/>
            <p:cNvSpPr>
              <a:spLocks noChangeArrowheads="1"/>
            </p:cNvSpPr>
            <p:nvPr/>
          </p:nvSpPr>
          <p:spPr bwMode="auto">
            <a:xfrm rot="9725049">
              <a:off x="3522" y="2546"/>
              <a:ext cx="973" cy="816"/>
            </a:xfrm>
            <a:prstGeom prst="parallelogram">
              <a:avLst>
                <a:gd name="adj" fmla="val 33034"/>
              </a:avLst>
            </a:prstGeom>
            <a:solidFill>
              <a:srgbClr val="C5E5E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7" name="Object 373"/>
            <p:cNvGraphicFramePr>
              <a:graphicFrameLocks noChangeAspect="1"/>
            </p:cNvGraphicFramePr>
            <p:nvPr/>
          </p:nvGraphicFramePr>
          <p:xfrm>
            <a:off x="3648" y="2306"/>
            <a:ext cx="21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36" name="Equation" r:id="rId12" imgW="139579" imgH="177646" progId="Equation.3">
                    <p:embed/>
                  </p:oleObj>
                </mc:Choice>
                <mc:Fallback>
                  <p:oleObj name="Equation" r:id="rId12" imgW="139579" imgH="177646" progId="Equation.3">
                    <p:embed/>
                    <p:pic>
                      <p:nvPicPr>
                        <p:cNvPr id="1027" name="Object 3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306"/>
                          <a:ext cx="219" cy="2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" name="Line 374"/>
            <p:cNvSpPr>
              <a:spLocks noChangeShapeType="1"/>
            </p:cNvSpPr>
            <p:nvPr/>
          </p:nvSpPr>
          <p:spPr bwMode="auto">
            <a:xfrm>
              <a:off x="4176" y="2690"/>
              <a:ext cx="768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" name="Line 375"/>
            <p:cNvSpPr>
              <a:spLocks noChangeShapeType="1"/>
            </p:cNvSpPr>
            <p:nvPr/>
          </p:nvSpPr>
          <p:spPr bwMode="auto">
            <a:xfrm>
              <a:off x="3984" y="2738"/>
              <a:ext cx="768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" name="Line 376"/>
            <p:cNvSpPr>
              <a:spLocks noChangeShapeType="1"/>
            </p:cNvSpPr>
            <p:nvPr/>
          </p:nvSpPr>
          <p:spPr bwMode="auto">
            <a:xfrm>
              <a:off x="3888" y="2795"/>
              <a:ext cx="768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7" name="Line 377"/>
            <p:cNvSpPr>
              <a:spLocks noChangeShapeType="1"/>
            </p:cNvSpPr>
            <p:nvPr/>
          </p:nvSpPr>
          <p:spPr bwMode="auto">
            <a:xfrm>
              <a:off x="3339" y="2690"/>
              <a:ext cx="336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" name="Line 378"/>
            <p:cNvSpPr>
              <a:spLocks noChangeShapeType="1"/>
            </p:cNvSpPr>
            <p:nvPr/>
          </p:nvSpPr>
          <p:spPr bwMode="auto">
            <a:xfrm>
              <a:off x="3216" y="2738"/>
              <a:ext cx="459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9" name="Line 379"/>
            <p:cNvSpPr>
              <a:spLocks noChangeShapeType="1"/>
            </p:cNvSpPr>
            <p:nvPr/>
          </p:nvSpPr>
          <p:spPr bwMode="auto">
            <a:xfrm>
              <a:off x="3120" y="2795"/>
              <a:ext cx="555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0" name="Line 380"/>
            <p:cNvSpPr>
              <a:spLocks noChangeShapeType="1"/>
            </p:cNvSpPr>
            <p:nvPr/>
          </p:nvSpPr>
          <p:spPr bwMode="auto">
            <a:xfrm>
              <a:off x="4176" y="2921"/>
              <a:ext cx="768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1" name="Line 381"/>
            <p:cNvSpPr>
              <a:spLocks noChangeShapeType="1"/>
            </p:cNvSpPr>
            <p:nvPr/>
          </p:nvSpPr>
          <p:spPr bwMode="auto">
            <a:xfrm>
              <a:off x="3984" y="2969"/>
              <a:ext cx="768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" name="Line 382"/>
            <p:cNvSpPr>
              <a:spLocks noChangeShapeType="1"/>
            </p:cNvSpPr>
            <p:nvPr/>
          </p:nvSpPr>
          <p:spPr bwMode="auto">
            <a:xfrm>
              <a:off x="3888" y="3026"/>
              <a:ext cx="768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" name="Line 383"/>
            <p:cNvSpPr>
              <a:spLocks noChangeShapeType="1"/>
            </p:cNvSpPr>
            <p:nvPr/>
          </p:nvSpPr>
          <p:spPr bwMode="auto">
            <a:xfrm>
              <a:off x="3339" y="2921"/>
              <a:ext cx="336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" name="Line 384"/>
            <p:cNvSpPr>
              <a:spLocks noChangeShapeType="1"/>
            </p:cNvSpPr>
            <p:nvPr/>
          </p:nvSpPr>
          <p:spPr bwMode="auto">
            <a:xfrm>
              <a:off x="3216" y="2969"/>
              <a:ext cx="459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" name="Line 385"/>
            <p:cNvSpPr>
              <a:spLocks noChangeShapeType="1"/>
            </p:cNvSpPr>
            <p:nvPr/>
          </p:nvSpPr>
          <p:spPr bwMode="auto">
            <a:xfrm>
              <a:off x="3120" y="3026"/>
              <a:ext cx="555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" name="Line 386"/>
            <p:cNvSpPr>
              <a:spLocks noChangeShapeType="1"/>
            </p:cNvSpPr>
            <p:nvPr/>
          </p:nvSpPr>
          <p:spPr bwMode="auto">
            <a:xfrm>
              <a:off x="4176" y="3170"/>
              <a:ext cx="768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7" name="Line 387"/>
            <p:cNvSpPr>
              <a:spLocks noChangeShapeType="1"/>
            </p:cNvSpPr>
            <p:nvPr/>
          </p:nvSpPr>
          <p:spPr bwMode="auto">
            <a:xfrm>
              <a:off x="3984" y="3218"/>
              <a:ext cx="768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8" name="Line 388"/>
            <p:cNvSpPr>
              <a:spLocks noChangeShapeType="1"/>
            </p:cNvSpPr>
            <p:nvPr/>
          </p:nvSpPr>
          <p:spPr bwMode="auto">
            <a:xfrm>
              <a:off x="3888" y="3275"/>
              <a:ext cx="768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9" name="Line 389"/>
            <p:cNvSpPr>
              <a:spLocks noChangeShapeType="1"/>
            </p:cNvSpPr>
            <p:nvPr/>
          </p:nvSpPr>
          <p:spPr bwMode="auto">
            <a:xfrm>
              <a:off x="3339" y="3170"/>
              <a:ext cx="336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0" name="Line 390"/>
            <p:cNvSpPr>
              <a:spLocks noChangeShapeType="1"/>
            </p:cNvSpPr>
            <p:nvPr/>
          </p:nvSpPr>
          <p:spPr bwMode="auto">
            <a:xfrm>
              <a:off x="3216" y="3218"/>
              <a:ext cx="459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1" name="Line 391"/>
            <p:cNvSpPr>
              <a:spLocks noChangeShapeType="1"/>
            </p:cNvSpPr>
            <p:nvPr/>
          </p:nvSpPr>
          <p:spPr bwMode="auto">
            <a:xfrm>
              <a:off x="3120" y="3275"/>
              <a:ext cx="555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8" name="Object 392"/>
            <p:cNvGraphicFramePr>
              <a:graphicFrameLocks noChangeAspect="1"/>
            </p:cNvGraphicFramePr>
            <p:nvPr/>
          </p:nvGraphicFramePr>
          <p:xfrm>
            <a:off x="4944" y="2882"/>
            <a:ext cx="23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37" name="Equation" r:id="rId13" imgW="152334" imgH="190417" progId="Equation.3">
                    <p:embed/>
                  </p:oleObj>
                </mc:Choice>
                <mc:Fallback>
                  <p:oleObj name="Equation" r:id="rId13" imgW="152334" imgH="190417" progId="Equation.3">
                    <p:embed/>
                    <p:pic>
                      <p:nvPicPr>
                        <p:cNvPr id="1028" name="Object 3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2882"/>
                          <a:ext cx="237" cy="2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" name="Object 393"/>
            <p:cNvGraphicFramePr>
              <a:graphicFrameLocks noChangeAspect="1"/>
            </p:cNvGraphicFramePr>
            <p:nvPr/>
          </p:nvGraphicFramePr>
          <p:xfrm>
            <a:off x="4896" y="2402"/>
            <a:ext cx="257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738" name="Equation" r:id="rId14" imgW="165028" imgH="228501" progId="Equation.3">
                    <p:embed/>
                  </p:oleObj>
                </mc:Choice>
                <mc:Fallback>
                  <p:oleObj name="Equation" r:id="rId14" imgW="165028" imgH="228501" progId="Equation.3">
                    <p:embed/>
                    <p:pic>
                      <p:nvPicPr>
                        <p:cNvPr id="1029" name="Object 3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2402"/>
                          <a:ext cx="257" cy="3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6450023" y="245418"/>
            <a:ext cx="1353471" cy="681530"/>
            <a:chOff x="8532813" y="337916"/>
            <a:chExt cx="3468687" cy="1746631"/>
          </a:xfrm>
        </p:grpSpPr>
        <p:pic>
          <p:nvPicPr>
            <p:cNvPr id="73" name="Picture 9"/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91"/>
            <a:stretch/>
          </p:blipFill>
          <p:spPr bwMode="auto">
            <a:xfrm>
              <a:off x="8532813" y="337916"/>
              <a:ext cx="2687210" cy="1746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椭圆 75"/>
            <p:cNvSpPr/>
            <p:nvPr/>
          </p:nvSpPr>
          <p:spPr bwMode="auto">
            <a:xfrm>
              <a:off x="10349843" y="817400"/>
              <a:ext cx="684000" cy="936000"/>
            </a:xfrm>
            <a:prstGeom prst="ellipse">
              <a:avLst/>
            </a:prstGeom>
            <a:solidFill>
              <a:srgbClr val="C00000">
                <a:alpha val="80000"/>
              </a:srgbClr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79" name="直接箭头连接符 78"/>
            <p:cNvCxnSpPr/>
            <p:nvPr/>
          </p:nvCxnSpPr>
          <p:spPr bwMode="auto">
            <a:xfrm>
              <a:off x="10722827" y="1291341"/>
              <a:ext cx="1278673" cy="97880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</p:grpSp>
      <p:grpSp>
        <p:nvGrpSpPr>
          <p:cNvPr id="3" name="组合 2"/>
          <p:cNvGrpSpPr/>
          <p:nvPr/>
        </p:nvGrpSpPr>
        <p:grpSpPr>
          <a:xfrm>
            <a:off x="383381" y="420386"/>
            <a:ext cx="6385904" cy="1078456"/>
            <a:chOff x="806483" y="475970"/>
            <a:chExt cx="6385904" cy="1078456"/>
          </a:xfrm>
        </p:grpSpPr>
        <p:sp>
          <p:nvSpPr>
            <p:cNvPr id="69" name="Text Box 19"/>
            <p:cNvSpPr txBox="1">
              <a:spLocks noChangeArrowheads="1"/>
            </p:cNvSpPr>
            <p:nvPr/>
          </p:nvSpPr>
          <p:spPr bwMode="auto">
            <a:xfrm>
              <a:off x="806483" y="475970"/>
              <a:ext cx="5657850" cy="507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700" b="1">
                  <a:solidFill>
                    <a:srgbClr val="CC0000"/>
                  </a:solidFill>
                  <a:latin typeface="宋体" pitchFamily="2" charset="-122"/>
                </a:rPr>
                <a:t>二、电</a:t>
              </a:r>
              <a:r>
                <a:rPr kumimoji="1" lang="zh-CN" altLang="en-US" sz="2700" b="1" dirty="0">
                  <a:solidFill>
                    <a:srgbClr val="CC0000"/>
                  </a:solidFill>
                  <a:latin typeface="宋体" pitchFamily="2" charset="-122"/>
                </a:rPr>
                <a:t>场强度通量（电通量）</a:t>
              </a:r>
              <a:endParaRPr kumimoji="1" lang="zh-CN" altLang="en-US" sz="2400" b="1" dirty="0">
                <a:solidFill>
                  <a:srgbClr val="333399"/>
                </a:solidFill>
                <a:latin typeface="宋体" pitchFamily="2" charset="-122"/>
              </a:endParaRPr>
            </a:p>
          </p:txBody>
        </p:sp>
        <p:sp>
          <p:nvSpPr>
            <p:cNvPr id="70" name="Text Box 20"/>
            <p:cNvSpPr txBox="1">
              <a:spLocks noChangeArrowheads="1"/>
            </p:cNvSpPr>
            <p:nvPr/>
          </p:nvSpPr>
          <p:spPr bwMode="auto">
            <a:xfrm>
              <a:off x="2220337" y="1018894"/>
              <a:ext cx="4972050" cy="535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zh-CN" sz="2400" b="1" dirty="0">
                  <a:latin typeface="宋体" pitchFamily="2" charset="-122"/>
                </a:rPr>
                <a:t>  </a:t>
              </a:r>
              <a:r>
                <a:rPr kumimoji="1" lang="zh-CN" altLang="en-US" sz="2400" b="1" dirty="0">
                  <a:latin typeface="宋体" pitchFamily="2" charset="-122"/>
                </a:rPr>
                <a:t>通过电场中某个面的电场线条数</a:t>
              </a:r>
            </a:p>
          </p:txBody>
        </p:sp>
        <p:sp>
          <p:nvSpPr>
            <p:cNvPr id="71" name="Text Box 21"/>
            <p:cNvSpPr txBox="1">
              <a:spLocks noChangeArrowheads="1"/>
            </p:cNvSpPr>
            <p:nvPr/>
          </p:nvSpPr>
          <p:spPr bwMode="auto">
            <a:xfrm>
              <a:off x="1206533" y="1018895"/>
              <a:ext cx="1371600" cy="535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85763" indent="-385763">
                <a:lnSpc>
                  <a:spcPct val="120000"/>
                </a:lnSpc>
                <a:buClr>
                  <a:srgbClr val="C00000"/>
                </a:buClr>
                <a:buFont typeface="Wingdings" panose="05000000000000000000" pitchFamily="2" charset="2"/>
                <a:buChar char="u"/>
              </a:pPr>
              <a:r>
                <a:rPr lang="zh-CN" altLang="en-US" sz="2400" b="1" dirty="0">
                  <a:latin typeface="宋体" pitchFamily="2" charset="-122"/>
                </a:rPr>
                <a:t>定义</a:t>
              </a:r>
            </a:p>
          </p:txBody>
        </p:sp>
      </p:grpSp>
      <p:graphicFrame>
        <p:nvGraphicFramePr>
          <p:cNvPr id="7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807702"/>
              </p:ext>
            </p:extLst>
          </p:nvPr>
        </p:nvGraphicFramePr>
        <p:xfrm>
          <a:off x="7554027" y="3042138"/>
          <a:ext cx="1172043" cy="759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39" name="Equation" r:id="rId17" imgW="583920" imgH="431640" progId="Equation.DSMT4">
                  <p:embed/>
                </p:oleObj>
              </mc:Choice>
              <mc:Fallback>
                <p:oleObj name="Equation" r:id="rId17" imgW="583920" imgH="431640" progId="Equation.DSMT4">
                  <p:embed/>
                  <p:pic>
                    <p:nvPicPr>
                      <p:cNvPr id="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4027" y="3042138"/>
                        <a:ext cx="1172043" cy="75902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338249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2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745960" y="4892040"/>
            <a:ext cx="1428750" cy="342900"/>
          </a:xfrm>
        </p:spPr>
        <p:txBody>
          <a:bodyPr/>
          <a:lstStyle/>
          <a:p>
            <a:pPr algn="r">
              <a:defRPr/>
            </a:pPr>
            <a:fld id="{908F157A-93D2-413A-B9DD-148F95806863}" type="slidenum">
              <a:rPr lang="en-US" altLang="zh-CN"/>
              <a:pPr algn="r">
                <a:defRPr/>
              </a:pPr>
              <a:t>13</a:t>
            </a:fld>
            <a:endParaRPr lang="en-US" altLang="zh-CN"/>
          </a:p>
        </p:txBody>
      </p:sp>
      <p:sp>
        <p:nvSpPr>
          <p:cNvPr id="2060" name="Text Box 19"/>
          <p:cNvSpPr txBox="1">
            <a:spLocks noChangeArrowheads="1"/>
          </p:cNvSpPr>
          <p:nvPr/>
        </p:nvSpPr>
        <p:spPr bwMode="auto">
          <a:xfrm>
            <a:off x="528638" y="367904"/>
            <a:ext cx="565785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700" b="1" dirty="0">
                <a:solidFill>
                  <a:srgbClr val="CC0000"/>
                </a:solidFill>
                <a:latin typeface="宋体" pitchFamily="2" charset="-122"/>
              </a:rPr>
              <a:t>二  电场强度通量（电通量）</a:t>
            </a:r>
            <a:endParaRPr kumimoji="1" lang="zh-CN" altLang="en-US" sz="2400" b="1" dirty="0">
              <a:solidFill>
                <a:srgbClr val="333399"/>
              </a:solidFill>
              <a:latin typeface="宋体" pitchFamily="2" charset="-122"/>
            </a:endParaRPr>
          </a:p>
        </p:txBody>
      </p:sp>
      <p:sp>
        <p:nvSpPr>
          <p:cNvPr id="2061" name="Text Box 20"/>
          <p:cNvSpPr txBox="1">
            <a:spLocks noChangeArrowheads="1"/>
          </p:cNvSpPr>
          <p:nvPr/>
        </p:nvSpPr>
        <p:spPr bwMode="auto">
          <a:xfrm>
            <a:off x="1802360" y="901778"/>
            <a:ext cx="497205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latin typeface="宋体" pitchFamily="2" charset="-122"/>
              </a:rPr>
              <a:t>  </a:t>
            </a:r>
            <a:r>
              <a:rPr kumimoji="1" lang="zh-CN" altLang="en-US" sz="2400" b="1" dirty="0">
                <a:latin typeface="宋体" pitchFamily="2" charset="-122"/>
              </a:rPr>
              <a:t>通过电场中某个面的电场线条数</a:t>
            </a:r>
          </a:p>
        </p:txBody>
      </p:sp>
      <p:grpSp>
        <p:nvGrpSpPr>
          <p:cNvPr id="2" name="Group 153"/>
          <p:cNvGrpSpPr>
            <a:grpSpLocks/>
          </p:cNvGrpSpPr>
          <p:nvPr/>
        </p:nvGrpSpPr>
        <p:grpSpPr bwMode="auto">
          <a:xfrm>
            <a:off x="1239689" y="3815728"/>
            <a:ext cx="2534840" cy="513159"/>
            <a:chOff x="998" y="3047"/>
            <a:chExt cx="2129" cy="431"/>
          </a:xfrm>
        </p:grpSpPr>
        <p:graphicFrame>
          <p:nvGraphicFramePr>
            <p:cNvPr id="2057" name="Object 100"/>
            <p:cNvGraphicFramePr>
              <a:graphicFrameLocks noChangeAspect="1"/>
            </p:cNvGraphicFramePr>
            <p:nvPr/>
          </p:nvGraphicFramePr>
          <p:xfrm>
            <a:off x="998" y="3072"/>
            <a:ext cx="1354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16" name="Equation" r:id="rId3" imgW="876300" imgH="228600" progId="Equation.3">
                    <p:embed/>
                  </p:oleObj>
                </mc:Choice>
                <mc:Fallback>
                  <p:oleObj name="Equation" r:id="rId3" imgW="8763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3072"/>
                          <a:ext cx="1354" cy="4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" name="Object 10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3354849"/>
                </p:ext>
              </p:extLst>
            </p:nvPr>
          </p:nvGraphicFramePr>
          <p:xfrm>
            <a:off x="2350" y="3047"/>
            <a:ext cx="777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17" name="Equation" r:id="rId5" imgW="444307" imgH="203112" progId="Equation.3">
                    <p:embed/>
                  </p:oleObj>
                </mc:Choice>
                <mc:Fallback>
                  <p:oleObj name="Equation" r:id="rId5" imgW="44430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0" y="3047"/>
                          <a:ext cx="777" cy="3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65" name="Group 119"/>
          <p:cNvGrpSpPr>
            <a:grpSpLocks/>
          </p:cNvGrpSpPr>
          <p:nvPr/>
        </p:nvGrpSpPr>
        <p:grpSpPr bwMode="auto">
          <a:xfrm>
            <a:off x="1012031" y="2283618"/>
            <a:ext cx="2571750" cy="1200150"/>
            <a:chOff x="-2423" y="4185"/>
            <a:chExt cx="2160" cy="1008"/>
          </a:xfrm>
        </p:grpSpPr>
        <p:sp>
          <p:nvSpPr>
            <p:cNvPr id="2089" name="Text Box 105"/>
            <p:cNvSpPr txBox="1">
              <a:spLocks noChangeArrowheads="1"/>
            </p:cNvSpPr>
            <p:nvPr/>
          </p:nvSpPr>
          <p:spPr bwMode="auto">
            <a:xfrm>
              <a:off x="-2423" y="4185"/>
              <a:ext cx="2160" cy="1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buFontTx/>
                <a:buBlip>
                  <a:blip r:embed="rId7"/>
                </a:buBlip>
              </a:pPr>
              <a:r>
                <a:rPr kumimoji="1" lang="en-US" altLang="zh-CN" sz="2100" b="1" dirty="0">
                  <a:latin typeface="Times New Roman" pitchFamily="18" charset="0"/>
                </a:rPr>
                <a:t>  </a:t>
              </a:r>
              <a:r>
                <a:rPr kumimoji="1" lang="zh-CN" altLang="en-US" sz="2400" b="1" dirty="0">
                  <a:latin typeface="Times New Roman" pitchFamily="18" charset="0"/>
                </a:rPr>
                <a:t>匀强电场</a:t>
              </a:r>
              <a:r>
                <a:rPr kumimoji="1" lang="zh-CN" altLang="en-US" sz="2100" b="1" dirty="0">
                  <a:latin typeface="Times New Roman" pitchFamily="18" charset="0"/>
                </a:rPr>
                <a:t> ，     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2400" b="1" dirty="0">
                  <a:latin typeface="Times New Roman" pitchFamily="18" charset="0"/>
                </a:rPr>
                <a:t>      与平面夹角    </a:t>
              </a:r>
              <a:r>
                <a:rPr kumimoji="1" lang="en-US" altLang="zh-CN" sz="2400" b="1" dirty="0">
                  <a:latin typeface="Times New Roman" pitchFamily="18" charset="0"/>
                </a:rPr>
                <a:t>.</a:t>
              </a:r>
            </a:p>
          </p:txBody>
        </p:sp>
        <p:graphicFrame>
          <p:nvGraphicFramePr>
            <p:cNvPr id="2055" name="Object 103"/>
            <p:cNvGraphicFramePr>
              <a:graphicFrameLocks noChangeAspect="1"/>
            </p:cNvGraphicFramePr>
            <p:nvPr/>
          </p:nvGraphicFramePr>
          <p:xfrm>
            <a:off x="-695" y="4770"/>
            <a:ext cx="31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18" name="Equation" r:id="rId8" imgW="126725" imgH="177415" progId="Equation.3">
                    <p:embed/>
                  </p:oleObj>
                </mc:Choice>
                <mc:Fallback>
                  <p:oleObj name="Equation" r:id="rId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695" y="4770"/>
                          <a:ext cx="313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6" name="Object 106"/>
            <p:cNvGraphicFramePr>
              <a:graphicFrameLocks noChangeAspect="1"/>
            </p:cNvGraphicFramePr>
            <p:nvPr/>
          </p:nvGraphicFramePr>
          <p:xfrm>
            <a:off x="-2253" y="4701"/>
            <a:ext cx="280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19" name="Equation" r:id="rId10" imgW="152334" imgH="190417" progId="Equation.3">
                    <p:embed/>
                  </p:oleObj>
                </mc:Choice>
                <mc:Fallback>
                  <p:oleObj name="Equation" r:id="rId10" imgW="152334" imgH="19041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253" y="4701"/>
                          <a:ext cx="280" cy="3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66" name="Rectangle 121"/>
          <p:cNvSpPr>
            <a:spLocks noChangeArrowheads="1"/>
          </p:cNvSpPr>
          <p:nvPr/>
        </p:nvSpPr>
        <p:spPr bwMode="auto">
          <a:xfrm>
            <a:off x="4790352" y="1888331"/>
            <a:ext cx="2971800" cy="2114550"/>
          </a:xfrm>
          <a:prstGeom prst="rect">
            <a:avLst/>
          </a:prstGeom>
          <a:solidFill>
            <a:srgbClr val="FFFFFF"/>
          </a:solidFill>
          <a:ln w="9525">
            <a:solidFill>
              <a:srgbClr val="0066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7" name="Line 122"/>
          <p:cNvSpPr>
            <a:spLocks noChangeShapeType="1"/>
          </p:cNvSpPr>
          <p:nvPr/>
        </p:nvSpPr>
        <p:spPr bwMode="auto">
          <a:xfrm flipH="1">
            <a:off x="6718697" y="3303985"/>
            <a:ext cx="1143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50" name="Object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221360"/>
              </p:ext>
            </p:extLst>
          </p:nvPr>
        </p:nvGraphicFramePr>
        <p:xfrm>
          <a:off x="5991226" y="2790825"/>
          <a:ext cx="27027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20" name="Equation" r:id="rId12" imgW="139579" imgH="177646" progId="Equation.3">
                  <p:embed/>
                </p:oleObj>
              </mc:Choice>
              <mc:Fallback>
                <p:oleObj name="Equation" r:id="rId12" imgW="139579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6" y="2790825"/>
                        <a:ext cx="270272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" name="AutoShape 125"/>
          <p:cNvSpPr>
            <a:spLocks noChangeArrowheads="1"/>
          </p:cNvSpPr>
          <p:nvPr/>
        </p:nvSpPr>
        <p:spPr bwMode="auto">
          <a:xfrm rot="2762319">
            <a:off x="5814418" y="2785468"/>
            <a:ext cx="1050131" cy="727472"/>
          </a:xfrm>
          <a:prstGeom prst="parallelogram">
            <a:avLst>
              <a:gd name="adj" fmla="val 36516"/>
            </a:avLst>
          </a:prstGeom>
          <a:solidFill>
            <a:srgbClr val="82C7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" name="Line 127"/>
          <p:cNvSpPr>
            <a:spLocks noChangeShapeType="1"/>
          </p:cNvSpPr>
          <p:nvPr/>
        </p:nvSpPr>
        <p:spPr bwMode="auto">
          <a:xfrm flipV="1">
            <a:off x="6624638" y="3217069"/>
            <a:ext cx="9144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" name="Line 128"/>
          <p:cNvSpPr>
            <a:spLocks noChangeShapeType="1"/>
          </p:cNvSpPr>
          <p:nvPr/>
        </p:nvSpPr>
        <p:spPr bwMode="auto">
          <a:xfrm flipV="1">
            <a:off x="6453188" y="3299222"/>
            <a:ext cx="97155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1" name="Line 129"/>
          <p:cNvSpPr>
            <a:spLocks noChangeShapeType="1"/>
          </p:cNvSpPr>
          <p:nvPr/>
        </p:nvSpPr>
        <p:spPr bwMode="auto">
          <a:xfrm flipV="1">
            <a:off x="6199585" y="3388519"/>
            <a:ext cx="10287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3" name="Line 131"/>
          <p:cNvSpPr>
            <a:spLocks noChangeShapeType="1"/>
          </p:cNvSpPr>
          <p:nvPr/>
        </p:nvSpPr>
        <p:spPr bwMode="auto">
          <a:xfrm flipV="1">
            <a:off x="6421041" y="2861369"/>
            <a:ext cx="9144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4" name="Line 134"/>
          <p:cNvSpPr>
            <a:spLocks noChangeShapeType="1"/>
          </p:cNvSpPr>
          <p:nvPr/>
        </p:nvSpPr>
        <p:spPr bwMode="auto">
          <a:xfrm flipV="1">
            <a:off x="5272556" y="3295650"/>
            <a:ext cx="6858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5" name="Line 135"/>
          <p:cNvSpPr>
            <a:spLocks noChangeShapeType="1"/>
          </p:cNvSpPr>
          <p:nvPr/>
        </p:nvSpPr>
        <p:spPr bwMode="auto">
          <a:xfrm flipV="1">
            <a:off x="4961802" y="3384947"/>
            <a:ext cx="1085850" cy="3572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6" name="Line 136"/>
          <p:cNvSpPr>
            <a:spLocks noChangeShapeType="1"/>
          </p:cNvSpPr>
          <p:nvPr/>
        </p:nvSpPr>
        <p:spPr bwMode="auto">
          <a:xfrm flipV="1">
            <a:off x="5444006" y="3213497"/>
            <a:ext cx="4572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7" name="Line 137"/>
          <p:cNvSpPr>
            <a:spLocks noChangeShapeType="1"/>
          </p:cNvSpPr>
          <p:nvPr/>
        </p:nvSpPr>
        <p:spPr bwMode="auto">
          <a:xfrm flipV="1">
            <a:off x="5195888" y="2947180"/>
            <a:ext cx="6858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" name="Line 138"/>
          <p:cNvSpPr>
            <a:spLocks noChangeShapeType="1"/>
          </p:cNvSpPr>
          <p:nvPr/>
        </p:nvSpPr>
        <p:spPr bwMode="auto">
          <a:xfrm flipV="1">
            <a:off x="4957890" y="3047447"/>
            <a:ext cx="767953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9" name="Line 139"/>
          <p:cNvSpPr>
            <a:spLocks noChangeShapeType="1"/>
          </p:cNvSpPr>
          <p:nvPr/>
        </p:nvSpPr>
        <p:spPr bwMode="auto">
          <a:xfrm flipV="1">
            <a:off x="5324220" y="2861369"/>
            <a:ext cx="74295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45"/>
          <p:cNvGrpSpPr>
            <a:grpSpLocks/>
          </p:cNvGrpSpPr>
          <p:nvPr/>
        </p:nvGrpSpPr>
        <p:grpSpPr bwMode="auto">
          <a:xfrm>
            <a:off x="5563791" y="2884885"/>
            <a:ext cx="1028700" cy="710803"/>
            <a:chOff x="2064" y="2898"/>
            <a:chExt cx="864" cy="597"/>
          </a:xfrm>
        </p:grpSpPr>
        <p:sp>
          <p:nvSpPr>
            <p:cNvPr id="2086" name="AutoShape 146"/>
            <p:cNvSpPr>
              <a:spLocks noChangeArrowheads="1"/>
            </p:cNvSpPr>
            <p:nvPr/>
          </p:nvSpPr>
          <p:spPr bwMode="auto">
            <a:xfrm rot="9313545">
              <a:off x="2064" y="2898"/>
              <a:ext cx="864" cy="432"/>
            </a:xfrm>
            <a:prstGeom prst="parallelogram">
              <a:avLst>
                <a:gd name="adj" fmla="val 47324"/>
              </a:avLst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7" name="Line 147"/>
            <p:cNvSpPr>
              <a:spLocks noChangeShapeType="1"/>
            </p:cNvSpPr>
            <p:nvPr/>
          </p:nvSpPr>
          <p:spPr bwMode="auto">
            <a:xfrm>
              <a:off x="2190" y="349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8" name="Arc 148"/>
            <p:cNvSpPr>
              <a:spLocks/>
            </p:cNvSpPr>
            <p:nvPr/>
          </p:nvSpPr>
          <p:spPr bwMode="auto">
            <a:xfrm flipV="1">
              <a:off x="2208" y="3122"/>
              <a:ext cx="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81" name="Group 152"/>
          <p:cNvGrpSpPr>
            <a:grpSpLocks/>
          </p:cNvGrpSpPr>
          <p:nvPr/>
        </p:nvGrpSpPr>
        <p:grpSpPr bwMode="auto">
          <a:xfrm>
            <a:off x="5938837" y="2302669"/>
            <a:ext cx="1710929" cy="887016"/>
            <a:chOff x="3840" y="2400"/>
            <a:chExt cx="1437" cy="745"/>
          </a:xfrm>
        </p:grpSpPr>
        <p:graphicFrame>
          <p:nvGraphicFramePr>
            <p:cNvPr id="2051" name="Object 124"/>
            <p:cNvGraphicFramePr>
              <a:graphicFrameLocks noChangeAspect="1"/>
            </p:cNvGraphicFramePr>
            <p:nvPr/>
          </p:nvGraphicFramePr>
          <p:xfrm>
            <a:off x="5040" y="2880"/>
            <a:ext cx="23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21" name="Equation" r:id="rId14" imgW="152334" imgH="190417" progId="Equation.3">
                    <p:embed/>
                  </p:oleObj>
                </mc:Choice>
                <mc:Fallback>
                  <p:oleObj name="Equation" r:id="rId14" imgW="152334" imgH="19041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2880"/>
                          <a:ext cx="237" cy="2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2" name="Object 126"/>
            <p:cNvGraphicFramePr>
              <a:graphicFrameLocks noChangeAspect="1"/>
            </p:cNvGraphicFramePr>
            <p:nvPr/>
          </p:nvGraphicFramePr>
          <p:xfrm>
            <a:off x="3840" y="2496"/>
            <a:ext cx="21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22" name="Equation" r:id="rId16" imgW="139579" imgH="177646" progId="Equation.3">
                    <p:embed/>
                  </p:oleObj>
                </mc:Choice>
                <mc:Fallback>
                  <p:oleObj name="Equation" r:id="rId16" imgW="139579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496"/>
                          <a:ext cx="219" cy="2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" name="Object 141"/>
            <p:cNvGraphicFramePr>
              <a:graphicFrameLocks noChangeAspect="1"/>
            </p:cNvGraphicFramePr>
            <p:nvPr/>
          </p:nvGraphicFramePr>
          <p:xfrm>
            <a:off x="4752" y="2400"/>
            <a:ext cx="323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23" name="Equation" r:id="rId18" imgW="164880" imgH="215640" progId="Equation.3">
                    <p:embed/>
                  </p:oleObj>
                </mc:Choice>
                <mc:Fallback>
                  <p:oleObj name="Equation" r:id="rId18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2400"/>
                          <a:ext cx="323" cy="3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>
                                  <a:alpha val="50000"/>
                                </a:schemeClr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4" name="Arc 142"/>
            <p:cNvSpPr>
              <a:spLocks/>
            </p:cNvSpPr>
            <p:nvPr/>
          </p:nvSpPr>
          <p:spPr bwMode="auto">
            <a:xfrm>
              <a:off x="4464" y="2727"/>
              <a:ext cx="92" cy="314"/>
            </a:xfrm>
            <a:custGeom>
              <a:avLst/>
              <a:gdLst>
                <a:gd name="T0" fmla="*/ 0 w 20733"/>
                <a:gd name="T1" fmla="*/ 0 h 21600"/>
                <a:gd name="T2" fmla="*/ 0 w 20733"/>
                <a:gd name="T3" fmla="*/ 0 h 21600"/>
                <a:gd name="T4" fmla="*/ 0 w 20733"/>
                <a:gd name="T5" fmla="*/ 0 h 21600"/>
                <a:gd name="T6" fmla="*/ 0 60000 65536"/>
                <a:gd name="T7" fmla="*/ 0 60000 65536"/>
                <a:gd name="T8" fmla="*/ 0 60000 65536"/>
                <a:gd name="T9" fmla="*/ 0 w 20733"/>
                <a:gd name="T10" fmla="*/ 0 h 21600"/>
                <a:gd name="T11" fmla="*/ 20733 w 2073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33" h="21600" fill="none" extrusionOk="0">
                  <a:moveTo>
                    <a:pt x="-1" y="0"/>
                  </a:moveTo>
                  <a:cubicBezTo>
                    <a:pt x="9596" y="0"/>
                    <a:pt x="18041" y="6330"/>
                    <a:pt x="20733" y="15541"/>
                  </a:cubicBezTo>
                </a:path>
                <a:path w="20733" h="21600" stroke="0" extrusionOk="0">
                  <a:moveTo>
                    <a:pt x="-1" y="0"/>
                  </a:moveTo>
                  <a:cubicBezTo>
                    <a:pt x="9596" y="0"/>
                    <a:pt x="18041" y="6330"/>
                    <a:pt x="20733" y="1554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4" name="Object 1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6330080"/>
                </p:ext>
              </p:extLst>
            </p:nvPr>
          </p:nvGraphicFramePr>
          <p:xfrm>
            <a:off x="4550" y="2659"/>
            <a:ext cx="14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24" name="Equation" r:id="rId20" imgW="126725" imgH="177415" progId="Equation.3">
                    <p:embed/>
                  </p:oleObj>
                </mc:Choice>
                <mc:Fallback>
                  <p:oleObj name="Equation" r:id="rId20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0" y="2659"/>
                          <a:ext cx="147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>
                                  <a:alpha val="50000"/>
                                </a:schemeClr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5" name="Line 144"/>
            <p:cNvSpPr>
              <a:spLocks noChangeShapeType="1"/>
            </p:cNvSpPr>
            <p:nvPr/>
          </p:nvSpPr>
          <p:spPr bwMode="auto">
            <a:xfrm flipV="1">
              <a:off x="4092" y="2592"/>
              <a:ext cx="612" cy="346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82" name="Line 133"/>
          <p:cNvSpPr>
            <a:spLocks noChangeShapeType="1"/>
          </p:cNvSpPr>
          <p:nvPr/>
        </p:nvSpPr>
        <p:spPr bwMode="auto">
          <a:xfrm flipV="1">
            <a:off x="6249591" y="2947180"/>
            <a:ext cx="97155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3" name="Line 132"/>
          <p:cNvSpPr>
            <a:spLocks noChangeShapeType="1"/>
          </p:cNvSpPr>
          <p:nvPr/>
        </p:nvSpPr>
        <p:spPr bwMode="auto">
          <a:xfrm flipV="1">
            <a:off x="5995988" y="3047447"/>
            <a:ext cx="10287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Text Box 148"/>
          <p:cNvSpPr txBox="1">
            <a:spLocks noChangeArrowheads="1"/>
          </p:cNvSpPr>
          <p:nvPr/>
        </p:nvSpPr>
        <p:spPr bwMode="auto">
          <a:xfrm>
            <a:off x="947738" y="1827610"/>
            <a:ext cx="13716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zh-CN"/>
            </a:defPPr>
            <a:lvl1pPr marL="514350" indent="-51435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u"/>
              <a:defRPr sz="3200" b="1">
                <a:latin typeface="宋体" pitchFamily="2" charset="-122"/>
              </a:defRPr>
            </a:lvl1pPr>
          </a:lstStyle>
          <a:p>
            <a:r>
              <a:rPr lang="zh-CN" altLang="en-US" sz="2400" dirty="0"/>
              <a:t>斜面</a:t>
            </a:r>
          </a:p>
        </p:txBody>
      </p:sp>
      <p:sp>
        <p:nvSpPr>
          <p:cNvPr id="42" name="Text Box 21"/>
          <p:cNvSpPr txBox="1">
            <a:spLocks noChangeArrowheads="1"/>
          </p:cNvSpPr>
          <p:nvPr/>
        </p:nvSpPr>
        <p:spPr bwMode="auto">
          <a:xfrm>
            <a:off x="928688" y="910829"/>
            <a:ext cx="13716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85763" indent="-385763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宋体" pitchFamily="2" charset="-122"/>
              </a:rPr>
              <a:t>定义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318451" y="196840"/>
            <a:ext cx="1559356" cy="768473"/>
            <a:chOff x="8375649" y="0"/>
            <a:chExt cx="3491203" cy="1720516"/>
          </a:xfrm>
        </p:grpSpPr>
        <p:pic>
          <p:nvPicPr>
            <p:cNvPr id="43" name="Picture 7"/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716"/>
            <a:stretch/>
          </p:blipFill>
          <p:spPr bwMode="auto">
            <a:xfrm>
              <a:off x="8375649" y="0"/>
              <a:ext cx="2636635" cy="1720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4" name="组合 43"/>
            <p:cNvGrpSpPr/>
            <p:nvPr/>
          </p:nvGrpSpPr>
          <p:grpSpPr>
            <a:xfrm>
              <a:off x="9563574" y="12032"/>
              <a:ext cx="1672435" cy="1200053"/>
              <a:chOff x="2105499" y="3777923"/>
              <a:chExt cx="1672435" cy="1200053"/>
            </a:xfrm>
          </p:grpSpPr>
          <p:sp>
            <p:nvSpPr>
              <p:cNvPr id="47" name="椭圆 46"/>
              <p:cNvSpPr/>
              <p:nvPr/>
            </p:nvSpPr>
            <p:spPr bwMode="auto">
              <a:xfrm rot="18893951">
                <a:off x="2411499" y="3987976"/>
                <a:ext cx="684000" cy="1296000"/>
              </a:xfrm>
              <a:prstGeom prst="ellipse">
                <a:avLst/>
              </a:prstGeom>
              <a:solidFill>
                <a:srgbClr val="C00000">
                  <a:alpha val="80000"/>
                </a:srgb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eaLnBrk="0" hangingPunct="0"/>
                <a:endParaRPr lang="zh-CN" altLang="en-US" sz="21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cxnSp>
            <p:nvCxnSpPr>
              <p:cNvPr id="46" name="直接箭头连接符 45"/>
              <p:cNvCxnSpPr/>
              <p:nvPr/>
            </p:nvCxnSpPr>
            <p:spPr bwMode="auto">
              <a:xfrm flipV="1">
                <a:off x="2784515" y="3777923"/>
                <a:ext cx="993419" cy="857334"/>
              </a:xfrm>
              <a:prstGeom prst="straightConnector1">
                <a:avLst/>
              </a:prstGeom>
              <a:solidFill>
                <a:schemeClr val="accent1"/>
              </a:solidFill>
              <a:ln w="57150" cap="flat" cmpd="sng" algn="ctr">
                <a:solidFill>
                  <a:srgbClr val="FF0066"/>
                </a:solidFill>
                <a:prstDash val="solid"/>
                <a:round/>
                <a:headEnd type="none" w="med" len="med"/>
                <a:tailEnd type="stealth" w="lg" len="lg"/>
              </a:ln>
              <a:effectLst/>
            </p:spPr>
          </p:cxnSp>
        </p:grpSp>
        <p:grpSp>
          <p:nvGrpSpPr>
            <p:cNvPr id="54" name="组合 53"/>
            <p:cNvGrpSpPr/>
            <p:nvPr/>
          </p:nvGrpSpPr>
          <p:grpSpPr>
            <a:xfrm>
              <a:off x="9997590" y="296544"/>
              <a:ext cx="1869262" cy="914400"/>
              <a:chOff x="2539515" y="4062435"/>
              <a:chExt cx="1869262" cy="914400"/>
            </a:xfrm>
          </p:grpSpPr>
          <p:cxnSp>
            <p:nvCxnSpPr>
              <p:cNvPr id="55" name="直接箭头连接符 54"/>
              <p:cNvCxnSpPr/>
              <p:nvPr/>
            </p:nvCxnSpPr>
            <p:spPr bwMode="auto">
              <a:xfrm>
                <a:off x="2748419" y="4647171"/>
                <a:ext cx="1660358" cy="127097"/>
              </a:xfrm>
              <a:prstGeom prst="straightConnector1">
                <a:avLst/>
              </a:prstGeom>
              <a:solidFill>
                <a:schemeClr val="accent1"/>
              </a:solidFill>
              <a:ln w="5715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stealth" w="lg" len="lg"/>
              </a:ln>
              <a:effectLst/>
            </p:spPr>
          </p:cxnSp>
          <p:graphicFrame>
            <p:nvGraphicFramePr>
              <p:cNvPr id="57" name="对象 5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9794040"/>
                  </p:ext>
                </p:extLst>
              </p:nvPr>
            </p:nvGraphicFramePr>
            <p:xfrm>
              <a:off x="3535337" y="4143933"/>
              <a:ext cx="388938" cy="503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5625" name="Equation" r:id="rId23" imgW="126720" imgH="177480" progId="Equation.DSMT4">
                      <p:embed/>
                    </p:oleObj>
                  </mc:Choice>
                  <mc:Fallback>
                    <p:oleObj name="Equation" r:id="rId23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35337" y="4143933"/>
                            <a:ext cx="388938" cy="503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8" name="弧形 57"/>
              <p:cNvSpPr/>
              <p:nvPr/>
            </p:nvSpPr>
            <p:spPr bwMode="auto">
              <a:xfrm>
                <a:off x="2539515" y="4062435"/>
                <a:ext cx="914400" cy="914400"/>
              </a:xfrm>
              <a:prstGeom prst="arc">
                <a:avLst>
                  <a:gd name="adj1" fmla="val 18609360"/>
                  <a:gd name="adj2" fmla="val 1466633"/>
                </a:avLst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eaLnBrk="0" hangingPunct="0"/>
                <a:endParaRPr lang="zh-CN" altLang="en-US" sz="2100" b="1">
                  <a:latin typeface="Times New Roman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910300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739063" y="4864895"/>
            <a:ext cx="1428750" cy="342900"/>
          </a:xfrm>
        </p:spPr>
        <p:txBody>
          <a:bodyPr/>
          <a:lstStyle/>
          <a:p>
            <a:pPr algn="r">
              <a:defRPr/>
            </a:pPr>
            <a:fld id="{A8A143E0-A3C5-4A3A-B108-73C7E24B4807}" type="slidenum">
              <a:rPr lang="en-US" altLang="zh-CN"/>
              <a:pPr algn="r">
                <a:defRPr/>
              </a:pPr>
              <a:t>14</a:t>
            </a:fld>
            <a:endParaRPr lang="en-US" altLang="zh-CN"/>
          </a:p>
        </p:txBody>
      </p:sp>
      <p:sp>
        <p:nvSpPr>
          <p:cNvPr id="3083" name="Text Box 19"/>
          <p:cNvSpPr txBox="1">
            <a:spLocks noChangeArrowheads="1"/>
          </p:cNvSpPr>
          <p:nvPr/>
        </p:nvSpPr>
        <p:spPr bwMode="auto">
          <a:xfrm>
            <a:off x="377429" y="2602707"/>
            <a:ext cx="52006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en-US" altLang="zh-CN" sz="2400" b="1" dirty="0">
                <a:solidFill>
                  <a:srgbClr val="CC0000"/>
                </a:solidFill>
                <a:latin typeface="Times New Roman" pitchFamily="18" charset="0"/>
              </a:rPr>
              <a:t>  </a:t>
            </a:r>
            <a:r>
              <a:rPr kumimoji="1" lang="zh-CN" altLang="en-US" sz="2400" b="1" dirty="0">
                <a:latin typeface="Times New Roman" pitchFamily="18" charset="0"/>
              </a:rPr>
              <a:t>非匀强电场，曲面</a:t>
            </a:r>
            <a:r>
              <a:rPr kumimoji="1" lang="en-US" altLang="zh-CN" sz="2400" i="1" dirty="0">
                <a:latin typeface="Times New Roman" pitchFamily="18" charset="0"/>
              </a:rPr>
              <a:t>S</a:t>
            </a:r>
            <a:r>
              <a:rPr kumimoji="1" lang="en-US" altLang="zh-CN" sz="2400" b="1" dirty="0">
                <a:latin typeface="Times New Roman" pitchFamily="18" charset="0"/>
              </a:rPr>
              <a:t> .</a:t>
            </a:r>
          </a:p>
        </p:txBody>
      </p:sp>
      <p:graphicFrame>
        <p:nvGraphicFramePr>
          <p:cNvPr id="6555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678539"/>
              </p:ext>
            </p:extLst>
          </p:nvPr>
        </p:nvGraphicFramePr>
        <p:xfrm>
          <a:off x="957263" y="3925638"/>
          <a:ext cx="1685925" cy="668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43" name="Equation" r:id="rId4" imgW="850680" imgH="330120" progId="Equation.DSMT4">
                  <p:embed/>
                </p:oleObj>
              </mc:Choice>
              <mc:Fallback>
                <p:oleObj name="Equation" r:id="rId4" imgW="850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3" y="3925638"/>
                        <a:ext cx="1685925" cy="66883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74" name="Object 1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058331"/>
              </p:ext>
            </p:extLst>
          </p:nvPr>
        </p:nvGraphicFramePr>
        <p:xfrm>
          <a:off x="833437" y="3252788"/>
          <a:ext cx="3186113" cy="511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44" name="Equation" r:id="rId6" imgW="1523880" imgH="241200" progId="Equation.DSMT4">
                  <p:embed/>
                </p:oleObj>
              </mc:Choice>
              <mc:Fallback>
                <p:oleObj name="Equation" r:id="rId6" imgW="1523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7" y="3252788"/>
                        <a:ext cx="3186113" cy="5119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5" name="Freeform 141"/>
          <p:cNvSpPr>
            <a:spLocks/>
          </p:cNvSpPr>
          <p:nvPr/>
        </p:nvSpPr>
        <p:spPr bwMode="auto">
          <a:xfrm rot="1243955">
            <a:off x="5267326" y="2564607"/>
            <a:ext cx="2116931" cy="1521619"/>
          </a:xfrm>
          <a:custGeom>
            <a:avLst/>
            <a:gdLst>
              <a:gd name="T0" fmla="*/ 2147483647 w 1778"/>
              <a:gd name="T1" fmla="*/ 2147483647 h 1278"/>
              <a:gd name="T2" fmla="*/ 2147483647 w 1778"/>
              <a:gd name="T3" fmla="*/ 2147483647 h 1278"/>
              <a:gd name="T4" fmla="*/ 2147483647 w 1778"/>
              <a:gd name="T5" fmla="*/ 2147483647 h 1278"/>
              <a:gd name="T6" fmla="*/ 2147483647 w 1778"/>
              <a:gd name="T7" fmla="*/ 2147483647 h 1278"/>
              <a:gd name="T8" fmla="*/ 2147483647 w 1778"/>
              <a:gd name="T9" fmla="*/ 2147483647 h 1278"/>
              <a:gd name="T10" fmla="*/ 2147483647 w 1778"/>
              <a:gd name="T11" fmla="*/ 2147483647 h 1278"/>
              <a:gd name="T12" fmla="*/ 2147483647 w 1778"/>
              <a:gd name="T13" fmla="*/ 2147483647 h 1278"/>
              <a:gd name="T14" fmla="*/ 2147483647 w 1778"/>
              <a:gd name="T15" fmla="*/ 2147483647 h 1278"/>
              <a:gd name="T16" fmla="*/ 2147483647 w 1778"/>
              <a:gd name="T17" fmla="*/ 2147483647 h 1278"/>
              <a:gd name="T18" fmla="*/ 2147483647 w 1778"/>
              <a:gd name="T19" fmla="*/ 2147483647 h 1278"/>
              <a:gd name="T20" fmla="*/ 2147483647 w 1778"/>
              <a:gd name="T21" fmla="*/ 2147483647 h 1278"/>
              <a:gd name="T22" fmla="*/ 2147483647 w 1778"/>
              <a:gd name="T23" fmla="*/ 2147483647 h 1278"/>
              <a:gd name="T24" fmla="*/ 2147483647 w 1778"/>
              <a:gd name="T25" fmla="*/ 2147483647 h 1278"/>
              <a:gd name="T26" fmla="*/ 2147483647 w 1778"/>
              <a:gd name="T27" fmla="*/ 2147483647 h 1278"/>
              <a:gd name="T28" fmla="*/ 2147483647 w 1778"/>
              <a:gd name="T29" fmla="*/ 2147483647 h 1278"/>
              <a:gd name="T30" fmla="*/ 2147483647 w 1778"/>
              <a:gd name="T31" fmla="*/ 2147483647 h 1278"/>
              <a:gd name="T32" fmla="*/ 2147483647 w 1778"/>
              <a:gd name="T33" fmla="*/ 2147483647 h 1278"/>
              <a:gd name="T34" fmla="*/ 2147483647 w 1778"/>
              <a:gd name="T35" fmla="*/ 2147483647 h 1278"/>
              <a:gd name="T36" fmla="*/ 2147483647 w 1778"/>
              <a:gd name="T37" fmla="*/ 2147483647 h 1278"/>
              <a:gd name="T38" fmla="*/ 2147483647 w 1778"/>
              <a:gd name="T39" fmla="*/ 2147483647 h 1278"/>
              <a:gd name="T40" fmla="*/ 2147483647 w 1778"/>
              <a:gd name="T41" fmla="*/ 2147483647 h 1278"/>
              <a:gd name="T42" fmla="*/ 2147483647 w 1778"/>
              <a:gd name="T43" fmla="*/ 2147483647 h 1278"/>
              <a:gd name="T44" fmla="*/ 2147483647 w 1778"/>
              <a:gd name="T45" fmla="*/ 2147483647 h 1278"/>
              <a:gd name="T46" fmla="*/ 2147483647 w 1778"/>
              <a:gd name="T47" fmla="*/ 2147483647 h 1278"/>
              <a:gd name="T48" fmla="*/ 2147483647 w 1778"/>
              <a:gd name="T49" fmla="*/ 2147483647 h 1278"/>
              <a:gd name="T50" fmla="*/ 2147483647 w 1778"/>
              <a:gd name="T51" fmla="*/ 2147483647 h 1278"/>
              <a:gd name="T52" fmla="*/ 2147483647 w 1778"/>
              <a:gd name="T53" fmla="*/ 2147483647 h 1278"/>
              <a:gd name="T54" fmla="*/ 2147483647 w 1778"/>
              <a:gd name="T55" fmla="*/ 2147483647 h 1278"/>
              <a:gd name="T56" fmla="*/ 2147483647 w 1778"/>
              <a:gd name="T57" fmla="*/ 2147483647 h 1278"/>
              <a:gd name="T58" fmla="*/ 2147483647 w 1778"/>
              <a:gd name="T59" fmla="*/ 2147483647 h 1278"/>
              <a:gd name="T60" fmla="*/ 2147483647 w 1778"/>
              <a:gd name="T61" fmla="*/ 2147483647 h 1278"/>
              <a:gd name="T62" fmla="*/ 2147483647 w 1778"/>
              <a:gd name="T63" fmla="*/ 2147483647 h 1278"/>
              <a:gd name="T64" fmla="*/ 2147483647 w 1778"/>
              <a:gd name="T65" fmla="*/ 2147483647 h 1278"/>
              <a:gd name="T66" fmla="*/ 2147483647 w 1778"/>
              <a:gd name="T67" fmla="*/ 2147483647 h 1278"/>
              <a:gd name="T68" fmla="*/ 0 w 1778"/>
              <a:gd name="T69" fmla="*/ 2147483647 h 1278"/>
              <a:gd name="T70" fmla="*/ 2147483647 w 1778"/>
              <a:gd name="T71" fmla="*/ 2147483647 h 1278"/>
              <a:gd name="T72" fmla="*/ 2147483647 w 1778"/>
              <a:gd name="T73" fmla="*/ 2147483647 h 1278"/>
              <a:gd name="T74" fmla="*/ 2147483647 w 1778"/>
              <a:gd name="T75" fmla="*/ 2147483647 h 1278"/>
              <a:gd name="T76" fmla="*/ 2147483647 w 1778"/>
              <a:gd name="T77" fmla="*/ 2147483647 h 1278"/>
              <a:gd name="T78" fmla="*/ 2147483647 w 1778"/>
              <a:gd name="T79" fmla="*/ 2147483647 h 1278"/>
              <a:gd name="T80" fmla="*/ 2147483647 w 1778"/>
              <a:gd name="T81" fmla="*/ 2147483647 h 1278"/>
              <a:gd name="T82" fmla="*/ 2147483647 w 1778"/>
              <a:gd name="T83" fmla="*/ 0 h 1278"/>
              <a:gd name="T84" fmla="*/ 2147483647 w 1778"/>
              <a:gd name="T85" fmla="*/ 2147483647 h 1278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778"/>
              <a:gd name="T130" fmla="*/ 0 h 1278"/>
              <a:gd name="T131" fmla="*/ 1778 w 1778"/>
              <a:gd name="T132" fmla="*/ 1278 h 1278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778" h="1278">
                <a:moveTo>
                  <a:pt x="800" y="11"/>
                </a:moveTo>
                <a:cubicBezTo>
                  <a:pt x="819" y="15"/>
                  <a:pt x="838" y="17"/>
                  <a:pt x="856" y="22"/>
                </a:cubicBezTo>
                <a:cubicBezTo>
                  <a:pt x="878" y="28"/>
                  <a:pt x="922" y="44"/>
                  <a:pt x="922" y="44"/>
                </a:cubicBezTo>
                <a:cubicBezTo>
                  <a:pt x="975" y="80"/>
                  <a:pt x="944" y="63"/>
                  <a:pt x="1022" y="89"/>
                </a:cubicBezTo>
                <a:cubicBezTo>
                  <a:pt x="1033" y="93"/>
                  <a:pt x="1056" y="100"/>
                  <a:pt x="1056" y="100"/>
                </a:cubicBezTo>
                <a:cubicBezTo>
                  <a:pt x="1067" y="107"/>
                  <a:pt x="1077" y="116"/>
                  <a:pt x="1089" y="122"/>
                </a:cubicBezTo>
                <a:cubicBezTo>
                  <a:pt x="1099" y="127"/>
                  <a:pt x="1112" y="127"/>
                  <a:pt x="1122" y="133"/>
                </a:cubicBezTo>
                <a:cubicBezTo>
                  <a:pt x="1205" y="182"/>
                  <a:pt x="1079" y="131"/>
                  <a:pt x="1178" y="167"/>
                </a:cubicBezTo>
                <a:cubicBezTo>
                  <a:pt x="1189" y="178"/>
                  <a:pt x="1198" y="191"/>
                  <a:pt x="1211" y="200"/>
                </a:cubicBezTo>
                <a:cubicBezTo>
                  <a:pt x="1225" y="210"/>
                  <a:pt x="1243" y="211"/>
                  <a:pt x="1256" y="222"/>
                </a:cubicBezTo>
                <a:cubicBezTo>
                  <a:pt x="1266" y="230"/>
                  <a:pt x="1269" y="246"/>
                  <a:pt x="1278" y="255"/>
                </a:cubicBezTo>
                <a:cubicBezTo>
                  <a:pt x="1301" y="278"/>
                  <a:pt x="1316" y="280"/>
                  <a:pt x="1345" y="289"/>
                </a:cubicBezTo>
                <a:cubicBezTo>
                  <a:pt x="1370" y="306"/>
                  <a:pt x="1402" y="312"/>
                  <a:pt x="1423" y="333"/>
                </a:cubicBezTo>
                <a:cubicBezTo>
                  <a:pt x="1564" y="474"/>
                  <a:pt x="1419" y="372"/>
                  <a:pt x="1511" y="433"/>
                </a:cubicBezTo>
                <a:cubicBezTo>
                  <a:pt x="1519" y="444"/>
                  <a:pt x="1524" y="458"/>
                  <a:pt x="1534" y="467"/>
                </a:cubicBezTo>
                <a:cubicBezTo>
                  <a:pt x="1554" y="484"/>
                  <a:pt x="1600" y="511"/>
                  <a:pt x="1600" y="511"/>
                </a:cubicBezTo>
                <a:cubicBezTo>
                  <a:pt x="1652" y="589"/>
                  <a:pt x="1630" y="556"/>
                  <a:pt x="1667" y="611"/>
                </a:cubicBezTo>
                <a:cubicBezTo>
                  <a:pt x="1676" y="624"/>
                  <a:pt x="1691" y="631"/>
                  <a:pt x="1700" y="644"/>
                </a:cubicBezTo>
                <a:cubicBezTo>
                  <a:pt x="1721" y="672"/>
                  <a:pt x="1756" y="733"/>
                  <a:pt x="1756" y="733"/>
                </a:cubicBezTo>
                <a:cubicBezTo>
                  <a:pt x="1770" y="775"/>
                  <a:pt x="1762" y="756"/>
                  <a:pt x="1778" y="789"/>
                </a:cubicBezTo>
                <a:cubicBezTo>
                  <a:pt x="1708" y="812"/>
                  <a:pt x="1639" y="837"/>
                  <a:pt x="1567" y="855"/>
                </a:cubicBezTo>
                <a:cubicBezTo>
                  <a:pt x="1530" y="893"/>
                  <a:pt x="1483" y="885"/>
                  <a:pt x="1434" y="900"/>
                </a:cubicBezTo>
                <a:cubicBezTo>
                  <a:pt x="1411" y="907"/>
                  <a:pt x="1367" y="922"/>
                  <a:pt x="1367" y="922"/>
                </a:cubicBezTo>
                <a:cubicBezTo>
                  <a:pt x="1341" y="941"/>
                  <a:pt x="1315" y="960"/>
                  <a:pt x="1289" y="978"/>
                </a:cubicBezTo>
                <a:cubicBezTo>
                  <a:pt x="1278" y="986"/>
                  <a:pt x="1256" y="1000"/>
                  <a:pt x="1256" y="1000"/>
                </a:cubicBezTo>
                <a:cubicBezTo>
                  <a:pt x="1220" y="1054"/>
                  <a:pt x="1184" y="1069"/>
                  <a:pt x="1122" y="1089"/>
                </a:cubicBezTo>
                <a:cubicBezTo>
                  <a:pt x="1089" y="1111"/>
                  <a:pt x="1056" y="1122"/>
                  <a:pt x="1022" y="1144"/>
                </a:cubicBezTo>
                <a:cubicBezTo>
                  <a:pt x="1000" y="1189"/>
                  <a:pt x="978" y="1233"/>
                  <a:pt x="956" y="1278"/>
                </a:cubicBezTo>
                <a:cubicBezTo>
                  <a:pt x="939" y="1207"/>
                  <a:pt x="921" y="1230"/>
                  <a:pt x="878" y="1178"/>
                </a:cubicBezTo>
                <a:cubicBezTo>
                  <a:pt x="846" y="1140"/>
                  <a:pt x="838" y="1089"/>
                  <a:pt x="800" y="1055"/>
                </a:cubicBezTo>
                <a:cubicBezTo>
                  <a:pt x="773" y="1030"/>
                  <a:pt x="737" y="1015"/>
                  <a:pt x="711" y="989"/>
                </a:cubicBezTo>
                <a:cubicBezTo>
                  <a:pt x="663" y="940"/>
                  <a:pt x="612" y="880"/>
                  <a:pt x="545" y="855"/>
                </a:cubicBezTo>
                <a:cubicBezTo>
                  <a:pt x="476" y="830"/>
                  <a:pt x="395" y="812"/>
                  <a:pt x="322" y="800"/>
                </a:cubicBezTo>
                <a:cubicBezTo>
                  <a:pt x="270" y="804"/>
                  <a:pt x="218" y="803"/>
                  <a:pt x="167" y="811"/>
                </a:cubicBezTo>
                <a:cubicBezTo>
                  <a:pt x="107" y="820"/>
                  <a:pt x="61" y="867"/>
                  <a:pt x="0" y="867"/>
                </a:cubicBezTo>
                <a:cubicBezTo>
                  <a:pt x="4" y="804"/>
                  <a:pt x="3" y="741"/>
                  <a:pt x="11" y="678"/>
                </a:cubicBezTo>
                <a:cubicBezTo>
                  <a:pt x="22" y="594"/>
                  <a:pt x="94" y="557"/>
                  <a:pt x="133" y="489"/>
                </a:cubicBezTo>
                <a:cubicBezTo>
                  <a:pt x="157" y="447"/>
                  <a:pt x="171" y="374"/>
                  <a:pt x="211" y="344"/>
                </a:cubicBezTo>
                <a:cubicBezTo>
                  <a:pt x="226" y="333"/>
                  <a:pt x="243" y="324"/>
                  <a:pt x="256" y="311"/>
                </a:cubicBezTo>
                <a:cubicBezTo>
                  <a:pt x="288" y="279"/>
                  <a:pt x="296" y="225"/>
                  <a:pt x="333" y="200"/>
                </a:cubicBezTo>
                <a:cubicBezTo>
                  <a:pt x="384" y="166"/>
                  <a:pt x="421" y="141"/>
                  <a:pt x="478" y="122"/>
                </a:cubicBezTo>
                <a:cubicBezTo>
                  <a:pt x="535" y="66"/>
                  <a:pt x="604" y="0"/>
                  <a:pt x="689" y="0"/>
                </a:cubicBezTo>
                <a:cubicBezTo>
                  <a:pt x="726" y="0"/>
                  <a:pt x="763" y="7"/>
                  <a:pt x="800" y="11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rgbClr val="99CCFF"/>
              </a:gs>
            </a:gsLst>
            <a:path path="rect">
              <a:fillToRect l="50000" t="50000" r="50000" b="50000"/>
            </a:path>
          </a:gradFill>
          <a:ln w="19050">
            <a:solidFill>
              <a:srgbClr val="4E3A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6" name="Freeform 142"/>
          <p:cNvSpPr>
            <a:spLocks/>
          </p:cNvSpPr>
          <p:nvPr/>
        </p:nvSpPr>
        <p:spPr bwMode="auto">
          <a:xfrm>
            <a:off x="5095112" y="3212306"/>
            <a:ext cx="400050" cy="342900"/>
          </a:xfrm>
          <a:custGeom>
            <a:avLst/>
            <a:gdLst>
              <a:gd name="T0" fmla="*/ 2147483647 w 336"/>
              <a:gd name="T1" fmla="*/ 0 h 288"/>
              <a:gd name="T2" fmla="*/ 0 w 336"/>
              <a:gd name="T3" fmla="*/ 2147483647 h 288"/>
              <a:gd name="T4" fmla="*/ 0 60000 65536"/>
              <a:gd name="T5" fmla="*/ 0 60000 65536"/>
              <a:gd name="T6" fmla="*/ 0 w 336"/>
              <a:gd name="T7" fmla="*/ 0 h 288"/>
              <a:gd name="T8" fmla="*/ 336 w 336"/>
              <a:gd name="T9" fmla="*/ 288 h 2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6" h="288">
                <a:moveTo>
                  <a:pt x="336" y="0"/>
                </a:moveTo>
                <a:cubicBezTo>
                  <a:pt x="196" y="116"/>
                  <a:pt x="56" y="232"/>
                  <a:pt x="0" y="288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7" name="Line 143"/>
          <p:cNvSpPr>
            <a:spLocks noChangeShapeType="1"/>
          </p:cNvSpPr>
          <p:nvPr/>
        </p:nvSpPr>
        <p:spPr bwMode="auto">
          <a:xfrm flipH="1">
            <a:off x="5153025" y="3307556"/>
            <a:ext cx="514350" cy="4000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8" name="Line 144"/>
          <p:cNvSpPr>
            <a:spLocks noChangeShapeType="1"/>
          </p:cNvSpPr>
          <p:nvPr/>
        </p:nvSpPr>
        <p:spPr bwMode="auto">
          <a:xfrm flipH="1">
            <a:off x="5381625" y="3479006"/>
            <a:ext cx="514350" cy="3429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9" name="Line 145"/>
          <p:cNvSpPr>
            <a:spLocks noChangeShapeType="1"/>
          </p:cNvSpPr>
          <p:nvPr/>
        </p:nvSpPr>
        <p:spPr bwMode="auto">
          <a:xfrm flipH="1">
            <a:off x="5438775" y="3707606"/>
            <a:ext cx="571500" cy="2857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0" name="Line 146"/>
          <p:cNvSpPr>
            <a:spLocks noChangeShapeType="1"/>
          </p:cNvSpPr>
          <p:nvPr/>
        </p:nvSpPr>
        <p:spPr bwMode="auto">
          <a:xfrm flipH="1">
            <a:off x="5553075" y="3879056"/>
            <a:ext cx="514350" cy="228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1" name="Arc 147"/>
          <p:cNvSpPr>
            <a:spLocks/>
          </p:cNvSpPr>
          <p:nvPr/>
        </p:nvSpPr>
        <p:spPr bwMode="auto">
          <a:xfrm>
            <a:off x="6467476" y="3743325"/>
            <a:ext cx="1375172" cy="514350"/>
          </a:xfrm>
          <a:custGeom>
            <a:avLst/>
            <a:gdLst>
              <a:gd name="T0" fmla="*/ 0 w 20792"/>
              <a:gd name="T1" fmla="*/ 0 h 21600"/>
              <a:gd name="T2" fmla="*/ 2147483647 w 20792"/>
              <a:gd name="T3" fmla="*/ 2147483647 h 21600"/>
              <a:gd name="T4" fmla="*/ 0 w 20792"/>
              <a:gd name="T5" fmla="*/ 2147483647 h 21600"/>
              <a:gd name="T6" fmla="*/ 0 60000 65536"/>
              <a:gd name="T7" fmla="*/ 0 60000 65536"/>
              <a:gd name="T8" fmla="*/ 0 60000 65536"/>
              <a:gd name="T9" fmla="*/ 0 w 20792"/>
              <a:gd name="T10" fmla="*/ 0 h 21600"/>
              <a:gd name="T11" fmla="*/ 20792 w 2079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92" h="21600" fill="none" extrusionOk="0">
                <a:moveTo>
                  <a:pt x="-1" y="0"/>
                </a:moveTo>
                <a:cubicBezTo>
                  <a:pt x="9674" y="0"/>
                  <a:pt x="18169" y="6433"/>
                  <a:pt x="20791" y="15746"/>
                </a:cubicBezTo>
              </a:path>
              <a:path w="20792" h="21600" stroke="0" extrusionOk="0">
                <a:moveTo>
                  <a:pt x="-1" y="0"/>
                </a:moveTo>
                <a:cubicBezTo>
                  <a:pt x="9674" y="0"/>
                  <a:pt x="18169" y="6433"/>
                  <a:pt x="20791" y="15746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" name="Arc 148"/>
          <p:cNvSpPr>
            <a:spLocks/>
          </p:cNvSpPr>
          <p:nvPr/>
        </p:nvSpPr>
        <p:spPr bwMode="auto">
          <a:xfrm rot="304380" flipH="1">
            <a:off x="6406753" y="3471863"/>
            <a:ext cx="1422797" cy="286941"/>
          </a:xfrm>
          <a:custGeom>
            <a:avLst/>
            <a:gdLst>
              <a:gd name="T0" fmla="*/ 0 w 18089"/>
              <a:gd name="T1" fmla="*/ 0 h 21600"/>
              <a:gd name="T2" fmla="*/ 2147483647 w 18089"/>
              <a:gd name="T3" fmla="*/ 2147483647 h 21600"/>
              <a:gd name="T4" fmla="*/ 0 w 18089"/>
              <a:gd name="T5" fmla="*/ 2147483647 h 21600"/>
              <a:gd name="T6" fmla="*/ 0 60000 65536"/>
              <a:gd name="T7" fmla="*/ 0 60000 65536"/>
              <a:gd name="T8" fmla="*/ 0 60000 65536"/>
              <a:gd name="T9" fmla="*/ 0 w 18089"/>
              <a:gd name="T10" fmla="*/ 0 h 21600"/>
              <a:gd name="T11" fmla="*/ 18089 w 1808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89" h="21600" fill="none" extrusionOk="0">
                <a:moveTo>
                  <a:pt x="-1" y="0"/>
                </a:moveTo>
                <a:cubicBezTo>
                  <a:pt x="7297" y="0"/>
                  <a:pt x="14100" y="3684"/>
                  <a:pt x="18088" y="9795"/>
                </a:cubicBezTo>
              </a:path>
              <a:path w="18089" h="21600" stroke="0" extrusionOk="0">
                <a:moveTo>
                  <a:pt x="-1" y="0"/>
                </a:moveTo>
                <a:cubicBezTo>
                  <a:pt x="7297" y="0"/>
                  <a:pt x="14100" y="3684"/>
                  <a:pt x="18088" y="9795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round/>
            <a:headEnd type="triangl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3" name="Arc 149"/>
          <p:cNvSpPr>
            <a:spLocks/>
          </p:cNvSpPr>
          <p:nvPr/>
        </p:nvSpPr>
        <p:spPr bwMode="auto">
          <a:xfrm flipH="1">
            <a:off x="6405563" y="3078956"/>
            <a:ext cx="1437085" cy="457200"/>
          </a:xfrm>
          <a:custGeom>
            <a:avLst/>
            <a:gdLst>
              <a:gd name="T0" fmla="*/ 0 w 17843"/>
              <a:gd name="T1" fmla="*/ 0 h 21600"/>
              <a:gd name="T2" fmla="*/ 2147483647 w 17843"/>
              <a:gd name="T3" fmla="*/ 2147483647 h 21600"/>
              <a:gd name="T4" fmla="*/ 0 w 17843"/>
              <a:gd name="T5" fmla="*/ 2147483647 h 21600"/>
              <a:gd name="T6" fmla="*/ 0 60000 65536"/>
              <a:gd name="T7" fmla="*/ 0 60000 65536"/>
              <a:gd name="T8" fmla="*/ 0 60000 65536"/>
              <a:gd name="T9" fmla="*/ 0 w 17843"/>
              <a:gd name="T10" fmla="*/ 0 h 21600"/>
              <a:gd name="T11" fmla="*/ 17843 w 1784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843" h="21600" fill="none" extrusionOk="0">
                <a:moveTo>
                  <a:pt x="-1" y="0"/>
                </a:moveTo>
                <a:cubicBezTo>
                  <a:pt x="7139" y="0"/>
                  <a:pt x="13818" y="3528"/>
                  <a:pt x="17842" y="9426"/>
                </a:cubicBezTo>
              </a:path>
              <a:path w="17843" h="21600" stroke="0" extrusionOk="0">
                <a:moveTo>
                  <a:pt x="-1" y="0"/>
                </a:moveTo>
                <a:cubicBezTo>
                  <a:pt x="7139" y="0"/>
                  <a:pt x="13818" y="3528"/>
                  <a:pt x="17842" y="9426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round/>
            <a:headEnd type="triangl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4" name="Arc 150"/>
          <p:cNvSpPr>
            <a:spLocks/>
          </p:cNvSpPr>
          <p:nvPr/>
        </p:nvSpPr>
        <p:spPr bwMode="auto">
          <a:xfrm rot="20781422" flipH="1">
            <a:off x="6067425" y="2678906"/>
            <a:ext cx="1619250" cy="171450"/>
          </a:xfrm>
          <a:custGeom>
            <a:avLst/>
            <a:gdLst>
              <a:gd name="T0" fmla="*/ 0 w 21111"/>
              <a:gd name="T1" fmla="*/ 0 h 21600"/>
              <a:gd name="T2" fmla="*/ 2147483647 w 21111"/>
              <a:gd name="T3" fmla="*/ 2147483647 h 21600"/>
              <a:gd name="T4" fmla="*/ 0 w 21111"/>
              <a:gd name="T5" fmla="*/ 2147483647 h 21600"/>
              <a:gd name="T6" fmla="*/ 0 60000 65536"/>
              <a:gd name="T7" fmla="*/ 0 60000 65536"/>
              <a:gd name="T8" fmla="*/ 0 60000 65536"/>
              <a:gd name="T9" fmla="*/ 0 w 21111"/>
              <a:gd name="T10" fmla="*/ 0 h 21600"/>
              <a:gd name="T11" fmla="*/ 21111 w 2111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111" h="21600" fill="none" extrusionOk="0">
                <a:moveTo>
                  <a:pt x="-1" y="0"/>
                </a:moveTo>
                <a:cubicBezTo>
                  <a:pt x="10169" y="0"/>
                  <a:pt x="18960" y="7092"/>
                  <a:pt x="21111" y="17031"/>
                </a:cubicBezTo>
              </a:path>
              <a:path w="21111" h="21600" stroke="0" extrusionOk="0">
                <a:moveTo>
                  <a:pt x="-1" y="0"/>
                </a:moveTo>
                <a:cubicBezTo>
                  <a:pt x="10169" y="0"/>
                  <a:pt x="18960" y="7092"/>
                  <a:pt x="21111" y="17031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round/>
            <a:headEnd type="triangl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51"/>
          <p:cNvGrpSpPr>
            <a:grpSpLocks/>
          </p:cNvGrpSpPr>
          <p:nvPr/>
        </p:nvGrpSpPr>
        <p:grpSpPr bwMode="auto">
          <a:xfrm>
            <a:off x="5264944" y="2565798"/>
            <a:ext cx="2116931" cy="1521619"/>
            <a:chOff x="3360" y="864"/>
            <a:chExt cx="1778" cy="1278"/>
          </a:xfrm>
        </p:grpSpPr>
        <p:sp>
          <p:nvSpPr>
            <p:cNvPr id="3103" name="Freeform 152"/>
            <p:cNvSpPr>
              <a:spLocks/>
            </p:cNvSpPr>
            <p:nvPr/>
          </p:nvSpPr>
          <p:spPr bwMode="auto">
            <a:xfrm rot="1243955">
              <a:off x="3360" y="864"/>
              <a:ext cx="1778" cy="1278"/>
            </a:xfrm>
            <a:custGeom>
              <a:avLst/>
              <a:gdLst>
                <a:gd name="T0" fmla="*/ 800 w 1778"/>
                <a:gd name="T1" fmla="*/ 11 h 1278"/>
                <a:gd name="T2" fmla="*/ 856 w 1778"/>
                <a:gd name="T3" fmla="*/ 22 h 1278"/>
                <a:gd name="T4" fmla="*/ 922 w 1778"/>
                <a:gd name="T5" fmla="*/ 44 h 1278"/>
                <a:gd name="T6" fmla="*/ 1022 w 1778"/>
                <a:gd name="T7" fmla="*/ 89 h 1278"/>
                <a:gd name="T8" fmla="*/ 1056 w 1778"/>
                <a:gd name="T9" fmla="*/ 100 h 1278"/>
                <a:gd name="T10" fmla="*/ 1089 w 1778"/>
                <a:gd name="T11" fmla="*/ 122 h 1278"/>
                <a:gd name="T12" fmla="*/ 1122 w 1778"/>
                <a:gd name="T13" fmla="*/ 133 h 1278"/>
                <a:gd name="T14" fmla="*/ 1178 w 1778"/>
                <a:gd name="T15" fmla="*/ 167 h 1278"/>
                <a:gd name="T16" fmla="*/ 1211 w 1778"/>
                <a:gd name="T17" fmla="*/ 200 h 1278"/>
                <a:gd name="T18" fmla="*/ 1256 w 1778"/>
                <a:gd name="T19" fmla="*/ 222 h 1278"/>
                <a:gd name="T20" fmla="*/ 1278 w 1778"/>
                <a:gd name="T21" fmla="*/ 255 h 1278"/>
                <a:gd name="T22" fmla="*/ 1345 w 1778"/>
                <a:gd name="T23" fmla="*/ 289 h 1278"/>
                <a:gd name="T24" fmla="*/ 1423 w 1778"/>
                <a:gd name="T25" fmla="*/ 333 h 1278"/>
                <a:gd name="T26" fmla="*/ 1511 w 1778"/>
                <a:gd name="T27" fmla="*/ 433 h 1278"/>
                <a:gd name="T28" fmla="*/ 1534 w 1778"/>
                <a:gd name="T29" fmla="*/ 467 h 1278"/>
                <a:gd name="T30" fmla="*/ 1600 w 1778"/>
                <a:gd name="T31" fmla="*/ 511 h 1278"/>
                <a:gd name="T32" fmla="*/ 1667 w 1778"/>
                <a:gd name="T33" fmla="*/ 611 h 1278"/>
                <a:gd name="T34" fmla="*/ 1700 w 1778"/>
                <a:gd name="T35" fmla="*/ 644 h 1278"/>
                <a:gd name="T36" fmla="*/ 1756 w 1778"/>
                <a:gd name="T37" fmla="*/ 733 h 1278"/>
                <a:gd name="T38" fmla="*/ 1778 w 1778"/>
                <a:gd name="T39" fmla="*/ 789 h 1278"/>
                <a:gd name="T40" fmla="*/ 1567 w 1778"/>
                <a:gd name="T41" fmla="*/ 855 h 1278"/>
                <a:gd name="T42" fmla="*/ 1434 w 1778"/>
                <a:gd name="T43" fmla="*/ 900 h 1278"/>
                <a:gd name="T44" fmla="*/ 1367 w 1778"/>
                <a:gd name="T45" fmla="*/ 922 h 1278"/>
                <a:gd name="T46" fmla="*/ 1289 w 1778"/>
                <a:gd name="T47" fmla="*/ 978 h 1278"/>
                <a:gd name="T48" fmla="*/ 1256 w 1778"/>
                <a:gd name="T49" fmla="*/ 1000 h 1278"/>
                <a:gd name="T50" fmla="*/ 1122 w 1778"/>
                <a:gd name="T51" fmla="*/ 1089 h 1278"/>
                <a:gd name="T52" fmla="*/ 1022 w 1778"/>
                <a:gd name="T53" fmla="*/ 1144 h 1278"/>
                <a:gd name="T54" fmla="*/ 956 w 1778"/>
                <a:gd name="T55" fmla="*/ 1278 h 1278"/>
                <a:gd name="T56" fmla="*/ 878 w 1778"/>
                <a:gd name="T57" fmla="*/ 1178 h 1278"/>
                <a:gd name="T58" fmla="*/ 800 w 1778"/>
                <a:gd name="T59" fmla="*/ 1055 h 1278"/>
                <a:gd name="T60" fmla="*/ 711 w 1778"/>
                <a:gd name="T61" fmla="*/ 989 h 1278"/>
                <a:gd name="T62" fmla="*/ 545 w 1778"/>
                <a:gd name="T63" fmla="*/ 855 h 1278"/>
                <a:gd name="T64" fmla="*/ 322 w 1778"/>
                <a:gd name="T65" fmla="*/ 800 h 1278"/>
                <a:gd name="T66" fmla="*/ 167 w 1778"/>
                <a:gd name="T67" fmla="*/ 811 h 1278"/>
                <a:gd name="T68" fmla="*/ 0 w 1778"/>
                <a:gd name="T69" fmla="*/ 867 h 1278"/>
                <a:gd name="T70" fmla="*/ 11 w 1778"/>
                <a:gd name="T71" fmla="*/ 678 h 1278"/>
                <a:gd name="T72" fmla="*/ 133 w 1778"/>
                <a:gd name="T73" fmla="*/ 489 h 1278"/>
                <a:gd name="T74" fmla="*/ 211 w 1778"/>
                <a:gd name="T75" fmla="*/ 344 h 1278"/>
                <a:gd name="T76" fmla="*/ 256 w 1778"/>
                <a:gd name="T77" fmla="*/ 311 h 1278"/>
                <a:gd name="T78" fmla="*/ 333 w 1778"/>
                <a:gd name="T79" fmla="*/ 200 h 1278"/>
                <a:gd name="T80" fmla="*/ 478 w 1778"/>
                <a:gd name="T81" fmla="*/ 122 h 1278"/>
                <a:gd name="T82" fmla="*/ 689 w 1778"/>
                <a:gd name="T83" fmla="*/ 0 h 1278"/>
                <a:gd name="T84" fmla="*/ 800 w 1778"/>
                <a:gd name="T85" fmla="*/ 11 h 127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778"/>
                <a:gd name="T130" fmla="*/ 0 h 1278"/>
                <a:gd name="T131" fmla="*/ 1778 w 1778"/>
                <a:gd name="T132" fmla="*/ 1278 h 127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778" h="1278">
                  <a:moveTo>
                    <a:pt x="800" y="11"/>
                  </a:moveTo>
                  <a:cubicBezTo>
                    <a:pt x="819" y="15"/>
                    <a:pt x="838" y="17"/>
                    <a:pt x="856" y="22"/>
                  </a:cubicBezTo>
                  <a:cubicBezTo>
                    <a:pt x="878" y="28"/>
                    <a:pt x="922" y="44"/>
                    <a:pt x="922" y="44"/>
                  </a:cubicBezTo>
                  <a:cubicBezTo>
                    <a:pt x="975" y="80"/>
                    <a:pt x="944" y="63"/>
                    <a:pt x="1022" y="89"/>
                  </a:cubicBezTo>
                  <a:cubicBezTo>
                    <a:pt x="1033" y="93"/>
                    <a:pt x="1056" y="100"/>
                    <a:pt x="1056" y="100"/>
                  </a:cubicBezTo>
                  <a:cubicBezTo>
                    <a:pt x="1067" y="107"/>
                    <a:pt x="1077" y="116"/>
                    <a:pt x="1089" y="122"/>
                  </a:cubicBezTo>
                  <a:cubicBezTo>
                    <a:pt x="1099" y="127"/>
                    <a:pt x="1112" y="127"/>
                    <a:pt x="1122" y="133"/>
                  </a:cubicBezTo>
                  <a:cubicBezTo>
                    <a:pt x="1205" y="182"/>
                    <a:pt x="1079" y="131"/>
                    <a:pt x="1178" y="167"/>
                  </a:cubicBezTo>
                  <a:cubicBezTo>
                    <a:pt x="1189" y="178"/>
                    <a:pt x="1198" y="191"/>
                    <a:pt x="1211" y="200"/>
                  </a:cubicBezTo>
                  <a:cubicBezTo>
                    <a:pt x="1225" y="210"/>
                    <a:pt x="1243" y="211"/>
                    <a:pt x="1256" y="222"/>
                  </a:cubicBezTo>
                  <a:cubicBezTo>
                    <a:pt x="1266" y="230"/>
                    <a:pt x="1269" y="246"/>
                    <a:pt x="1278" y="255"/>
                  </a:cubicBezTo>
                  <a:cubicBezTo>
                    <a:pt x="1301" y="278"/>
                    <a:pt x="1316" y="280"/>
                    <a:pt x="1345" y="289"/>
                  </a:cubicBezTo>
                  <a:cubicBezTo>
                    <a:pt x="1370" y="306"/>
                    <a:pt x="1402" y="312"/>
                    <a:pt x="1423" y="333"/>
                  </a:cubicBezTo>
                  <a:cubicBezTo>
                    <a:pt x="1564" y="474"/>
                    <a:pt x="1419" y="372"/>
                    <a:pt x="1511" y="433"/>
                  </a:cubicBezTo>
                  <a:cubicBezTo>
                    <a:pt x="1519" y="444"/>
                    <a:pt x="1524" y="458"/>
                    <a:pt x="1534" y="467"/>
                  </a:cubicBezTo>
                  <a:cubicBezTo>
                    <a:pt x="1554" y="484"/>
                    <a:pt x="1600" y="511"/>
                    <a:pt x="1600" y="511"/>
                  </a:cubicBezTo>
                  <a:cubicBezTo>
                    <a:pt x="1652" y="589"/>
                    <a:pt x="1630" y="556"/>
                    <a:pt x="1667" y="611"/>
                  </a:cubicBezTo>
                  <a:cubicBezTo>
                    <a:pt x="1676" y="624"/>
                    <a:pt x="1691" y="631"/>
                    <a:pt x="1700" y="644"/>
                  </a:cubicBezTo>
                  <a:cubicBezTo>
                    <a:pt x="1721" y="672"/>
                    <a:pt x="1756" y="733"/>
                    <a:pt x="1756" y="733"/>
                  </a:cubicBezTo>
                  <a:cubicBezTo>
                    <a:pt x="1770" y="775"/>
                    <a:pt x="1762" y="756"/>
                    <a:pt x="1778" y="789"/>
                  </a:cubicBezTo>
                  <a:cubicBezTo>
                    <a:pt x="1708" y="812"/>
                    <a:pt x="1639" y="837"/>
                    <a:pt x="1567" y="855"/>
                  </a:cubicBezTo>
                  <a:cubicBezTo>
                    <a:pt x="1530" y="893"/>
                    <a:pt x="1483" y="885"/>
                    <a:pt x="1434" y="900"/>
                  </a:cubicBezTo>
                  <a:cubicBezTo>
                    <a:pt x="1411" y="907"/>
                    <a:pt x="1367" y="922"/>
                    <a:pt x="1367" y="922"/>
                  </a:cubicBezTo>
                  <a:cubicBezTo>
                    <a:pt x="1341" y="941"/>
                    <a:pt x="1315" y="960"/>
                    <a:pt x="1289" y="978"/>
                  </a:cubicBezTo>
                  <a:cubicBezTo>
                    <a:pt x="1278" y="986"/>
                    <a:pt x="1256" y="1000"/>
                    <a:pt x="1256" y="1000"/>
                  </a:cubicBezTo>
                  <a:cubicBezTo>
                    <a:pt x="1220" y="1054"/>
                    <a:pt x="1184" y="1069"/>
                    <a:pt x="1122" y="1089"/>
                  </a:cubicBezTo>
                  <a:cubicBezTo>
                    <a:pt x="1089" y="1111"/>
                    <a:pt x="1056" y="1122"/>
                    <a:pt x="1022" y="1144"/>
                  </a:cubicBezTo>
                  <a:cubicBezTo>
                    <a:pt x="1000" y="1189"/>
                    <a:pt x="978" y="1233"/>
                    <a:pt x="956" y="1278"/>
                  </a:cubicBezTo>
                  <a:cubicBezTo>
                    <a:pt x="939" y="1207"/>
                    <a:pt x="921" y="1230"/>
                    <a:pt x="878" y="1178"/>
                  </a:cubicBezTo>
                  <a:cubicBezTo>
                    <a:pt x="846" y="1140"/>
                    <a:pt x="838" y="1089"/>
                    <a:pt x="800" y="1055"/>
                  </a:cubicBezTo>
                  <a:cubicBezTo>
                    <a:pt x="773" y="1030"/>
                    <a:pt x="737" y="1015"/>
                    <a:pt x="711" y="989"/>
                  </a:cubicBezTo>
                  <a:cubicBezTo>
                    <a:pt x="663" y="940"/>
                    <a:pt x="612" y="880"/>
                    <a:pt x="545" y="855"/>
                  </a:cubicBezTo>
                  <a:cubicBezTo>
                    <a:pt x="476" y="830"/>
                    <a:pt x="395" y="812"/>
                    <a:pt x="322" y="800"/>
                  </a:cubicBezTo>
                  <a:cubicBezTo>
                    <a:pt x="270" y="804"/>
                    <a:pt x="218" y="803"/>
                    <a:pt x="167" y="811"/>
                  </a:cubicBezTo>
                  <a:cubicBezTo>
                    <a:pt x="107" y="820"/>
                    <a:pt x="61" y="867"/>
                    <a:pt x="0" y="867"/>
                  </a:cubicBezTo>
                  <a:cubicBezTo>
                    <a:pt x="4" y="804"/>
                    <a:pt x="3" y="741"/>
                    <a:pt x="11" y="678"/>
                  </a:cubicBezTo>
                  <a:cubicBezTo>
                    <a:pt x="22" y="594"/>
                    <a:pt x="94" y="557"/>
                    <a:pt x="133" y="489"/>
                  </a:cubicBezTo>
                  <a:cubicBezTo>
                    <a:pt x="157" y="447"/>
                    <a:pt x="171" y="374"/>
                    <a:pt x="211" y="344"/>
                  </a:cubicBezTo>
                  <a:cubicBezTo>
                    <a:pt x="226" y="333"/>
                    <a:pt x="243" y="324"/>
                    <a:pt x="256" y="311"/>
                  </a:cubicBezTo>
                  <a:cubicBezTo>
                    <a:pt x="288" y="279"/>
                    <a:pt x="296" y="225"/>
                    <a:pt x="333" y="200"/>
                  </a:cubicBezTo>
                  <a:cubicBezTo>
                    <a:pt x="384" y="166"/>
                    <a:pt x="421" y="141"/>
                    <a:pt x="478" y="122"/>
                  </a:cubicBezTo>
                  <a:cubicBezTo>
                    <a:pt x="535" y="66"/>
                    <a:pt x="604" y="0"/>
                    <a:pt x="689" y="0"/>
                  </a:cubicBezTo>
                  <a:cubicBezTo>
                    <a:pt x="726" y="0"/>
                    <a:pt x="763" y="7"/>
                    <a:pt x="800" y="11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04" name="Group 153"/>
            <p:cNvGrpSpPr>
              <a:grpSpLocks/>
            </p:cNvGrpSpPr>
            <p:nvPr/>
          </p:nvGrpSpPr>
          <p:grpSpPr bwMode="auto">
            <a:xfrm>
              <a:off x="3504" y="864"/>
              <a:ext cx="1488" cy="1152"/>
              <a:chOff x="2640" y="1728"/>
              <a:chExt cx="1488" cy="1152"/>
            </a:xfrm>
          </p:grpSpPr>
          <p:sp>
            <p:nvSpPr>
              <p:cNvPr id="3105" name="Freeform 154"/>
              <p:cNvSpPr>
                <a:spLocks/>
              </p:cNvSpPr>
              <p:nvPr/>
            </p:nvSpPr>
            <p:spPr bwMode="auto">
              <a:xfrm>
                <a:off x="3264" y="1728"/>
                <a:ext cx="720" cy="1104"/>
              </a:xfrm>
              <a:custGeom>
                <a:avLst/>
                <a:gdLst>
                  <a:gd name="T0" fmla="*/ 0 w 720"/>
                  <a:gd name="T1" fmla="*/ 0 h 1104"/>
                  <a:gd name="T2" fmla="*/ 288 w 720"/>
                  <a:gd name="T3" fmla="*/ 240 h 1104"/>
                  <a:gd name="T4" fmla="*/ 432 w 720"/>
                  <a:gd name="T5" fmla="*/ 432 h 1104"/>
                  <a:gd name="T6" fmla="*/ 624 w 720"/>
                  <a:gd name="T7" fmla="*/ 720 h 1104"/>
                  <a:gd name="T8" fmla="*/ 720 w 720"/>
                  <a:gd name="T9" fmla="*/ 1104 h 1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0"/>
                  <a:gd name="T16" fmla="*/ 0 h 1104"/>
                  <a:gd name="T17" fmla="*/ 720 w 720"/>
                  <a:gd name="T18" fmla="*/ 1104 h 1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0" h="1104">
                    <a:moveTo>
                      <a:pt x="0" y="0"/>
                    </a:moveTo>
                    <a:cubicBezTo>
                      <a:pt x="108" y="84"/>
                      <a:pt x="216" y="168"/>
                      <a:pt x="288" y="240"/>
                    </a:cubicBezTo>
                    <a:cubicBezTo>
                      <a:pt x="360" y="312"/>
                      <a:pt x="376" y="352"/>
                      <a:pt x="432" y="432"/>
                    </a:cubicBezTo>
                    <a:cubicBezTo>
                      <a:pt x="488" y="512"/>
                      <a:pt x="576" y="608"/>
                      <a:pt x="624" y="720"/>
                    </a:cubicBezTo>
                    <a:cubicBezTo>
                      <a:pt x="672" y="832"/>
                      <a:pt x="704" y="1040"/>
                      <a:pt x="720" y="1104"/>
                    </a:cubicBezTo>
                  </a:path>
                </a:pathLst>
              </a:cu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6" name="Freeform 155"/>
              <p:cNvSpPr>
                <a:spLocks/>
              </p:cNvSpPr>
              <p:nvPr/>
            </p:nvSpPr>
            <p:spPr bwMode="auto">
              <a:xfrm>
                <a:off x="3024" y="1776"/>
                <a:ext cx="720" cy="1008"/>
              </a:xfrm>
              <a:custGeom>
                <a:avLst/>
                <a:gdLst>
                  <a:gd name="T0" fmla="*/ 0 w 720"/>
                  <a:gd name="T1" fmla="*/ 0 h 1104"/>
                  <a:gd name="T2" fmla="*/ 288 w 720"/>
                  <a:gd name="T3" fmla="*/ 152 h 1104"/>
                  <a:gd name="T4" fmla="*/ 432 w 720"/>
                  <a:gd name="T5" fmla="*/ 274 h 1104"/>
                  <a:gd name="T6" fmla="*/ 624 w 720"/>
                  <a:gd name="T7" fmla="*/ 457 h 1104"/>
                  <a:gd name="T8" fmla="*/ 720 w 720"/>
                  <a:gd name="T9" fmla="*/ 700 h 1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0"/>
                  <a:gd name="T16" fmla="*/ 0 h 1104"/>
                  <a:gd name="T17" fmla="*/ 720 w 720"/>
                  <a:gd name="T18" fmla="*/ 1104 h 1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0" h="1104">
                    <a:moveTo>
                      <a:pt x="0" y="0"/>
                    </a:moveTo>
                    <a:cubicBezTo>
                      <a:pt x="108" y="84"/>
                      <a:pt x="216" y="168"/>
                      <a:pt x="288" y="240"/>
                    </a:cubicBezTo>
                    <a:cubicBezTo>
                      <a:pt x="360" y="312"/>
                      <a:pt x="376" y="352"/>
                      <a:pt x="432" y="432"/>
                    </a:cubicBezTo>
                    <a:cubicBezTo>
                      <a:pt x="488" y="512"/>
                      <a:pt x="576" y="608"/>
                      <a:pt x="624" y="720"/>
                    </a:cubicBezTo>
                    <a:cubicBezTo>
                      <a:pt x="672" y="832"/>
                      <a:pt x="704" y="1040"/>
                      <a:pt x="720" y="1104"/>
                    </a:cubicBezTo>
                  </a:path>
                </a:pathLst>
              </a:cu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7" name="Freeform 156"/>
              <p:cNvSpPr>
                <a:spLocks/>
              </p:cNvSpPr>
              <p:nvPr/>
            </p:nvSpPr>
            <p:spPr bwMode="auto">
              <a:xfrm>
                <a:off x="2832" y="1872"/>
                <a:ext cx="720" cy="960"/>
              </a:xfrm>
              <a:custGeom>
                <a:avLst/>
                <a:gdLst>
                  <a:gd name="T0" fmla="*/ 0 w 720"/>
                  <a:gd name="T1" fmla="*/ 0 h 1104"/>
                  <a:gd name="T2" fmla="*/ 288 w 720"/>
                  <a:gd name="T3" fmla="*/ 119 h 1104"/>
                  <a:gd name="T4" fmla="*/ 432 w 720"/>
                  <a:gd name="T5" fmla="*/ 215 h 1104"/>
                  <a:gd name="T6" fmla="*/ 624 w 720"/>
                  <a:gd name="T7" fmla="*/ 357 h 1104"/>
                  <a:gd name="T8" fmla="*/ 720 w 720"/>
                  <a:gd name="T9" fmla="*/ 549 h 1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0"/>
                  <a:gd name="T16" fmla="*/ 0 h 1104"/>
                  <a:gd name="T17" fmla="*/ 720 w 720"/>
                  <a:gd name="T18" fmla="*/ 1104 h 1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0" h="1104">
                    <a:moveTo>
                      <a:pt x="0" y="0"/>
                    </a:moveTo>
                    <a:cubicBezTo>
                      <a:pt x="108" y="84"/>
                      <a:pt x="216" y="168"/>
                      <a:pt x="288" y="240"/>
                    </a:cubicBezTo>
                    <a:cubicBezTo>
                      <a:pt x="360" y="312"/>
                      <a:pt x="376" y="352"/>
                      <a:pt x="432" y="432"/>
                    </a:cubicBezTo>
                    <a:cubicBezTo>
                      <a:pt x="488" y="512"/>
                      <a:pt x="576" y="608"/>
                      <a:pt x="624" y="720"/>
                    </a:cubicBezTo>
                    <a:cubicBezTo>
                      <a:pt x="672" y="832"/>
                      <a:pt x="704" y="1040"/>
                      <a:pt x="720" y="1104"/>
                    </a:cubicBezTo>
                  </a:path>
                </a:pathLst>
              </a:cu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8" name="Freeform 157"/>
              <p:cNvSpPr>
                <a:spLocks/>
              </p:cNvSpPr>
              <p:nvPr/>
            </p:nvSpPr>
            <p:spPr bwMode="auto">
              <a:xfrm>
                <a:off x="2640" y="2016"/>
                <a:ext cx="768" cy="864"/>
              </a:xfrm>
              <a:custGeom>
                <a:avLst/>
                <a:gdLst>
                  <a:gd name="T0" fmla="*/ 0 w 720"/>
                  <a:gd name="T1" fmla="*/ 0 h 1104"/>
                  <a:gd name="T2" fmla="*/ 397 w 720"/>
                  <a:gd name="T3" fmla="*/ 70 h 1104"/>
                  <a:gd name="T4" fmla="*/ 597 w 720"/>
                  <a:gd name="T5" fmla="*/ 127 h 1104"/>
                  <a:gd name="T6" fmla="*/ 861 w 720"/>
                  <a:gd name="T7" fmla="*/ 211 h 1104"/>
                  <a:gd name="T8" fmla="*/ 994 w 720"/>
                  <a:gd name="T9" fmla="*/ 324 h 1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0"/>
                  <a:gd name="T16" fmla="*/ 0 h 1104"/>
                  <a:gd name="T17" fmla="*/ 720 w 720"/>
                  <a:gd name="T18" fmla="*/ 1104 h 1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0" h="1104">
                    <a:moveTo>
                      <a:pt x="0" y="0"/>
                    </a:moveTo>
                    <a:cubicBezTo>
                      <a:pt x="108" y="84"/>
                      <a:pt x="216" y="168"/>
                      <a:pt x="288" y="240"/>
                    </a:cubicBezTo>
                    <a:cubicBezTo>
                      <a:pt x="360" y="312"/>
                      <a:pt x="376" y="352"/>
                      <a:pt x="432" y="432"/>
                    </a:cubicBezTo>
                    <a:cubicBezTo>
                      <a:pt x="488" y="512"/>
                      <a:pt x="576" y="608"/>
                      <a:pt x="624" y="720"/>
                    </a:cubicBezTo>
                    <a:cubicBezTo>
                      <a:pt x="672" y="832"/>
                      <a:pt x="704" y="1040"/>
                      <a:pt x="720" y="1104"/>
                    </a:cubicBezTo>
                  </a:path>
                </a:pathLst>
              </a:cu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9" name="Freeform 158"/>
              <p:cNvSpPr>
                <a:spLocks/>
              </p:cNvSpPr>
              <p:nvPr/>
            </p:nvSpPr>
            <p:spPr bwMode="auto">
              <a:xfrm>
                <a:off x="2640" y="1824"/>
                <a:ext cx="960" cy="432"/>
              </a:xfrm>
              <a:custGeom>
                <a:avLst/>
                <a:gdLst>
                  <a:gd name="T0" fmla="*/ 0 w 960"/>
                  <a:gd name="T1" fmla="*/ 432 h 432"/>
                  <a:gd name="T2" fmla="*/ 240 w 960"/>
                  <a:gd name="T3" fmla="*/ 240 h 432"/>
                  <a:gd name="T4" fmla="*/ 528 w 960"/>
                  <a:gd name="T5" fmla="*/ 96 h 432"/>
                  <a:gd name="T6" fmla="*/ 960 w 960"/>
                  <a:gd name="T7" fmla="*/ 0 h 4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0"/>
                  <a:gd name="T13" fmla="*/ 0 h 432"/>
                  <a:gd name="T14" fmla="*/ 960 w 960"/>
                  <a:gd name="T15" fmla="*/ 432 h 4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0" h="432">
                    <a:moveTo>
                      <a:pt x="0" y="432"/>
                    </a:moveTo>
                    <a:cubicBezTo>
                      <a:pt x="76" y="364"/>
                      <a:pt x="152" y="296"/>
                      <a:pt x="240" y="240"/>
                    </a:cubicBezTo>
                    <a:cubicBezTo>
                      <a:pt x="328" y="184"/>
                      <a:pt x="408" y="136"/>
                      <a:pt x="528" y="96"/>
                    </a:cubicBezTo>
                    <a:cubicBezTo>
                      <a:pt x="648" y="56"/>
                      <a:pt x="888" y="16"/>
                      <a:pt x="960" y="0"/>
                    </a:cubicBezTo>
                  </a:path>
                </a:pathLst>
              </a:cu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0" name="Freeform 159"/>
              <p:cNvSpPr>
                <a:spLocks/>
              </p:cNvSpPr>
              <p:nvPr/>
            </p:nvSpPr>
            <p:spPr bwMode="auto">
              <a:xfrm>
                <a:off x="2832" y="1968"/>
                <a:ext cx="960" cy="384"/>
              </a:xfrm>
              <a:custGeom>
                <a:avLst/>
                <a:gdLst>
                  <a:gd name="T0" fmla="*/ 0 w 960"/>
                  <a:gd name="T1" fmla="*/ 239 h 432"/>
                  <a:gd name="T2" fmla="*/ 240 w 960"/>
                  <a:gd name="T3" fmla="*/ 132 h 432"/>
                  <a:gd name="T4" fmla="*/ 528 w 960"/>
                  <a:gd name="T5" fmla="*/ 53 h 432"/>
                  <a:gd name="T6" fmla="*/ 960 w 960"/>
                  <a:gd name="T7" fmla="*/ 0 h 4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0"/>
                  <a:gd name="T13" fmla="*/ 0 h 432"/>
                  <a:gd name="T14" fmla="*/ 960 w 960"/>
                  <a:gd name="T15" fmla="*/ 432 h 4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0" h="432">
                    <a:moveTo>
                      <a:pt x="0" y="432"/>
                    </a:moveTo>
                    <a:cubicBezTo>
                      <a:pt x="76" y="364"/>
                      <a:pt x="152" y="296"/>
                      <a:pt x="240" y="240"/>
                    </a:cubicBezTo>
                    <a:cubicBezTo>
                      <a:pt x="328" y="184"/>
                      <a:pt x="408" y="136"/>
                      <a:pt x="528" y="96"/>
                    </a:cubicBezTo>
                    <a:cubicBezTo>
                      <a:pt x="648" y="56"/>
                      <a:pt x="888" y="16"/>
                      <a:pt x="960" y="0"/>
                    </a:cubicBezTo>
                  </a:path>
                </a:pathLst>
              </a:cu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1" name="Freeform 160"/>
              <p:cNvSpPr>
                <a:spLocks/>
              </p:cNvSpPr>
              <p:nvPr/>
            </p:nvSpPr>
            <p:spPr bwMode="auto">
              <a:xfrm>
                <a:off x="3024" y="2160"/>
                <a:ext cx="864" cy="336"/>
              </a:xfrm>
              <a:custGeom>
                <a:avLst/>
                <a:gdLst>
                  <a:gd name="T0" fmla="*/ 0 w 960"/>
                  <a:gd name="T1" fmla="*/ 123 h 432"/>
                  <a:gd name="T2" fmla="*/ 142 w 960"/>
                  <a:gd name="T3" fmla="*/ 68 h 432"/>
                  <a:gd name="T4" fmla="*/ 312 w 960"/>
                  <a:gd name="T5" fmla="*/ 27 h 432"/>
                  <a:gd name="T6" fmla="*/ 567 w 960"/>
                  <a:gd name="T7" fmla="*/ 0 h 4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0"/>
                  <a:gd name="T13" fmla="*/ 0 h 432"/>
                  <a:gd name="T14" fmla="*/ 960 w 960"/>
                  <a:gd name="T15" fmla="*/ 432 h 4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0" h="432">
                    <a:moveTo>
                      <a:pt x="0" y="432"/>
                    </a:moveTo>
                    <a:cubicBezTo>
                      <a:pt x="76" y="364"/>
                      <a:pt x="152" y="296"/>
                      <a:pt x="240" y="240"/>
                    </a:cubicBezTo>
                    <a:cubicBezTo>
                      <a:pt x="328" y="184"/>
                      <a:pt x="408" y="136"/>
                      <a:pt x="528" y="96"/>
                    </a:cubicBezTo>
                    <a:cubicBezTo>
                      <a:pt x="648" y="56"/>
                      <a:pt x="888" y="16"/>
                      <a:pt x="960" y="0"/>
                    </a:cubicBezTo>
                  </a:path>
                </a:pathLst>
              </a:cu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2" name="Freeform 161"/>
              <p:cNvSpPr>
                <a:spLocks/>
              </p:cNvSpPr>
              <p:nvPr/>
            </p:nvSpPr>
            <p:spPr bwMode="auto">
              <a:xfrm>
                <a:off x="3120" y="2352"/>
                <a:ext cx="864" cy="336"/>
              </a:xfrm>
              <a:custGeom>
                <a:avLst/>
                <a:gdLst>
                  <a:gd name="T0" fmla="*/ 0 w 960"/>
                  <a:gd name="T1" fmla="*/ 123 h 432"/>
                  <a:gd name="T2" fmla="*/ 142 w 960"/>
                  <a:gd name="T3" fmla="*/ 68 h 432"/>
                  <a:gd name="T4" fmla="*/ 312 w 960"/>
                  <a:gd name="T5" fmla="*/ 27 h 432"/>
                  <a:gd name="T6" fmla="*/ 567 w 960"/>
                  <a:gd name="T7" fmla="*/ 0 h 4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0"/>
                  <a:gd name="T13" fmla="*/ 0 h 432"/>
                  <a:gd name="T14" fmla="*/ 960 w 960"/>
                  <a:gd name="T15" fmla="*/ 432 h 4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0" h="432">
                    <a:moveTo>
                      <a:pt x="0" y="432"/>
                    </a:moveTo>
                    <a:cubicBezTo>
                      <a:pt x="76" y="364"/>
                      <a:pt x="152" y="296"/>
                      <a:pt x="240" y="240"/>
                    </a:cubicBezTo>
                    <a:cubicBezTo>
                      <a:pt x="328" y="184"/>
                      <a:pt x="408" y="136"/>
                      <a:pt x="528" y="96"/>
                    </a:cubicBezTo>
                    <a:cubicBezTo>
                      <a:pt x="648" y="56"/>
                      <a:pt x="888" y="16"/>
                      <a:pt x="960" y="0"/>
                    </a:cubicBezTo>
                  </a:path>
                </a:pathLst>
              </a:cu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3" name="Freeform 162"/>
              <p:cNvSpPr>
                <a:spLocks/>
              </p:cNvSpPr>
              <p:nvPr/>
            </p:nvSpPr>
            <p:spPr bwMode="auto">
              <a:xfrm>
                <a:off x="3168" y="2544"/>
                <a:ext cx="960" cy="336"/>
              </a:xfrm>
              <a:custGeom>
                <a:avLst/>
                <a:gdLst>
                  <a:gd name="T0" fmla="*/ 0 w 960"/>
                  <a:gd name="T1" fmla="*/ 123 h 432"/>
                  <a:gd name="T2" fmla="*/ 240 w 960"/>
                  <a:gd name="T3" fmla="*/ 68 h 432"/>
                  <a:gd name="T4" fmla="*/ 528 w 960"/>
                  <a:gd name="T5" fmla="*/ 27 h 432"/>
                  <a:gd name="T6" fmla="*/ 960 w 960"/>
                  <a:gd name="T7" fmla="*/ 0 h 4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0"/>
                  <a:gd name="T13" fmla="*/ 0 h 432"/>
                  <a:gd name="T14" fmla="*/ 960 w 960"/>
                  <a:gd name="T15" fmla="*/ 432 h 4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0" h="432">
                    <a:moveTo>
                      <a:pt x="0" y="432"/>
                    </a:moveTo>
                    <a:cubicBezTo>
                      <a:pt x="76" y="364"/>
                      <a:pt x="152" y="296"/>
                      <a:pt x="240" y="240"/>
                    </a:cubicBezTo>
                    <a:cubicBezTo>
                      <a:pt x="328" y="184"/>
                      <a:pt x="408" y="136"/>
                      <a:pt x="528" y="96"/>
                    </a:cubicBezTo>
                    <a:cubicBezTo>
                      <a:pt x="648" y="56"/>
                      <a:pt x="888" y="16"/>
                      <a:pt x="960" y="0"/>
                    </a:cubicBezTo>
                  </a:path>
                </a:pathLst>
              </a:cu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3077" name="Object 1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00348"/>
              </p:ext>
            </p:extLst>
          </p:nvPr>
        </p:nvGraphicFramePr>
        <p:xfrm>
          <a:off x="6650832" y="3914775"/>
          <a:ext cx="259556" cy="303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45" name="Equation" r:id="rId8" imgW="139579" imgH="177646" progId="Equation.3">
                  <p:embed/>
                </p:oleObj>
              </mc:Choice>
              <mc:Fallback>
                <p:oleObj name="Equation" r:id="rId8" imgW="139579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832" y="3914775"/>
                        <a:ext cx="259556" cy="3036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6" name="Line 164"/>
          <p:cNvSpPr>
            <a:spLocks noChangeShapeType="1"/>
          </p:cNvSpPr>
          <p:nvPr/>
        </p:nvSpPr>
        <p:spPr bwMode="auto">
          <a:xfrm flipV="1">
            <a:off x="5838825" y="2107406"/>
            <a:ext cx="914400" cy="8001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65"/>
          <p:cNvGrpSpPr>
            <a:grpSpLocks/>
          </p:cNvGrpSpPr>
          <p:nvPr/>
        </p:nvGrpSpPr>
        <p:grpSpPr bwMode="auto">
          <a:xfrm>
            <a:off x="5895982" y="2085975"/>
            <a:ext cx="1241825" cy="1371600"/>
            <a:chOff x="3648" y="672"/>
            <a:chExt cx="1043" cy="1152"/>
          </a:xfrm>
        </p:grpSpPr>
        <p:graphicFrame>
          <p:nvGraphicFramePr>
            <p:cNvPr id="3080" name="Object 166"/>
            <p:cNvGraphicFramePr>
              <a:graphicFrameLocks noChangeAspect="1"/>
            </p:cNvGraphicFramePr>
            <p:nvPr/>
          </p:nvGraphicFramePr>
          <p:xfrm>
            <a:off x="4368" y="672"/>
            <a:ext cx="32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346" name="Equation" r:id="rId10" imgW="164880" imgH="215640" progId="Equation.3">
                    <p:embed/>
                  </p:oleObj>
                </mc:Choice>
                <mc:Fallback>
                  <p:oleObj name="Equation" r:id="rId10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672"/>
                          <a:ext cx="323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>
                                  <a:alpha val="50000"/>
                                </a:schemeClr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1" name="Freeform 167" descr="深色上对角线"/>
            <p:cNvSpPr>
              <a:spLocks/>
            </p:cNvSpPr>
            <p:nvPr/>
          </p:nvSpPr>
          <p:spPr bwMode="auto">
            <a:xfrm>
              <a:off x="3936" y="1578"/>
              <a:ext cx="326" cy="246"/>
            </a:xfrm>
            <a:custGeom>
              <a:avLst/>
              <a:gdLst>
                <a:gd name="T0" fmla="*/ 0 w 326"/>
                <a:gd name="T1" fmla="*/ 72 h 246"/>
                <a:gd name="T2" fmla="*/ 96 w 326"/>
                <a:gd name="T3" fmla="*/ 32 h 246"/>
                <a:gd name="T4" fmla="*/ 196 w 326"/>
                <a:gd name="T5" fmla="*/ 0 h 246"/>
                <a:gd name="T6" fmla="*/ 260 w 326"/>
                <a:gd name="T7" fmla="*/ 80 h 246"/>
                <a:gd name="T8" fmla="*/ 326 w 326"/>
                <a:gd name="T9" fmla="*/ 180 h 246"/>
                <a:gd name="T10" fmla="*/ 224 w 326"/>
                <a:gd name="T11" fmla="*/ 208 h 246"/>
                <a:gd name="T12" fmla="*/ 130 w 326"/>
                <a:gd name="T13" fmla="*/ 246 h 246"/>
                <a:gd name="T14" fmla="*/ 92 w 326"/>
                <a:gd name="T15" fmla="*/ 168 h 246"/>
                <a:gd name="T16" fmla="*/ 0 w 326"/>
                <a:gd name="T17" fmla="*/ 72 h 2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6"/>
                <a:gd name="T28" fmla="*/ 0 h 246"/>
                <a:gd name="T29" fmla="*/ 326 w 326"/>
                <a:gd name="T30" fmla="*/ 246 h 24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6" h="246">
                  <a:moveTo>
                    <a:pt x="0" y="72"/>
                  </a:moveTo>
                  <a:lnTo>
                    <a:pt x="96" y="32"/>
                  </a:lnTo>
                  <a:lnTo>
                    <a:pt x="196" y="0"/>
                  </a:lnTo>
                  <a:lnTo>
                    <a:pt x="260" y="80"/>
                  </a:lnTo>
                  <a:lnTo>
                    <a:pt x="326" y="180"/>
                  </a:lnTo>
                  <a:lnTo>
                    <a:pt x="224" y="208"/>
                  </a:lnTo>
                  <a:lnTo>
                    <a:pt x="130" y="246"/>
                  </a:lnTo>
                  <a:lnTo>
                    <a:pt x="92" y="168"/>
                  </a:lnTo>
                  <a:lnTo>
                    <a:pt x="0" y="72"/>
                  </a:lnTo>
                  <a:close/>
                </a:path>
              </a:pathLst>
            </a:custGeom>
            <a:pattFill prst="dkUpDiag">
              <a:fgClr>
                <a:srgbClr val="0000FF"/>
              </a:fgClr>
              <a:bgClr>
                <a:schemeClr val="bg1"/>
              </a:bgClr>
            </a:pattFill>
            <a:ln w="9525">
              <a:noFill/>
              <a:round/>
              <a:headEnd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02" name="Line 168"/>
            <p:cNvSpPr>
              <a:spLocks noChangeShapeType="1"/>
            </p:cNvSpPr>
            <p:nvPr/>
          </p:nvSpPr>
          <p:spPr bwMode="auto">
            <a:xfrm flipV="1">
              <a:off x="4032" y="978"/>
              <a:ext cx="384" cy="716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81" name="Object 169"/>
            <p:cNvGraphicFramePr>
              <a:graphicFrameLocks noChangeAspect="1"/>
            </p:cNvGraphicFramePr>
            <p:nvPr/>
          </p:nvGraphicFramePr>
          <p:xfrm>
            <a:off x="3648" y="1507"/>
            <a:ext cx="33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347" name="Equation" r:id="rId12" imgW="215619" imgH="177569" progId="Equation.3">
                    <p:embed/>
                  </p:oleObj>
                </mc:Choice>
                <mc:Fallback>
                  <p:oleObj name="Equation" r:id="rId12" imgW="215619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507"/>
                          <a:ext cx="336" cy="2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>
                                  <a:alpha val="62000"/>
                                </a:schemeClr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70"/>
          <p:cNvGrpSpPr>
            <a:grpSpLocks/>
          </p:cNvGrpSpPr>
          <p:nvPr/>
        </p:nvGrpSpPr>
        <p:grpSpPr bwMode="auto">
          <a:xfrm>
            <a:off x="6359129" y="2611041"/>
            <a:ext cx="1379934" cy="685800"/>
            <a:chOff x="1488" y="2496"/>
            <a:chExt cx="1159" cy="576"/>
          </a:xfrm>
        </p:grpSpPr>
        <p:graphicFrame>
          <p:nvGraphicFramePr>
            <p:cNvPr id="3078" name="Object 171"/>
            <p:cNvGraphicFramePr>
              <a:graphicFrameLocks noChangeAspect="1"/>
            </p:cNvGraphicFramePr>
            <p:nvPr/>
          </p:nvGraphicFramePr>
          <p:xfrm>
            <a:off x="1740" y="2711"/>
            <a:ext cx="21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348" name="Equation" r:id="rId14" imgW="126725" imgH="177415" progId="Equation.3">
                    <p:embed/>
                  </p:oleObj>
                </mc:Choice>
                <mc:Fallback>
                  <p:oleObj name="Equation" r:id="rId14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0" y="2711"/>
                          <a:ext cx="21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>
                                  <a:alpha val="50000"/>
                                </a:schemeClr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9" name="Arc 172"/>
            <p:cNvSpPr>
              <a:spLocks/>
            </p:cNvSpPr>
            <p:nvPr/>
          </p:nvSpPr>
          <p:spPr bwMode="auto">
            <a:xfrm>
              <a:off x="1641" y="2832"/>
              <a:ext cx="135" cy="144"/>
            </a:xfrm>
            <a:custGeom>
              <a:avLst/>
              <a:gdLst>
                <a:gd name="T0" fmla="*/ 0 w 20648"/>
                <a:gd name="T1" fmla="*/ 0 h 21600"/>
                <a:gd name="T2" fmla="*/ 0 w 20648"/>
                <a:gd name="T3" fmla="*/ 0 h 21600"/>
                <a:gd name="T4" fmla="*/ 0 w 20648"/>
                <a:gd name="T5" fmla="*/ 0 h 21600"/>
                <a:gd name="T6" fmla="*/ 0 60000 65536"/>
                <a:gd name="T7" fmla="*/ 0 60000 65536"/>
                <a:gd name="T8" fmla="*/ 0 60000 65536"/>
                <a:gd name="T9" fmla="*/ 0 w 20648"/>
                <a:gd name="T10" fmla="*/ 0 h 21600"/>
                <a:gd name="T11" fmla="*/ 20648 w 2064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48" h="21600" fill="none" extrusionOk="0">
                  <a:moveTo>
                    <a:pt x="-1" y="0"/>
                  </a:moveTo>
                  <a:cubicBezTo>
                    <a:pt x="9486" y="0"/>
                    <a:pt x="17862" y="6189"/>
                    <a:pt x="20647" y="15257"/>
                  </a:cubicBezTo>
                </a:path>
                <a:path w="20648" h="21600" stroke="0" extrusionOk="0">
                  <a:moveTo>
                    <a:pt x="-1" y="0"/>
                  </a:moveTo>
                  <a:cubicBezTo>
                    <a:pt x="9486" y="0"/>
                    <a:pt x="17862" y="6189"/>
                    <a:pt x="20647" y="1525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79" name="Object 173"/>
            <p:cNvGraphicFramePr>
              <a:graphicFrameLocks noChangeAspect="1"/>
            </p:cNvGraphicFramePr>
            <p:nvPr/>
          </p:nvGraphicFramePr>
          <p:xfrm>
            <a:off x="2409" y="2496"/>
            <a:ext cx="238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349" name="Equation" r:id="rId16" imgW="152334" imgH="190417" progId="Equation.3">
                    <p:embed/>
                  </p:oleObj>
                </mc:Choice>
                <mc:Fallback>
                  <p:oleObj name="Equation" r:id="rId16" imgW="152334" imgH="19041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9" y="2496"/>
                          <a:ext cx="238" cy="2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0" name="Line 174"/>
            <p:cNvSpPr>
              <a:spLocks noChangeShapeType="1"/>
            </p:cNvSpPr>
            <p:nvPr/>
          </p:nvSpPr>
          <p:spPr bwMode="auto">
            <a:xfrm flipV="1">
              <a:off x="1488" y="2688"/>
              <a:ext cx="912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" name="Text Box 148"/>
          <p:cNvSpPr txBox="1">
            <a:spLocks noChangeArrowheads="1"/>
          </p:cNvSpPr>
          <p:nvPr/>
        </p:nvSpPr>
        <p:spPr bwMode="auto">
          <a:xfrm>
            <a:off x="339329" y="2027635"/>
            <a:ext cx="13716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zh-CN"/>
            </a:defPPr>
            <a:lvl1pPr marL="514350" indent="-51435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u"/>
              <a:defRPr sz="3200" b="1">
                <a:latin typeface="宋体" pitchFamily="2" charset="-122"/>
              </a:defRPr>
            </a:lvl1pPr>
          </a:lstStyle>
          <a:p>
            <a:r>
              <a:rPr lang="zh-CN" altLang="en-US" sz="2400" dirty="0"/>
              <a:t>一般</a:t>
            </a:r>
          </a:p>
        </p:txBody>
      </p:sp>
      <p:sp>
        <p:nvSpPr>
          <p:cNvPr id="43" name="Text Box 19"/>
          <p:cNvSpPr txBox="1">
            <a:spLocks noChangeArrowheads="1"/>
          </p:cNvSpPr>
          <p:nvPr/>
        </p:nvSpPr>
        <p:spPr bwMode="auto">
          <a:xfrm>
            <a:off x="433388" y="329804"/>
            <a:ext cx="565785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700" b="1">
                <a:solidFill>
                  <a:srgbClr val="CC0000"/>
                </a:solidFill>
                <a:latin typeface="宋体" pitchFamily="2" charset="-122"/>
              </a:rPr>
              <a:t>二、电</a:t>
            </a:r>
            <a:r>
              <a:rPr kumimoji="1" lang="zh-CN" altLang="en-US" sz="2700" b="1" dirty="0">
                <a:solidFill>
                  <a:srgbClr val="CC0000"/>
                </a:solidFill>
                <a:latin typeface="宋体" pitchFamily="2" charset="-122"/>
              </a:rPr>
              <a:t>场强度通量（电通量）</a:t>
            </a:r>
            <a:endParaRPr kumimoji="1" lang="zh-CN" altLang="en-US" sz="2400" b="1" dirty="0">
              <a:solidFill>
                <a:srgbClr val="333399"/>
              </a:solidFill>
              <a:latin typeface="宋体" pitchFamily="2" charset="-122"/>
            </a:endParaRPr>
          </a:p>
        </p:txBody>
      </p:sp>
      <p:sp>
        <p:nvSpPr>
          <p:cNvPr id="44" name="Text Box 20"/>
          <p:cNvSpPr txBox="1">
            <a:spLocks noChangeArrowheads="1"/>
          </p:cNvSpPr>
          <p:nvPr/>
        </p:nvSpPr>
        <p:spPr bwMode="auto">
          <a:xfrm>
            <a:off x="1169194" y="881658"/>
            <a:ext cx="497205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latin typeface="宋体" pitchFamily="2" charset="-122"/>
              </a:rPr>
              <a:t>  </a:t>
            </a:r>
            <a:r>
              <a:rPr kumimoji="1" lang="zh-CN" altLang="en-US" sz="2400" b="1" dirty="0">
                <a:latin typeface="宋体" pitchFamily="2" charset="-122"/>
              </a:rPr>
              <a:t>通过电场中某个面的电场线条数</a:t>
            </a:r>
          </a:p>
        </p:txBody>
      </p:sp>
      <p:sp>
        <p:nvSpPr>
          <p:cNvPr id="45" name="Text Box 21"/>
          <p:cNvSpPr txBox="1">
            <a:spLocks noChangeArrowheads="1"/>
          </p:cNvSpPr>
          <p:nvPr/>
        </p:nvSpPr>
        <p:spPr bwMode="auto">
          <a:xfrm>
            <a:off x="386954" y="872729"/>
            <a:ext cx="13716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85763" indent="-385763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宋体" pitchFamily="2" charset="-122"/>
              </a:rPr>
              <a:t>定义</a:t>
            </a:r>
          </a:p>
        </p:txBody>
      </p:sp>
      <p:pic>
        <p:nvPicPr>
          <p:cNvPr id="46" name="Picture 6" descr="C:\Users\Administrator.USER-20181219RL\Desktop\711436934.jpg"/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3" t="26999" b="14194"/>
          <a:stretch/>
        </p:blipFill>
        <p:spPr bwMode="auto">
          <a:xfrm flipH="1">
            <a:off x="6611296" y="158353"/>
            <a:ext cx="107275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38763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672097" y="4926305"/>
            <a:ext cx="1428750" cy="342900"/>
          </a:xfrm>
        </p:spPr>
        <p:txBody>
          <a:bodyPr/>
          <a:lstStyle/>
          <a:p>
            <a:pPr algn="r">
              <a:defRPr/>
            </a:pPr>
            <a:fld id="{F4C543A7-4FF1-4F90-817D-B3B23C712E08}" type="slidenum">
              <a:rPr lang="en-US" altLang="zh-CN"/>
              <a:pPr algn="r">
                <a:defRPr/>
              </a:pPr>
              <a:t>15</a:t>
            </a:fld>
            <a:endParaRPr lang="en-US" altLang="zh-CN"/>
          </a:p>
        </p:txBody>
      </p:sp>
      <p:sp>
        <p:nvSpPr>
          <p:cNvPr id="4110" name="Text Box 3"/>
          <p:cNvSpPr txBox="1">
            <a:spLocks noChangeArrowheads="1"/>
          </p:cNvSpPr>
          <p:nvPr/>
        </p:nvSpPr>
        <p:spPr bwMode="auto">
          <a:xfrm>
            <a:off x="1433734" y="394335"/>
            <a:ext cx="607575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 闭合曲面</a:t>
            </a:r>
            <a:r>
              <a:rPr kumimoji="1" lang="en-US" altLang="zh-CN" sz="2100" i="1" dirty="0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kumimoji="1" lang="zh-CN" altLang="en-US" sz="2100" b="1" dirty="0">
                <a:solidFill>
                  <a:srgbClr val="FF0000"/>
                </a:solidFill>
                <a:latin typeface="Times New Roman" pitchFamily="18" charset="0"/>
              </a:rPr>
              <a:t>法线向外</a:t>
            </a:r>
            <a:endParaRPr kumimoji="1" lang="en-US" altLang="zh-CN" sz="21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2" name="Group 78"/>
          <p:cNvGrpSpPr>
            <a:grpSpLocks/>
          </p:cNvGrpSpPr>
          <p:nvPr/>
        </p:nvGrpSpPr>
        <p:grpSpPr bwMode="auto">
          <a:xfrm>
            <a:off x="1534937" y="1055329"/>
            <a:ext cx="3659506" cy="602021"/>
            <a:chOff x="1092" y="1163"/>
            <a:chExt cx="3167" cy="521"/>
          </a:xfrm>
        </p:grpSpPr>
        <p:graphicFrame>
          <p:nvGraphicFramePr>
            <p:cNvPr id="4107" name="Object 4"/>
            <p:cNvGraphicFramePr>
              <a:graphicFrameLocks noChangeAspect="1"/>
            </p:cNvGraphicFramePr>
            <p:nvPr/>
          </p:nvGraphicFramePr>
          <p:xfrm>
            <a:off x="1092" y="1163"/>
            <a:ext cx="1548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664" name="Equation" r:id="rId4" imgW="799920" imgH="291960" progId="Equation.3">
                    <p:embed/>
                  </p:oleObj>
                </mc:Choice>
                <mc:Fallback>
                  <p:oleObj name="Equation" r:id="rId4" imgW="79992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2" y="1163"/>
                          <a:ext cx="1548" cy="5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8" name="Object 6"/>
            <p:cNvGraphicFramePr>
              <a:graphicFrameLocks noChangeAspect="1"/>
            </p:cNvGraphicFramePr>
            <p:nvPr/>
          </p:nvGraphicFramePr>
          <p:xfrm>
            <a:off x="2640" y="1163"/>
            <a:ext cx="1619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665" name="Equation" r:id="rId6" imgW="838080" imgH="291960" progId="Equation.3">
                    <p:embed/>
                  </p:oleObj>
                </mc:Choice>
                <mc:Fallback>
                  <p:oleObj name="Equation" r:id="rId6" imgW="83808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1163"/>
                          <a:ext cx="1619" cy="5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7"/>
          <p:cNvGrpSpPr>
            <a:grpSpLocks/>
          </p:cNvGrpSpPr>
          <p:nvPr/>
        </p:nvGrpSpPr>
        <p:grpSpPr bwMode="auto">
          <a:xfrm>
            <a:off x="1594723" y="2748915"/>
            <a:ext cx="2803922" cy="434579"/>
            <a:chOff x="1584" y="2281"/>
            <a:chExt cx="2355" cy="365"/>
          </a:xfrm>
        </p:grpSpPr>
        <p:graphicFrame>
          <p:nvGraphicFramePr>
            <p:cNvPr id="4106" name="Object 73"/>
            <p:cNvGraphicFramePr>
              <a:graphicFrameLocks noChangeAspect="1"/>
            </p:cNvGraphicFramePr>
            <p:nvPr/>
          </p:nvGraphicFramePr>
          <p:xfrm>
            <a:off x="1584" y="2284"/>
            <a:ext cx="907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666" name="Equation" r:id="rId8" imgW="469800" imgH="203040" progId="Equation.3">
                    <p:embed/>
                  </p:oleObj>
                </mc:Choice>
                <mc:Fallback>
                  <p:oleObj name="Equation" r:id="rId8" imgW="46980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284"/>
                          <a:ext cx="907" cy="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4" name="Rectangle 75"/>
            <p:cNvSpPr>
              <a:spLocks noChangeArrowheads="1"/>
            </p:cNvSpPr>
            <p:nvPr/>
          </p:nvSpPr>
          <p:spPr bwMode="auto">
            <a:xfrm>
              <a:off x="2533" y="2281"/>
              <a:ext cx="140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100" b="1" dirty="0">
                  <a:solidFill>
                    <a:srgbClr val="000000"/>
                  </a:solidFill>
                  <a:latin typeface="Times New Roman" pitchFamily="18" charset="0"/>
                </a:rPr>
                <a:t>“</a:t>
              </a: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</a:rPr>
                <a:t>穿进”为</a:t>
              </a:r>
              <a:r>
                <a:rPr kumimoji="1" lang="zh-CN" altLang="en-US" sz="2100" b="1" dirty="0">
                  <a:solidFill>
                    <a:srgbClr val="0000FF"/>
                  </a:solidFill>
                  <a:latin typeface="Times New Roman" pitchFamily="18" charset="0"/>
                </a:rPr>
                <a:t>负</a:t>
              </a:r>
            </a:p>
          </p:txBody>
        </p:sp>
      </p:grpSp>
      <p:grpSp>
        <p:nvGrpSpPr>
          <p:cNvPr id="4" name="组合 40"/>
          <p:cNvGrpSpPr/>
          <p:nvPr/>
        </p:nvGrpSpPr>
        <p:grpSpPr>
          <a:xfrm>
            <a:off x="1597205" y="1986533"/>
            <a:ext cx="2812564" cy="434794"/>
            <a:chOff x="753111" y="2294590"/>
            <a:chExt cx="3750086" cy="579725"/>
          </a:xfrm>
        </p:grpSpPr>
        <p:graphicFrame>
          <p:nvGraphicFramePr>
            <p:cNvPr id="39" name="Object 72"/>
            <p:cNvGraphicFramePr>
              <a:graphicFrameLocks noChangeAspect="1"/>
            </p:cNvGraphicFramePr>
            <p:nvPr/>
          </p:nvGraphicFramePr>
          <p:xfrm>
            <a:off x="753111" y="2299640"/>
            <a:ext cx="1439862" cy="574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667" name="Equation" r:id="rId10" imgW="469800" imgH="203040" progId="Equation.3">
                    <p:embed/>
                  </p:oleObj>
                </mc:Choice>
                <mc:Fallback>
                  <p:oleObj name="Equation" r:id="rId10" imgW="46980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3111" y="2299640"/>
                          <a:ext cx="1439862" cy="574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Rectangle 74"/>
            <p:cNvSpPr>
              <a:spLocks noChangeArrowheads="1"/>
            </p:cNvSpPr>
            <p:nvPr/>
          </p:nvSpPr>
          <p:spPr bwMode="auto">
            <a:xfrm>
              <a:off x="2151698" y="2294590"/>
              <a:ext cx="2351499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100" b="1" dirty="0">
                  <a:solidFill>
                    <a:srgbClr val="000000"/>
                  </a:solidFill>
                  <a:latin typeface="Times New Roman" pitchFamily="18" charset="0"/>
                </a:rPr>
                <a:t>“</a:t>
              </a: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</a:rPr>
                <a:t>穿出”为</a:t>
              </a:r>
              <a:r>
                <a:rPr kumimoji="1" lang="zh-CN" altLang="en-US" sz="2100" b="1" dirty="0">
                  <a:solidFill>
                    <a:srgbClr val="FF0000"/>
                  </a:solidFill>
                  <a:latin typeface="Times New Roman" pitchFamily="18" charset="0"/>
                </a:rPr>
                <a:t>正</a:t>
              </a:r>
              <a:r>
                <a:rPr kumimoji="1" lang="en-US" altLang="zh-CN" sz="2100" b="1" dirty="0">
                  <a:solidFill>
                    <a:srgbClr val="FF0000"/>
                  </a:solidFill>
                  <a:latin typeface="Times New Roman" pitchFamily="18" charset="0"/>
                </a:rPr>
                <a:t>;</a:t>
              </a:r>
              <a:endParaRPr kumimoji="1" lang="zh-CN" altLang="en-US" sz="21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1360216" y="3823969"/>
            <a:ext cx="6507956" cy="957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250" b="1" dirty="0">
                <a:solidFill>
                  <a:srgbClr val="FF0000"/>
                </a:solidFill>
              </a:rPr>
              <a:t>对闭合曲面来说，</a:t>
            </a:r>
            <a:endParaRPr lang="en-US" altLang="zh-CN" sz="225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250" b="1" dirty="0">
                <a:solidFill>
                  <a:srgbClr val="FF0000"/>
                </a:solidFill>
              </a:rPr>
              <a:t>电场通量也就是穿出、穿入闭合面电场线条数之差。</a:t>
            </a:r>
            <a:r>
              <a:rPr lang="zh-CN" altLang="en-US" sz="2250" b="1" dirty="0">
                <a:solidFill>
                  <a:srgbClr val="000404"/>
                </a:solidFill>
              </a:rPr>
              <a:t>  </a:t>
            </a:r>
          </a:p>
        </p:txBody>
      </p:sp>
      <p:grpSp>
        <p:nvGrpSpPr>
          <p:cNvPr id="5" name="组合 68"/>
          <p:cNvGrpSpPr/>
          <p:nvPr/>
        </p:nvGrpSpPr>
        <p:grpSpPr>
          <a:xfrm>
            <a:off x="5044225" y="1764990"/>
            <a:ext cx="2803357" cy="2270205"/>
            <a:chOff x="4346990" y="2078850"/>
            <a:chExt cx="4630105" cy="3749534"/>
          </a:xfrm>
        </p:grpSpPr>
        <p:grpSp>
          <p:nvGrpSpPr>
            <p:cNvPr id="6" name="组合 58"/>
            <p:cNvGrpSpPr/>
            <p:nvPr/>
          </p:nvGrpSpPr>
          <p:grpSpPr>
            <a:xfrm>
              <a:off x="4346990" y="2078850"/>
              <a:ext cx="4524384" cy="3117850"/>
              <a:chOff x="6687250" y="2168860"/>
              <a:chExt cx="4524384" cy="3117850"/>
            </a:xfrm>
          </p:grpSpPr>
          <p:grpSp>
            <p:nvGrpSpPr>
              <p:cNvPr id="7" name="Group 6"/>
              <p:cNvGrpSpPr>
                <a:grpSpLocks/>
              </p:cNvGrpSpPr>
              <p:nvPr/>
            </p:nvGrpSpPr>
            <p:grpSpPr bwMode="auto">
              <a:xfrm>
                <a:off x="6687250" y="2168860"/>
                <a:ext cx="4524384" cy="3117850"/>
                <a:chOff x="3016" y="1219"/>
                <a:chExt cx="2850" cy="1964"/>
              </a:xfrm>
            </p:grpSpPr>
            <p:sp>
              <p:nvSpPr>
                <p:cNvPr id="48" name="Oval 13">
                  <a:extLst/>
                </p:cNvPr>
                <p:cNvSpPr>
                  <a:spLocks noChangeArrowheads="1"/>
                </p:cNvSpPr>
                <p:nvPr/>
              </p:nvSpPr>
              <p:spPr bwMode="auto">
                <a:xfrm rot="20010204">
                  <a:off x="3595" y="1832"/>
                  <a:ext cx="1649" cy="1044"/>
                </a:xfrm>
                <a:prstGeom prst="ellipse">
                  <a:avLst/>
                </a:prstGeom>
                <a:gradFill flip="none" rotWithShape="0">
                  <a:gsLst>
                    <a:gs pos="0">
                      <a:schemeClr val="accent1">
                        <a:alpha val="0"/>
                      </a:schemeClr>
                    </a:gs>
                    <a:gs pos="75000">
                      <a:srgbClr val="00CC99">
                        <a:alpha val="46000"/>
                      </a:srgbClr>
                    </a:gs>
                    <a:gs pos="100000">
                      <a:srgbClr val="00CC99">
                        <a:gamma/>
                        <a:shade val="46275"/>
                        <a:invGamma/>
                        <a:alpha val="31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19050">
                  <a:solidFill>
                    <a:srgbClr val="DC59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zh-CN" altLang="en-US" sz="2400" b="1"/>
                </a:p>
              </p:txBody>
            </p:sp>
            <p:sp>
              <p:nvSpPr>
                <p:cNvPr id="44" name="Freeform 7"/>
                <p:cNvSpPr>
                  <a:spLocks/>
                </p:cNvSpPr>
                <p:nvPr/>
              </p:nvSpPr>
              <p:spPr bwMode="auto">
                <a:xfrm>
                  <a:off x="3016" y="1219"/>
                  <a:ext cx="1809" cy="1485"/>
                </a:xfrm>
                <a:custGeom>
                  <a:avLst/>
                  <a:gdLst>
                    <a:gd name="T0" fmla="*/ 0 w 1809"/>
                    <a:gd name="T1" fmla="*/ 1485 h 1485"/>
                    <a:gd name="T2" fmla="*/ 990 w 1809"/>
                    <a:gd name="T3" fmla="*/ 1239 h 1485"/>
                    <a:gd name="T4" fmla="*/ 1587 w 1809"/>
                    <a:gd name="T5" fmla="*/ 680 h 1485"/>
                    <a:gd name="T6" fmla="*/ 1809 w 1809"/>
                    <a:gd name="T7" fmla="*/ 0 h 148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09"/>
                    <a:gd name="T13" fmla="*/ 0 h 1485"/>
                    <a:gd name="T14" fmla="*/ 1809 w 1809"/>
                    <a:gd name="T15" fmla="*/ 1485 h 148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09" h="1485">
                      <a:moveTo>
                        <a:pt x="0" y="1485"/>
                      </a:moveTo>
                      <a:cubicBezTo>
                        <a:pt x="165" y="1443"/>
                        <a:pt x="726" y="1373"/>
                        <a:pt x="990" y="1239"/>
                      </a:cubicBezTo>
                      <a:cubicBezTo>
                        <a:pt x="1254" y="1105"/>
                        <a:pt x="1451" y="886"/>
                        <a:pt x="1587" y="680"/>
                      </a:cubicBezTo>
                      <a:cubicBezTo>
                        <a:pt x="1723" y="474"/>
                        <a:pt x="1763" y="142"/>
                        <a:pt x="1809" y="0"/>
                      </a:cubicBezTo>
                    </a:path>
                  </a:pathLst>
                </a:cu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8"/>
                <p:cNvSpPr>
                  <a:spLocks/>
                </p:cNvSpPr>
                <p:nvPr/>
              </p:nvSpPr>
              <p:spPr bwMode="auto">
                <a:xfrm>
                  <a:off x="3449" y="1717"/>
                  <a:ext cx="2417" cy="1466"/>
                </a:xfrm>
                <a:custGeom>
                  <a:avLst/>
                  <a:gdLst>
                    <a:gd name="T0" fmla="*/ 0 w 2178"/>
                    <a:gd name="T1" fmla="*/ 1322 h 1322"/>
                    <a:gd name="T2" fmla="*/ 939 w 2178"/>
                    <a:gd name="T3" fmla="*/ 792 h 1322"/>
                    <a:gd name="T4" fmla="*/ 1595 w 2178"/>
                    <a:gd name="T5" fmla="*/ 340 h 1322"/>
                    <a:gd name="T6" fmla="*/ 2178 w 2178"/>
                    <a:gd name="T7" fmla="*/ 0 h 132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78"/>
                    <a:gd name="T13" fmla="*/ 0 h 1322"/>
                    <a:gd name="T14" fmla="*/ 2178 w 2178"/>
                    <a:gd name="T15" fmla="*/ 1322 h 132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78" h="1322">
                      <a:moveTo>
                        <a:pt x="0" y="1322"/>
                      </a:moveTo>
                      <a:cubicBezTo>
                        <a:pt x="157" y="1235"/>
                        <a:pt x="673" y="956"/>
                        <a:pt x="939" y="792"/>
                      </a:cubicBezTo>
                      <a:cubicBezTo>
                        <a:pt x="1205" y="628"/>
                        <a:pt x="1389" y="472"/>
                        <a:pt x="1595" y="340"/>
                      </a:cubicBezTo>
                      <a:cubicBezTo>
                        <a:pt x="1801" y="208"/>
                        <a:pt x="2057" y="71"/>
                        <a:pt x="2178" y="0"/>
                      </a:cubicBezTo>
                    </a:path>
                  </a:pathLst>
                </a:cu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12"/>
                <p:cNvSpPr>
                  <a:spLocks/>
                </p:cNvSpPr>
                <p:nvPr/>
              </p:nvSpPr>
              <p:spPr bwMode="auto">
                <a:xfrm rot="-760095">
                  <a:off x="3186" y="1663"/>
                  <a:ext cx="2234" cy="993"/>
                </a:xfrm>
                <a:custGeom>
                  <a:avLst/>
                  <a:gdLst>
                    <a:gd name="T0" fmla="*/ 0 w 2767"/>
                    <a:gd name="T1" fmla="*/ 229 h 1134"/>
                    <a:gd name="T2" fmla="*/ 94 w 2767"/>
                    <a:gd name="T3" fmla="*/ 194 h 1134"/>
                    <a:gd name="T4" fmla="*/ 167 w 2767"/>
                    <a:gd name="T5" fmla="*/ 102 h 1134"/>
                    <a:gd name="T6" fmla="*/ 212 w 2767"/>
                    <a:gd name="T7" fmla="*/ 0 h 113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67"/>
                    <a:gd name="T13" fmla="*/ 0 h 1134"/>
                    <a:gd name="T14" fmla="*/ 2767 w 2767"/>
                    <a:gd name="T15" fmla="*/ 1134 h 113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67" h="1134">
                      <a:moveTo>
                        <a:pt x="0" y="1134"/>
                      </a:moveTo>
                      <a:cubicBezTo>
                        <a:pt x="431" y="1096"/>
                        <a:pt x="862" y="1059"/>
                        <a:pt x="1225" y="953"/>
                      </a:cubicBezTo>
                      <a:cubicBezTo>
                        <a:pt x="1588" y="847"/>
                        <a:pt x="1920" y="658"/>
                        <a:pt x="2177" y="499"/>
                      </a:cubicBezTo>
                      <a:cubicBezTo>
                        <a:pt x="2434" y="340"/>
                        <a:pt x="2669" y="83"/>
                        <a:pt x="2767" y="0"/>
                      </a:cubicBezTo>
                    </a:path>
                  </a:pathLst>
                </a:cu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4"/>
                <p:cNvSpPr>
                  <a:spLocks/>
                </p:cNvSpPr>
                <p:nvPr/>
              </p:nvSpPr>
              <p:spPr bwMode="auto">
                <a:xfrm>
                  <a:off x="3842" y="2652"/>
                  <a:ext cx="157" cy="57"/>
                </a:xfrm>
                <a:custGeom>
                  <a:avLst/>
                  <a:gdLst>
                    <a:gd name="T0" fmla="*/ 0 w 182"/>
                    <a:gd name="T1" fmla="*/ 17 h 91"/>
                    <a:gd name="T2" fmla="*/ 56 w 182"/>
                    <a:gd name="T3" fmla="*/ 0 h 91"/>
                    <a:gd name="T4" fmla="*/ 0 60000 65536"/>
                    <a:gd name="T5" fmla="*/ 0 60000 65536"/>
                    <a:gd name="T6" fmla="*/ 0 w 182"/>
                    <a:gd name="T7" fmla="*/ 0 h 91"/>
                    <a:gd name="T8" fmla="*/ 182 w 182"/>
                    <a:gd name="T9" fmla="*/ 91 h 9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82" h="91">
                      <a:moveTo>
                        <a:pt x="0" y="91"/>
                      </a:moveTo>
                      <a:cubicBezTo>
                        <a:pt x="76" y="53"/>
                        <a:pt x="152" y="15"/>
                        <a:pt x="182" y="0"/>
                      </a:cubicBezTo>
                    </a:path>
                  </a:pathLst>
                </a:custGeom>
                <a:noFill/>
                <a:ln w="38100">
                  <a:solidFill>
                    <a:srgbClr val="FF3300"/>
                  </a:solidFill>
                  <a:round/>
                  <a:headEnd/>
                  <a:tailEnd type="triangle" w="med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5068" y="1594"/>
                  <a:ext cx="116" cy="173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 type="triangle" w="med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4696" y="1525"/>
                  <a:ext cx="58" cy="172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 type="triangle" w="med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Line 17"/>
                <p:cNvSpPr>
                  <a:spLocks noChangeShapeType="1"/>
                </p:cNvSpPr>
                <p:nvPr/>
              </p:nvSpPr>
              <p:spPr bwMode="auto">
                <a:xfrm rot="120000" flipV="1">
                  <a:off x="5409" y="1882"/>
                  <a:ext cx="144" cy="96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 type="triangle" w="med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Line 18"/>
                <p:cNvSpPr>
                  <a:spLocks noChangeShapeType="1"/>
                </p:cNvSpPr>
                <p:nvPr/>
              </p:nvSpPr>
              <p:spPr bwMode="auto">
                <a:xfrm rot="180000" flipV="1">
                  <a:off x="3773" y="2483"/>
                  <a:ext cx="156" cy="71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 type="triangle" w="med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Line 19"/>
                <p:cNvSpPr>
                  <a:spLocks noChangeShapeType="1"/>
                </p:cNvSpPr>
                <p:nvPr/>
              </p:nvSpPr>
              <p:spPr bwMode="auto">
                <a:xfrm rot="120000" flipV="1">
                  <a:off x="4043" y="2760"/>
                  <a:ext cx="162" cy="96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 type="triangle" w="med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5" name="Object 20"/>
                <p:cNvGraphicFramePr>
                  <a:graphicFrameLocks noChangeAspect="1"/>
                </p:cNvGraphicFramePr>
                <p:nvPr/>
              </p:nvGraphicFramePr>
              <p:xfrm>
                <a:off x="4772" y="2750"/>
                <a:ext cx="285" cy="3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7668" name="公式" r:id="rId12" imgW="139579" imgH="177646" progId="Equation.3">
                        <p:embed/>
                      </p:oleObj>
                    </mc:Choice>
                    <mc:Fallback>
                      <p:oleObj name="公式" r:id="rId12" imgW="139579" imgH="177646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72" y="2750"/>
                              <a:ext cx="285" cy="36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58" name="Object 21"/>
              <p:cNvGraphicFramePr>
                <a:graphicFrameLocks noChangeAspect="1"/>
              </p:cNvGraphicFramePr>
              <p:nvPr/>
            </p:nvGraphicFramePr>
            <p:xfrm>
              <a:off x="6921385" y="3738910"/>
              <a:ext cx="454025" cy="6064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7669" name="公式" r:id="rId14" imgW="152268" imgH="203024" progId="Equation.3">
                      <p:embed/>
                    </p:oleObj>
                  </mc:Choice>
                  <mc:Fallback>
                    <p:oleObj name="公式" r:id="rId14" imgW="152268" imgH="2030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21385" y="3738910"/>
                            <a:ext cx="454025" cy="6064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0" name="Object 55"/>
            <p:cNvGraphicFramePr>
              <a:graphicFrameLocks noChangeAspect="1"/>
            </p:cNvGraphicFramePr>
            <p:nvPr/>
          </p:nvGraphicFramePr>
          <p:xfrm>
            <a:off x="5607114" y="5139190"/>
            <a:ext cx="579670" cy="689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670" name="Equation" r:id="rId16" imgW="164880" imgH="215640" progId="Equation.3">
                    <p:embed/>
                  </p:oleObj>
                </mc:Choice>
                <mc:Fallback>
                  <p:oleObj name="Equation" r:id="rId16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7114" y="5139190"/>
                          <a:ext cx="579670" cy="6891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>
                                  <a:alpha val="50000"/>
                                </a:schemeClr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" name="Line 45"/>
            <p:cNvSpPr>
              <a:spLocks noChangeShapeType="1"/>
            </p:cNvSpPr>
            <p:nvPr/>
          </p:nvSpPr>
          <p:spPr bwMode="auto">
            <a:xfrm flipH="1">
              <a:off x="5652811" y="4779150"/>
              <a:ext cx="182247" cy="47581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olid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62" name="Object 70"/>
            <p:cNvGraphicFramePr>
              <a:graphicFrameLocks noChangeAspect="1"/>
            </p:cNvGraphicFramePr>
            <p:nvPr/>
          </p:nvGraphicFramePr>
          <p:xfrm>
            <a:off x="5922149" y="4779150"/>
            <a:ext cx="378671" cy="430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671" name="Equation" r:id="rId18" imgW="126725" imgH="177415" progId="Equation.3">
                    <p:embed/>
                  </p:oleObj>
                </mc:Choice>
                <mc:Fallback>
                  <p:oleObj name="Equation" r:id="rId1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2149" y="4779150"/>
                          <a:ext cx="378671" cy="4307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>
                                  <a:alpha val="50000"/>
                                </a:schemeClr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Arc 69"/>
            <p:cNvSpPr>
              <a:spLocks/>
            </p:cNvSpPr>
            <p:nvPr/>
          </p:nvSpPr>
          <p:spPr bwMode="auto">
            <a:xfrm flipV="1">
              <a:off x="5768933" y="4708181"/>
              <a:ext cx="216116" cy="2532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8" name="组合 67"/>
            <p:cNvGrpSpPr/>
            <p:nvPr/>
          </p:nvGrpSpPr>
          <p:grpSpPr>
            <a:xfrm>
              <a:off x="7812361" y="3086418"/>
              <a:ext cx="1164734" cy="986772"/>
              <a:chOff x="1620334" y="2141313"/>
              <a:chExt cx="1164734" cy="986772"/>
            </a:xfrm>
          </p:grpSpPr>
          <p:graphicFrame>
            <p:nvGraphicFramePr>
              <p:cNvPr id="65" name="Object 37"/>
              <p:cNvGraphicFramePr>
                <a:graphicFrameLocks noChangeAspect="1"/>
              </p:cNvGraphicFramePr>
              <p:nvPr/>
            </p:nvGraphicFramePr>
            <p:xfrm>
              <a:off x="2205397" y="2438890"/>
              <a:ext cx="579671" cy="6891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7672" name="Equation" r:id="rId20" imgW="164880" imgH="215640" progId="Equation.3">
                      <p:embed/>
                    </p:oleObj>
                  </mc:Choice>
                  <mc:Fallback>
                    <p:oleObj name="Equation" r:id="rId20" imgW="16488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5397" y="2438890"/>
                            <a:ext cx="579671" cy="68919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>
                                    <a:alpha val="50000"/>
                                  </a:schemeClr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4" name="Arc 43"/>
              <p:cNvSpPr>
                <a:spLocks/>
              </p:cNvSpPr>
              <p:nvPr/>
            </p:nvSpPr>
            <p:spPr bwMode="auto">
              <a:xfrm>
                <a:off x="1845358" y="2393885"/>
                <a:ext cx="80640" cy="15484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66" name="Object 42"/>
              <p:cNvGraphicFramePr>
                <a:graphicFrameLocks noChangeAspect="1"/>
              </p:cNvGraphicFramePr>
              <p:nvPr/>
            </p:nvGraphicFramePr>
            <p:xfrm>
              <a:off x="2195840" y="2141313"/>
              <a:ext cx="377795" cy="4297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7673" name="Equation" r:id="rId22" imgW="126725" imgH="177415" progId="Equation.3">
                      <p:embed/>
                    </p:oleObj>
                  </mc:Choice>
                  <mc:Fallback>
                    <p:oleObj name="Equation" r:id="rId22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95840" y="2141313"/>
                            <a:ext cx="377795" cy="4297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>
                                    <a:alpha val="50000"/>
                                  </a:schemeClr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7" name="Line 39"/>
              <p:cNvSpPr>
                <a:spLocks noChangeShapeType="1"/>
              </p:cNvSpPr>
              <p:nvPr/>
            </p:nvSpPr>
            <p:spPr bwMode="auto">
              <a:xfrm flipV="1">
                <a:off x="1620334" y="2528900"/>
                <a:ext cx="720080" cy="45005"/>
              </a:xfrm>
              <a:prstGeom prst="line">
                <a:avLst/>
              </a:prstGeom>
              <a:noFill/>
              <a:ln w="38100">
                <a:solidFill>
                  <a:srgbClr val="333399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70" name="椭圆 69"/>
          <p:cNvSpPr/>
          <p:nvPr/>
        </p:nvSpPr>
        <p:spPr>
          <a:xfrm rot="21094280" flipV="1">
            <a:off x="7107018" y="2577859"/>
            <a:ext cx="34289" cy="1136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 rot="6480000" flipV="1">
            <a:off x="5921630" y="3347374"/>
            <a:ext cx="34289" cy="909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Picture 108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688" y="83331"/>
            <a:ext cx="1235884" cy="1235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62268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8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5AFECD72-FD46-4370-A886-C4FFD353BFBD}" type="slidenum">
              <a:rPr lang="en-US" altLang="zh-CN">
                <a:latin typeface="Arial"/>
              </a:rPr>
              <a:pPr defTabSz="685800">
                <a:defRPr/>
              </a:pPr>
              <a:t>16</a:t>
            </a:fld>
            <a:endParaRPr lang="en-US" altLang="zh-CN">
              <a:latin typeface="Arial"/>
            </a:endParaRPr>
          </a:p>
        </p:txBody>
      </p:sp>
      <p:sp>
        <p:nvSpPr>
          <p:cNvPr id="5139" name="Text Box 3"/>
          <p:cNvSpPr txBox="1">
            <a:spLocks noChangeArrowheads="1"/>
          </p:cNvSpPr>
          <p:nvPr/>
        </p:nvSpPr>
        <p:spPr bwMode="auto">
          <a:xfrm>
            <a:off x="1095021" y="423406"/>
            <a:ext cx="6280066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lang="en-US" altLang="zh-CN" sz="2400" b="1" dirty="0">
                <a:solidFill>
                  <a:srgbClr val="1C1C1C"/>
                </a:solidFill>
                <a:latin typeface="Times New Roman" pitchFamily="18" charset="0"/>
              </a:rPr>
              <a:t>    </a:t>
            </a:r>
            <a:r>
              <a:rPr lang="zh-CN" altLang="en-US" sz="2400" b="1" dirty="0">
                <a:solidFill>
                  <a:srgbClr val="1C1C1C"/>
                </a:solidFill>
                <a:latin typeface="Times New Roman" pitchFamily="18" charset="0"/>
              </a:rPr>
              <a:t>三棱柱体放置在如图所示的匀强电场中</a:t>
            </a:r>
            <a:r>
              <a:rPr lang="en-US" altLang="zh-CN" sz="2400" b="1" dirty="0">
                <a:solidFill>
                  <a:srgbClr val="1C1C1C"/>
                </a:solidFill>
                <a:latin typeface="Times New Roman" pitchFamily="18" charset="0"/>
              </a:rPr>
              <a:t>.  </a:t>
            </a:r>
          </a:p>
          <a:p>
            <a:pPr defTabSz="685800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</a:rPr>
              <a:t>求</a:t>
            </a:r>
            <a:r>
              <a:rPr lang="en-US" altLang="zh-CN" sz="2400" b="1" dirty="0">
                <a:solidFill>
                  <a:srgbClr val="C00000"/>
                </a:solidFill>
                <a:latin typeface="Times New Roman" pitchFamily="18" charset="0"/>
              </a:rPr>
              <a:t>:    </a:t>
            </a:r>
            <a:r>
              <a:rPr lang="zh-CN" altLang="en-US" sz="2400" b="1" dirty="0">
                <a:solidFill>
                  <a:srgbClr val="1C1C1C"/>
                </a:solidFill>
                <a:latin typeface="Times New Roman" pitchFamily="18" charset="0"/>
              </a:rPr>
              <a:t>通过此三棱柱体的电场强度通量</a:t>
            </a:r>
            <a:r>
              <a:rPr lang="en-US" altLang="zh-CN" sz="2400" b="1" dirty="0">
                <a:solidFill>
                  <a:srgbClr val="1C1C1C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5140" name="Text Box 28"/>
          <p:cNvSpPr txBox="1">
            <a:spLocks noChangeArrowheads="1"/>
          </p:cNvSpPr>
          <p:nvPr/>
        </p:nvSpPr>
        <p:spPr bwMode="auto">
          <a:xfrm>
            <a:off x="1076596" y="1727598"/>
            <a:ext cx="89963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</a:rPr>
              <a:t>解</a:t>
            </a:r>
            <a:r>
              <a:rPr lang="en-US" altLang="zh-CN" sz="2400" b="1" dirty="0">
                <a:solidFill>
                  <a:srgbClr val="CC0000"/>
                </a:solidFill>
                <a:latin typeface="Times New Roman" pitchFamily="18" charset="0"/>
              </a:rPr>
              <a:t>:</a:t>
            </a:r>
            <a:endParaRPr lang="zh-CN" altLang="en-US" sz="2400" b="1" dirty="0">
              <a:solidFill>
                <a:srgbClr val="CC0000"/>
              </a:solidFill>
              <a:latin typeface="Times New Roman" pitchFamily="18" charset="0"/>
            </a:endParaRPr>
          </a:p>
        </p:txBody>
      </p:sp>
      <p:graphicFrame>
        <p:nvGraphicFramePr>
          <p:cNvPr id="6761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958769"/>
              </p:ext>
            </p:extLst>
          </p:nvPr>
        </p:nvGraphicFramePr>
        <p:xfrm>
          <a:off x="1278136" y="2359224"/>
          <a:ext cx="1543050" cy="922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0" name="Equation" r:id="rId3" imgW="723586" imgH="431613" progId="Equation.3">
                  <p:embed/>
                </p:oleObj>
              </mc:Choice>
              <mc:Fallback>
                <p:oleObj name="Equation" r:id="rId3" imgW="723586" imgH="431613" progId="Equation.3">
                  <p:embed/>
                  <p:pic>
                    <p:nvPicPr>
                      <p:cNvPr id="6761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136" y="2359224"/>
                        <a:ext cx="1543050" cy="922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1" name="Rectangle 30"/>
          <p:cNvSpPr>
            <a:spLocks noChangeArrowheads="1"/>
          </p:cNvSpPr>
          <p:nvPr/>
        </p:nvSpPr>
        <p:spPr bwMode="auto">
          <a:xfrm>
            <a:off x="4333875" y="2286000"/>
            <a:ext cx="3143250" cy="2286000"/>
          </a:xfrm>
          <a:prstGeom prst="rect">
            <a:avLst/>
          </a:prstGeom>
          <a:solidFill>
            <a:schemeClr val="bg1"/>
          </a:solidFill>
          <a:ln w="9525">
            <a:solidFill>
              <a:srgbClr val="006666"/>
            </a:solidFill>
            <a:miter lim="800000"/>
            <a:headEnd/>
            <a:tailEnd type="none" w="sm" len="lg"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42" name="Line 31"/>
          <p:cNvSpPr>
            <a:spLocks noChangeShapeType="1"/>
          </p:cNvSpPr>
          <p:nvPr/>
        </p:nvSpPr>
        <p:spPr bwMode="auto">
          <a:xfrm flipV="1">
            <a:off x="5353050" y="3761185"/>
            <a:ext cx="1885950" cy="1071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43" name="Line 32"/>
          <p:cNvSpPr>
            <a:spLocks noChangeShapeType="1"/>
          </p:cNvSpPr>
          <p:nvPr/>
        </p:nvSpPr>
        <p:spPr bwMode="auto">
          <a:xfrm flipV="1">
            <a:off x="5342335" y="2400300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44" name="Line 33"/>
          <p:cNvSpPr>
            <a:spLocks noChangeShapeType="1"/>
          </p:cNvSpPr>
          <p:nvPr/>
        </p:nvSpPr>
        <p:spPr bwMode="auto">
          <a:xfrm flipH="1">
            <a:off x="4667250" y="3771900"/>
            <a:ext cx="675085" cy="5715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graphicFrame>
        <p:nvGraphicFramePr>
          <p:cNvPr id="5123" name="Object 34"/>
          <p:cNvGraphicFramePr>
            <a:graphicFrameLocks noChangeAspect="1"/>
          </p:cNvGraphicFramePr>
          <p:nvPr/>
        </p:nvGraphicFramePr>
        <p:xfrm>
          <a:off x="7067550" y="3771900"/>
          <a:ext cx="310754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1" name="Equation" r:id="rId5" imgW="126720" imgH="139680" progId="Equation.3">
                  <p:embed/>
                </p:oleObj>
              </mc:Choice>
              <mc:Fallback>
                <p:oleObj name="Equation" r:id="rId5" imgW="126720" imgH="139680" progId="Equation.3">
                  <p:embed/>
                  <p:pic>
                    <p:nvPicPr>
                      <p:cNvPr id="512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7550" y="3771900"/>
                        <a:ext cx="310754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35"/>
          <p:cNvGraphicFramePr>
            <a:graphicFrameLocks noChangeAspect="1"/>
          </p:cNvGraphicFramePr>
          <p:nvPr/>
        </p:nvGraphicFramePr>
        <p:xfrm>
          <a:off x="5010150" y="2400300"/>
          <a:ext cx="2905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2" name="Equation" r:id="rId7" imgW="139579" imgH="164957" progId="Equation.3">
                  <p:embed/>
                </p:oleObj>
              </mc:Choice>
              <mc:Fallback>
                <p:oleObj name="Equation" r:id="rId7" imgW="139579" imgH="164957" progId="Equation.3">
                  <p:embed/>
                  <p:pic>
                    <p:nvPicPr>
                      <p:cNvPr id="5124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150" y="2400300"/>
                        <a:ext cx="290513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36"/>
          <p:cNvGraphicFramePr>
            <a:graphicFrameLocks noChangeAspect="1"/>
          </p:cNvGraphicFramePr>
          <p:nvPr/>
        </p:nvGraphicFramePr>
        <p:xfrm>
          <a:off x="4381500" y="4229100"/>
          <a:ext cx="2857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3" name="Equation" r:id="rId9" imgW="126725" imgH="126725" progId="Equation.3">
                  <p:embed/>
                </p:oleObj>
              </mc:Choice>
              <mc:Fallback>
                <p:oleObj name="Equation" r:id="rId9" imgW="126725" imgH="126725" progId="Equation.3">
                  <p:embed/>
                  <p:pic>
                    <p:nvPicPr>
                      <p:cNvPr id="5125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4229100"/>
                        <a:ext cx="28575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5" name="Line 37"/>
          <p:cNvSpPr>
            <a:spLocks noChangeShapeType="1"/>
          </p:cNvSpPr>
          <p:nvPr/>
        </p:nvSpPr>
        <p:spPr bwMode="auto">
          <a:xfrm>
            <a:off x="4667250" y="3143250"/>
            <a:ext cx="4000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46" name="Line 38"/>
          <p:cNvSpPr>
            <a:spLocks noChangeShapeType="1"/>
          </p:cNvSpPr>
          <p:nvPr/>
        </p:nvSpPr>
        <p:spPr bwMode="auto">
          <a:xfrm>
            <a:off x="4667250" y="3543300"/>
            <a:ext cx="4000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47" name="Line 39"/>
          <p:cNvSpPr>
            <a:spLocks noChangeShapeType="1"/>
          </p:cNvSpPr>
          <p:nvPr/>
        </p:nvSpPr>
        <p:spPr bwMode="auto">
          <a:xfrm>
            <a:off x="4667250" y="3943350"/>
            <a:ext cx="4000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48" name="Line 40"/>
          <p:cNvSpPr>
            <a:spLocks noChangeShapeType="1"/>
          </p:cNvSpPr>
          <p:nvPr/>
        </p:nvSpPr>
        <p:spPr bwMode="auto">
          <a:xfrm>
            <a:off x="5124450" y="3143250"/>
            <a:ext cx="5715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non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49" name="Line 41"/>
          <p:cNvSpPr>
            <a:spLocks noChangeShapeType="1"/>
          </p:cNvSpPr>
          <p:nvPr/>
        </p:nvSpPr>
        <p:spPr bwMode="auto">
          <a:xfrm>
            <a:off x="5181600" y="3943350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non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50" name="Line 42"/>
          <p:cNvSpPr>
            <a:spLocks noChangeShapeType="1"/>
          </p:cNvSpPr>
          <p:nvPr/>
        </p:nvSpPr>
        <p:spPr bwMode="auto">
          <a:xfrm>
            <a:off x="5181600" y="3543300"/>
            <a:ext cx="74295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non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graphicFrame>
        <p:nvGraphicFramePr>
          <p:cNvPr id="5126" name="Object 43"/>
          <p:cNvGraphicFramePr>
            <a:graphicFrameLocks noChangeAspect="1"/>
          </p:cNvGraphicFramePr>
          <p:nvPr/>
        </p:nvGraphicFramePr>
        <p:xfrm>
          <a:off x="6838950" y="2686050"/>
          <a:ext cx="3190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4" name="Equation" r:id="rId11" imgW="152280" imgH="190440" progId="Equation.3">
                  <p:embed/>
                </p:oleObj>
              </mc:Choice>
              <mc:Fallback>
                <p:oleObj name="Equation" r:id="rId11" imgW="152280" imgH="190440" progId="Equation.3">
                  <p:embed/>
                  <p:pic>
                    <p:nvPicPr>
                      <p:cNvPr id="5126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950" y="2686050"/>
                        <a:ext cx="319088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44"/>
          <p:cNvGraphicFramePr>
            <a:graphicFrameLocks noChangeAspect="1"/>
          </p:cNvGraphicFramePr>
          <p:nvPr/>
        </p:nvGraphicFramePr>
        <p:xfrm>
          <a:off x="5353051" y="3543300"/>
          <a:ext cx="260747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5" name="Equation" r:id="rId13" imgW="126835" imgH="139518" progId="Equation.3">
                  <p:embed/>
                </p:oleObj>
              </mc:Choice>
              <mc:Fallback>
                <p:oleObj name="Equation" r:id="rId13" imgW="126835" imgH="139518" progId="Equation.3">
                  <p:embed/>
                  <p:pic>
                    <p:nvPicPr>
                      <p:cNvPr id="5127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3051" y="3543300"/>
                        <a:ext cx="260747" cy="28575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1" name="Line 45"/>
          <p:cNvSpPr>
            <a:spLocks noChangeShapeType="1"/>
          </p:cNvSpPr>
          <p:nvPr/>
        </p:nvSpPr>
        <p:spPr bwMode="auto">
          <a:xfrm flipH="1">
            <a:off x="4963716" y="4114800"/>
            <a:ext cx="148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52" name="AutoShape 47"/>
          <p:cNvSpPr>
            <a:spLocks noChangeArrowheads="1"/>
          </p:cNvSpPr>
          <p:nvPr/>
        </p:nvSpPr>
        <p:spPr bwMode="auto">
          <a:xfrm rot="1958638">
            <a:off x="4951810" y="3200400"/>
            <a:ext cx="1885950" cy="500063"/>
          </a:xfrm>
          <a:prstGeom prst="parallelogram">
            <a:avLst>
              <a:gd name="adj" fmla="val 21825"/>
            </a:avLst>
          </a:prstGeom>
          <a:solidFill>
            <a:schemeClr val="accent1">
              <a:alpha val="50195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53" name="Line 48"/>
          <p:cNvSpPr>
            <a:spLocks noChangeShapeType="1"/>
          </p:cNvSpPr>
          <p:nvPr/>
        </p:nvSpPr>
        <p:spPr bwMode="auto">
          <a:xfrm>
            <a:off x="5924550" y="3543300"/>
            <a:ext cx="10858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54" name="Line 49"/>
          <p:cNvSpPr>
            <a:spLocks noChangeShapeType="1"/>
          </p:cNvSpPr>
          <p:nvPr/>
        </p:nvSpPr>
        <p:spPr bwMode="auto">
          <a:xfrm>
            <a:off x="6496050" y="3943350"/>
            <a:ext cx="514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55" name="Line 50"/>
          <p:cNvSpPr>
            <a:spLocks noChangeShapeType="1"/>
          </p:cNvSpPr>
          <p:nvPr/>
        </p:nvSpPr>
        <p:spPr bwMode="auto">
          <a:xfrm>
            <a:off x="5353050" y="3143250"/>
            <a:ext cx="1657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graphicFrame>
        <p:nvGraphicFramePr>
          <p:cNvPr id="5128" name="Object 55"/>
          <p:cNvGraphicFramePr>
            <a:graphicFrameLocks noChangeAspect="1"/>
          </p:cNvGraphicFramePr>
          <p:nvPr/>
        </p:nvGraphicFramePr>
        <p:xfrm>
          <a:off x="4838701" y="4114800"/>
          <a:ext cx="307181" cy="248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6" name="Equation" r:id="rId15" imgW="203024" imgH="164957" progId="Equation.3">
                  <p:embed/>
                </p:oleObj>
              </mc:Choice>
              <mc:Fallback>
                <p:oleObj name="Equation" r:id="rId15" imgW="203024" imgH="164957" progId="Equation.3">
                  <p:embed/>
                  <p:pic>
                    <p:nvPicPr>
                      <p:cNvPr id="5128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4114800"/>
                        <a:ext cx="307181" cy="2488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56"/>
          <p:cNvGraphicFramePr>
            <a:graphicFrameLocks noChangeAspect="1"/>
          </p:cNvGraphicFramePr>
          <p:nvPr/>
        </p:nvGraphicFramePr>
        <p:xfrm>
          <a:off x="4781551" y="2857500"/>
          <a:ext cx="269081" cy="267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7" name="Equation" r:id="rId17" imgW="177492" imgH="177492" progId="Equation.3">
                  <p:embed/>
                </p:oleObj>
              </mc:Choice>
              <mc:Fallback>
                <p:oleObj name="Equation" r:id="rId17" imgW="177492" imgH="177492" progId="Equation.3">
                  <p:embed/>
                  <p:pic>
                    <p:nvPicPr>
                      <p:cNvPr id="5129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551" y="2857500"/>
                        <a:ext cx="269081" cy="2678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>
                                <a:alpha val="50000"/>
                              </a:scheme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57"/>
          <p:cNvGraphicFramePr>
            <a:graphicFrameLocks noChangeAspect="1"/>
          </p:cNvGraphicFramePr>
          <p:nvPr/>
        </p:nvGraphicFramePr>
        <p:xfrm>
          <a:off x="5353051" y="2571750"/>
          <a:ext cx="230981" cy="248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8" name="Equation" r:id="rId19" imgW="152268" imgH="164957" progId="Equation.3">
                  <p:embed/>
                </p:oleObj>
              </mc:Choice>
              <mc:Fallback>
                <p:oleObj name="Equation" r:id="rId19" imgW="152268" imgH="164957" progId="Equation.3">
                  <p:embed/>
                  <p:pic>
                    <p:nvPicPr>
                      <p:cNvPr id="513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3051" y="2571750"/>
                        <a:ext cx="230981" cy="2488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58"/>
          <p:cNvGraphicFramePr>
            <a:graphicFrameLocks noChangeAspect="1"/>
          </p:cNvGraphicFramePr>
          <p:nvPr/>
        </p:nvGraphicFramePr>
        <p:xfrm>
          <a:off x="6838951" y="3543300"/>
          <a:ext cx="230981" cy="248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99" name="Equation" r:id="rId21" imgW="152268" imgH="164957" progId="Equation.3">
                  <p:embed/>
                </p:oleObj>
              </mc:Choice>
              <mc:Fallback>
                <p:oleObj name="Equation" r:id="rId21" imgW="152268" imgH="164957" progId="Equation.3">
                  <p:embed/>
                  <p:pic>
                    <p:nvPicPr>
                      <p:cNvPr id="5131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951" y="3543300"/>
                        <a:ext cx="230981" cy="248841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2" name="Object 59"/>
          <p:cNvGraphicFramePr>
            <a:graphicFrameLocks noChangeAspect="1"/>
          </p:cNvGraphicFramePr>
          <p:nvPr/>
        </p:nvGraphicFramePr>
        <p:xfrm>
          <a:off x="6381751" y="4114800"/>
          <a:ext cx="230981" cy="305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00" name="Equation" r:id="rId23" imgW="152268" imgH="203024" progId="Equation.3">
                  <p:embed/>
                </p:oleObj>
              </mc:Choice>
              <mc:Fallback>
                <p:oleObj name="Equation" r:id="rId23" imgW="152268" imgH="203024" progId="Equation.3">
                  <p:embed/>
                  <p:pic>
                    <p:nvPicPr>
                      <p:cNvPr id="5132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1" y="4114800"/>
                        <a:ext cx="230981" cy="3059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0"/>
          <p:cNvGrpSpPr>
            <a:grpSpLocks/>
          </p:cNvGrpSpPr>
          <p:nvPr/>
        </p:nvGrpSpPr>
        <p:grpSpPr bwMode="auto">
          <a:xfrm>
            <a:off x="4381500" y="2686050"/>
            <a:ext cx="2362200" cy="1828800"/>
            <a:chOff x="2832" y="2256"/>
            <a:chExt cx="1984" cy="1536"/>
          </a:xfrm>
        </p:grpSpPr>
        <p:sp>
          <p:nvSpPr>
            <p:cNvPr id="5164" name="Line 67"/>
            <p:cNvSpPr>
              <a:spLocks noChangeShapeType="1"/>
            </p:cNvSpPr>
            <p:nvPr/>
          </p:nvSpPr>
          <p:spPr bwMode="auto">
            <a:xfrm flipV="1">
              <a:off x="3978" y="3312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 type="non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pSp>
          <p:nvGrpSpPr>
            <p:cNvPr id="5165" name="Group 79"/>
            <p:cNvGrpSpPr>
              <a:grpSpLocks/>
            </p:cNvGrpSpPr>
            <p:nvPr/>
          </p:nvGrpSpPr>
          <p:grpSpPr bwMode="auto">
            <a:xfrm>
              <a:off x="2832" y="2256"/>
              <a:ext cx="1984" cy="1536"/>
              <a:chOff x="2832" y="2256"/>
              <a:chExt cx="1984" cy="1536"/>
            </a:xfrm>
          </p:grpSpPr>
          <p:sp>
            <p:nvSpPr>
              <p:cNvPr id="5166" name="Line 66"/>
              <p:cNvSpPr>
                <a:spLocks noChangeShapeType="1"/>
              </p:cNvSpPr>
              <p:nvPr/>
            </p:nvSpPr>
            <p:spPr bwMode="auto">
              <a:xfrm>
                <a:off x="3978" y="3504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5134" name="Object 68"/>
              <p:cNvGraphicFramePr>
                <a:graphicFrameLocks noChangeAspect="1"/>
              </p:cNvGraphicFramePr>
              <p:nvPr/>
            </p:nvGraphicFramePr>
            <p:xfrm>
              <a:off x="4026" y="3408"/>
              <a:ext cx="224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2701" name="Equation" r:id="rId25" imgW="164880" imgH="215640" progId="Equation.3">
                      <p:embed/>
                    </p:oleObj>
                  </mc:Choice>
                  <mc:Fallback>
                    <p:oleObj name="Equation" r:id="rId25" imgW="164880" imgH="215640" progId="Equation.3">
                      <p:embed/>
                      <p:pic>
                        <p:nvPicPr>
                          <p:cNvPr id="5134" name="Object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6" y="3408"/>
                            <a:ext cx="224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67" name="Line 69"/>
              <p:cNvSpPr>
                <a:spLocks noChangeShapeType="1"/>
              </p:cNvSpPr>
              <p:nvPr/>
            </p:nvSpPr>
            <p:spPr bwMode="auto">
              <a:xfrm flipH="1">
                <a:off x="2922" y="2976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5168" name="Line 70"/>
              <p:cNvSpPr>
                <a:spLocks noChangeShapeType="1"/>
              </p:cNvSpPr>
              <p:nvPr/>
            </p:nvSpPr>
            <p:spPr bwMode="auto">
              <a:xfrm flipV="1">
                <a:off x="3306" y="2976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5135" name="Object 71"/>
              <p:cNvGraphicFramePr>
                <a:graphicFrameLocks noChangeAspect="1"/>
              </p:cNvGraphicFramePr>
              <p:nvPr/>
            </p:nvGraphicFramePr>
            <p:xfrm>
              <a:off x="2832" y="2976"/>
              <a:ext cx="257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2702" name="Equation" r:id="rId27" imgW="164880" imgH="215640" progId="Equation.3">
                      <p:embed/>
                    </p:oleObj>
                  </mc:Choice>
                  <mc:Fallback>
                    <p:oleObj name="Equation" r:id="rId27" imgW="164880" imgH="215640" progId="Equation.3">
                      <p:embed/>
                      <p:pic>
                        <p:nvPicPr>
                          <p:cNvPr id="5135" name="Object 7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2976"/>
                            <a:ext cx="257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69" name="Line 72"/>
              <p:cNvSpPr>
                <a:spLocks noChangeShapeType="1"/>
              </p:cNvSpPr>
              <p:nvPr/>
            </p:nvSpPr>
            <p:spPr bwMode="auto">
              <a:xfrm flipV="1">
                <a:off x="4122" y="2400"/>
                <a:ext cx="432" cy="57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5136" name="Object 73"/>
              <p:cNvGraphicFramePr>
                <a:graphicFrameLocks noChangeAspect="1"/>
              </p:cNvGraphicFramePr>
              <p:nvPr/>
            </p:nvGraphicFramePr>
            <p:xfrm>
              <a:off x="4560" y="2256"/>
              <a:ext cx="256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2703" name="Equation" r:id="rId29" imgW="164880" imgH="215640" progId="Equation.3">
                      <p:embed/>
                    </p:oleObj>
                  </mc:Choice>
                  <mc:Fallback>
                    <p:oleObj name="Equation" r:id="rId29" imgW="164880" imgH="215640" progId="Equation.3">
                      <p:embed/>
                      <p:pic>
                        <p:nvPicPr>
                          <p:cNvPr id="5136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0" y="2256"/>
                            <a:ext cx="256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70" name="Freeform 74"/>
              <p:cNvSpPr>
                <a:spLocks/>
              </p:cNvSpPr>
              <p:nvPr/>
            </p:nvSpPr>
            <p:spPr bwMode="auto">
              <a:xfrm>
                <a:off x="4314" y="2736"/>
                <a:ext cx="144" cy="240"/>
              </a:xfrm>
              <a:custGeom>
                <a:avLst/>
                <a:gdLst>
                  <a:gd name="T0" fmla="*/ 0 w 144"/>
                  <a:gd name="T1" fmla="*/ 0 h 240"/>
                  <a:gd name="T2" fmla="*/ 96 w 144"/>
                  <a:gd name="T3" fmla="*/ 96 h 240"/>
                  <a:gd name="T4" fmla="*/ 144 w 144"/>
                  <a:gd name="T5" fmla="*/ 240 h 240"/>
                  <a:gd name="T6" fmla="*/ 0 60000 65536"/>
                  <a:gd name="T7" fmla="*/ 0 60000 65536"/>
                  <a:gd name="T8" fmla="*/ 0 60000 65536"/>
                  <a:gd name="T9" fmla="*/ 0 w 144"/>
                  <a:gd name="T10" fmla="*/ 0 h 240"/>
                  <a:gd name="T11" fmla="*/ 144 w 144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" h="240">
                    <a:moveTo>
                      <a:pt x="0" y="0"/>
                    </a:moveTo>
                    <a:cubicBezTo>
                      <a:pt x="36" y="28"/>
                      <a:pt x="72" y="56"/>
                      <a:pt x="96" y="96"/>
                    </a:cubicBezTo>
                    <a:cubicBezTo>
                      <a:pt x="120" y="136"/>
                      <a:pt x="132" y="188"/>
                      <a:pt x="144" y="24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5137" name="Object 75"/>
              <p:cNvGraphicFramePr>
                <a:graphicFrameLocks noChangeAspect="1"/>
              </p:cNvGraphicFramePr>
              <p:nvPr/>
            </p:nvGraphicFramePr>
            <p:xfrm>
              <a:off x="4410" y="2592"/>
              <a:ext cx="20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2704" name="Equation" r:id="rId31" imgW="126720" imgH="177480" progId="Equation.3">
                      <p:embed/>
                    </p:oleObj>
                  </mc:Choice>
                  <mc:Fallback>
                    <p:oleObj name="Equation" r:id="rId31" imgW="126720" imgH="177480" progId="Equation.3">
                      <p:embed/>
                      <p:pic>
                        <p:nvPicPr>
                          <p:cNvPr id="5137" name="Object 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0" y="2592"/>
                            <a:ext cx="206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83"/>
          <p:cNvGrpSpPr>
            <a:grpSpLocks/>
          </p:cNvGrpSpPr>
          <p:nvPr/>
        </p:nvGrpSpPr>
        <p:grpSpPr bwMode="auto">
          <a:xfrm>
            <a:off x="1682354" y="2234805"/>
            <a:ext cx="4712494" cy="1664494"/>
            <a:chOff x="565" y="1931"/>
            <a:chExt cx="3958" cy="1398"/>
          </a:xfrm>
        </p:grpSpPr>
        <p:graphicFrame>
          <p:nvGraphicFramePr>
            <p:cNvPr id="5133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1875544"/>
                </p:ext>
              </p:extLst>
            </p:nvPr>
          </p:nvGraphicFramePr>
          <p:xfrm>
            <a:off x="565" y="2918"/>
            <a:ext cx="1251" cy="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705" name="Equation" r:id="rId33" imgW="698500" imgH="228600" progId="Equation.3">
                    <p:embed/>
                  </p:oleObj>
                </mc:Choice>
                <mc:Fallback>
                  <p:oleObj name="Equation" r:id="rId33" imgW="698500" imgH="228600" progId="Equation.3">
                    <p:embed/>
                    <p:pic>
                      <p:nvPicPr>
                        <p:cNvPr id="5133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" y="2918"/>
                          <a:ext cx="1251" cy="4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2" name="AutoShape 81"/>
            <p:cNvSpPr>
              <a:spLocks noChangeArrowheads="1"/>
            </p:cNvSpPr>
            <p:nvPr/>
          </p:nvSpPr>
          <p:spPr bwMode="auto">
            <a:xfrm flipH="1">
              <a:off x="2709" y="2544"/>
              <a:ext cx="459" cy="336"/>
            </a:xfrm>
            <a:prstGeom prst="wedgeEllipseCallout">
              <a:avLst>
                <a:gd name="adj1" fmla="val -126491"/>
                <a:gd name="adj2" fmla="val 6369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685800">
                <a:defRPr/>
              </a:pPr>
              <a:r>
                <a:rPr lang="en-US" altLang="zh-CN" b="1" i="1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b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163" name="AutoShape 82"/>
            <p:cNvSpPr>
              <a:spLocks noChangeArrowheads="1"/>
            </p:cNvSpPr>
            <p:nvPr/>
          </p:nvSpPr>
          <p:spPr bwMode="auto">
            <a:xfrm flipH="1">
              <a:off x="4037" y="1931"/>
              <a:ext cx="486" cy="342"/>
            </a:xfrm>
            <a:prstGeom prst="wedgeEllipseCallout">
              <a:avLst>
                <a:gd name="adj1" fmla="val 84523"/>
                <a:gd name="adj2" fmla="val 222565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685800">
                <a:defRPr/>
              </a:pPr>
              <a:r>
                <a:rPr lang="en-US" altLang="zh-CN" b="1" i="1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b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  <a:p>
              <a:pPr algn="ctr" defTabSz="685800">
                <a:defRPr/>
              </a:pPr>
              <a:endParaRPr lang="en-US" altLang="zh-CN" sz="135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5158" name="Line 46"/>
          <p:cNvSpPr>
            <a:spLocks noChangeShapeType="1"/>
          </p:cNvSpPr>
          <p:nvPr/>
        </p:nvSpPr>
        <p:spPr bwMode="auto">
          <a:xfrm flipV="1">
            <a:off x="4963716" y="3143250"/>
            <a:ext cx="0" cy="971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59" name="Line 85"/>
          <p:cNvSpPr>
            <a:spLocks noChangeShapeType="1"/>
          </p:cNvSpPr>
          <p:nvPr/>
        </p:nvSpPr>
        <p:spPr bwMode="auto">
          <a:xfrm flipH="1">
            <a:off x="4724400" y="4114800"/>
            <a:ext cx="217885" cy="171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60" name="Line 86"/>
          <p:cNvSpPr>
            <a:spLocks noChangeShapeType="1"/>
          </p:cNvSpPr>
          <p:nvPr/>
        </p:nvSpPr>
        <p:spPr bwMode="auto">
          <a:xfrm flipV="1">
            <a:off x="5342335" y="2514600"/>
            <a:ext cx="0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161" name="Line 87"/>
          <p:cNvSpPr>
            <a:spLocks noChangeShapeType="1"/>
          </p:cNvSpPr>
          <p:nvPr/>
        </p:nvSpPr>
        <p:spPr bwMode="auto">
          <a:xfrm>
            <a:off x="6817519" y="3761185"/>
            <a:ext cx="285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26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CEC37B7F-9D9C-44C0-BB2B-848B643A0F50}" type="slidenum">
              <a:rPr lang="en-US" altLang="zh-CN">
                <a:latin typeface="Arial"/>
              </a:rPr>
              <a:pPr defTabSz="685800">
                <a:defRPr/>
              </a:pPr>
              <a:t>17</a:t>
            </a:fld>
            <a:endParaRPr lang="en-US" altLang="zh-CN">
              <a:latin typeface="Arial"/>
            </a:endParaRPr>
          </a:p>
        </p:txBody>
      </p:sp>
      <p:graphicFrame>
        <p:nvGraphicFramePr>
          <p:cNvPr id="6146" name="Object 115"/>
          <p:cNvGraphicFramePr>
            <a:graphicFrameLocks noChangeAspect="1"/>
          </p:cNvGraphicFramePr>
          <p:nvPr/>
        </p:nvGraphicFramePr>
        <p:xfrm>
          <a:off x="1512094" y="377429"/>
          <a:ext cx="4498181" cy="707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41" name="Equation" r:id="rId3" imgW="2095500" imgH="330200" progId="Equation.3">
                  <p:embed/>
                </p:oleObj>
              </mc:Choice>
              <mc:Fallback>
                <p:oleObj name="Equation" r:id="rId3" imgW="2095500" imgH="330200" progId="Equation.3">
                  <p:embed/>
                  <p:pic>
                    <p:nvPicPr>
                      <p:cNvPr id="6146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094" y="377429"/>
                        <a:ext cx="4498181" cy="7072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2" name="Object 162"/>
          <p:cNvGraphicFramePr>
            <a:graphicFrameLocks noChangeAspect="1"/>
          </p:cNvGraphicFramePr>
          <p:nvPr/>
        </p:nvGraphicFramePr>
        <p:xfrm>
          <a:off x="1416844" y="1358504"/>
          <a:ext cx="4581525" cy="734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42" name="Equation" r:id="rId5" imgW="2133360" imgH="342720" progId="Equation.DSMT4">
                  <p:embed/>
                </p:oleObj>
              </mc:Choice>
              <mc:Fallback>
                <p:oleObj name="Equation" r:id="rId5" imgW="2133360" imgH="342720" progId="Equation.DSMT4">
                  <p:embed/>
                  <p:pic>
                    <p:nvPicPr>
                      <p:cNvPr id="92322" name="Object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844" y="1358504"/>
                        <a:ext cx="4581525" cy="7346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3" name="Object 163"/>
          <p:cNvGraphicFramePr>
            <a:graphicFrameLocks noChangeAspect="1"/>
          </p:cNvGraphicFramePr>
          <p:nvPr/>
        </p:nvGraphicFramePr>
        <p:xfrm>
          <a:off x="1466850" y="2369344"/>
          <a:ext cx="2302669" cy="922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43" name="Equation" r:id="rId7" imgW="1079032" imgH="431613" progId="Equation.3">
                  <p:embed/>
                </p:oleObj>
              </mc:Choice>
              <mc:Fallback>
                <p:oleObj name="Equation" r:id="rId7" imgW="1079032" imgH="431613" progId="Equation.3">
                  <p:embed/>
                  <p:pic>
                    <p:nvPicPr>
                      <p:cNvPr id="92323" name="Object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2369344"/>
                        <a:ext cx="2302669" cy="9227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64" name="Group 205"/>
          <p:cNvGrpSpPr>
            <a:grpSpLocks/>
          </p:cNvGrpSpPr>
          <p:nvPr/>
        </p:nvGrpSpPr>
        <p:grpSpPr bwMode="auto">
          <a:xfrm>
            <a:off x="4333875" y="2286000"/>
            <a:ext cx="3143250" cy="2286000"/>
            <a:chOff x="2680" y="1920"/>
            <a:chExt cx="2640" cy="1920"/>
          </a:xfrm>
        </p:grpSpPr>
        <p:sp>
          <p:nvSpPr>
            <p:cNvPr id="6167" name="Rectangle 164"/>
            <p:cNvSpPr>
              <a:spLocks noChangeArrowheads="1"/>
            </p:cNvSpPr>
            <p:nvPr/>
          </p:nvSpPr>
          <p:spPr bwMode="auto">
            <a:xfrm>
              <a:off x="2680" y="1920"/>
              <a:ext cx="2640" cy="19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68" name="Line 165"/>
            <p:cNvSpPr>
              <a:spLocks noChangeShapeType="1"/>
            </p:cNvSpPr>
            <p:nvPr/>
          </p:nvSpPr>
          <p:spPr bwMode="auto">
            <a:xfrm flipV="1">
              <a:off x="3536" y="3159"/>
              <a:ext cx="1584" cy="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69" name="Line 166"/>
            <p:cNvSpPr>
              <a:spLocks noChangeShapeType="1"/>
            </p:cNvSpPr>
            <p:nvPr/>
          </p:nvSpPr>
          <p:spPr bwMode="auto">
            <a:xfrm flipV="1">
              <a:off x="3527" y="2016"/>
              <a:ext cx="0" cy="1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70" name="Line 167"/>
            <p:cNvSpPr>
              <a:spLocks noChangeShapeType="1"/>
            </p:cNvSpPr>
            <p:nvPr/>
          </p:nvSpPr>
          <p:spPr bwMode="auto">
            <a:xfrm flipH="1">
              <a:off x="2960" y="3168"/>
              <a:ext cx="567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6149" name="Object 168"/>
            <p:cNvGraphicFramePr>
              <a:graphicFrameLocks noChangeAspect="1"/>
            </p:cNvGraphicFramePr>
            <p:nvPr/>
          </p:nvGraphicFramePr>
          <p:xfrm>
            <a:off x="4976" y="3168"/>
            <a:ext cx="26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44" name="Equation" r:id="rId9" imgW="126720" imgH="139680" progId="Equation.3">
                    <p:embed/>
                  </p:oleObj>
                </mc:Choice>
                <mc:Fallback>
                  <p:oleObj name="Equation" r:id="rId9" imgW="126720" imgH="139680" progId="Equation.3">
                    <p:embed/>
                    <p:pic>
                      <p:nvPicPr>
                        <p:cNvPr id="6149" name="Object 1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3168"/>
                          <a:ext cx="261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0" name="Object 169"/>
            <p:cNvGraphicFramePr>
              <a:graphicFrameLocks noChangeAspect="1"/>
            </p:cNvGraphicFramePr>
            <p:nvPr/>
          </p:nvGraphicFramePr>
          <p:xfrm>
            <a:off x="3248" y="2016"/>
            <a:ext cx="24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45" name="Equation" r:id="rId11" imgW="139579" imgH="164957" progId="Equation.3">
                    <p:embed/>
                  </p:oleObj>
                </mc:Choice>
                <mc:Fallback>
                  <p:oleObj name="Equation" r:id="rId11" imgW="139579" imgH="164957" progId="Equation.3">
                    <p:embed/>
                    <p:pic>
                      <p:nvPicPr>
                        <p:cNvPr id="6150" name="Object 1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8" y="2016"/>
                          <a:ext cx="244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1" name="Object 170"/>
            <p:cNvGraphicFramePr>
              <a:graphicFrameLocks noChangeAspect="1"/>
            </p:cNvGraphicFramePr>
            <p:nvPr/>
          </p:nvGraphicFramePr>
          <p:xfrm>
            <a:off x="2720" y="3552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46" name="Equation" r:id="rId13" imgW="126725" imgH="126725" progId="Equation.3">
                    <p:embed/>
                  </p:oleObj>
                </mc:Choice>
                <mc:Fallback>
                  <p:oleObj name="Equation" r:id="rId13" imgW="126725" imgH="126725" progId="Equation.3">
                    <p:embed/>
                    <p:pic>
                      <p:nvPicPr>
                        <p:cNvPr id="6151" name="Object 1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0" y="3552"/>
                          <a:ext cx="240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1" name="Line 171"/>
            <p:cNvSpPr>
              <a:spLocks noChangeShapeType="1"/>
            </p:cNvSpPr>
            <p:nvPr/>
          </p:nvSpPr>
          <p:spPr bwMode="auto">
            <a:xfrm>
              <a:off x="2960" y="2640"/>
              <a:ext cx="3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72" name="Line 172"/>
            <p:cNvSpPr>
              <a:spLocks noChangeShapeType="1"/>
            </p:cNvSpPr>
            <p:nvPr/>
          </p:nvSpPr>
          <p:spPr bwMode="auto">
            <a:xfrm>
              <a:off x="2960" y="2976"/>
              <a:ext cx="3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73" name="Line 173"/>
            <p:cNvSpPr>
              <a:spLocks noChangeShapeType="1"/>
            </p:cNvSpPr>
            <p:nvPr/>
          </p:nvSpPr>
          <p:spPr bwMode="auto">
            <a:xfrm>
              <a:off x="2960" y="3312"/>
              <a:ext cx="3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74" name="Line 174"/>
            <p:cNvSpPr>
              <a:spLocks noChangeShapeType="1"/>
            </p:cNvSpPr>
            <p:nvPr/>
          </p:nvSpPr>
          <p:spPr bwMode="auto">
            <a:xfrm>
              <a:off x="3344" y="2640"/>
              <a:ext cx="4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non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75" name="Line 175"/>
            <p:cNvSpPr>
              <a:spLocks noChangeShapeType="1"/>
            </p:cNvSpPr>
            <p:nvPr/>
          </p:nvSpPr>
          <p:spPr bwMode="auto">
            <a:xfrm>
              <a:off x="3392" y="3312"/>
              <a:ext cx="96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non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76" name="Line 176"/>
            <p:cNvSpPr>
              <a:spLocks noChangeShapeType="1"/>
            </p:cNvSpPr>
            <p:nvPr/>
          </p:nvSpPr>
          <p:spPr bwMode="auto">
            <a:xfrm>
              <a:off x="3392" y="2976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non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6152" name="Object 177"/>
            <p:cNvGraphicFramePr>
              <a:graphicFrameLocks noChangeAspect="1"/>
            </p:cNvGraphicFramePr>
            <p:nvPr/>
          </p:nvGraphicFramePr>
          <p:xfrm>
            <a:off x="4784" y="2256"/>
            <a:ext cx="26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47" name="Equation" r:id="rId15" imgW="152280" imgH="190440" progId="Equation.3">
                    <p:embed/>
                  </p:oleObj>
                </mc:Choice>
                <mc:Fallback>
                  <p:oleObj name="Equation" r:id="rId15" imgW="152280" imgH="190440" progId="Equation.3">
                    <p:embed/>
                    <p:pic>
                      <p:nvPicPr>
                        <p:cNvPr id="6152" name="Object 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4" y="2256"/>
                          <a:ext cx="268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3" name="Object 178"/>
            <p:cNvGraphicFramePr>
              <a:graphicFrameLocks noChangeAspect="1"/>
            </p:cNvGraphicFramePr>
            <p:nvPr/>
          </p:nvGraphicFramePr>
          <p:xfrm>
            <a:off x="3536" y="2976"/>
            <a:ext cx="21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48" name="Equation" r:id="rId17" imgW="126835" imgH="139518" progId="Equation.3">
                    <p:embed/>
                  </p:oleObj>
                </mc:Choice>
                <mc:Fallback>
                  <p:oleObj name="Equation" r:id="rId17" imgW="126835" imgH="139518" progId="Equation.3">
                    <p:embed/>
                    <p:pic>
                      <p:nvPicPr>
                        <p:cNvPr id="6153" name="Object 1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6" y="2976"/>
                          <a:ext cx="219" cy="24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alpha val="5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7" name="Line 179"/>
            <p:cNvSpPr>
              <a:spLocks noChangeShapeType="1"/>
            </p:cNvSpPr>
            <p:nvPr/>
          </p:nvSpPr>
          <p:spPr bwMode="auto">
            <a:xfrm flipH="1">
              <a:off x="3209" y="3456"/>
              <a:ext cx="12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78" name="AutoShape 180"/>
            <p:cNvSpPr>
              <a:spLocks noChangeArrowheads="1"/>
            </p:cNvSpPr>
            <p:nvPr/>
          </p:nvSpPr>
          <p:spPr bwMode="auto">
            <a:xfrm rot="1958638">
              <a:off x="3199" y="2688"/>
              <a:ext cx="1584" cy="420"/>
            </a:xfrm>
            <a:prstGeom prst="parallelogram">
              <a:avLst>
                <a:gd name="adj" fmla="val 21825"/>
              </a:avLst>
            </a:prstGeom>
            <a:solidFill>
              <a:schemeClr val="accent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79" name="Line 181"/>
            <p:cNvSpPr>
              <a:spLocks noChangeShapeType="1"/>
            </p:cNvSpPr>
            <p:nvPr/>
          </p:nvSpPr>
          <p:spPr bwMode="auto">
            <a:xfrm>
              <a:off x="4016" y="2976"/>
              <a:ext cx="91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80" name="Line 182"/>
            <p:cNvSpPr>
              <a:spLocks noChangeShapeType="1"/>
            </p:cNvSpPr>
            <p:nvPr/>
          </p:nvSpPr>
          <p:spPr bwMode="auto">
            <a:xfrm>
              <a:off x="4496" y="3312"/>
              <a:ext cx="43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81" name="Line 183"/>
            <p:cNvSpPr>
              <a:spLocks noChangeShapeType="1"/>
            </p:cNvSpPr>
            <p:nvPr/>
          </p:nvSpPr>
          <p:spPr bwMode="auto">
            <a:xfrm>
              <a:off x="3536" y="2640"/>
              <a:ext cx="13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6154" name="Object 184"/>
            <p:cNvGraphicFramePr>
              <a:graphicFrameLocks noChangeAspect="1"/>
            </p:cNvGraphicFramePr>
            <p:nvPr/>
          </p:nvGraphicFramePr>
          <p:xfrm>
            <a:off x="3104" y="3456"/>
            <a:ext cx="258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49" name="Equation" r:id="rId19" imgW="203024" imgH="164957" progId="Equation.3">
                    <p:embed/>
                  </p:oleObj>
                </mc:Choice>
                <mc:Fallback>
                  <p:oleObj name="Equation" r:id="rId19" imgW="203024" imgH="164957" progId="Equation.3">
                    <p:embed/>
                    <p:pic>
                      <p:nvPicPr>
                        <p:cNvPr id="6154" name="Object 1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4" y="3456"/>
                          <a:ext cx="258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185"/>
            <p:cNvGraphicFramePr>
              <a:graphicFrameLocks noChangeAspect="1"/>
            </p:cNvGraphicFramePr>
            <p:nvPr/>
          </p:nvGraphicFramePr>
          <p:xfrm>
            <a:off x="3056" y="2400"/>
            <a:ext cx="226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50" name="Equation" r:id="rId21" imgW="177492" imgH="177492" progId="Equation.3">
                    <p:embed/>
                  </p:oleObj>
                </mc:Choice>
                <mc:Fallback>
                  <p:oleObj name="Equation" r:id="rId21" imgW="177492" imgH="177492" progId="Equation.3">
                    <p:embed/>
                    <p:pic>
                      <p:nvPicPr>
                        <p:cNvPr id="6155" name="Object 1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6" y="2400"/>
                          <a:ext cx="226" cy="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>
                                  <a:alpha val="50000"/>
                                </a:schemeClr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6" name="Object 186"/>
            <p:cNvGraphicFramePr>
              <a:graphicFrameLocks noChangeAspect="1"/>
            </p:cNvGraphicFramePr>
            <p:nvPr/>
          </p:nvGraphicFramePr>
          <p:xfrm>
            <a:off x="3536" y="2160"/>
            <a:ext cx="19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51" name="Equation" r:id="rId23" imgW="152268" imgH="164957" progId="Equation.3">
                    <p:embed/>
                  </p:oleObj>
                </mc:Choice>
                <mc:Fallback>
                  <p:oleObj name="Equation" r:id="rId23" imgW="152268" imgH="164957" progId="Equation.3">
                    <p:embed/>
                    <p:pic>
                      <p:nvPicPr>
                        <p:cNvPr id="6156" name="Object 1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6" y="2160"/>
                          <a:ext cx="194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7" name="Object 187"/>
            <p:cNvGraphicFramePr>
              <a:graphicFrameLocks noChangeAspect="1"/>
            </p:cNvGraphicFramePr>
            <p:nvPr/>
          </p:nvGraphicFramePr>
          <p:xfrm>
            <a:off x="4784" y="2976"/>
            <a:ext cx="19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52" name="Equation" r:id="rId25" imgW="152268" imgH="164957" progId="Equation.3">
                    <p:embed/>
                  </p:oleObj>
                </mc:Choice>
                <mc:Fallback>
                  <p:oleObj name="Equation" r:id="rId25" imgW="152268" imgH="164957" progId="Equation.3">
                    <p:embed/>
                    <p:pic>
                      <p:nvPicPr>
                        <p:cNvPr id="6157" name="Object 1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4" y="2976"/>
                          <a:ext cx="194" cy="209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alpha val="5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8" name="Object 188"/>
            <p:cNvGraphicFramePr>
              <a:graphicFrameLocks noChangeAspect="1"/>
            </p:cNvGraphicFramePr>
            <p:nvPr/>
          </p:nvGraphicFramePr>
          <p:xfrm>
            <a:off x="4400" y="3456"/>
            <a:ext cx="19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753" name="Equation" r:id="rId27" imgW="152268" imgH="203024" progId="Equation.3">
                    <p:embed/>
                  </p:oleObj>
                </mc:Choice>
                <mc:Fallback>
                  <p:oleObj name="Equation" r:id="rId27" imgW="152268" imgH="203024" progId="Equation.3">
                    <p:embed/>
                    <p:pic>
                      <p:nvPicPr>
                        <p:cNvPr id="6158" name="Object 1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0" y="3456"/>
                          <a:ext cx="194" cy="2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82" name="Group 189"/>
            <p:cNvGrpSpPr>
              <a:grpSpLocks/>
            </p:cNvGrpSpPr>
            <p:nvPr/>
          </p:nvGrpSpPr>
          <p:grpSpPr bwMode="auto">
            <a:xfrm>
              <a:off x="2720" y="2256"/>
              <a:ext cx="1984" cy="1536"/>
              <a:chOff x="2832" y="2256"/>
              <a:chExt cx="1984" cy="1536"/>
            </a:xfrm>
          </p:grpSpPr>
          <p:sp>
            <p:nvSpPr>
              <p:cNvPr id="6187" name="Line 190"/>
              <p:cNvSpPr>
                <a:spLocks noChangeShapeType="1"/>
              </p:cNvSpPr>
              <p:nvPr/>
            </p:nvSpPr>
            <p:spPr bwMode="auto">
              <a:xfrm flipV="1">
                <a:off x="3978" y="3312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 type="none" w="sm" len="lg"/>
              </a:ln>
            </p:spPr>
            <p:txBody>
              <a:bodyPr wrap="none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6188" name="Group 191"/>
              <p:cNvGrpSpPr>
                <a:grpSpLocks/>
              </p:cNvGrpSpPr>
              <p:nvPr/>
            </p:nvGrpSpPr>
            <p:grpSpPr bwMode="auto">
              <a:xfrm>
                <a:off x="2832" y="2256"/>
                <a:ext cx="1984" cy="1536"/>
                <a:chOff x="2832" y="2256"/>
                <a:chExt cx="1984" cy="1536"/>
              </a:xfrm>
            </p:grpSpPr>
            <p:sp>
              <p:nvSpPr>
                <p:cNvPr id="6189" name="Line 192"/>
                <p:cNvSpPr>
                  <a:spLocks noChangeShapeType="1"/>
                </p:cNvSpPr>
                <p:nvPr/>
              </p:nvSpPr>
              <p:spPr bwMode="auto">
                <a:xfrm>
                  <a:off x="3978" y="3504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</p:spPr>
              <p:txBody>
                <a:bodyPr wrap="none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6159" name="Object 193"/>
                <p:cNvGraphicFramePr>
                  <a:graphicFrameLocks noChangeAspect="1"/>
                </p:cNvGraphicFramePr>
                <p:nvPr/>
              </p:nvGraphicFramePr>
              <p:xfrm>
                <a:off x="4026" y="3408"/>
                <a:ext cx="224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1754" name="Equation" r:id="rId29" imgW="164880" imgH="215640" progId="Equation.3">
                        <p:embed/>
                      </p:oleObj>
                    </mc:Choice>
                    <mc:Fallback>
                      <p:oleObj name="Equation" r:id="rId29" imgW="164880" imgH="215640" progId="Equation.3">
                        <p:embed/>
                        <p:pic>
                          <p:nvPicPr>
                            <p:cNvPr id="6159" name="Object 19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6" y="3408"/>
                              <a:ext cx="224" cy="33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190" name="Line 194"/>
                <p:cNvSpPr>
                  <a:spLocks noChangeShapeType="1"/>
                </p:cNvSpPr>
                <p:nvPr/>
              </p:nvSpPr>
              <p:spPr bwMode="auto">
                <a:xfrm flipH="1">
                  <a:off x="2922" y="2976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</p:spPr>
              <p:txBody>
                <a:bodyPr wrap="none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191" name="Line 195"/>
                <p:cNvSpPr>
                  <a:spLocks noChangeShapeType="1"/>
                </p:cNvSpPr>
                <p:nvPr/>
              </p:nvSpPr>
              <p:spPr bwMode="auto">
                <a:xfrm flipV="1">
                  <a:off x="3306" y="297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prstDash val="sysDot"/>
                  <a:round/>
                  <a:headEnd/>
                  <a:tailEnd type="none" w="sm" len="lg"/>
                </a:ln>
              </p:spPr>
              <p:txBody>
                <a:bodyPr wrap="none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6160" name="Object 196"/>
                <p:cNvGraphicFramePr>
                  <a:graphicFrameLocks noChangeAspect="1"/>
                </p:cNvGraphicFramePr>
                <p:nvPr/>
              </p:nvGraphicFramePr>
              <p:xfrm>
                <a:off x="2832" y="2976"/>
                <a:ext cx="257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1755" name="Equation" r:id="rId31" imgW="164880" imgH="215640" progId="Equation.3">
                        <p:embed/>
                      </p:oleObj>
                    </mc:Choice>
                    <mc:Fallback>
                      <p:oleObj name="Equation" r:id="rId31" imgW="164880" imgH="215640" progId="Equation.3">
                        <p:embed/>
                        <p:pic>
                          <p:nvPicPr>
                            <p:cNvPr id="6160" name="Object 19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32" y="2976"/>
                              <a:ext cx="257" cy="33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192" name="Line 197"/>
                <p:cNvSpPr>
                  <a:spLocks noChangeShapeType="1"/>
                </p:cNvSpPr>
                <p:nvPr/>
              </p:nvSpPr>
              <p:spPr bwMode="auto">
                <a:xfrm flipV="1">
                  <a:off x="4122" y="2400"/>
                  <a:ext cx="432" cy="57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lg"/>
                </a:ln>
              </p:spPr>
              <p:txBody>
                <a:bodyPr wrap="none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6161" name="Object 198"/>
                <p:cNvGraphicFramePr>
                  <a:graphicFrameLocks noChangeAspect="1"/>
                </p:cNvGraphicFramePr>
                <p:nvPr/>
              </p:nvGraphicFramePr>
              <p:xfrm>
                <a:off x="4560" y="2256"/>
                <a:ext cx="256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1756" name="Equation" r:id="rId33" imgW="164880" imgH="215640" progId="Equation.3">
                        <p:embed/>
                      </p:oleObj>
                    </mc:Choice>
                    <mc:Fallback>
                      <p:oleObj name="Equation" r:id="rId33" imgW="164880" imgH="215640" progId="Equation.3">
                        <p:embed/>
                        <p:pic>
                          <p:nvPicPr>
                            <p:cNvPr id="6161" name="Object 19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0" y="2256"/>
                              <a:ext cx="256" cy="33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193" name="Freeform 199"/>
                <p:cNvSpPr>
                  <a:spLocks/>
                </p:cNvSpPr>
                <p:nvPr/>
              </p:nvSpPr>
              <p:spPr bwMode="auto">
                <a:xfrm>
                  <a:off x="4314" y="2736"/>
                  <a:ext cx="144" cy="240"/>
                </a:xfrm>
                <a:custGeom>
                  <a:avLst/>
                  <a:gdLst>
                    <a:gd name="T0" fmla="*/ 0 w 144"/>
                    <a:gd name="T1" fmla="*/ 0 h 240"/>
                    <a:gd name="T2" fmla="*/ 96 w 144"/>
                    <a:gd name="T3" fmla="*/ 96 h 240"/>
                    <a:gd name="T4" fmla="*/ 144 w 144"/>
                    <a:gd name="T5" fmla="*/ 240 h 240"/>
                    <a:gd name="T6" fmla="*/ 0 60000 65536"/>
                    <a:gd name="T7" fmla="*/ 0 60000 65536"/>
                    <a:gd name="T8" fmla="*/ 0 60000 65536"/>
                    <a:gd name="T9" fmla="*/ 0 w 144"/>
                    <a:gd name="T10" fmla="*/ 0 h 240"/>
                    <a:gd name="T11" fmla="*/ 144 w 144"/>
                    <a:gd name="T12" fmla="*/ 240 h 24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4" h="240">
                      <a:moveTo>
                        <a:pt x="0" y="0"/>
                      </a:moveTo>
                      <a:cubicBezTo>
                        <a:pt x="36" y="28"/>
                        <a:pt x="72" y="56"/>
                        <a:pt x="96" y="96"/>
                      </a:cubicBezTo>
                      <a:cubicBezTo>
                        <a:pt x="120" y="136"/>
                        <a:pt x="132" y="188"/>
                        <a:pt x="144" y="240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 type="none" w="sm" len="lg"/>
                </a:ln>
              </p:spPr>
              <p:txBody>
                <a:bodyPr wrap="none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6162" name="Object 200"/>
                <p:cNvGraphicFramePr>
                  <a:graphicFrameLocks noChangeAspect="1"/>
                </p:cNvGraphicFramePr>
                <p:nvPr/>
              </p:nvGraphicFramePr>
              <p:xfrm>
                <a:off x="4410" y="2592"/>
                <a:ext cx="206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1757" name="Equation" r:id="rId35" imgW="126720" imgH="177480" progId="Equation.3">
                        <p:embed/>
                      </p:oleObj>
                    </mc:Choice>
                    <mc:Fallback>
                      <p:oleObj name="Equation" r:id="rId35" imgW="126720" imgH="177480" progId="Equation.3">
                        <p:embed/>
                        <p:pic>
                          <p:nvPicPr>
                            <p:cNvPr id="6162" name="Object 20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10" y="2592"/>
                              <a:ext cx="206" cy="2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6183" name="Line 201"/>
            <p:cNvSpPr>
              <a:spLocks noChangeShapeType="1"/>
            </p:cNvSpPr>
            <p:nvPr/>
          </p:nvSpPr>
          <p:spPr bwMode="auto">
            <a:xfrm flipV="1">
              <a:off x="3209" y="2640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84" name="Line 202"/>
            <p:cNvSpPr>
              <a:spLocks noChangeShapeType="1"/>
            </p:cNvSpPr>
            <p:nvPr/>
          </p:nvSpPr>
          <p:spPr bwMode="auto">
            <a:xfrm flipH="1">
              <a:off x="3008" y="3456"/>
              <a:ext cx="183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85" name="Line 203"/>
            <p:cNvSpPr>
              <a:spLocks noChangeShapeType="1"/>
            </p:cNvSpPr>
            <p:nvPr/>
          </p:nvSpPr>
          <p:spPr bwMode="auto">
            <a:xfrm flipV="1">
              <a:off x="3527" y="21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86" name="Line 204"/>
            <p:cNvSpPr>
              <a:spLocks noChangeShapeType="1"/>
            </p:cNvSpPr>
            <p:nvPr/>
          </p:nvSpPr>
          <p:spPr bwMode="auto">
            <a:xfrm>
              <a:off x="4766" y="3159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sp>
        <p:nvSpPr>
          <p:cNvPr id="6165" name="AutoShape 81"/>
          <p:cNvSpPr>
            <a:spLocks noChangeArrowheads="1"/>
          </p:cNvSpPr>
          <p:nvPr/>
        </p:nvSpPr>
        <p:spPr bwMode="auto">
          <a:xfrm flipH="1">
            <a:off x="4235053" y="2964656"/>
            <a:ext cx="546497" cy="400050"/>
          </a:xfrm>
          <a:prstGeom prst="wedgeEllipseCallout">
            <a:avLst>
              <a:gd name="adj1" fmla="val -126491"/>
              <a:gd name="adj2" fmla="val 63690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defTabSz="685800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lang="en-US" altLang="zh-CN" b="1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6166" name="AutoShape 82"/>
          <p:cNvSpPr>
            <a:spLocks noChangeArrowheads="1"/>
          </p:cNvSpPr>
          <p:nvPr/>
        </p:nvSpPr>
        <p:spPr bwMode="auto">
          <a:xfrm flipH="1">
            <a:off x="5816204" y="2234804"/>
            <a:ext cx="578644" cy="407194"/>
          </a:xfrm>
          <a:prstGeom prst="wedgeEllipseCallout">
            <a:avLst>
              <a:gd name="adj1" fmla="val 84523"/>
              <a:gd name="adj2" fmla="val 222565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defTabSz="685800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lang="en-US" altLang="zh-CN" b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  <a:p>
            <a:pPr algn="ctr" defTabSz="685800">
              <a:defRPr/>
            </a:pPr>
            <a:endParaRPr lang="en-US" altLang="zh-CN" sz="1350" b="1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35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9" name="Group 15"/>
          <p:cNvGrpSpPr>
            <a:grpSpLocks/>
          </p:cNvGrpSpPr>
          <p:nvPr/>
        </p:nvGrpSpPr>
        <p:grpSpPr bwMode="auto">
          <a:xfrm>
            <a:off x="882208" y="2767760"/>
            <a:ext cx="7290197" cy="978694"/>
            <a:chOff x="480" y="960"/>
            <a:chExt cx="6123" cy="822"/>
          </a:xfrm>
        </p:grpSpPr>
        <p:sp>
          <p:nvSpPr>
            <p:cNvPr id="11272" name="Text Box 4"/>
            <p:cNvSpPr txBox="1">
              <a:spLocks noChangeArrowheads="1"/>
            </p:cNvSpPr>
            <p:nvPr/>
          </p:nvSpPr>
          <p:spPr bwMode="auto">
            <a:xfrm>
              <a:off x="480" y="960"/>
              <a:ext cx="6123" cy="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zh-CN" sz="2400" b="1" dirty="0">
                  <a:latin typeface="宋体" pitchFamily="2" charset="-122"/>
                </a:rPr>
                <a:t>    </a:t>
              </a:r>
              <a:r>
                <a:rPr kumimoji="1" lang="zh-CN" altLang="en-US" sz="2400" b="1" dirty="0">
                  <a:latin typeface="宋体" pitchFamily="2" charset="-122"/>
                </a:rPr>
                <a:t>在真空中静电场，穿过任一</a:t>
              </a:r>
              <a:r>
                <a:rPr kumimoji="1" lang="zh-CN" altLang="en-US" sz="2400" b="1" dirty="0">
                  <a:solidFill>
                    <a:srgbClr val="CC0000"/>
                  </a:solidFill>
                  <a:latin typeface="宋体" pitchFamily="2" charset="-122"/>
                </a:rPr>
                <a:t>闭合曲面</a:t>
              </a:r>
              <a:r>
                <a:rPr kumimoji="1" lang="zh-CN" altLang="en-US" sz="2400" b="1" dirty="0">
                  <a:latin typeface="宋体" pitchFamily="2" charset="-122"/>
                </a:rPr>
                <a:t>的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电场强度通量</a:t>
              </a:r>
              <a:r>
                <a:rPr kumimoji="1" lang="zh-CN" altLang="en-US" sz="2400" b="1" dirty="0">
                  <a:latin typeface="宋体" pitchFamily="2" charset="-122"/>
                </a:rPr>
                <a:t>，等于该曲面所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包围</a:t>
              </a:r>
              <a:r>
                <a:rPr kumimoji="1" lang="zh-CN" altLang="en-US" sz="2400" b="1" dirty="0">
                  <a:latin typeface="宋体" pitchFamily="2" charset="-122"/>
                </a:rPr>
                <a:t>的电荷的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代数和</a:t>
              </a:r>
              <a:r>
                <a:rPr kumimoji="1" lang="zh-CN" altLang="en-US" sz="2400" b="1" dirty="0">
                  <a:latin typeface="宋体" pitchFamily="2" charset="-122"/>
                </a:rPr>
                <a:t>除以   </a:t>
              </a:r>
              <a:r>
                <a:rPr kumimoji="1" lang="en-US" altLang="zh-CN" sz="2400" dirty="0">
                  <a:latin typeface="宋体" pitchFamily="2" charset="-122"/>
                </a:rPr>
                <a:t>.</a:t>
              </a:r>
            </a:p>
          </p:txBody>
        </p:sp>
        <p:graphicFrame>
          <p:nvGraphicFramePr>
            <p:cNvPr id="1126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3232649"/>
                </p:ext>
              </p:extLst>
            </p:nvPr>
          </p:nvGraphicFramePr>
          <p:xfrm>
            <a:off x="5725" y="1302"/>
            <a:ext cx="30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068" name="Equation" r:id="rId3" imgW="152280" imgH="228600" progId="Equation.DSMT4">
                    <p:embed/>
                  </p:oleObj>
                </mc:Choice>
                <mc:Fallback>
                  <p:oleObj name="Equation" r:id="rId3" imgW="152280" imgH="228600" progId="Equation.DSMT4">
                    <p:embed/>
                    <p:pic>
                      <p:nvPicPr>
                        <p:cNvPr id="1126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5" y="1302"/>
                          <a:ext cx="300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221362" y="115321"/>
            <a:ext cx="502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 dirty="0">
                <a:solidFill>
                  <a:srgbClr val="CC0000"/>
                </a:solidFill>
                <a:latin typeface="宋体" pitchFamily="2" charset="-122"/>
              </a:rPr>
              <a:t>三、高斯定理</a:t>
            </a:r>
            <a:endParaRPr kumimoji="1" lang="zh-CN" altLang="en-US" sz="2400" b="1" dirty="0">
              <a:solidFill>
                <a:srgbClr val="A50021"/>
              </a:solidFill>
              <a:latin typeface="宋体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5"/>
          <a:srcRect l="16767"/>
          <a:stretch/>
        </p:blipFill>
        <p:spPr>
          <a:xfrm>
            <a:off x="865088" y="3935856"/>
            <a:ext cx="1206660" cy="1048465"/>
          </a:xfrm>
          <a:prstGeom prst="rect">
            <a:avLst/>
          </a:prstGeom>
        </p:spPr>
      </p:pic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996508" y="844461"/>
            <a:ext cx="5299517" cy="1643527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en-US" altLang="zh-CN" sz="2100" b="1" dirty="0">
                <a:latin typeface="宋体" pitchFamily="2" charset="-122"/>
              </a:rPr>
              <a:t>    </a:t>
            </a:r>
            <a:r>
              <a:rPr kumimoji="1" lang="zh-CN" altLang="en-US" sz="2100" b="1" dirty="0">
                <a:latin typeface="宋体" pitchFamily="2" charset="-122"/>
              </a:rPr>
              <a:t>德国</a:t>
            </a:r>
            <a:r>
              <a:rPr lang="zh-CN" altLang="en-US" sz="2100" b="1" dirty="0">
                <a:latin typeface="宋体" pitchFamily="2" charset="-122"/>
              </a:rPr>
              <a:t>数学家、天文学家和</a:t>
            </a:r>
            <a:r>
              <a:rPr kumimoji="1" lang="zh-CN" altLang="en-US" sz="2100" b="1" dirty="0">
                <a:latin typeface="宋体" pitchFamily="2" charset="-122"/>
              </a:rPr>
              <a:t>物理学家，有</a:t>
            </a:r>
            <a:r>
              <a:rPr kumimoji="1" lang="zh-CN" altLang="en-US" sz="2100" b="1" dirty="0">
                <a:latin typeface="Times New Roman"/>
              </a:rPr>
              <a:t>“</a:t>
            </a:r>
            <a:r>
              <a:rPr kumimoji="1" lang="zh-CN" altLang="en-US" sz="2100" b="1" dirty="0">
                <a:latin typeface="宋体" pitchFamily="2" charset="-122"/>
              </a:rPr>
              <a:t>数学王子</a:t>
            </a:r>
            <a:r>
              <a:rPr kumimoji="1" lang="zh-CN" altLang="en-US" sz="2100" b="1" dirty="0">
                <a:latin typeface="Times New Roman"/>
              </a:rPr>
              <a:t>”</a:t>
            </a:r>
            <a:r>
              <a:rPr kumimoji="1" lang="zh-CN" altLang="en-US" sz="2100" b="1" dirty="0">
                <a:latin typeface="宋体" pitchFamily="2" charset="-122"/>
              </a:rPr>
              <a:t>美称，他与韦伯制成了第一台有线电报机和建立了地磁观测台，高斯还创立了电磁量的绝对单位制</a:t>
            </a:r>
            <a:r>
              <a:rPr kumimoji="1" lang="en-US" altLang="zh-CN" sz="2100" b="1" dirty="0">
                <a:latin typeface="宋体" pitchFamily="2" charset="-122"/>
              </a:rPr>
              <a:t>.</a:t>
            </a:r>
          </a:p>
        </p:txBody>
      </p:sp>
      <p:pic>
        <p:nvPicPr>
          <p:cNvPr id="20" name="Picture 9" descr="gauss 2"/>
          <p:cNvPicPr>
            <a:picLocks noChangeAspect="1" noChangeArrowheads="1"/>
          </p:cNvPicPr>
          <p:nvPr/>
        </p:nvPicPr>
        <p:blipFill>
          <a:blip r:embed="rId6" cstate="print">
            <a:lum bright="18000"/>
          </a:blip>
          <a:srcRect/>
          <a:stretch>
            <a:fillRect/>
          </a:stretch>
        </p:blipFill>
        <p:spPr bwMode="auto">
          <a:xfrm>
            <a:off x="6441617" y="356543"/>
            <a:ext cx="1599438" cy="2131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084050"/>
              </p:ext>
            </p:extLst>
          </p:nvPr>
        </p:nvGraphicFramePr>
        <p:xfrm>
          <a:off x="2050363" y="4249996"/>
          <a:ext cx="5375672" cy="431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9" name="Equation" r:id="rId7" imgW="2336760" imgH="203040" progId="Equation.DSMT4">
                  <p:embed/>
                </p:oleObj>
              </mc:Choice>
              <mc:Fallback>
                <p:oleObj name="Equation" r:id="rId7" imgW="2336760" imgH="2030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363" y="4249996"/>
                        <a:ext cx="5375672" cy="431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925748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3" name="Picture 3" descr="C:\Users\Administrator.USER-20181219RL\Desktop\新建文件夹\src=http%3A%2F%2Fwww.lantianspring.com%2Flcmsedit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44"/>
          <a:stretch/>
        </p:blipFill>
        <p:spPr bwMode="auto">
          <a:xfrm>
            <a:off x="1143000" y="0"/>
            <a:ext cx="68580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组合 10"/>
          <p:cNvGrpSpPr/>
          <p:nvPr/>
        </p:nvGrpSpPr>
        <p:grpSpPr>
          <a:xfrm>
            <a:off x="1242253" y="72190"/>
            <a:ext cx="6524130" cy="4863766"/>
            <a:chOff x="132337" y="96253"/>
            <a:chExt cx="8698840" cy="6485021"/>
          </a:xfrm>
        </p:grpSpPr>
        <p:sp>
          <p:nvSpPr>
            <p:cNvPr id="2" name="椭圆 1"/>
            <p:cNvSpPr/>
            <p:nvPr/>
          </p:nvSpPr>
          <p:spPr bwMode="auto">
            <a:xfrm>
              <a:off x="168433" y="1227233"/>
              <a:ext cx="8638675" cy="3549296"/>
            </a:xfrm>
            <a:prstGeom prst="ellipse">
              <a:avLst/>
            </a:prstGeom>
            <a:noFill/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latin typeface="Times New Roman" pitchFamily="18" charset="0"/>
              </a:endParaRPr>
            </a:p>
          </p:txBody>
        </p:sp>
        <p:sp>
          <p:nvSpPr>
            <p:cNvPr id="3" name="弧形 2"/>
            <p:cNvSpPr/>
            <p:nvPr/>
          </p:nvSpPr>
          <p:spPr bwMode="auto">
            <a:xfrm>
              <a:off x="132337" y="96253"/>
              <a:ext cx="8698840" cy="6485021"/>
            </a:xfrm>
            <a:prstGeom prst="arc">
              <a:avLst>
                <a:gd name="adj1" fmla="val 11293164"/>
                <a:gd name="adj2" fmla="val 21208886"/>
              </a:avLst>
            </a:prstGeom>
            <a:noFill/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zh-CN" altLang="en-US" sz="2100" b="1">
                <a:latin typeface="Times New Roman" pitchFamily="18" charset="0"/>
              </a:endParaRPr>
            </a:p>
          </p:txBody>
        </p:sp>
      </p:grpSp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3700462" y="4323677"/>
          <a:ext cx="633413" cy="398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69" name="Equation" r:id="rId4" imgW="241200" imgH="164880" progId="Equation.DSMT4">
                  <p:embed/>
                </p:oleObj>
              </mc:Choice>
              <mc:Fallback>
                <p:oleObj name="Equation" r:id="rId4" imgW="241200" imgH="16488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0462" y="4323677"/>
                        <a:ext cx="633413" cy="3983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1362075" y="4194573"/>
          <a:ext cx="2395538" cy="920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70" name="Equation" r:id="rId6" imgW="914400" imgH="381000" progId="Equation.DSMT4">
                  <p:embed/>
                </p:oleObj>
              </mc:Choice>
              <mc:Fallback>
                <p:oleObj name="Equation" r:id="rId6" imgW="914400" imgH="3810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4194573"/>
                        <a:ext cx="2395538" cy="920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5031581" y="4224338"/>
          <a:ext cx="1933575" cy="521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71" name="Equation" r:id="rId8" imgW="736560" imgH="215640" progId="Equation.DSMT4">
                  <p:embed/>
                </p:oleObj>
              </mc:Choice>
              <mc:Fallback>
                <p:oleObj name="Equation" r:id="rId8" imgW="736560" imgH="215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1581" y="4224338"/>
                        <a:ext cx="1933575" cy="521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0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32" y="-47625"/>
            <a:ext cx="6953843" cy="402907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79111A-900B-4D86-AC33-D547E9719A41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562401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1362075" y="4194571"/>
          <a:ext cx="2395538" cy="920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187" name="Equation" r:id="rId4" imgW="914400" imgH="380880" progId="Equation.DSMT4">
                  <p:embed/>
                </p:oleObj>
              </mc:Choice>
              <mc:Fallback>
                <p:oleObj name="Equation" r:id="rId4" imgW="914400" imgH="38088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4194571"/>
                        <a:ext cx="2395538" cy="920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3644503" y="4193381"/>
          <a:ext cx="1366838" cy="827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188" name="Equation" r:id="rId6" imgW="520560" imgH="342720" progId="Equation.DSMT4">
                  <p:embed/>
                </p:oleObj>
              </mc:Choice>
              <mc:Fallback>
                <p:oleObj name="Equation" r:id="rId6" imgW="520560" imgH="34272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503" y="4193381"/>
                        <a:ext cx="1366838" cy="827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5325666" y="4276725"/>
          <a:ext cx="24955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189" name="Equation" r:id="rId8" imgW="952200" imgH="203040" progId="Equation.DSMT4">
                  <p:embed/>
                </p:oleObj>
              </mc:Choice>
              <mc:Fallback>
                <p:oleObj name="Equation" r:id="rId8" imgW="952200" imgH="20304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5666" y="4276725"/>
                        <a:ext cx="24955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0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32" y="-47625"/>
            <a:ext cx="6953843" cy="402907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79111A-900B-4D86-AC33-D547E9719A41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63560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1395413" y="576262"/>
          <a:ext cx="2659856" cy="920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18" name="Equation" r:id="rId4" imgW="1015920" imgH="380880" progId="Equation.DSMT4">
                  <p:embed/>
                </p:oleObj>
              </mc:Choice>
              <mc:Fallback>
                <p:oleObj name="Equation" r:id="rId4" imgW="1015920" imgH="38088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576262"/>
                        <a:ext cx="2659856" cy="920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1395413" y="2062162"/>
          <a:ext cx="2992040" cy="920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19" name="Equation" r:id="rId6" imgW="1143000" imgH="380880" progId="Equation.DSMT4">
                  <p:embed/>
                </p:oleObj>
              </mc:Choice>
              <mc:Fallback>
                <p:oleObj name="Equation" r:id="rId6" imgW="1143000" imgH="3808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2062162"/>
                        <a:ext cx="2992040" cy="920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1395413" y="3367088"/>
          <a:ext cx="3125390" cy="1073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20" name="Equation" r:id="rId8" imgW="1193760" imgH="444240" progId="Equation.DSMT4">
                  <p:embed/>
                </p:oleObj>
              </mc:Choice>
              <mc:Fallback>
                <p:oleObj name="Equation" r:id="rId8" imgW="1193760" imgH="44424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3367088"/>
                        <a:ext cx="3125390" cy="1073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869099"/>
              </p:ext>
            </p:extLst>
          </p:nvPr>
        </p:nvGraphicFramePr>
        <p:xfrm>
          <a:off x="5010389" y="2162176"/>
          <a:ext cx="2264569" cy="451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21" name="Equation" r:id="rId10" imgW="939600" imgH="203040" progId="Equation.DSMT4">
                  <p:embed/>
                </p:oleObj>
              </mc:Choice>
              <mc:Fallback>
                <p:oleObj name="Equation" r:id="rId10" imgW="939600" imgH="2030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389" y="2162176"/>
                        <a:ext cx="2264569" cy="451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4951095" y="3688080"/>
          <a:ext cx="146603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22" name="Equation" r:id="rId12" imgW="647640" imgH="203040" progId="Equation.DSMT4">
                  <p:embed/>
                </p:oleObj>
              </mc:Choice>
              <mc:Fallback>
                <p:oleObj name="Equation" r:id="rId12" imgW="647640" imgH="2030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095" y="3688080"/>
                        <a:ext cx="146603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79111A-900B-4D86-AC33-D547E9719A41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376557"/>
              </p:ext>
            </p:extLst>
          </p:nvPr>
        </p:nvGraphicFramePr>
        <p:xfrm>
          <a:off x="5010389" y="2613423"/>
          <a:ext cx="3463051" cy="301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23" name="Equation" r:id="rId14" imgW="2158920" imgH="203040" progId="Equation.DSMT4">
                  <p:embed/>
                </p:oleObj>
              </mc:Choice>
              <mc:Fallback>
                <p:oleObj name="Equation" r:id="rId14" imgW="2158920" imgH="2030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389" y="2613423"/>
                        <a:ext cx="3463051" cy="301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859329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685246" y="4933950"/>
            <a:ext cx="1428750" cy="342900"/>
          </a:xfrm>
        </p:spPr>
        <p:txBody>
          <a:bodyPr/>
          <a:lstStyle/>
          <a:p>
            <a:pPr algn="r">
              <a:defRPr/>
            </a:pPr>
            <a:fld id="{0CE84631-76C7-4F9D-93BC-5B3F068D2FD1}" type="slidenum">
              <a:rPr lang="en-US" altLang="zh-CN"/>
              <a:pPr algn="r">
                <a:defRPr/>
              </a:pPr>
              <a:t>22</a:t>
            </a:fld>
            <a:endParaRPr lang="en-US" altLang="zh-CN"/>
          </a:p>
        </p:txBody>
      </p:sp>
      <p:grpSp>
        <p:nvGrpSpPr>
          <p:cNvPr id="11269" name="Group 15"/>
          <p:cNvGrpSpPr>
            <a:grpSpLocks/>
          </p:cNvGrpSpPr>
          <p:nvPr/>
        </p:nvGrpSpPr>
        <p:grpSpPr bwMode="auto">
          <a:xfrm>
            <a:off x="1247966" y="1417088"/>
            <a:ext cx="7377113" cy="1200152"/>
            <a:chOff x="428" y="960"/>
            <a:chExt cx="6196" cy="1008"/>
          </a:xfrm>
        </p:grpSpPr>
        <p:sp>
          <p:nvSpPr>
            <p:cNvPr id="11272" name="Text Box 4"/>
            <p:cNvSpPr txBox="1">
              <a:spLocks noChangeArrowheads="1"/>
            </p:cNvSpPr>
            <p:nvPr/>
          </p:nvSpPr>
          <p:spPr bwMode="auto">
            <a:xfrm>
              <a:off x="428" y="960"/>
              <a:ext cx="6196" cy="1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CN" sz="2400" b="1" dirty="0">
                  <a:latin typeface="宋体" pitchFamily="2" charset="-122"/>
                </a:rPr>
                <a:t>    </a:t>
              </a:r>
              <a:r>
                <a:rPr kumimoji="1" lang="zh-CN" altLang="en-US" sz="2400" b="1" dirty="0">
                  <a:latin typeface="宋体" pitchFamily="2" charset="-122"/>
                </a:rPr>
                <a:t>在真空中静电场，穿过任一</a:t>
              </a:r>
              <a:r>
                <a:rPr kumimoji="1" lang="zh-CN" altLang="en-US" sz="2400" b="1" dirty="0">
                  <a:solidFill>
                    <a:srgbClr val="CC0000"/>
                  </a:solidFill>
                  <a:latin typeface="宋体" pitchFamily="2" charset="-122"/>
                </a:rPr>
                <a:t>闭合曲面</a:t>
              </a:r>
              <a:r>
                <a:rPr kumimoji="1" lang="zh-CN" altLang="en-US" sz="2400" b="1" dirty="0">
                  <a:latin typeface="宋体" pitchFamily="2" charset="-122"/>
                </a:rPr>
                <a:t>的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电场强度通量</a:t>
              </a:r>
              <a:r>
                <a:rPr kumimoji="1" lang="zh-CN" altLang="en-US" sz="2400" b="1" dirty="0">
                  <a:latin typeface="宋体" pitchFamily="2" charset="-122"/>
                </a:rPr>
                <a:t>，等于该曲面所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包围</a:t>
              </a:r>
              <a:r>
                <a:rPr kumimoji="1" lang="zh-CN" altLang="en-US" sz="2400" b="1" dirty="0">
                  <a:latin typeface="宋体" pitchFamily="2" charset="-122"/>
                </a:rPr>
                <a:t>的电荷的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宋体" pitchFamily="2" charset="-122"/>
                </a:rPr>
                <a:t>代数和</a:t>
              </a:r>
              <a:r>
                <a:rPr kumimoji="1" lang="zh-CN" altLang="en-US" sz="2400" b="1" dirty="0">
                  <a:latin typeface="宋体" pitchFamily="2" charset="-122"/>
                </a:rPr>
                <a:t>除以   </a:t>
              </a:r>
              <a:r>
                <a:rPr kumimoji="1" lang="en-US" altLang="zh-CN" sz="2400" dirty="0">
                  <a:latin typeface="宋体" pitchFamily="2" charset="-122"/>
                </a:rPr>
                <a:t>.</a:t>
              </a:r>
            </a:p>
          </p:txBody>
        </p:sp>
        <p:graphicFrame>
          <p:nvGraphicFramePr>
            <p:cNvPr id="1126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3658446"/>
                </p:ext>
              </p:extLst>
            </p:nvPr>
          </p:nvGraphicFramePr>
          <p:xfrm>
            <a:off x="5685" y="1464"/>
            <a:ext cx="30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203" name="Equation" r:id="rId3" imgW="152280" imgH="228600" progId="Equation.DSMT4">
                    <p:embed/>
                  </p:oleObj>
                </mc:Choice>
                <mc:Fallback>
                  <p:oleObj name="Equation" r:id="rId3" imgW="152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5" y="1464"/>
                          <a:ext cx="300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70" name="Rectangle 7"/>
          <p:cNvSpPr>
            <a:spLocks noChangeArrowheads="1"/>
          </p:cNvSpPr>
          <p:nvPr/>
        </p:nvSpPr>
        <p:spPr bwMode="auto">
          <a:xfrm>
            <a:off x="873350" y="795505"/>
            <a:ext cx="18085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C00000"/>
                </a:solidFill>
                <a:latin typeface="Times New Roman" pitchFamily="18" charset="0"/>
              </a:rPr>
              <a:t>.</a:t>
            </a:r>
            <a:r>
              <a:rPr lang="en-US" altLang="zh-CN" sz="2400" b="1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宋体" pitchFamily="2" charset="-122"/>
              </a:rPr>
              <a:t>定理</a:t>
            </a:r>
            <a:r>
              <a:rPr kumimoji="1" lang="zh-CN" altLang="en-US" sz="2400" b="1">
                <a:solidFill>
                  <a:srgbClr val="C00000"/>
                </a:solidFill>
                <a:latin typeface="宋体" pitchFamily="2" charset="-122"/>
              </a:rPr>
              <a:t>表</a:t>
            </a:r>
            <a:r>
              <a:rPr kumimoji="1" lang="zh-CN" altLang="en-US" sz="2400" b="1" dirty="0">
                <a:solidFill>
                  <a:srgbClr val="C00000"/>
                </a:solidFill>
                <a:latin typeface="宋体" pitchFamily="2" charset="-122"/>
              </a:rPr>
              <a:t>述</a:t>
            </a:r>
          </a:p>
        </p:txBody>
      </p:sp>
      <p:sp>
        <p:nvSpPr>
          <p:cNvPr id="74762" name="AutoShape 10"/>
          <p:cNvSpPr>
            <a:spLocks noChangeArrowheads="1"/>
          </p:cNvSpPr>
          <p:nvPr/>
        </p:nvSpPr>
        <p:spPr bwMode="auto">
          <a:xfrm>
            <a:off x="6085046" y="677589"/>
            <a:ext cx="1600200" cy="628650"/>
          </a:xfrm>
          <a:prstGeom prst="cloudCallout">
            <a:avLst>
              <a:gd name="adj1" fmla="val -22841"/>
              <a:gd name="adj2" fmla="val 95646"/>
            </a:avLst>
          </a:prstGeom>
          <a:solidFill>
            <a:schemeClr val="tx2">
              <a:lumMod val="10000"/>
              <a:lumOff val="90000"/>
              <a:alpha val="34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kumimoji="1" lang="zh-CN" altLang="en-US" sz="2100" b="1">
                <a:latin typeface="宋体" pitchFamily="2" charset="-122"/>
              </a:rPr>
              <a:t>高斯面</a:t>
            </a:r>
          </a:p>
        </p:txBody>
      </p:sp>
      <p:graphicFrame>
        <p:nvGraphicFramePr>
          <p:cNvPr id="1126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982243"/>
              </p:ext>
            </p:extLst>
          </p:nvPr>
        </p:nvGraphicFramePr>
        <p:xfrm>
          <a:off x="3009661" y="2778919"/>
          <a:ext cx="3779282" cy="101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04" name="Equation" r:id="rId5" imgW="1473200" imgH="457200" progId="Equation.3">
                  <p:embed/>
                </p:oleObj>
              </mc:Choice>
              <mc:Fallback>
                <p:oleObj name="Equation" r:id="rId5" imgW="1473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661" y="2778919"/>
                        <a:ext cx="3779282" cy="10172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8E6E8"/>
                          </a:gs>
                          <a:gs pos="50000">
                            <a:srgbClr val="FFFFFF"/>
                          </a:gs>
                          <a:gs pos="100000">
                            <a:srgbClr val="C8E6E8"/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0316"/>
              </p:ext>
            </p:extLst>
          </p:nvPr>
        </p:nvGraphicFramePr>
        <p:xfrm>
          <a:off x="1777604" y="4257675"/>
          <a:ext cx="1277540" cy="465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05" name="Equation" r:id="rId7" imgW="596880" imgH="215640" progId="Equation.DSMT4">
                  <p:embed/>
                </p:oleObj>
              </mc:Choice>
              <mc:Fallback>
                <p:oleObj name="Equation" r:id="rId7" imgW="59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604" y="4257675"/>
                        <a:ext cx="1277540" cy="465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3140"/>
              </p:ext>
            </p:extLst>
          </p:nvPr>
        </p:nvGraphicFramePr>
        <p:xfrm>
          <a:off x="4095751" y="4235054"/>
          <a:ext cx="1440656" cy="492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06" name="Equation" r:id="rId9" imgW="672840" imgH="228600" progId="Equation.DSMT4">
                  <p:embed/>
                </p:oleObj>
              </mc:Choice>
              <mc:Fallback>
                <p:oleObj name="Equation" r:id="rId9" imgW="672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1" y="4235054"/>
                        <a:ext cx="1440656" cy="4929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552505"/>
              </p:ext>
            </p:extLst>
          </p:nvPr>
        </p:nvGraphicFramePr>
        <p:xfrm>
          <a:off x="6419851" y="4210050"/>
          <a:ext cx="1250156" cy="465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07" name="Equation" r:id="rId11" imgW="583920" imgH="215640" progId="Equation.DSMT4">
                  <p:embed/>
                </p:oleObj>
              </mc:Choice>
              <mc:Fallback>
                <p:oleObj name="Equation" r:id="rId11" imgW="583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1" y="4210050"/>
                        <a:ext cx="1250156" cy="465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任意多边形 2"/>
          <p:cNvSpPr/>
          <p:nvPr/>
        </p:nvSpPr>
        <p:spPr>
          <a:xfrm>
            <a:off x="3090862" y="3448050"/>
            <a:ext cx="1109663" cy="1009650"/>
          </a:xfrm>
          <a:custGeom>
            <a:avLst/>
            <a:gdLst>
              <a:gd name="connsiteX0" fmla="*/ 0 w 2349500"/>
              <a:gd name="connsiteY0" fmla="*/ 1155700 h 1155700"/>
              <a:gd name="connsiteX1" fmla="*/ 1282700 w 2349500"/>
              <a:gd name="connsiteY1" fmla="*/ 1041400 h 1155700"/>
              <a:gd name="connsiteX2" fmla="*/ 2019300 w 2349500"/>
              <a:gd name="connsiteY2" fmla="*/ 787400 h 1155700"/>
              <a:gd name="connsiteX3" fmla="*/ 2349500 w 2349500"/>
              <a:gd name="connsiteY3" fmla="*/ 0 h 1155700"/>
              <a:gd name="connsiteX0" fmla="*/ 0 w 1066800"/>
              <a:gd name="connsiteY0" fmla="*/ 1041400 h 1041400"/>
              <a:gd name="connsiteX1" fmla="*/ 736600 w 1066800"/>
              <a:gd name="connsiteY1" fmla="*/ 787400 h 1041400"/>
              <a:gd name="connsiteX2" fmla="*/ 1066800 w 1066800"/>
              <a:gd name="connsiteY2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6800" h="1041400">
                <a:moveTo>
                  <a:pt x="0" y="1041400"/>
                </a:moveTo>
                <a:cubicBezTo>
                  <a:pt x="336550" y="980017"/>
                  <a:pt x="558800" y="960967"/>
                  <a:pt x="736600" y="787400"/>
                </a:cubicBezTo>
                <a:cubicBezTo>
                  <a:pt x="914400" y="613833"/>
                  <a:pt x="990600" y="306916"/>
                  <a:pt x="1066800" y="0"/>
                </a:cubicBezTo>
              </a:path>
            </a:pathLst>
          </a:custGeom>
          <a:noFill/>
          <a:ln>
            <a:solidFill>
              <a:srgbClr val="0000FF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21039617">
            <a:off x="4772268" y="3477116"/>
            <a:ext cx="411117" cy="895491"/>
          </a:xfrm>
          <a:custGeom>
            <a:avLst/>
            <a:gdLst>
              <a:gd name="connsiteX0" fmla="*/ 167156 w 167156"/>
              <a:gd name="connsiteY0" fmla="*/ 1066800 h 1066800"/>
              <a:gd name="connsiteX1" fmla="*/ 52856 w 167156"/>
              <a:gd name="connsiteY1" fmla="*/ 812800 h 1066800"/>
              <a:gd name="connsiteX2" fmla="*/ 2056 w 167156"/>
              <a:gd name="connsiteY2" fmla="*/ 495300 h 1066800"/>
              <a:gd name="connsiteX3" fmla="*/ 14756 w 167156"/>
              <a:gd name="connsiteY3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156" h="1066800">
                <a:moveTo>
                  <a:pt x="167156" y="1066800"/>
                </a:moveTo>
                <a:cubicBezTo>
                  <a:pt x="123764" y="987425"/>
                  <a:pt x="80373" y="908050"/>
                  <a:pt x="52856" y="812800"/>
                </a:cubicBezTo>
                <a:cubicBezTo>
                  <a:pt x="25339" y="717550"/>
                  <a:pt x="8406" y="630767"/>
                  <a:pt x="2056" y="495300"/>
                </a:cubicBezTo>
                <a:cubicBezTo>
                  <a:pt x="-4294" y="359833"/>
                  <a:pt x="5231" y="179916"/>
                  <a:pt x="14756" y="0"/>
                </a:cubicBezTo>
              </a:path>
            </a:pathLst>
          </a:custGeom>
          <a:noFill/>
          <a:ln>
            <a:solidFill>
              <a:srgbClr val="0000FF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5400000" flipV="1">
            <a:off x="6531769" y="3317081"/>
            <a:ext cx="990600" cy="957263"/>
          </a:xfrm>
          <a:custGeom>
            <a:avLst/>
            <a:gdLst>
              <a:gd name="connsiteX0" fmla="*/ 622300 w 622300"/>
              <a:gd name="connsiteY0" fmla="*/ 863600 h 863600"/>
              <a:gd name="connsiteX1" fmla="*/ 304800 w 622300"/>
              <a:gd name="connsiteY1" fmla="*/ 673100 h 863600"/>
              <a:gd name="connsiteX2" fmla="*/ 101600 w 622300"/>
              <a:gd name="connsiteY2" fmla="*/ 393700 h 863600"/>
              <a:gd name="connsiteX3" fmla="*/ 0 w 622300"/>
              <a:gd name="connsiteY3" fmla="*/ 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300" h="863600">
                <a:moveTo>
                  <a:pt x="622300" y="863600"/>
                </a:moveTo>
                <a:cubicBezTo>
                  <a:pt x="506941" y="807508"/>
                  <a:pt x="391583" y="751417"/>
                  <a:pt x="304800" y="673100"/>
                </a:cubicBezTo>
                <a:cubicBezTo>
                  <a:pt x="218017" y="594783"/>
                  <a:pt x="152400" y="505883"/>
                  <a:pt x="101600" y="393700"/>
                </a:cubicBezTo>
                <a:cubicBezTo>
                  <a:pt x="50800" y="281517"/>
                  <a:pt x="25400" y="93133"/>
                  <a:pt x="0" y="0"/>
                </a:cubicBezTo>
              </a:path>
            </a:pathLst>
          </a:custGeom>
          <a:noFill/>
          <a:ln>
            <a:solidFill>
              <a:srgbClr val="0000FF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668730" y="313744"/>
            <a:ext cx="502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 dirty="0">
                <a:solidFill>
                  <a:srgbClr val="CC0000"/>
                </a:solidFill>
                <a:latin typeface="宋体" pitchFamily="2" charset="-122"/>
              </a:rPr>
              <a:t>三、高斯定理</a:t>
            </a:r>
            <a:endParaRPr kumimoji="1" lang="zh-CN" altLang="en-US" sz="2400" b="1" dirty="0">
              <a:solidFill>
                <a:srgbClr val="A50021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754106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9" name="Group 6"/>
          <p:cNvGrpSpPr>
            <a:grpSpLocks/>
          </p:cNvGrpSpPr>
          <p:nvPr/>
        </p:nvGrpSpPr>
        <p:grpSpPr bwMode="auto">
          <a:xfrm>
            <a:off x="5215890" y="1828800"/>
            <a:ext cx="2571750" cy="2457450"/>
            <a:chOff x="432" y="1920"/>
            <a:chExt cx="2160" cy="2064"/>
          </a:xfrm>
        </p:grpSpPr>
        <p:grpSp>
          <p:nvGrpSpPr>
            <p:cNvPr id="7191" name="Group 7"/>
            <p:cNvGrpSpPr>
              <a:grpSpLocks/>
            </p:cNvGrpSpPr>
            <p:nvPr/>
          </p:nvGrpSpPr>
          <p:grpSpPr bwMode="auto">
            <a:xfrm>
              <a:off x="432" y="2963"/>
              <a:ext cx="2160" cy="57"/>
              <a:chOff x="3129" y="2700"/>
              <a:chExt cx="2448" cy="68"/>
            </a:xfrm>
          </p:grpSpPr>
          <p:sp>
            <p:nvSpPr>
              <p:cNvPr id="7220" name="Line 8"/>
              <p:cNvSpPr>
                <a:spLocks noChangeShapeType="1"/>
              </p:cNvSpPr>
              <p:nvPr/>
            </p:nvSpPr>
            <p:spPr bwMode="auto">
              <a:xfrm flipH="1">
                <a:off x="3195" y="2734"/>
                <a:ext cx="2316" cy="1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1" name="Freeform 9"/>
              <p:cNvSpPr>
                <a:spLocks/>
              </p:cNvSpPr>
              <p:nvPr/>
            </p:nvSpPr>
            <p:spPr bwMode="auto">
              <a:xfrm>
                <a:off x="5478" y="2701"/>
                <a:ext cx="99" cy="67"/>
              </a:xfrm>
              <a:custGeom>
                <a:avLst/>
                <a:gdLst>
                  <a:gd name="T0" fmla="*/ 0 w 99"/>
                  <a:gd name="T1" fmla="*/ 67 h 67"/>
                  <a:gd name="T2" fmla="*/ 99 w 99"/>
                  <a:gd name="T3" fmla="*/ 33 h 67"/>
                  <a:gd name="T4" fmla="*/ 0 w 99"/>
                  <a:gd name="T5" fmla="*/ 0 h 67"/>
                  <a:gd name="T6" fmla="*/ 31 w 99"/>
                  <a:gd name="T7" fmla="*/ 33 h 67"/>
                  <a:gd name="T8" fmla="*/ 0 w 99"/>
                  <a:gd name="T9" fmla="*/ 67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0" y="67"/>
                    </a:moveTo>
                    <a:lnTo>
                      <a:pt x="99" y="33"/>
                    </a:lnTo>
                    <a:lnTo>
                      <a:pt x="0" y="0"/>
                    </a:lnTo>
                    <a:lnTo>
                      <a:pt x="31" y="33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2" name="Freeform 10"/>
              <p:cNvSpPr>
                <a:spLocks/>
              </p:cNvSpPr>
              <p:nvPr/>
            </p:nvSpPr>
            <p:spPr bwMode="auto">
              <a:xfrm>
                <a:off x="3129" y="2700"/>
                <a:ext cx="99" cy="67"/>
              </a:xfrm>
              <a:custGeom>
                <a:avLst/>
                <a:gdLst>
                  <a:gd name="T0" fmla="*/ 99 w 99"/>
                  <a:gd name="T1" fmla="*/ 0 h 67"/>
                  <a:gd name="T2" fmla="*/ 0 w 99"/>
                  <a:gd name="T3" fmla="*/ 34 h 67"/>
                  <a:gd name="T4" fmla="*/ 99 w 99"/>
                  <a:gd name="T5" fmla="*/ 67 h 67"/>
                  <a:gd name="T6" fmla="*/ 68 w 99"/>
                  <a:gd name="T7" fmla="*/ 34 h 67"/>
                  <a:gd name="T8" fmla="*/ 99 w 99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"/>
                  <a:gd name="T16" fmla="*/ 0 h 67"/>
                  <a:gd name="T17" fmla="*/ 99 w 99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" h="67">
                    <a:moveTo>
                      <a:pt x="99" y="0"/>
                    </a:moveTo>
                    <a:lnTo>
                      <a:pt x="0" y="34"/>
                    </a:lnTo>
                    <a:lnTo>
                      <a:pt x="99" y="67"/>
                    </a:lnTo>
                    <a:lnTo>
                      <a:pt x="68" y="3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92" name="Group 11"/>
            <p:cNvGrpSpPr>
              <a:grpSpLocks/>
            </p:cNvGrpSpPr>
            <p:nvPr/>
          </p:nvGrpSpPr>
          <p:grpSpPr bwMode="auto">
            <a:xfrm>
              <a:off x="474" y="2605"/>
              <a:ext cx="2003" cy="774"/>
              <a:chOff x="3170" y="2275"/>
              <a:chExt cx="2270" cy="918"/>
            </a:xfrm>
          </p:grpSpPr>
          <p:sp>
            <p:nvSpPr>
              <p:cNvPr id="7217" name="Line 12"/>
              <p:cNvSpPr>
                <a:spLocks noChangeShapeType="1"/>
              </p:cNvSpPr>
              <p:nvPr/>
            </p:nvSpPr>
            <p:spPr bwMode="auto">
              <a:xfrm flipH="1" flipV="1">
                <a:off x="3231" y="2300"/>
                <a:ext cx="2148" cy="868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8" name="Freeform 13"/>
              <p:cNvSpPr>
                <a:spLocks/>
              </p:cNvSpPr>
              <p:nvPr/>
            </p:nvSpPr>
            <p:spPr bwMode="auto">
              <a:xfrm>
                <a:off x="5335" y="3126"/>
                <a:ext cx="105" cy="67"/>
              </a:xfrm>
              <a:custGeom>
                <a:avLst/>
                <a:gdLst>
                  <a:gd name="T0" fmla="*/ 0 w 105"/>
                  <a:gd name="T1" fmla="*/ 62 h 67"/>
                  <a:gd name="T2" fmla="*/ 105 w 105"/>
                  <a:gd name="T3" fmla="*/ 67 h 67"/>
                  <a:gd name="T4" fmla="*/ 25 w 105"/>
                  <a:gd name="T5" fmla="*/ 0 h 67"/>
                  <a:gd name="T6" fmla="*/ 42 w 105"/>
                  <a:gd name="T7" fmla="*/ 42 h 67"/>
                  <a:gd name="T8" fmla="*/ 0 w 105"/>
                  <a:gd name="T9" fmla="*/ 62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"/>
                  <a:gd name="T16" fmla="*/ 0 h 67"/>
                  <a:gd name="T17" fmla="*/ 105 w 105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" h="67">
                    <a:moveTo>
                      <a:pt x="0" y="62"/>
                    </a:moveTo>
                    <a:lnTo>
                      <a:pt x="105" y="67"/>
                    </a:lnTo>
                    <a:lnTo>
                      <a:pt x="25" y="0"/>
                    </a:lnTo>
                    <a:lnTo>
                      <a:pt x="42" y="42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9" name="Freeform 14"/>
              <p:cNvSpPr>
                <a:spLocks/>
              </p:cNvSpPr>
              <p:nvPr/>
            </p:nvSpPr>
            <p:spPr bwMode="auto">
              <a:xfrm>
                <a:off x="3170" y="2275"/>
                <a:ext cx="105" cy="67"/>
              </a:xfrm>
              <a:custGeom>
                <a:avLst/>
                <a:gdLst>
                  <a:gd name="T0" fmla="*/ 105 w 105"/>
                  <a:gd name="T1" fmla="*/ 5 h 67"/>
                  <a:gd name="T2" fmla="*/ 0 w 105"/>
                  <a:gd name="T3" fmla="*/ 0 h 67"/>
                  <a:gd name="T4" fmla="*/ 80 w 105"/>
                  <a:gd name="T5" fmla="*/ 67 h 67"/>
                  <a:gd name="T6" fmla="*/ 63 w 105"/>
                  <a:gd name="T7" fmla="*/ 25 h 67"/>
                  <a:gd name="T8" fmla="*/ 105 w 105"/>
                  <a:gd name="T9" fmla="*/ 5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"/>
                  <a:gd name="T16" fmla="*/ 0 h 67"/>
                  <a:gd name="T17" fmla="*/ 105 w 105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" h="67">
                    <a:moveTo>
                      <a:pt x="105" y="5"/>
                    </a:moveTo>
                    <a:lnTo>
                      <a:pt x="0" y="0"/>
                    </a:lnTo>
                    <a:lnTo>
                      <a:pt x="80" y="67"/>
                    </a:lnTo>
                    <a:lnTo>
                      <a:pt x="63" y="25"/>
                    </a:lnTo>
                    <a:lnTo>
                      <a:pt x="105" y="5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93" name="Group 15"/>
            <p:cNvGrpSpPr>
              <a:grpSpLocks/>
            </p:cNvGrpSpPr>
            <p:nvPr/>
          </p:nvGrpSpPr>
          <p:grpSpPr bwMode="auto">
            <a:xfrm>
              <a:off x="686" y="2276"/>
              <a:ext cx="1581" cy="1424"/>
              <a:chOff x="3425" y="1885"/>
              <a:chExt cx="1792" cy="1689"/>
            </a:xfrm>
          </p:grpSpPr>
          <p:sp>
            <p:nvSpPr>
              <p:cNvPr id="7214" name="Line 16"/>
              <p:cNvSpPr>
                <a:spLocks noChangeShapeType="1"/>
              </p:cNvSpPr>
              <p:nvPr/>
            </p:nvSpPr>
            <p:spPr bwMode="auto">
              <a:xfrm flipH="1" flipV="1">
                <a:off x="3472" y="1930"/>
                <a:ext cx="1698" cy="1599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5" name="Freeform 17"/>
              <p:cNvSpPr>
                <a:spLocks/>
              </p:cNvSpPr>
              <p:nvPr/>
            </p:nvSpPr>
            <p:spPr bwMode="auto">
              <a:xfrm>
                <a:off x="5122" y="3482"/>
                <a:ext cx="95" cy="92"/>
              </a:xfrm>
              <a:custGeom>
                <a:avLst/>
                <a:gdLst>
                  <a:gd name="T0" fmla="*/ 0 w 95"/>
                  <a:gd name="T1" fmla="*/ 48 h 92"/>
                  <a:gd name="T2" fmla="*/ 95 w 95"/>
                  <a:gd name="T3" fmla="*/ 92 h 92"/>
                  <a:gd name="T4" fmla="*/ 46 w 95"/>
                  <a:gd name="T5" fmla="*/ 0 h 92"/>
                  <a:gd name="T6" fmla="*/ 46 w 95"/>
                  <a:gd name="T7" fmla="*/ 45 h 92"/>
                  <a:gd name="T8" fmla="*/ 0 w 95"/>
                  <a:gd name="T9" fmla="*/ 48 h 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"/>
                  <a:gd name="T16" fmla="*/ 0 h 92"/>
                  <a:gd name="T17" fmla="*/ 95 w 95"/>
                  <a:gd name="T18" fmla="*/ 92 h 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" h="92">
                    <a:moveTo>
                      <a:pt x="0" y="48"/>
                    </a:moveTo>
                    <a:lnTo>
                      <a:pt x="95" y="92"/>
                    </a:lnTo>
                    <a:lnTo>
                      <a:pt x="46" y="0"/>
                    </a:lnTo>
                    <a:lnTo>
                      <a:pt x="46" y="45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6" name="Freeform 18"/>
              <p:cNvSpPr>
                <a:spLocks/>
              </p:cNvSpPr>
              <p:nvPr/>
            </p:nvSpPr>
            <p:spPr bwMode="auto">
              <a:xfrm>
                <a:off x="3425" y="1885"/>
                <a:ext cx="95" cy="92"/>
              </a:xfrm>
              <a:custGeom>
                <a:avLst/>
                <a:gdLst>
                  <a:gd name="T0" fmla="*/ 95 w 95"/>
                  <a:gd name="T1" fmla="*/ 44 h 92"/>
                  <a:gd name="T2" fmla="*/ 0 w 95"/>
                  <a:gd name="T3" fmla="*/ 0 h 92"/>
                  <a:gd name="T4" fmla="*/ 49 w 95"/>
                  <a:gd name="T5" fmla="*/ 92 h 92"/>
                  <a:gd name="T6" fmla="*/ 49 w 95"/>
                  <a:gd name="T7" fmla="*/ 47 h 92"/>
                  <a:gd name="T8" fmla="*/ 95 w 95"/>
                  <a:gd name="T9" fmla="*/ 44 h 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"/>
                  <a:gd name="T16" fmla="*/ 0 h 92"/>
                  <a:gd name="T17" fmla="*/ 95 w 95"/>
                  <a:gd name="T18" fmla="*/ 92 h 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" h="92">
                    <a:moveTo>
                      <a:pt x="95" y="44"/>
                    </a:moveTo>
                    <a:lnTo>
                      <a:pt x="0" y="0"/>
                    </a:lnTo>
                    <a:lnTo>
                      <a:pt x="49" y="92"/>
                    </a:lnTo>
                    <a:lnTo>
                      <a:pt x="49" y="47"/>
                    </a:lnTo>
                    <a:lnTo>
                      <a:pt x="95" y="44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94" name="Group 19"/>
            <p:cNvGrpSpPr>
              <a:grpSpLocks/>
            </p:cNvGrpSpPr>
            <p:nvPr/>
          </p:nvGrpSpPr>
          <p:grpSpPr bwMode="auto">
            <a:xfrm>
              <a:off x="1073" y="2018"/>
              <a:ext cx="854" cy="1876"/>
              <a:chOff x="3855" y="1579"/>
              <a:chExt cx="968" cy="2225"/>
            </a:xfrm>
          </p:grpSpPr>
          <p:sp>
            <p:nvSpPr>
              <p:cNvPr id="7211" name="Line 20"/>
              <p:cNvSpPr>
                <a:spLocks noChangeShapeType="1"/>
              </p:cNvSpPr>
              <p:nvPr/>
            </p:nvSpPr>
            <p:spPr bwMode="auto">
              <a:xfrm flipH="1">
                <a:off x="3882" y="1639"/>
                <a:ext cx="914" cy="2105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2" name="Freeform 21"/>
              <p:cNvSpPr>
                <a:spLocks/>
              </p:cNvSpPr>
              <p:nvPr/>
            </p:nvSpPr>
            <p:spPr bwMode="auto">
              <a:xfrm>
                <a:off x="4753" y="1579"/>
                <a:ext cx="70" cy="104"/>
              </a:xfrm>
              <a:custGeom>
                <a:avLst/>
                <a:gdLst>
                  <a:gd name="T0" fmla="*/ 62 w 70"/>
                  <a:gd name="T1" fmla="*/ 104 h 104"/>
                  <a:gd name="T2" fmla="*/ 70 w 70"/>
                  <a:gd name="T3" fmla="*/ 0 h 104"/>
                  <a:gd name="T4" fmla="*/ 0 w 70"/>
                  <a:gd name="T5" fmla="*/ 78 h 104"/>
                  <a:gd name="T6" fmla="*/ 43 w 70"/>
                  <a:gd name="T7" fmla="*/ 62 h 104"/>
                  <a:gd name="T8" fmla="*/ 62 w 70"/>
                  <a:gd name="T9" fmla="*/ 104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"/>
                  <a:gd name="T16" fmla="*/ 0 h 104"/>
                  <a:gd name="T17" fmla="*/ 70 w 70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" h="104">
                    <a:moveTo>
                      <a:pt x="62" y="104"/>
                    </a:moveTo>
                    <a:lnTo>
                      <a:pt x="70" y="0"/>
                    </a:lnTo>
                    <a:lnTo>
                      <a:pt x="0" y="78"/>
                    </a:lnTo>
                    <a:lnTo>
                      <a:pt x="43" y="62"/>
                    </a:lnTo>
                    <a:lnTo>
                      <a:pt x="62" y="104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3" name="Freeform 22"/>
              <p:cNvSpPr>
                <a:spLocks/>
              </p:cNvSpPr>
              <p:nvPr/>
            </p:nvSpPr>
            <p:spPr bwMode="auto">
              <a:xfrm>
                <a:off x="3855" y="3700"/>
                <a:ext cx="70" cy="104"/>
              </a:xfrm>
              <a:custGeom>
                <a:avLst/>
                <a:gdLst>
                  <a:gd name="T0" fmla="*/ 8 w 70"/>
                  <a:gd name="T1" fmla="*/ 0 h 104"/>
                  <a:gd name="T2" fmla="*/ 0 w 70"/>
                  <a:gd name="T3" fmla="*/ 104 h 104"/>
                  <a:gd name="T4" fmla="*/ 70 w 70"/>
                  <a:gd name="T5" fmla="*/ 26 h 104"/>
                  <a:gd name="T6" fmla="*/ 27 w 70"/>
                  <a:gd name="T7" fmla="*/ 42 h 104"/>
                  <a:gd name="T8" fmla="*/ 8 w 70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"/>
                  <a:gd name="T16" fmla="*/ 0 h 104"/>
                  <a:gd name="T17" fmla="*/ 70 w 70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" h="104">
                    <a:moveTo>
                      <a:pt x="8" y="0"/>
                    </a:moveTo>
                    <a:lnTo>
                      <a:pt x="0" y="104"/>
                    </a:lnTo>
                    <a:lnTo>
                      <a:pt x="70" y="26"/>
                    </a:lnTo>
                    <a:lnTo>
                      <a:pt x="27" y="4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95" name="Group 23"/>
            <p:cNvGrpSpPr>
              <a:grpSpLocks/>
            </p:cNvGrpSpPr>
            <p:nvPr/>
          </p:nvGrpSpPr>
          <p:grpSpPr bwMode="auto">
            <a:xfrm>
              <a:off x="498" y="2639"/>
              <a:ext cx="2030" cy="705"/>
              <a:chOff x="3204" y="2316"/>
              <a:chExt cx="2300" cy="836"/>
            </a:xfrm>
          </p:grpSpPr>
          <p:sp>
            <p:nvSpPr>
              <p:cNvPr id="7208" name="Line 24"/>
              <p:cNvSpPr>
                <a:spLocks noChangeShapeType="1"/>
              </p:cNvSpPr>
              <p:nvPr/>
            </p:nvSpPr>
            <p:spPr bwMode="auto">
              <a:xfrm flipH="1">
                <a:off x="3266" y="2339"/>
                <a:ext cx="2176" cy="79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9" name="Freeform 25"/>
              <p:cNvSpPr>
                <a:spLocks/>
              </p:cNvSpPr>
              <p:nvPr/>
            </p:nvSpPr>
            <p:spPr bwMode="auto">
              <a:xfrm>
                <a:off x="5400" y="2316"/>
                <a:ext cx="104" cy="65"/>
              </a:xfrm>
              <a:custGeom>
                <a:avLst/>
                <a:gdLst>
                  <a:gd name="T0" fmla="*/ 22 w 104"/>
                  <a:gd name="T1" fmla="*/ 65 h 65"/>
                  <a:gd name="T2" fmla="*/ 104 w 104"/>
                  <a:gd name="T3" fmla="*/ 0 h 65"/>
                  <a:gd name="T4" fmla="*/ 0 w 104"/>
                  <a:gd name="T5" fmla="*/ 2 h 65"/>
                  <a:gd name="T6" fmla="*/ 40 w 104"/>
                  <a:gd name="T7" fmla="*/ 23 h 65"/>
                  <a:gd name="T8" fmla="*/ 22 w 104"/>
                  <a:gd name="T9" fmla="*/ 65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65"/>
                  <a:gd name="T17" fmla="*/ 104 w 104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65">
                    <a:moveTo>
                      <a:pt x="22" y="65"/>
                    </a:moveTo>
                    <a:lnTo>
                      <a:pt x="104" y="0"/>
                    </a:lnTo>
                    <a:lnTo>
                      <a:pt x="0" y="2"/>
                    </a:lnTo>
                    <a:lnTo>
                      <a:pt x="40" y="23"/>
                    </a:lnTo>
                    <a:lnTo>
                      <a:pt x="22" y="65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0" name="Freeform 26"/>
              <p:cNvSpPr>
                <a:spLocks/>
              </p:cNvSpPr>
              <p:nvPr/>
            </p:nvSpPr>
            <p:spPr bwMode="auto">
              <a:xfrm>
                <a:off x="3204" y="3087"/>
                <a:ext cx="104" cy="65"/>
              </a:xfrm>
              <a:custGeom>
                <a:avLst/>
                <a:gdLst>
                  <a:gd name="T0" fmla="*/ 82 w 104"/>
                  <a:gd name="T1" fmla="*/ 0 h 65"/>
                  <a:gd name="T2" fmla="*/ 0 w 104"/>
                  <a:gd name="T3" fmla="*/ 65 h 65"/>
                  <a:gd name="T4" fmla="*/ 104 w 104"/>
                  <a:gd name="T5" fmla="*/ 63 h 65"/>
                  <a:gd name="T6" fmla="*/ 64 w 104"/>
                  <a:gd name="T7" fmla="*/ 42 h 65"/>
                  <a:gd name="T8" fmla="*/ 82 w 104"/>
                  <a:gd name="T9" fmla="*/ 0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65"/>
                  <a:gd name="T17" fmla="*/ 104 w 104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65">
                    <a:moveTo>
                      <a:pt x="82" y="0"/>
                    </a:moveTo>
                    <a:lnTo>
                      <a:pt x="0" y="65"/>
                    </a:lnTo>
                    <a:lnTo>
                      <a:pt x="104" y="63"/>
                    </a:lnTo>
                    <a:lnTo>
                      <a:pt x="64" y="42"/>
                    </a:ln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96" name="Group 27"/>
            <p:cNvGrpSpPr>
              <a:grpSpLocks/>
            </p:cNvGrpSpPr>
            <p:nvPr/>
          </p:nvGrpSpPr>
          <p:grpSpPr bwMode="auto">
            <a:xfrm>
              <a:off x="771" y="2234"/>
              <a:ext cx="1555" cy="1434"/>
              <a:chOff x="3473" y="1836"/>
              <a:chExt cx="1762" cy="1700"/>
            </a:xfrm>
          </p:grpSpPr>
          <p:sp>
            <p:nvSpPr>
              <p:cNvPr id="7205" name="Line 28"/>
              <p:cNvSpPr>
                <a:spLocks noChangeShapeType="1"/>
              </p:cNvSpPr>
              <p:nvPr/>
            </p:nvSpPr>
            <p:spPr bwMode="auto">
              <a:xfrm flipV="1">
                <a:off x="3520" y="1881"/>
                <a:ext cx="1668" cy="161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6" name="Freeform 29"/>
              <p:cNvSpPr>
                <a:spLocks/>
              </p:cNvSpPr>
              <p:nvPr/>
            </p:nvSpPr>
            <p:spPr bwMode="auto">
              <a:xfrm>
                <a:off x="3473" y="3443"/>
                <a:ext cx="94" cy="93"/>
              </a:xfrm>
              <a:custGeom>
                <a:avLst/>
                <a:gdLst>
                  <a:gd name="T0" fmla="*/ 48 w 94"/>
                  <a:gd name="T1" fmla="*/ 0 h 93"/>
                  <a:gd name="T2" fmla="*/ 0 w 94"/>
                  <a:gd name="T3" fmla="*/ 93 h 93"/>
                  <a:gd name="T4" fmla="*/ 94 w 94"/>
                  <a:gd name="T5" fmla="*/ 48 h 93"/>
                  <a:gd name="T6" fmla="*/ 49 w 94"/>
                  <a:gd name="T7" fmla="*/ 46 h 93"/>
                  <a:gd name="T8" fmla="*/ 48 w 94"/>
                  <a:gd name="T9" fmla="*/ 0 h 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93"/>
                  <a:gd name="T17" fmla="*/ 94 w 94"/>
                  <a:gd name="T18" fmla="*/ 93 h 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93">
                    <a:moveTo>
                      <a:pt x="48" y="0"/>
                    </a:moveTo>
                    <a:lnTo>
                      <a:pt x="0" y="93"/>
                    </a:lnTo>
                    <a:lnTo>
                      <a:pt x="94" y="48"/>
                    </a:lnTo>
                    <a:lnTo>
                      <a:pt x="49" y="46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7" name="Freeform 30"/>
              <p:cNvSpPr>
                <a:spLocks/>
              </p:cNvSpPr>
              <p:nvPr/>
            </p:nvSpPr>
            <p:spPr bwMode="auto">
              <a:xfrm>
                <a:off x="5141" y="1836"/>
                <a:ext cx="94" cy="93"/>
              </a:xfrm>
              <a:custGeom>
                <a:avLst/>
                <a:gdLst>
                  <a:gd name="T0" fmla="*/ 46 w 94"/>
                  <a:gd name="T1" fmla="*/ 93 h 93"/>
                  <a:gd name="T2" fmla="*/ 94 w 94"/>
                  <a:gd name="T3" fmla="*/ 0 h 93"/>
                  <a:gd name="T4" fmla="*/ 0 w 94"/>
                  <a:gd name="T5" fmla="*/ 45 h 93"/>
                  <a:gd name="T6" fmla="*/ 45 w 94"/>
                  <a:gd name="T7" fmla="*/ 47 h 93"/>
                  <a:gd name="T8" fmla="*/ 46 w 94"/>
                  <a:gd name="T9" fmla="*/ 93 h 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93"/>
                  <a:gd name="T17" fmla="*/ 94 w 94"/>
                  <a:gd name="T18" fmla="*/ 93 h 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93">
                    <a:moveTo>
                      <a:pt x="46" y="93"/>
                    </a:moveTo>
                    <a:lnTo>
                      <a:pt x="94" y="0"/>
                    </a:lnTo>
                    <a:lnTo>
                      <a:pt x="0" y="45"/>
                    </a:lnTo>
                    <a:lnTo>
                      <a:pt x="45" y="47"/>
                    </a:lnTo>
                    <a:lnTo>
                      <a:pt x="46" y="93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97" name="Group 31"/>
            <p:cNvGrpSpPr>
              <a:grpSpLocks/>
            </p:cNvGrpSpPr>
            <p:nvPr/>
          </p:nvGrpSpPr>
          <p:grpSpPr bwMode="auto">
            <a:xfrm>
              <a:off x="1440" y="1920"/>
              <a:ext cx="60" cy="2064"/>
              <a:chOff x="4271" y="1463"/>
              <a:chExt cx="68" cy="2448"/>
            </a:xfrm>
          </p:grpSpPr>
          <p:sp>
            <p:nvSpPr>
              <p:cNvPr id="7202" name="Line 32"/>
              <p:cNvSpPr>
                <a:spLocks noChangeShapeType="1"/>
              </p:cNvSpPr>
              <p:nvPr/>
            </p:nvSpPr>
            <p:spPr bwMode="auto">
              <a:xfrm flipV="1">
                <a:off x="4305" y="1529"/>
                <a:ext cx="1" cy="2316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3" name="Freeform 33"/>
              <p:cNvSpPr>
                <a:spLocks/>
              </p:cNvSpPr>
              <p:nvPr/>
            </p:nvSpPr>
            <p:spPr bwMode="auto">
              <a:xfrm>
                <a:off x="4271" y="3812"/>
                <a:ext cx="67" cy="99"/>
              </a:xfrm>
              <a:custGeom>
                <a:avLst/>
                <a:gdLst>
                  <a:gd name="T0" fmla="*/ 0 w 67"/>
                  <a:gd name="T1" fmla="*/ 0 h 99"/>
                  <a:gd name="T2" fmla="*/ 34 w 67"/>
                  <a:gd name="T3" fmla="*/ 99 h 99"/>
                  <a:gd name="T4" fmla="*/ 67 w 67"/>
                  <a:gd name="T5" fmla="*/ 0 h 99"/>
                  <a:gd name="T6" fmla="*/ 34 w 67"/>
                  <a:gd name="T7" fmla="*/ 31 h 99"/>
                  <a:gd name="T8" fmla="*/ 0 w 67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0" y="0"/>
                    </a:moveTo>
                    <a:lnTo>
                      <a:pt x="34" y="99"/>
                    </a:lnTo>
                    <a:lnTo>
                      <a:pt x="67" y="0"/>
                    </a:lnTo>
                    <a:lnTo>
                      <a:pt x="3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4" name="Freeform 34"/>
              <p:cNvSpPr>
                <a:spLocks/>
              </p:cNvSpPr>
              <p:nvPr/>
            </p:nvSpPr>
            <p:spPr bwMode="auto">
              <a:xfrm>
                <a:off x="4272" y="1463"/>
                <a:ext cx="67" cy="99"/>
              </a:xfrm>
              <a:custGeom>
                <a:avLst/>
                <a:gdLst>
                  <a:gd name="T0" fmla="*/ 67 w 67"/>
                  <a:gd name="T1" fmla="*/ 99 h 99"/>
                  <a:gd name="T2" fmla="*/ 33 w 67"/>
                  <a:gd name="T3" fmla="*/ 0 h 99"/>
                  <a:gd name="T4" fmla="*/ 0 w 67"/>
                  <a:gd name="T5" fmla="*/ 99 h 99"/>
                  <a:gd name="T6" fmla="*/ 33 w 67"/>
                  <a:gd name="T7" fmla="*/ 68 h 99"/>
                  <a:gd name="T8" fmla="*/ 67 w 67"/>
                  <a:gd name="T9" fmla="*/ 99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99"/>
                  <a:gd name="T17" fmla="*/ 67 w 67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99">
                    <a:moveTo>
                      <a:pt x="67" y="99"/>
                    </a:moveTo>
                    <a:lnTo>
                      <a:pt x="33" y="0"/>
                    </a:lnTo>
                    <a:lnTo>
                      <a:pt x="0" y="99"/>
                    </a:lnTo>
                    <a:lnTo>
                      <a:pt x="33" y="68"/>
                    </a:lnTo>
                    <a:lnTo>
                      <a:pt x="67" y="99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98" name="Group 35"/>
            <p:cNvGrpSpPr>
              <a:grpSpLocks/>
            </p:cNvGrpSpPr>
            <p:nvPr/>
          </p:nvGrpSpPr>
          <p:grpSpPr bwMode="auto">
            <a:xfrm>
              <a:off x="1031" y="2009"/>
              <a:ext cx="879" cy="1885"/>
              <a:chOff x="3808" y="1568"/>
              <a:chExt cx="996" cy="2236"/>
            </a:xfrm>
          </p:grpSpPr>
          <p:sp>
            <p:nvSpPr>
              <p:cNvPr id="7199" name="Line 36"/>
              <p:cNvSpPr>
                <a:spLocks noChangeShapeType="1"/>
              </p:cNvSpPr>
              <p:nvPr/>
            </p:nvSpPr>
            <p:spPr bwMode="auto">
              <a:xfrm flipH="1" flipV="1">
                <a:off x="3836" y="1628"/>
                <a:ext cx="940" cy="2116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0" name="Freeform 37"/>
              <p:cNvSpPr>
                <a:spLocks/>
              </p:cNvSpPr>
              <p:nvPr/>
            </p:nvSpPr>
            <p:spPr bwMode="auto">
              <a:xfrm>
                <a:off x="4732" y="3700"/>
                <a:ext cx="72" cy="104"/>
              </a:xfrm>
              <a:custGeom>
                <a:avLst/>
                <a:gdLst>
                  <a:gd name="T0" fmla="*/ 0 w 72"/>
                  <a:gd name="T1" fmla="*/ 28 h 104"/>
                  <a:gd name="T2" fmla="*/ 72 w 72"/>
                  <a:gd name="T3" fmla="*/ 104 h 104"/>
                  <a:gd name="T4" fmla="*/ 61 w 72"/>
                  <a:gd name="T5" fmla="*/ 0 h 104"/>
                  <a:gd name="T6" fmla="*/ 44 w 72"/>
                  <a:gd name="T7" fmla="*/ 42 h 104"/>
                  <a:gd name="T8" fmla="*/ 0 w 72"/>
                  <a:gd name="T9" fmla="*/ 28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104"/>
                  <a:gd name="T17" fmla="*/ 72 w 72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104">
                    <a:moveTo>
                      <a:pt x="0" y="28"/>
                    </a:moveTo>
                    <a:lnTo>
                      <a:pt x="72" y="104"/>
                    </a:lnTo>
                    <a:lnTo>
                      <a:pt x="61" y="0"/>
                    </a:lnTo>
                    <a:lnTo>
                      <a:pt x="44" y="42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1" name="Freeform 38"/>
              <p:cNvSpPr>
                <a:spLocks/>
              </p:cNvSpPr>
              <p:nvPr/>
            </p:nvSpPr>
            <p:spPr bwMode="auto">
              <a:xfrm>
                <a:off x="3808" y="1568"/>
                <a:ext cx="72" cy="104"/>
              </a:xfrm>
              <a:custGeom>
                <a:avLst/>
                <a:gdLst>
                  <a:gd name="T0" fmla="*/ 72 w 72"/>
                  <a:gd name="T1" fmla="*/ 76 h 104"/>
                  <a:gd name="T2" fmla="*/ 0 w 72"/>
                  <a:gd name="T3" fmla="*/ 0 h 104"/>
                  <a:gd name="T4" fmla="*/ 11 w 72"/>
                  <a:gd name="T5" fmla="*/ 104 h 104"/>
                  <a:gd name="T6" fmla="*/ 28 w 72"/>
                  <a:gd name="T7" fmla="*/ 62 h 104"/>
                  <a:gd name="T8" fmla="*/ 72 w 72"/>
                  <a:gd name="T9" fmla="*/ 76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104"/>
                  <a:gd name="T17" fmla="*/ 72 w 72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104">
                    <a:moveTo>
                      <a:pt x="72" y="76"/>
                    </a:moveTo>
                    <a:lnTo>
                      <a:pt x="0" y="0"/>
                    </a:lnTo>
                    <a:lnTo>
                      <a:pt x="11" y="104"/>
                    </a:lnTo>
                    <a:lnTo>
                      <a:pt x="28" y="62"/>
                    </a:lnTo>
                    <a:lnTo>
                      <a:pt x="72" y="76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7176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746445" y="4902041"/>
            <a:ext cx="1428750" cy="342900"/>
          </a:xfrm>
        </p:spPr>
        <p:txBody>
          <a:bodyPr/>
          <a:lstStyle/>
          <a:p>
            <a:pPr algn="r">
              <a:defRPr/>
            </a:pPr>
            <a:fld id="{55E3AF48-460B-46A8-8D00-60D2C6DE4331}" type="slidenum">
              <a:rPr lang="en-US" altLang="zh-CN"/>
              <a:pPr algn="r">
                <a:defRPr/>
              </a:pPr>
              <a:t>23</a:t>
            </a:fld>
            <a:endParaRPr lang="en-US" altLang="zh-CN"/>
          </a:p>
        </p:txBody>
      </p:sp>
      <p:sp>
        <p:nvSpPr>
          <p:cNvPr id="7180" name="Text Box 47"/>
          <p:cNvSpPr txBox="1">
            <a:spLocks noChangeArrowheads="1"/>
          </p:cNvSpPr>
          <p:nvPr/>
        </p:nvSpPr>
        <p:spPr bwMode="auto">
          <a:xfrm>
            <a:off x="1062708" y="1105909"/>
            <a:ext cx="44005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en-US" altLang="zh-CN" sz="2400" b="1" dirty="0">
                <a:latin typeface="Times New Roman" pitchFamily="18" charset="0"/>
              </a:rPr>
              <a:t>  </a:t>
            </a:r>
            <a:r>
              <a:rPr kumimoji="1" lang="zh-CN" altLang="en-US" sz="2400" b="1" dirty="0">
                <a:latin typeface="Times New Roman" pitchFamily="18" charset="0"/>
              </a:rPr>
              <a:t>点电荷位于球面中心</a:t>
            </a:r>
          </a:p>
        </p:txBody>
      </p:sp>
      <p:graphicFrame>
        <p:nvGraphicFramePr>
          <p:cNvPr id="160768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042688"/>
              </p:ext>
            </p:extLst>
          </p:nvPr>
        </p:nvGraphicFramePr>
        <p:xfrm>
          <a:off x="1548483" y="1887393"/>
          <a:ext cx="1714500" cy="817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30" name="Equation" r:id="rId4" imgW="799753" imgH="431613" progId="Equation.3">
                  <p:embed/>
                </p:oleObj>
              </mc:Choice>
              <mc:Fallback>
                <p:oleObj name="Equation" r:id="rId4" imgW="799753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8483" y="1887393"/>
                        <a:ext cx="1714500" cy="81732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69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509364"/>
              </p:ext>
            </p:extLst>
          </p:nvPr>
        </p:nvGraphicFramePr>
        <p:xfrm>
          <a:off x="1491333" y="2855792"/>
          <a:ext cx="1563221" cy="564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31" name="Equation" r:id="rId6" imgW="799753" imgH="291973" progId="Equation.3">
                  <p:embed/>
                </p:oleObj>
              </mc:Choice>
              <mc:Fallback>
                <p:oleObj name="Equation" r:id="rId6" imgW="799753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1333" y="2855792"/>
                        <a:ext cx="1563221" cy="56414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0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336446"/>
              </p:ext>
            </p:extLst>
          </p:nvPr>
        </p:nvGraphicFramePr>
        <p:xfrm>
          <a:off x="3644067" y="3559590"/>
          <a:ext cx="750094" cy="935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32" name="Equation" r:id="rId8" imgW="317225" imgH="431425" progId="Equation.3">
                  <p:embed/>
                </p:oleObj>
              </mc:Choice>
              <mc:Fallback>
                <p:oleObj name="Equation" r:id="rId8" imgW="317225" imgH="4314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067" y="3559590"/>
                        <a:ext cx="750094" cy="9358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1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533808"/>
              </p:ext>
            </p:extLst>
          </p:nvPr>
        </p:nvGraphicFramePr>
        <p:xfrm>
          <a:off x="1865190" y="3571007"/>
          <a:ext cx="1791191" cy="825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33" name="Equation" r:id="rId10" imgW="927100" imgH="431800" progId="Equation.3">
                  <p:embed/>
                </p:oleObj>
              </mc:Choice>
              <mc:Fallback>
                <p:oleObj name="Equation" r:id="rId10" imgW="927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190" y="3571007"/>
                        <a:ext cx="1791191" cy="82573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Oval 42"/>
          <p:cNvSpPr>
            <a:spLocks noChangeArrowheads="1"/>
          </p:cNvSpPr>
          <p:nvPr/>
        </p:nvSpPr>
        <p:spPr bwMode="auto">
          <a:xfrm>
            <a:off x="5475351" y="2156294"/>
            <a:ext cx="1943100" cy="188476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90000"/>
                </a:schemeClr>
              </a:gs>
              <a:gs pos="100000">
                <a:srgbClr val="82C7CC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 w="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61"/>
          <p:cNvGrpSpPr>
            <a:grpSpLocks/>
          </p:cNvGrpSpPr>
          <p:nvPr/>
        </p:nvGrpSpPr>
        <p:grpSpPr bwMode="auto">
          <a:xfrm>
            <a:off x="6473190" y="2286000"/>
            <a:ext cx="1143000" cy="857250"/>
            <a:chOff x="4128" y="1728"/>
            <a:chExt cx="960" cy="720"/>
          </a:xfrm>
        </p:grpSpPr>
        <p:grpSp>
          <p:nvGrpSpPr>
            <p:cNvPr id="7185" name="Group 60"/>
            <p:cNvGrpSpPr>
              <a:grpSpLocks/>
            </p:cNvGrpSpPr>
            <p:nvPr/>
          </p:nvGrpSpPr>
          <p:grpSpPr bwMode="auto">
            <a:xfrm>
              <a:off x="4128" y="1920"/>
              <a:ext cx="515" cy="528"/>
              <a:chOff x="4128" y="1920"/>
              <a:chExt cx="515" cy="528"/>
            </a:xfrm>
          </p:grpSpPr>
          <p:grpSp>
            <p:nvGrpSpPr>
              <p:cNvPr id="7187" name="Group 59"/>
              <p:cNvGrpSpPr>
                <a:grpSpLocks/>
              </p:cNvGrpSpPr>
              <p:nvPr/>
            </p:nvGrpSpPr>
            <p:grpSpPr bwMode="auto">
              <a:xfrm>
                <a:off x="4128" y="1968"/>
                <a:ext cx="515" cy="480"/>
                <a:chOff x="4128" y="1968"/>
                <a:chExt cx="515" cy="480"/>
              </a:xfrm>
            </p:grpSpPr>
            <p:sp>
              <p:nvSpPr>
                <p:cNvPr id="7189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4128" y="1968"/>
                  <a:ext cx="375" cy="480"/>
                </a:xfrm>
                <a:prstGeom prst="line">
                  <a:avLst/>
                </a:prstGeom>
                <a:noFill/>
                <a:ln w="28575" cap="rnd">
                  <a:solidFill>
                    <a:schemeClr val="accent2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90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4128" y="2133"/>
                  <a:ext cx="515" cy="288"/>
                </a:xfrm>
                <a:prstGeom prst="line">
                  <a:avLst/>
                </a:prstGeom>
                <a:noFill/>
                <a:ln w="28575" cap="rnd">
                  <a:solidFill>
                    <a:schemeClr val="accent2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188" name="Oval 44"/>
              <p:cNvSpPr>
                <a:spLocks noChangeArrowheads="1"/>
              </p:cNvSpPr>
              <p:nvPr/>
            </p:nvSpPr>
            <p:spPr bwMode="auto">
              <a:xfrm rot="-2357960">
                <a:off x="4503" y="1920"/>
                <a:ext cx="140" cy="2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82C7CC"/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86" name="Line 45"/>
            <p:cNvSpPr>
              <a:spLocks noChangeShapeType="1"/>
            </p:cNvSpPr>
            <p:nvPr/>
          </p:nvSpPr>
          <p:spPr bwMode="auto">
            <a:xfrm flipV="1">
              <a:off x="4575" y="1803"/>
              <a:ext cx="234" cy="240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75" name="Object 1029"/>
            <p:cNvGraphicFramePr>
              <a:graphicFrameLocks noChangeAspect="1"/>
            </p:cNvGraphicFramePr>
            <p:nvPr/>
          </p:nvGraphicFramePr>
          <p:xfrm>
            <a:off x="4784" y="1728"/>
            <a:ext cx="30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9534" name="Equation" r:id="rId12" imgW="215640" imgH="203040" progId="Equation.3">
                    <p:embed/>
                  </p:oleObj>
                </mc:Choice>
                <mc:Fallback>
                  <p:oleObj name="Equation" r:id="rId12" imgW="2156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4" y="1728"/>
                          <a:ext cx="304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83" name="Oval 62"/>
          <p:cNvSpPr>
            <a:spLocks noChangeArrowheads="1"/>
          </p:cNvSpPr>
          <p:nvPr/>
        </p:nvSpPr>
        <p:spPr bwMode="auto">
          <a:xfrm>
            <a:off x="6358890" y="29718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100"/>
              <a:t>+</a:t>
            </a:r>
          </a:p>
        </p:txBody>
      </p:sp>
      <p:graphicFrame>
        <p:nvGraphicFramePr>
          <p:cNvPr id="7174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390864"/>
              </p:ext>
            </p:extLst>
          </p:nvPr>
        </p:nvGraphicFramePr>
        <p:xfrm>
          <a:off x="7037547" y="3431382"/>
          <a:ext cx="246460" cy="269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35" name="Equation" r:id="rId14" imgW="152280" imgH="164880" progId="Equation.DSMT4">
                  <p:embed/>
                </p:oleObj>
              </mc:Choice>
              <mc:Fallback>
                <p:oleObj name="Equation" r:id="rId14" imgW="1522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7547" y="3431382"/>
                        <a:ext cx="246460" cy="26908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1132844" y="519446"/>
            <a:ext cx="26581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sz="2400" b="1" dirty="0">
                <a:solidFill>
                  <a:srgbClr val="CC0000"/>
                </a:solidFill>
                <a:latin typeface="Times New Roman" pitchFamily="18" charset="0"/>
              </a:rPr>
              <a:t>2. </a:t>
            </a:r>
            <a:r>
              <a:rPr kumimoji="1" lang="zh-CN" altLang="en-US" sz="2400" b="1" dirty="0">
                <a:latin typeface="宋体" pitchFamily="2" charset="-122"/>
              </a:rPr>
              <a:t>高斯定理的验证</a:t>
            </a:r>
          </a:p>
        </p:txBody>
      </p:sp>
      <p:graphicFrame>
        <p:nvGraphicFramePr>
          <p:cNvPr id="56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287285"/>
              </p:ext>
            </p:extLst>
          </p:nvPr>
        </p:nvGraphicFramePr>
        <p:xfrm>
          <a:off x="6109097" y="658416"/>
          <a:ext cx="15382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36" name="Equation" r:id="rId16" imgW="787320" imgH="241200" progId="Equation.DSMT4">
                  <p:embed/>
                </p:oleObj>
              </mc:Choice>
              <mc:Fallback>
                <p:oleObj name="Equation" r:id="rId16" imgW="787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9097" y="658416"/>
                        <a:ext cx="1538288" cy="4667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630128"/>
              </p:ext>
            </p:extLst>
          </p:nvPr>
        </p:nvGraphicFramePr>
        <p:xfrm>
          <a:off x="6158741" y="3048000"/>
          <a:ext cx="182166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37" name="公式" r:id="rId18" imgW="177646" imgH="241091" progId="Equation.3">
                  <p:embed/>
                </p:oleObj>
              </mc:Choice>
              <mc:Fallback>
                <p:oleObj name="公式" r:id="rId18" imgW="177646" imgH="2410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8741" y="3048000"/>
                        <a:ext cx="182166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612873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60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3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647385" y="4877282"/>
            <a:ext cx="1428750" cy="342900"/>
          </a:xfrm>
        </p:spPr>
        <p:txBody>
          <a:bodyPr/>
          <a:lstStyle/>
          <a:p>
            <a:pPr algn="r">
              <a:defRPr/>
            </a:pPr>
            <a:fld id="{B53FFDC4-BB97-4398-B3D1-7FB5B8EBFE0A}" type="slidenum">
              <a:rPr lang="en-US" altLang="zh-CN"/>
              <a:pPr algn="r">
                <a:defRPr/>
              </a:pPr>
              <a:t>24</a:t>
            </a:fld>
            <a:endParaRPr lang="en-US" altLang="zh-CN"/>
          </a:p>
        </p:txBody>
      </p:sp>
      <p:sp>
        <p:nvSpPr>
          <p:cNvPr id="8205" name="Text Box 48"/>
          <p:cNvSpPr txBox="1">
            <a:spLocks noChangeArrowheads="1"/>
          </p:cNvSpPr>
          <p:nvPr/>
        </p:nvSpPr>
        <p:spPr bwMode="auto">
          <a:xfrm>
            <a:off x="666393" y="573654"/>
            <a:ext cx="42291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en-US" altLang="zh-CN" sz="2400" b="1">
                <a:latin typeface="Times New Roman" pitchFamily="18" charset="0"/>
              </a:rPr>
              <a:t>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点电荷在闭合曲面内</a:t>
            </a:r>
          </a:p>
        </p:txBody>
      </p:sp>
      <p:sp>
        <p:nvSpPr>
          <p:cNvPr id="60" name="Freeform 59"/>
          <p:cNvSpPr>
            <a:spLocks/>
          </p:cNvSpPr>
          <p:nvPr/>
        </p:nvSpPr>
        <p:spPr bwMode="auto">
          <a:xfrm>
            <a:off x="5366386" y="1902104"/>
            <a:ext cx="2078831" cy="1450181"/>
          </a:xfrm>
          <a:custGeom>
            <a:avLst/>
            <a:gdLst>
              <a:gd name="T0" fmla="*/ 2147483647 w 1812"/>
              <a:gd name="T1" fmla="*/ 2147483647 h 1306"/>
              <a:gd name="T2" fmla="*/ 2147483647 w 1812"/>
              <a:gd name="T3" fmla="*/ 2147483647 h 1306"/>
              <a:gd name="T4" fmla="*/ 2147483647 w 1812"/>
              <a:gd name="T5" fmla="*/ 2147483647 h 1306"/>
              <a:gd name="T6" fmla="*/ 2147483647 w 1812"/>
              <a:gd name="T7" fmla="*/ 2147483647 h 1306"/>
              <a:gd name="T8" fmla="*/ 2147483647 w 1812"/>
              <a:gd name="T9" fmla="*/ 2147483647 h 1306"/>
              <a:gd name="T10" fmla="*/ 2147483647 w 1812"/>
              <a:gd name="T11" fmla="*/ 2147483647 h 1306"/>
              <a:gd name="T12" fmla="*/ 2147483647 w 1812"/>
              <a:gd name="T13" fmla="*/ 2147483647 h 1306"/>
              <a:gd name="T14" fmla="*/ 2147483647 w 1812"/>
              <a:gd name="T15" fmla="*/ 2147483647 h 1306"/>
              <a:gd name="T16" fmla="*/ 2147483647 w 1812"/>
              <a:gd name="T17" fmla="*/ 2147483647 h 1306"/>
              <a:gd name="T18" fmla="*/ 2147483647 w 1812"/>
              <a:gd name="T19" fmla="*/ 2147483647 h 1306"/>
              <a:gd name="T20" fmla="*/ 2147483647 w 1812"/>
              <a:gd name="T21" fmla="*/ 2147483647 h 1306"/>
              <a:gd name="T22" fmla="*/ 2147483647 w 1812"/>
              <a:gd name="T23" fmla="*/ 2147483647 h 1306"/>
              <a:gd name="T24" fmla="*/ 2147483647 w 1812"/>
              <a:gd name="T25" fmla="*/ 2147483647 h 1306"/>
              <a:gd name="T26" fmla="*/ 2147483647 w 1812"/>
              <a:gd name="T27" fmla="*/ 2147483647 h 1306"/>
              <a:gd name="T28" fmla="*/ 2147483647 w 1812"/>
              <a:gd name="T29" fmla="*/ 2147483647 h 1306"/>
              <a:gd name="T30" fmla="*/ 2147483647 w 1812"/>
              <a:gd name="T31" fmla="*/ 2147483647 h 1306"/>
              <a:gd name="T32" fmla="*/ 2147483647 w 1812"/>
              <a:gd name="T33" fmla="*/ 2147483647 h 1306"/>
              <a:gd name="T34" fmla="*/ 0 w 1812"/>
              <a:gd name="T35" fmla="*/ 2147483647 h 1306"/>
              <a:gd name="T36" fmla="*/ 2147483647 w 1812"/>
              <a:gd name="T37" fmla="*/ 2147483647 h 1306"/>
              <a:gd name="T38" fmla="*/ 2147483647 w 1812"/>
              <a:gd name="T39" fmla="*/ 2147483647 h 1306"/>
              <a:gd name="T40" fmla="*/ 2147483647 w 1812"/>
              <a:gd name="T41" fmla="*/ 2147483647 h 1306"/>
              <a:gd name="T42" fmla="*/ 2147483647 w 1812"/>
              <a:gd name="T43" fmla="*/ 2147483647 h 130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812"/>
              <a:gd name="T67" fmla="*/ 0 h 1306"/>
              <a:gd name="T68" fmla="*/ 1812 w 1812"/>
              <a:gd name="T69" fmla="*/ 1306 h 130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812" h="1306">
                <a:moveTo>
                  <a:pt x="245" y="652"/>
                </a:moveTo>
                <a:cubicBezTo>
                  <a:pt x="255" y="512"/>
                  <a:pt x="263" y="380"/>
                  <a:pt x="389" y="296"/>
                </a:cubicBezTo>
                <a:cubicBezTo>
                  <a:pt x="410" y="233"/>
                  <a:pt x="436" y="212"/>
                  <a:pt x="500" y="196"/>
                </a:cubicBezTo>
                <a:cubicBezTo>
                  <a:pt x="651" y="77"/>
                  <a:pt x="824" y="82"/>
                  <a:pt x="1011" y="63"/>
                </a:cubicBezTo>
                <a:cubicBezTo>
                  <a:pt x="1148" y="67"/>
                  <a:pt x="1324" y="0"/>
                  <a:pt x="1422" y="96"/>
                </a:cubicBezTo>
                <a:cubicBezTo>
                  <a:pt x="1466" y="139"/>
                  <a:pt x="1503" y="206"/>
                  <a:pt x="1556" y="241"/>
                </a:cubicBezTo>
                <a:cubicBezTo>
                  <a:pt x="1578" y="256"/>
                  <a:pt x="1601" y="270"/>
                  <a:pt x="1623" y="285"/>
                </a:cubicBezTo>
                <a:cubicBezTo>
                  <a:pt x="1634" y="292"/>
                  <a:pt x="1656" y="307"/>
                  <a:pt x="1656" y="307"/>
                </a:cubicBezTo>
                <a:cubicBezTo>
                  <a:pt x="1686" y="352"/>
                  <a:pt x="1715" y="395"/>
                  <a:pt x="1745" y="440"/>
                </a:cubicBezTo>
                <a:cubicBezTo>
                  <a:pt x="1786" y="565"/>
                  <a:pt x="1812" y="712"/>
                  <a:pt x="1734" y="829"/>
                </a:cubicBezTo>
                <a:cubicBezTo>
                  <a:pt x="1720" y="888"/>
                  <a:pt x="1699" y="942"/>
                  <a:pt x="1656" y="985"/>
                </a:cubicBezTo>
                <a:cubicBezTo>
                  <a:pt x="1601" y="1151"/>
                  <a:pt x="1408" y="1186"/>
                  <a:pt x="1256" y="1207"/>
                </a:cubicBezTo>
                <a:cubicBezTo>
                  <a:pt x="1175" y="1234"/>
                  <a:pt x="1212" y="1223"/>
                  <a:pt x="1145" y="1240"/>
                </a:cubicBezTo>
                <a:cubicBezTo>
                  <a:pt x="1017" y="1306"/>
                  <a:pt x="909" y="1213"/>
                  <a:pt x="789" y="1174"/>
                </a:cubicBezTo>
                <a:cubicBezTo>
                  <a:pt x="785" y="1173"/>
                  <a:pt x="726" y="1153"/>
                  <a:pt x="722" y="1152"/>
                </a:cubicBezTo>
                <a:cubicBezTo>
                  <a:pt x="685" y="1144"/>
                  <a:pt x="611" y="1129"/>
                  <a:pt x="611" y="1129"/>
                </a:cubicBezTo>
                <a:cubicBezTo>
                  <a:pt x="170" y="1156"/>
                  <a:pt x="359" y="1160"/>
                  <a:pt x="45" y="1140"/>
                </a:cubicBezTo>
                <a:cubicBezTo>
                  <a:pt x="32" y="1104"/>
                  <a:pt x="12" y="1076"/>
                  <a:pt x="0" y="1040"/>
                </a:cubicBezTo>
                <a:cubicBezTo>
                  <a:pt x="4" y="996"/>
                  <a:pt x="5" y="951"/>
                  <a:pt x="11" y="907"/>
                </a:cubicBezTo>
                <a:cubicBezTo>
                  <a:pt x="16" y="870"/>
                  <a:pt x="49" y="833"/>
                  <a:pt x="67" y="807"/>
                </a:cubicBezTo>
                <a:cubicBezTo>
                  <a:pt x="106" y="748"/>
                  <a:pt x="140" y="687"/>
                  <a:pt x="211" y="663"/>
                </a:cubicBezTo>
                <a:cubicBezTo>
                  <a:pt x="248" y="638"/>
                  <a:pt x="245" y="626"/>
                  <a:pt x="245" y="652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99CCFF"/>
              </a:gs>
            </a:gsLst>
            <a:path path="rect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61" name="Group 60"/>
          <p:cNvGrpSpPr>
            <a:grpSpLocks/>
          </p:cNvGrpSpPr>
          <p:nvPr/>
        </p:nvGrpSpPr>
        <p:grpSpPr bwMode="auto">
          <a:xfrm>
            <a:off x="5090160" y="2865320"/>
            <a:ext cx="2808685" cy="75009"/>
            <a:chOff x="3129" y="2700"/>
            <a:chExt cx="2448" cy="68"/>
          </a:xfrm>
        </p:grpSpPr>
        <p:sp>
          <p:nvSpPr>
            <p:cNvPr id="62" name="Line 61"/>
            <p:cNvSpPr>
              <a:spLocks noChangeShapeType="1"/>
            </p:cNvSpPr>
            <p:nvPr/>
          </p:nvSpPr>
          <p:spPr bwMode="auto">
            <a:xfrm flipH="1">
              <a:off x="3195" y="2734"/>
              <a:ext cx="2316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5478" y="2701"/>
              <a:ext cx="99" cy="67"/>
            </a:xfrm>
            <a:custGeom>
              <a:avLst/>
              <a:gdLst>
                <a:gd name="T0" fmla="*/ 0 w 99"/>
                <a:gd name="T1" fmla="*/ 67 h 67"/>
                <a:gd name="T2" fmla="*/ 99 w 99"/>
                <a:gd name="T3" fmla="*/ 33 h 67"/>
                <a:gd name="T4" fmla="*/ 0 w 99"/>
                <a:gd name="T5" fmla="*/ 0 h 67"/>
                <a:gd name="T6" fmla="*/ 31 w 99"/>
                <a:gd name="T7" fmla="*/ 33 h 67"/>
                <a:gd name="T8" fmla="*/ 0 w 99"/>
                <a:gd name="T9" fmla="*/ 67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"/>
                <a:gd name="T16" fmla="*/ 0 h 67"/>
                <a:gd name="T17" fmla="*/ 99 w 99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" h="67">
                  <a:moveTo>
                    <a:pt x="0" y="67"/>
                  </a:moveTo>
                  <a:lnTo>
                    <a:pt x="99" y="33"/>
                  </a:lnTo>
                  <a:lnTo>
                    <a:pt x="0" y="0"/>
                  </a:lnTo>
                  <a:lnTo>
                    <a:pt x="31" y="33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3129" y="2700"/>
              <a:ext cx="99" cy="67"/>
            </a:xfrm>
            <a:custGeom>
              <a:avLst/>
              <a:gdLst>
                <a:gd name="T0" fmla="*/ 99 w 99"/>
                <a:gd name="T1" fmla="*/ 0 h 67"/>
                <a:gd name="T2" fmla="*/ 0 w 99"/>
                <a:gd name="T3" fmla="*/ 34 h 67"/>
                <a:gd name="T4" fmla="*/ 99 w 99"/>
                <a:gd name="T5" fmla="*/ 67 h 67"/>
                <a:gd name="T6" fmla="*/ 68 w 99"/>
                <a:gd name="T7" fmla="*/ 34 h 67"/>
                <a:gd name="T8" fmla="*/ 99 w 99"/>
                <a:gd name="T9" fmla="*/ 0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"/>
                <a:gd name="T16" fmla="*/ 0 h 67"/>
                <a:gd name="T17" fmla="*/ 99 w 99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" h="67">
                  <a:moveTo>
                    <a:pt x="99" y="0"/>
                  </a:moveTo>
                  <a:lnTo>
                    <a:pt x="0" y="34"/>
                  </a:lnTo>
                  <a:lnTo>
                    <a:pt x="99" y="67"/>
                  </a:lnTo>
                  <a:lnTo>
                    <a:pt x="68" y="34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5" name="Group 64"/>
          <p:cNvGrpSpPr>
            <a:grpSpLocks/>
          </p:cNvGrpSpPr>
          <p:nvPr/>
        </p:nvGrpSpPr>
        <p:grpSpPr bwMode="auto">
          <a:xfrm>
            <a:off x="5137786" y="2392641"/>
            <a:ext cx="2603897" cy="1019175"/>
            <a:chOff x="3170" y="2275"/>
            <a:chExt cx="2270" cy="918"/>
          </a:xfrm>
        </p:grpSpPr>
        <p:sp>
          <p:nvSpPr>
            <p:cNvPr id="66" name="Line 65"/>
            <p:cNvSpPr>
              <a:spLocks noChangeShapeType="1"/>
            </p:cNvSpPr>
            <p:nvPr/>
          </p:nvSpPr>
          <p:spPr bwMode="auto">
            <a:xfrm flipH="1" flipV="1">
              <a:off x="3231" y="2300"/>
              <a:ext cx="2148" cy="86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7" name="Freeform 66"/>
            <p:cNvSpPr>
              <a:spLocks/>
            </p:cNvSpPr>
            <p:nvPr/>
          </p:nvSpPr>
          <p:spPr bwMode="auto">
            <a:xfrm>
              <a:off x="5335" y="3126"/>
              <a:ext cx="105" cy="67"/>
            </a:xfrm>
            <a:custGeom>
              <a:avLst/>
              <a:gdLst>
                <a:gd name="T0" fmla="*/ 0 w 105"/>
                <a:gd name="T1" fmla="*/ 62 h 67"/>
                <a:gd name="T2" fmla="*/ 105 w 105"/>
                <a:gd name="T3" fmla="*/ 67 h 67"/>
                <a:gd name="T4" fmla="*/ 25 w 105"/>
                <a:gd name="T5" fmla="*/ 0 h 67"/>
                <a:gd name="T6" fmla="*/ 42 w 105"/>
                <a:gd name="T7" fmla="*/ 42 h 67"/>
                <a:gd name="T8" fmla="*/ 0 w 105"/>
                <a:gd name="T9" fmla="*/ 62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5"/>
                <a:gd name="T16" fmla="*/ 0 h 67"/>
                <a:gd name="T17" fmla="*/ 105 w 10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5" h="67">
                  <a:moveTo>
                    <a:pt x="0" y="62"/>
                  </a:moveTo>
                  <a:lnTo>
                    <a:pt x="105" y="67"/>
                  </a:lnTo>
                  <a:lnTo>
                    <a:pt x="25" y="0"/>
                  </a:lnTo>
                  <a:lnTo>
                    <a:pt x="42" y="4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3170" y="2275"/>
              <a:ext cx="105" cy="67"/>
            </a:xfrm>
            <a:custGeom>
              <a:avLst/>
              <a:gdLst>
                <a:gd name="T0" fmla="*/ 105 w 105"/>
                <a:gd name="T1" fmla="*/ 5 h 67"/>
                <a:gd name="T2" fmla="*/ 0 w 105"/>
                <a:gd name="T3" fmla="*/ 0 h 67"/>
                <a:gd name="T4" fmla="*/ 80 w 105"/>
                <a:gd name="T5" fmla="*/ 67 h 67"/>
                <a:gd name="T6" fmla="*/ 63 w 105"/>
                <a:gd name="T7" fmla="*/ 25 h 67"/>
                <a:gd name="T8" fmla="*/ 105 w 105"/>
                <a:gd name="T9" fmla="*/ 5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5"/>
                <a:gd name="T16" fmla="*/ 0 h 67"/>
                <a:gd name="T17" fmla="*/ 105 w 10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5" h="67">
                  <a:moveTo>
                    <a:pt x="105" y="5"/>
                  </a:moveTo>
                  <a:lnTo>
                    <a:pt x="0" y="0"/>
                  </a:lnTo>
                  <a:lnTo>
                    <a:pt x="80" y="67"/>
                  </a:lnTo>
                  <a:lnTo>
                    <a:pt x="63" y="25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9" name="Group 68"/>
          <p:cNvGrpSpPr>
            <a:grpSpLocks/>
          </p:cNvGrpSpPr>
          <p:nvPr/>
        </p:nvGrpSpPr>
        <p:grpSpPr bwMode="auto">
          <a:xfrm>
            <a:off x="5429489" y="1960445"/>
            <a:ext cx="2056209" cy="1874044"/>
            <a:chOff x="3425" y="1885"/>
            <a:chExt cx="1792" cy="1689"/>
          </a:xfrm>
        </p:grpSpPr>
        <p:sp>
          <p:nvSpPr>
            <p:cNvPr id="70" name="Line 69"/>
            <p:cNvSpPr>
              <a:spLocks noChangeShapeType="1"/>
            </p:cNvSpPr>
            <p:nvPr/>
          </p:nvSpPr>
          <p:spPr bwMode="auto">
            <a:xfrm flipH="1" flipV="1">
              <a:off x="3472" y="1930"/>
              <a:ext cx="1698" cy="159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1" name="Freeform 70"/>
            <p:cNvSpPr>
              <a:spLocks/>
            </p:cNvSpPr>
            <p:nvPr/>
          </p:nvSpPr>
          <p:spPr bwMode="auto">
            <a:xfrm>
              <a:off x="5122" y="3482"/>
              <a:ext cx="95" cy="92"/>
            </a:xfrm>
            <a:custGeom>
              <a:avLst/>
              <a:gdLst>
                <a:gd name="T0" fmla="*/ 0 w 95"/>
                <a:gd name="T1" fmla="*/ 48 h 92"/>
                <a:gd name="T2" fmla="*/ 95 w 95"/>
                <a:gd name="T3" fmla="*/ 92 h 92"/>
                <a:gd name="T4" fmla="*/ 46 w 95"/>
                <a:gd name="T5" fmla="*/ 0 h 92"/>
                <a:gd name="T6" fmla="*/ 46 w 95"/>
                <a:gd name="T7" fmla="*/ 45 h 92"/>
                <a:gd name="T8" fmla="*/ 0 w 95"/>
                <a:gd name="T9" fmla="*/ 48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"/>
                <a:gd name="T16" fmla="*/ 0 h 92"/>
                <a:gd name="T17" fmla="*/ 95 w 95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" h="92">
                  <a:moveTo>
                    <a:pt x="0" y="48"/>
                  </a:moveTo>
                  <a:lnTo>
                    <a:pt x="95" y="92"/>
                  </a:lnTo>
                  <a:lnTo>
                    <a:pt x="46" y="0"/>
                  </a:lnTo>
                  <a:lnTo>
                    <a:pt x="46" y="45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" name="Freeform 71"/>
            <p:cNvSpPr>
              <a:spLocks/>
            </p:cNvSpPr>
            <p:nvPr/>
          </p:nvSpPr>
          <p:spPr bwMode="auto">
            <a:xfrm>
              <a:off x="3425" y="1885"/>
              <a:ext cx="95" cy="92"/>
            </a:xfrm>
            <a:custGeom>
              <a:avLst/>
              <a:gdLst>
                <a:gd name="T0" fmla="*/ 95 w 95"/>
                <a:gd name="T1" fmla="*/ 44 h 92"/>
                <a:gd name="T2" fmla="*/ 0 w 95"/>
                <a:gd name="T3" fmla="*/ 0 h 92"/>
                <a:gd name="T4" fmla="*/ 49 w 95"/>
                <a:gd name="T5" fmla="*/ 92 h 92"/>
                <a:gd name="T6" fmla="*/ 49 w 95"/>
                <a:gd name="T7" fmla="*/ 47 h 92"/>
                <a:gd name="T8" fmla="*/ 95 w 95"/>
                <a:gd name="T9" fmla="*/ 44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"/>
                <a:gd name="T16" fmla="*/ 0 h 92"/>
                <a:gd name="T17" fmla="*/ 95 w 95"/>
                <a:gd name="T18" fmla="*/ 92 h 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" h="92">
                  <a:moveTo>
                    <a:pt x="95" y="44"/>
                  </a:moveTo>
                  <a:lnTo>
                    <a:pt x="0" y="0"/>
                  </a:lnTo>
                  <a:lnTo>
                    <a:pt x="49" y="92"/>
                  </a:lnTo>
                  <a:lnTo>
                    <a:pt x="49" y="47"/>
                  </a:lnTo>
                  <a:lnTo>
                    <a:pt x="95" y="44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73" name="Group 72"/>
          <p:cNvGrpSpPr>
            <a:grpSpLocks/>
          </p:cNvGrpSpPr>
          <p:nvPr/>
        </p:nvGrpSpPr>
        <p:grpSpPr bwMode="auto">
          <a:xfrm>
            <a:off x="5923597" y="1619926"/>
            <a:ext cx="1110854" cy="2470547"/>
            <a:chOff x="3855" y="1579"/>
            <a:chExt cx="968" cy="2225"/>
          </a:xfrm>
        </p:grpSpPr>
        <p:sp>
          <p:nvSpPr>
            <p:cNvPr id="74" name="Line 73"/>
            <p:cNvSpPr>
              <a:spLocks noChangeShapeType="1"/>
            </p:cNvSpPr>
            <p:nvPr/>
          </p:nvSpPr>
          <p:spPr bwMode="auto">
            <a:xfrm flipH="1">
              <a:off x="3882" y="1639"/>
              <a:ext cx="914" cy="210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5" name="Freeform 74"/>
            <p:cNvSpPr>
              <a:spLocks/>
            </p:cNvSpPr>
            <p:nvPr/>
          </p:nvSpPr>
          <p:spPr bwMode="auto">
            <a:xfrm>
              <a:off x="4753" y="1579"/>
              <a:ext cx="70" cy="104"/>
            </a:xfrm>
            <a:custGeom>
              <a:avLst/>
              <a:gdLst>
                <a:gd name="T0" fmla="*/ 62 w 70"/>
                <a:gd name="T1" fmla="*/ 104 h 104"/>
                <a:gd name="T2" fmla="*/ 70 w 70"/>
                <a:gd name="T3" fmla="*/ 0 h 104"/>
                <a:gd name="T4" fmla="*/ 0 w 70"/>
                <a:gd name="T5" fmla="*/ 78 h 104"/>
                <a:gd name="T6" fmla="*/ 43 w 70"/>
                <a:gd name="T7" fmla="*/ 62 h 104"/>
                <a:gd name="T8" fmla="*/ 62 w 70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"/>
                <a:gd name="T16" fmla="*/ 0 h 104"/>
                <a:gd name="T17" fmla="*/ 70 w 70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" h="104">
                  <a:moveTo>
                    <a:pt x="62" y="104"/>
                  </a:moveTo>
                  <a:lnTo>
                    <a:pt x="70" y="0"/>
                  </a:lnTo>
                  <a:lnTo>
                    <a:pt x="0" y="78"/>
                  </a:lnTo>
                  <a:lnTo>
                    <a:pt x="43" y="62"/>
                  </a:lnTo>
                  <a:lnTo>
                    <a:pt x="62" y="104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6" name="Freeform 75"/>
            <p:cNvSpPr>
              <a:spLocks/>
            </p:cNvSpPr>
            <p:nvPr/>
          </p:nvSpPr>
          <p:spPr bwMode="auto">
            <a:xfrm>
              <a:off x="3855" y="3700"/>
              <a:ext cx="70" cy="104"/>
            </a:xfrm>
            <a:custGeom>
              <a:avLst/>
              <a:gdLst>
                <a:gd name="T0" fmla="*/ 8 w 70"/>
                <a:gd name="T1" fmla="*/ 0 h 104"/>
                <a:gd name="T2" fmla="*/ 0 w 70"/>
                <a:gd name="T3" fmla="*/ 104 h 104"/>
                <a:gd name="T4" fmla="*/ 70 w 70"/>
                <a:gd name="T5" fmla="*/ 26 h 104"/>
                <a:gd name="T6" fmla="*/ 27 w 70"/>
                <a:gd name="T7" fmla="*/ 42 h 104"/>
                <a:gd name="T8" fmla="*/ 8 w 70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"/>
                <a:gd name="T16" fmla="*/ 0 h 104"/>
                <a:gd name="T17" fmla="*/ 70 w 70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" h="104">
                  <a:moveTo>
                    <a:pt x="8" y="0"/>
                  </a:moveTo>
                  <a:lnTo>
                    <a:pt x="0" y="104"/>
                  </a:lnTo>
                  <a:lnTo>
                    <a:pt x="70" y="26"/>
                  </a:lnTo>
                  <a:lnTo>
                    <a:pt x="27" y="4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77" name="Group 76"/>
          <p:cNvGrpSpPr>
            <a:grpSpLocks/>
          </p:cNvGrpSpPr>
          <p:nvPr/>
        </p:nvGrpSpPr>
        <p:grpSpPr bwMode="auto">
          <a:xfrm>
            <a:off x="5177076" y="2437885"/>
            <a:ext cx="2638425" cy="928688"/>
            <a:chOff x="3204" y="2316"/>
            <a:chExt cx="2300" cy="836"/>
          </a:xfrm>
        </p:grpSpPr>
        <p:sp>
          <p:nvSpPr>
            <p:cNvPr id="78" name="Line 77"/>
            <p:cNvSpPr>
              <a:spLocks noChangeShapeType="1"/>
            </p:cNvSpPr>
            <p:nvPr/>
          </p:nvSpPr>
          <p:spPr bwMode="auto">
            <a:xfrm flipH="1">
              <a:off x="3266" y="2339"/>
              <a:ext cx="2176" cy="79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9" name="Freeform 78"/>
            <p:cNvSpPr>
              <a:spLocks/>
            </p:cNvSpPr>
            <p:nvPr/>
          </p:nvSpPr>
          <p:spPr bwMode="auto">
            <a:xfrm>
              <a:off x="5400" y="2316"/>
              <a:ext cx="104" cy="65"/>
            </a:xfrm>
            <a:custGeom>
              <a:avLst/>
              <a:gdLst>
                <a:gd name="T0" fmla="*/ 22 w 104"/>
                <a:gd name="T1" fmla="*/ 65 h 65"/>
                <a:gd name="T2" fmla="*/ 104 w 104"/>
                <a:gd name="T3" fmla="*/ 0 h 65"/>
                <a:gd name="T4" fmla="*/ 0 w 104"/>
                <a:gd name="T5" fmla="*/ 2 h 65"/>
                <a:gd name="T6" fmla="*/ 40 w 104"/>
                <a:gd name="T7" fmla="*/ 23 h 65"/>
                <a:gd name="T8" fmla="*/ 22 w 104"/>
                <a:gd name="T9" fmla="*/ 65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65"/>
                <a:gd name="T17" fmla="*/ 104 w 10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65">
                  <a:moveTo>
                    <a:pt x="22" y="65"/>
                  </a:moveTo>
                  <a:lnTo>
                    <a:pt x="104" y="0"/>
                  </a:lnTo>
                  <a:lnTo>
                    <a:pt x="0" y="2"/>
                  </a:lnTo>
                  <a:lnTo>
                    <a:pt x="40" y="23"/>
                  </a:lnTo>
                  <a:lnTo>
                    <a:pt x="22" y="65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0" name="Freeform 79"/>
            <p:cNvSpPr>
              <a:spLocks/>
            </p:cNvSpPr>
            <p:nvPr/>
          </p:nvSpPr>
          <p:spPr bwMode="auto">
            <a:xfrm>
              <a:off x="3204" y="3087"/>
              <a:ext cx="104" cy="65"/>
            </a:xfrm>
            <a:custGeom>
              <a:avLst/>
              <a:gdLst>
                <a:gd name="T0" fmla="*/ 82 w 104"/>
                <a:gd name="T1" fmla="*/ 0 h 65"/>
                <a:gd name="T2" fmla="*/ 0 w 104"/>
                <a:gd name="T3" fmla="*/ 65 h 65"/>
                <a:gd name="T4" fmla="*/ 104 w 104"/>
                <a:gd name="T5" fmla="*/ 63 h 65"/>
                <a:gd name="T6" fmla="*/ 64 w 104"/>
                <a:gd name="T7" fmla="*/ 42 h 65"/>
                <a:gd name="T8" fmla="*/ 82 w 104"/>
                <a:gd name="T9" fmla="*/ 0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65"/>
                <a:gd name="T17" fmla="*/ 104 w 10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65">
                  <a:moveTo>
                    <a:pt x="82" y="0"/>
                  </a:moveTo>
                  <a:lnTo>
                    <a:pt x="0" y="65"/>
                  </a:lnTo>
                  <a:lnTo>
                    <a:pt x="104" y="63"/>
                  </a:lnTo>
                  <a:lnTo>
                    <a:pt x="64" y="4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81" name="Freeform 82"/>
          <p:cNvSpPr>
            <a:spLocks/>
          </p:cNvSpPr>
          <p:nvPr/>
        </p:nvSpPr>
        <p:spPr bwMode="auto">
          <a:xfrm>
            <a:off x="5433061" y="3638035"/>
            <a:ext cx="108347" cy="103585"/>
          </a:xfrm>
          <a:custGeom>
            <a:avLst/>
            <a:gdLst>
              <a:gd name="T0" fmla="*/ 2147483647 w 94"/>
              <a:gd name="T1" fmla="*/ 0 h 93"/>
              <a:gd name="T2" fmla="*/ 0 w 94"/>
              <a:gd name="T3" fmla="*/ 2147483647 h 93"/>
              <a:gd name="T4" fmla="*/ 2147483647 w 94"/>
              <a:gd name="T5" fmla="*/ 2147483647 h 93"/>
              <a:gd name="T6" fmla="*/ 2147483647 w 94"/>
              <a:gd name="T7" fmla="*/ 2147483647 h 93"/>
              <a:gd name="T8" fmla="*/ 2147483647 w 94"/>
              <a:gd name="T9" fmla="*/ 0 h 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4"/>
              <a:gd name="T16" fmla="*/ 0 h 93"/>
              <a:gd name="T17" fmla="*/ 94 w 94"/>
              <a:gd name="T18" fmla="*/ 93 h 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4" h="93">
                <a:moveTo>
                  <a:pt x="48" y="0"/>
                </a:moveTo>
                <a:lnTo>
                  <a:pt x="0" y="93"/>
                </a:lnTo>
                <a:lnTo>
                  <a:pt x="94" y="48"/>
                </a:lnTo>
                <a:lnTo>
                  <a:pt x="49" y="46"/>
                </a:lnTo>
                <a:lnTo>
                  <a:pt x="48" y="0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82" name="Group 84"/>
          <p:cNvGrpSpPr>
            <a:grpSpLocks/>
          </p:cNvGrpSpPr>
          <p:nvPr/>
        </p:nvGrpSpPr>
        <p:grpSpPr bwMode="auto">
          <a:xfrm>
            <a:off x="6401039" y="1491338"/>
            <a:ext cx="77390" cy="2718197"/>
            <a:chOff x="4271" y="1463"/>
            <a:chExt cx="68" cy="2448"/>
          </a:xfrm>
        </p:grpSpPr>
        <p:sp>
          <p:nvSpPr>
            <p:cNvPr id="83" name="Line 85"/>
            <p:cNvSpPr>
              <a:spLocks noChangeShapeType="1"/>
            </p:cNvSpPr>
            <p:nvPr/>
          </p:nvSpPr>
          <p:spPr bwMode="auto">
            <a:xfrm flipV="1">
              <a:off x="4305" y="1529"/>
              <a:ext cx="1" cy="231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4" name="Freeform 86"/>
            <p:cNvSpPr>
              <a:spLocks/>
            </p:cNvSpPr>
            <p:nvPr/>
          </p:nvSpPr>
          <p:spPr bwMode="auto">
            <a:xfrm>
              <a:off x="4271" y="3812"/>
              <a:ext cx="67" cy="99"/>
            </a:xfrm>
            <a:custGeom>
              <a:avLst/>
              <a:gdLst>
                <a:gd name="T0" fmla="*/ 0 w 67"/>
                <a:gd name="T1" fmla="*/ 0 h 99"/>
                <a:gd name="T2" fmla="*/ 34 w 67"/>
                <a:gd name="T3" fmla="*/ 99 h 99"/>
                <a:gd name="T4" fmla="*/ 67 w 67"/>
                <a:gd name="T5" fmla="*/ 0 h 99"/>
                <a:gd name="T6" fmla="*/ 34 w 67"/>
                <a:gd name="T7" fmla="*/ 31 h 99"/>
                <a:gd name="T8" fmla="*/ 0 w 67"/>
                <a:gd name="T9" fmla="*/ 0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99"/>
                <a:gd name="T17" fmla="*/ 67 w 67"/>
                <a:gd name="T18" fmla="*/ 99 h 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5" name="Freeform 87"/>
            <p:cNvSpPr>
              <a:spLocks/>
            </p:cNvSpPr>
            <p:nvPr/>
          </p:nvSpPr>
          <p:spPr bwMode="auto">
            <a:xfrm>
              <a:off x="4272" y="1463"/>
              <a:ext cx="67" cy="99"/>
            </a:xfrm>
            <a:custGeom>
              <a:avLst/>
              <a:gdLst>
                <a:gd name="T0" fmla="*/ 67 w 67"/>
                <a:gd name="T1" fmla="*/ 99 h 99"/>
                <a:gd name="T2" fmla="*/ 33 w 67"/>
                <a:gd name="T3" fmla="*/ 0 h 99"/>
                <a:gd name="T4" fmla="*/ 0 w 67"/>
                <a:gd name="T5" fmla="*/ 99 h 99"/>
                <a:gd name="T6" fmla="*/ 33 w 67"/>
                <a:gd name="T7" fmla="*/ 68 h 99"/>
                <a:gd name="T8" fmla="*/ 67 w 67"/>
                <a:gd name="T9" fmla="*/ 99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99"/>
                <a:gd name="T17" fmla="*/ 67 w 67"/>
                <a:gd name="T18" fmla="*/ 99 h 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99">
                  <a:moveTo>
                    <a:pt x="67" y="99"/>
                  </a:moveTo>
                  <a:lnTo>
                    <a:pt x="33" y="0"/>
                  </a:lnTo>
                  <a:lnTo>
                    <a:pt x="0" y="99"/>
                  </a:lnTo>
                  <a:lnTo>
                    <a:pt x="33" y="68"/>
                  </a:lnTo>
                  <a:lnTo>
                    <a:pt x="67" y="99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86" name="Group 88"/>
          <p:cNvGrpSpPr>
            <a:grpSpLocks/>
          </p:cNvGrpSpPr>
          <p:nvPr/>
        </p:nvGrpSpPr>
        <p:grpSpPr bwMode="auto">
          <a:xfrm>
            <a:off x="5870020" y="1608020"/>
            <a:ext cx="1141809" cy="2482453"/>
            <a:chOff x="3808" y="1568"/>
            <a:chExt cx="996" cy="2236"/>
          </a:xfrm>
        </p:grpSpPr>
        <p:sp>
          <p:nvSpPr>
            <p:cNvPr id="87" name="Line 89"/>
            <p:cNvSpPr>
              <a:spLocks noChangeShapeType="1"/>
            </p:cNvSpPr>
            <p:nvPr/>
          </p:nvSpPr>
          <p:spPr bwMode="auto">
            <a:xfrm flipH="1" flipV="1">
              <a:off x="3836" y="1628"/>
              <a:ext cx="940" cy="211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8" name="Freeform 90"/>
            <p:cNvSpPr>
              <a:spLocks/>
            </p:cNvSpPr>
            <p:nvPr/>
          </p:nvSpPr>
          <p:spPr bwMode="auto">
            <a:xfrm>
              <a:off x="4732" y="3700"/>
              <a:ext cx="72" cy="104"/>
            </a:xfrm>
            <a:custGeom>
              <a:avLst/>
              <a:gdLst>
                <a:gd name="T0" fmla="*/ 0 w 72"/>
                <a:gd name="T1" fmla="*/ 28 h 104"/>
                <a:gd name="T2" fmla="*/ 72 w 72"/>
                <a:gd name="T3" fmla="*/ 104 h 104"/>
                <a:gd name="T4" fmla="*/ 61 w 72"/>
                <a:gd name="T5" fmla="*/ 0 h 104"/>
                <a:gd name="T6" fmla="*/ 44 w 72"/>
                <a:gd name="T7" fmla="*/ 42 h 104"/>
                <a:gd name="T8" fmla="*/ 0 w 72"/>
                <a:gd name="T9" fmla="*/ 28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04"/>
                <a:gd name="T17" fmla="*/ 72 w 72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04">
                  <a:moveTo>
                    <a:pt x="0" y="28"/>
                  </a:moveTo>
                  <a:lnTo>
                    <a:pt x="72" y="104"/>
                  </a:lnTo>
                  <a:lnTo>
                    <a:pt x="61" y="0"/>
                  </a:lnTo>
                  <a:lnTo>
                    <a:pt x="44" y="42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9" name="Freeform 91"/>
            <p:cNvSpPr>
              <a:spLocks/>
            </p:cNvSpPr>
            <p:nvPr/>
          </p:nvSpPr>
          <p:spPr bwMode="auto">
            <a:xfrm>
              <a:off x="3808" y="1568"/>
              <a:ext cx="72" cy="104"/>
            </a:xfrm>
            <a:custGeom>
              <a:avLst/>
              <a:gdLst>
                <a:gd name="T0" fmla="*/ 72 w 72"/>
                <a:gd name="T1" fmla="*/ 76 h 104"/>
                <a:gd name="T2" fmla="*/ 0 w 72"/>
                <a:gd name="T3" fmla="*/ 0 h 104"/>
                <a:gd name="T4" fmla="*/ 11 w 72"/>
                <a:gd name="T5" fmla="*/ 104 h 104"/>
                <a:gd name="T6" fmla="*/ 28 w 72"/>
                <a:gd name="T7" fmla="*/ 62 h 104"/>
                <a:gd name="T8" fmla="*/ 72 w 72"/>
                <a:gd name="T9" fmla="*/ 76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104"/>
                <a:gd name="T17" fmla="*/ 72 w 72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104">
                  <a:moveTo>
                    <a:pt x="72" y="76"/>
                  </a:moveTo>
                  <a:lnTo>
                    <a:pt x="0" y="0"/>
                  </a:lnTo>
                  <a:lnTo>
                    <a:pt x="11" y="104"/>
                  </a:lnTo>
                  <a:lnTo>
                    <a:pt x="28" y="62"/>
                  </a:lnTo>
                  <a:lnTo>
                    <a:pt x="72" y="76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90" name="Oval 46"/>
          <p:cNvSpPr>
            <a:spLocks noChangeArrowheads="1"/>
          </p:cNvSpPr>
          <p:nvPr/>
        </p:nvSpPr>
        <p:spPr bwMode="auto">
          <a:xfrm>
            <a:off x="6322457" y="2780785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zh-CN" sz="21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91" name="Freeform 97"/>
          <p:cNvSpPr>
            <a:spLocks/>
          </p:cNvSpPr>
          <p:nvPr/>
        </p:nvSpPr>
        <p:spPr bwMode="auto">
          <a:xfrm>
            <a:off x="5375910" y="1866386"/>
            <a:ext cx="2057400" cy="1507331"/>
          </a:xfrm>
          <a:custGeom>
            <a:avLst/>
            <a:gdLst>
              <a:gd name="T0" fmla="*/ 2147483647 w 1812"/>
              <a:gd name="T1" fmla="*/ 2147483647 h 1306"/>
              <a:gd name="T2" fmla="*/ 2147483647 w 1812"/>
              <a:gd name="T3" fmla="*/ 2147483647 h 1306"/>
              <a:gd name="T4" fmla="*/ 2147483647 w 1812"/>
              <a:gd name="T5" fmla="*/ 2147483647 h 1306"/>
              <a:gd name="T6" fmla="*/ 2147483647 w 1812"/>
              <a:gd name="T7" fmla="*/ 2147483647 h 1306"/>
              <a:gd name="T8" fmla="*/ 2147483647 w 1812"/>
              <a:gd name="T9" fmla="*/ 2147483647 h 1306"/>
              <a:gd name="T10" fmla="*/ 2147483647 w 1812"/>
              <a:gd name="T11" fmla="*/ 2147483647 h 1306"/>
              <a:gd name="T12" fmla="*/ 2147483647 w 1812"/>
              <a:gd name="T13" fmla="*/ 2147483647 h 1306"/>
              <a:gd name="T14" fmla="*/ 2147483647 w 1812"/>
              <a:gd name="T15" fmla="*/ 2147483647 h 1306"/>
              <a:gd name="T16" fmla="*/ 2147483647 w 1812"/>
              <a:gd name="T17" fmla="*/ 2147483647 h 1306"/>
              <a:gd name="T18" fmla="*/ 2147483647 w 1812"/>
              <a:gd name="T19" fmla="*/ 2147483647 h 1306"/>
              <a:gd name="T20" fmla="*/ 2147483647 w 1812"/>
              <a:gd name="T21" fmla="*/ 2147483647 h 1306"/>
              <a:gd name="T22" fmla="*/ 2147483647 w 1812"/>
              <a:gd name="T23" fmla="*/ 2147483647 h 1306"/>
              <a:gd name="T24" fmla="*/ 2147483647 w 1812"/>
              <a:gd name="T25" fmla="*/ 2147483647 h 1306"/>
              <a:gd name="T26" fmla="*/ 2147483647 w 1812"/>
              <a:gd name="T27" fmla="*/ 2147483647 h 1306"/>
              <a:gd name="T28" fmla="*/ 2147483647 w 1812"/>
              <a:gd name="T29" fmla="*/ 2147483647 h 1306"/>
              <a:gd name="T30" fmla="*/ 2147483647 w 1812"/>
              <a:gd name="T31" fmla="*/ 2147483647 h 1306"/>
              <a:gd name="T32" fmla="*/ 2147483647 w 1812"/>
              <a:gd name="T33" fmla="*/ 2147483647 h 1306"/>
              <a:gd name="T34" fmla="*/ 0 w 1812"/>
              <a:gd name="T35" fmla="*/ 2147483647 h 1306"/>
              <a:gd name="T36" fmla="*/ 2147483647 w 1812"/>
              <a:gd name="T37" fmla="*/ 2147483647 h 1306"/>
              <a:gd name="T38" fmla="*/ 2147483647 w 1812"/>
              <a:gd name="T39" fmla="*/ 2147483647 h 1306"/>
              <a:gd name="T40" fmla="*/ 2147483647 w 1812"/>
              <a:gd name="T41" fmla="*/ 2147483647 h 1306"/>
              <a:gd name="T42" fmla="*/ 2147483647 w 1812"/>
              <a:gd name="T43" fmla="*/ 2147483647 h 130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812"/>
              <a:gd name="T67" fmla="*/ 0 h 1306"/>
              <a:gd name="T68" fmla="*/ 1812 w 1812"/>
              <a:gd name="T69" fmla="*/ 1306 h 130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812" h="1306">
                <a:moveTo>
                  <a:pt x="245" y="652"/>
                </a:moveTo>
                <a:cubicBezTo>
                  <a:pt x="255" y="512"/>
                  <a:pt x="263" y="380"/>
                  <a:pt x="389" y="296"/>
                </a:cubicBezTo>
                <a:cubicBezTo>
                  <a:pt x="410" y="233"/>
                  <a:pt x="436" y="212"/>
                  <a:pt x="500" y="196"/>
                </a:cubicBezTo>
                <a:cubicBezTo>
                  <a:pt x="651" y="77"/>
                  <a:pt x="824" y="82"/>
                  <a:pt x="1011" y="63"/>
                </a:cubicBezTo>
                <a:cubicBezTo>
                  <a:pt x="1148" y="67"/>
                  <a:pt x="1324" y="0"/>
                  <a:pt x="1422" y="96"/>
                </a:cubicBezTo>
                <a:cubicBezTo>
                  <a:pt x="1466" y="139"/>
                  <a:pt x="1503" y="206"/>
                  <a:pt x="1556" y="241"/>
                </a:cubicBezTo>
                <a:cubicBezTo>
                  <a:pt x="1578" y="256"/>
                  <a:pt x="1601" y="270"/>
                  <a:pt x="1623" y="285"/>
                </a:cubicBezTo>
                <a:cubicBezTo>
                  <a:pt x="1634" y="292"/>
                  <a:pt x="1656" y="307"/>
                  <a:pt x="1656" y="307"/>
                </a:cubicBezTo>
                <a:cubicBezTo>
                  <a:pt x="1686" y="352"/>
                  <a:pt x="1715" y="395"/>
                  <a:pt x="1745" y="440"/>
                </a:cubicBezTo>
                <a:cubicBezTo>
                  <a:pt x="1786" y="565"/>
                  <a:pt x="1812" y="712"/>
                  <a:pt x="1734" y="829"/>
                </a:cubicBezTo>
                <a:cubicBezTo>
                  <a:pt x="1720" y="888"/>
                  <a:pt x="1699" y="942"/>
                  <a:pt x="1656" y="985"/>
                </a:cubicBezTo>
                <a:cubicBezTo>
                  <a:pt x="1601" y="1151"/>
                  <a:pt x="1408" y="1186"/>
                  <a:pt x="1256" y="1207"/>
                </a:cubicBezTo>
                <a:cubicBezTo>
                  <a:pt x="1175" y="1234"/>
                  <a:pt x="1212" y="1223"/>
                  <a:pt x="1145" y="1240"/>
                </a:cubicBezTo>
                <a:cubicBezTo>
                  <a:pt x="1017" y="1306"/>
                  <a:pt x="909" y="1213"/>
                  <a:pt x="789" y="1174"/>
                </a:cubicBezTo>
                <a:cubicBezTo>
                  <a:pt x="785" y="1173"/>
                  <a:pt x="726" y="1153"/>
                  <a:pt x="722" y="1152"/>
                </a:cubicBezTo>
                <a:cubicBezTo>
                  <a:pt x="685" y="1144"/>
                  <a:pt x="611" y="1129"/>
                  <a:pt x="611" y="1129"/>
                </a:cubicBezTo>
                <a:cubicBezTo>
                  <a:pt x="170" y="1156"/>
                  <a:pt x="359" y="1160"/>
                  <a:pt x="45" y="1140"/>
                </a:cubicBezTo>
                <a:cubicBezTo>
                  <a:pt x="32" y="1104"/>
                  <a:pt x="12" y="1076"/>
                  <a:pt x="0" y="1040"/>
                </a:cubicBezTo>
                <a:cubicBezTo>
                  <a:pt x="4" y="996"/>
                  <a:pt x="5" y="951"/>
                  <a:pt x="11" y="907"/>
                </a:cubicBezTo>
                <a:cubicBezTo>
                  <a:pt x="16" y="870"/>
                  <a:pt x="49" y="833"/>
                  <a:pt x="67" y="807"/>
                </a:cubicBezTo>
                <a:cubicBezTo>
                  <a:pt x="106" y="748"/>
                  <a:pt x="140" y="687"/>
                  <a:pt x="211" y="663"/>
                </a:cubicBezTo>
                <a:cubicBezTo>
                  <a:pt x="248" y="638"/>
                  <a:pt x="245" y="626"/>
                  <a:pt x="245" y="652"/>
                </a:cubicBezTo>
                <a:close/>
              </a:path>
            </a:pathLst>
          </a:custGeom>
          <a:solidFill>
            <a:srgbClr val="CCECFF">
              <a:alpha val="50195"/>
            </a:srgbClr>
          </a:solidFill>
          <a:ln w="19050">
            <a:noFill/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92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287779"/>
              </p:ext>
            </p:extLst>
          </p:nvPr>
        </p:nvGraphicFramePr>
        <p:xfrm>
          <a:off x="1168006" y="3500972"/>
          <a:ext cx="2195513" cy="883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46" name="Equation" r:id="rId4" imgW="1104840" imgH="431640" progId="Equation.DSMT4">
                  <p:embed/>
                </p:oleObj>
              </mc:Choice>
              <mc:Fallback>
                <p:oleObj name="Equation" r:id="rId4" imgW="1104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006" y="3500972"/>
                        <a:ext cx="2195513" cy="88344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Line 110"/>
          <p:cNvSpPr>
            <a:spLocks noChangeShapeType="1"/>
          </p:cNvSpPr>
          <p:nvPr/>
        </p:nvSpPr>
        <p:spPr bwMode="auto">
          <a:xfrm flipH="1">
            <a:off x="5490210" y="2986525"/>
            <a:ext cx="880110" cy="70866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4" name="椭圆 93"/>
          <p:cNvSpPr/>
          <p:nvPr/>
        </p:nvSpPr>
        <p:spPr>
          <a:xfrm>
            <a:off x="5250180" y="1694935"/>
            <a:ext cx="2377440" cy="23774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Line 110"/>
          <p:cNvSpPr>
            <a:spLocks noChangeShapeType="1"/>
          </p:cNvSpPr>
          <p:nvPr/>
        </p:nvSpPr>
        <p:spPr bwMode="auto">
          <a:xfrm flipH="1">
            <a:off x="6530340" y="2020690"/>
            <a:ext cx="977265" cy="83439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6" name="Freeform 82"/>
          <p:cNvSpPr>
            <a:spLocks/>
          </p:cNvSpPr>
          <p:nvPr/>
        </p:nvSpPr>
        <p:spPr bwMode="auto">
          <a:xfrm rot="5400000" flipV="1">
            <a:off x="7427596" y="1995082"/>
            <a:ext cx="108347" cy="103585"/>
          </a:xfrm>
          <a:custGeom>
            <a:avLst/>
            <a:gdLst>
              <a:gd name="T0" fmla="*/ 2147483647 w 94"/>
              <a:gd name="T1" fmla="*/ 0 h 93"/>
              <a:gd name="T2" fmla="*/ 0 w 94"/>
              <a:gd name="T3" fmla="*/ 2147483647 h 93"/>
              <a:gd name="T4" fmla="*/ 2147483647 w 94"/>
              <a:gd name="T5" fmla="*/ 2147483647 h 93"/>
              <a:gd name="T6" fmla="*/ 2147483647 w 94"/>
              <a:gd name="T7" fmla="*/ 2147483647 h 93"/>
              <a:gd name="T8" fmla="*/ 2147483647 w 94"/>
              <a:gd name="T9" fmla="*/ 0 h 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4"/>
              <a:gd name="T16" fmla="*/ 0 h 93"/>
              <a:gd name="T17" fmla="*/ 94 w 94"/>
              <a:gd name="T18" fmla="*/ 93 h 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4" h="93">
                <a:moveTo>
                  <a:pt x="48" y="0"/>
                </a:moveTo>
                <a:lnTo>
                  <a:pt x="0" y="93"/>
                </a:lnTo>
                <a:lnTo>
                  <a:pt x="94" y="48"/>
                </a:lnTo>
                <a:lnTo>
                  <a:pt x="49" y="46"/>
                </a:lnTo>
                <a:lnTo>
                  <a:pt x="48" y="0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7" name="Text Box 48"/>
          <p:cNvSpPr txBox="1">
            <a:spLocks noChangeArrowheads="1"/>
          </p:cNvSpPr>
          <p:nvPr/>
        </p:nvSpPr>
        <p:spPr bwMode="auto">
          <a:xfrm>
            <a:off x="871777" y="1495566"/>
            <a:ext cx="3421380" cy="154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FF0000"/>
                </a:solidFill>
                <a:latin typeface="Times New Roman" pitchFamily="18" charset="0"/>
              </a:rPr>
              <a:t>电场线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不能中断，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  <a:t/>
            </a:r>
            <a:b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</a:rPr>
            </a:b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所以</a:t>
            </a:r>
            <a:r>
              <a:rPr kumimoji="1" lang="zh-CN" altLang="en-US" sz="2100" b="1" dirty="0">
                <a:solidFill>
                  <a:srgbClr val="FF0000"/>
                </a:solidFill>
                <a:latin typeface="Times New Roman" pitchFamily="18" charset="0"/>
              </a:rPr>
              <a:t>不规则闭合曲面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的电通量与</a:t>
            </a:r>
            <a:r>
              <a:rPr kumimoji="1" lang="zh-CN" altLang="en-US" sz="2100" b="1" dirty="0">
                <a:solidFill>
                  <a:srgbClr val="FF0000"/>
                </a:solidFill>
                <a:latin typeface="Times New Roman" pitchFamily="18" charset="0"/>
              </a:rPr>
              <a:t>球面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的电通量</a:t>
            </a:r>
            <a:r>
              <a:rPr kumimoji="1" lang="zh-CN" altLang="en-US" sz="2100" b="1" dirty="0">
                <a:solidFill>
                  <a:srgbClr val="FF0000"/>
                </a:solidFill>
                <a:latin typeface="Times New Roman" pitchFamily="18" charset="0"/>
              </a:rPr>
              <a:t>相等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</a:rPr>
              <a:t>。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432356"/>
              </p:ext>
            </p:extLst>
          </p:nvPr>
        </p:nvGraphicFramePr>
        <p:xfrm>
          <a:off x="6052185" y="2799835"/>
          <a:ext cx="182166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47" name="公式" r:id="rId6" imgW="177646" imgH="241091" progId="Equation.3">
                  <p:embed/>
                </p:oleObj>
              </mc:Choice>
              <mc:Fallback>
                <p:oleObj name="公式" r:id="rId6" imgW="177646" imgH="2410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2185" y="2799835"/>
                        <a:ext cx="182166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129672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708016" y="4876558"/>
            <a:ext cx="1428750" cy="342900"/>
          </a:xfrm>
        </p:spPr>
        <p:txBody>
          <a:bodyPr/>
          <a:lstStyle/>
          <a:p>
            <a:pPr algn="r">
              <a:defRPr/>
            </a:pPr>
            <a:fld id="{BA1281A6-7F3F-47F3-B552-8C4AD84D30BC}" type="slidenum">
              <a:rPr lang="en-US" altLang="zh-CN"/>
              <a:pPr algn="r">
                <a:defRPr/>
              </a:pPr>
              <a:t>25</a:t>
            </a:fld>
            <a:endParaRPr lang="en-US" altLang="zh-CN"/>
          </a:p>
        </p:txBody>
      </p:sp>
      <p:sp>
        <p:nvSpPr>
          <p:cNvPr id="9247" name="Text Box 44"/>
          <p:cNvSpPr txBox="1">
            <a:spLocks noChangeArrowheads="1"/>
          </p:cNvSpPr>
          <p:nvPr/>
        </p:nvSpPr>
        <p:spPr bwMode="auto">
          <a:xfrm>
            <a:off x="882015" y="523041"/>
            <a:ext cx="3314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en-US" altLang="zh-CN" sz="2400" b="1">
                <a:latin typeface="宋体" pitchFamily="2" charset="-122"/>
              </a:rPr>
              <a:t> </a:t>
            </a:r>
            <a:r>
              <a:rPr kumimoji="1" lang="zh-CN" altLang="en-US" sz="2400" b="1">
                <a:latin typeface="宋体" pitchFamily="2" charset="-122"/>
              </a:rPr>
              <a:t>点电荷在闭合曲面外</a:t>
            </a:r>
            <a:endParaRPr kumimoji="1" lang="zh-CN" altLang="en-US" sz="2400">
              <a:latin typeface="宋体" pitchFamily="2" charset="-122"/>
            </a:endParaRPr>
          </a:p>
        </p:txBody>
      </p:sp>
      <p:sp>
        <p:nvSpPr>
          <p:cNvPr id="33" name="Freeform 21"/>
          <p:cNvSpPr>
            <a:spLocks/>
          </p:cNvSpPr>
          <p:nvPr/>
        </p:nvSpPr>
        <p:spPr bwMode="auto">
          <a:xfrm>
            <a:off x="5769679" y="1980010"/>
            <a:ext cx="1781175" cy="1714500"/>
          </a:xfrm>
          <a:custGeom>
            <a:avLst/>
            <a:gdLst>
              <a:gd name="T0" fmla="*/ 2147483647 w 1736"/>
              <a:gd name="T1" fmla="*/ 2147483647 h 1440"/>
              <a:gd name="T2" fmla="*/ 2147483647 w 1736"/>
              <a:gd name="T3" fmla="*/ 2147483647 h 1440"/>
              <a:gd name="T4" fmla="*/ 2147483647 w 1736"/>
              <a:gd name="T5" fmla="*/ 2147483647 h 1440"/>
              <a:gd name="T6" fmla="*/ 2147483647 w 1736"/>
              <a:gd name="T7" fmla="*/ 2147483647 h 1440"/>
              <a:gd name="T8" fmla="*/ 2147483647 w 1736"/>
              <a:gd name="T9" fmla="*/ 2147483647 h 1440"/>
              <a:gd name="T10" fmla="*/ 2147483647 w 1736"/>
              <a:gd name="T11" fmla="*/ 2147483647 h 1440"/>
              <a:gd name="T12" fmla="*/ 2147483647 w 1736"/>
              <a:gd name="T13" fmla="*/ 2147483647 h 1440"/>
              <a:gd name="T14" fmla="*/ 2147483647 w 1736"/>
              <a:gd name="T15" fmla="*/ 2147483647 h 1440"/>
              <a:gd name="T16" fmla="*/ 2147483647 w 1736"/>
              <a:gd name="T17" fmla="*/ 2147483647 h 1440"/>
              <a:gd name="T18" fmla="*/ 2147483647 w 1736"/>
              <a:gd name="T19" fmla="*/ 2147483647 h 144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736"/>
              <a:gd name="T31" fmla="*/ 0 h 1440"/>
              <a:gd name="T32" fmla="*/ 1736 w 1736"/>
              <a:gd name="T33" fmla="*/ 1440 h 144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736" h="1440">
                <a:moveTo>
                  <a:pt x="32" y="424"/>
                </a:moveTo>
                <a:cubicBezTo>
                  <a:pt x="64" y="296"/>
                  <a:pt x="160" y="152"/>
                  <a:pt x="272" y="88"/>
                </a:cubicBezTo>
                <a:cubicBezTo>
                  <a:pt x="384" y="24"/>
                  <a:pt x="568" y="0"/>
                  <a:pt x="704" y="40"/>
                </a:cubicBezTo>
                <a:cubicBezTo>
                  <a:pt x="840" y="80"/>
                  <a:pt x="960" y="200"/>
                  <a:pt x="1088" y="328"/>
                </a:cubicBezTo>
                <a:cubicBezTo>
                  <a:pt x="1216" y="456"/>
                  <a:pt x="1376" y="656"/>
                  <a:pt x="1472" y="808"/>
                </a:cubicBezTo>
                <a:cubicBezTo>
                  <a:pt x="1568" y="960"/>
                  <a:pt x="1736" y="1136"/>
                  <a:pt x="1664" y="1240"/>
                </a:cubicBezTo>
                <a:cubicBezTo>
                  <a:pt x="1592" y="1344"/>
                  <a:pt x="1248" y="1424"/>
                  <a:pt x="1040" y="1432"/>
                </a:cubicBezTo>
                <a:cubicBezTo>
                  <a:pt x="832" y="1440"/>
                  <a:pt x="576" y="1384"/>
                  <a:pt x="416" y="1288"/>
                </a:cubicBezTo>
                <a:cubicBezTo>
                  <a:pt x="256" y="1192"/>
                  <a:pt x="144" y="1000"/>
                  <a:pt x="80" y="856"/>
                </a:cubicBezTo>
                <a:cubicBezTo>
                  <a:pt x="16" y="712"/>
                  <a:pt x="0" y="552"/>
                  <a:pt x="32" y="424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rgbClr val="99CCFF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4" name="Line 22"/>
          <p:cNvSpPr>
            <a:spLocks noChangeShapeType="1"/>
          </p:cNvSpPr>
          <p:nvPr/>
        </p:nvSpPr>
        <p:spPr bwMode="auto">
          <a:xfrm flipV="1">
            <a:off x="5257710" y="1696165"/>
            <a:ext cx="1478756" cy="14287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5" name="Line 23"/>
          <p:cNvSpPr>
            <a:spLocks noChangeShapeType="1"/>
          </p:cNvSpPr>
          <p:nvPr/>
        </p:nvSpPr>
        <p:spPr bwMode="auto">
          <a:xfrm>
            <a:off x="5208894" y="3151585"/>
            <a:ext cx="1813322" cy="914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6" name="Line 26"/>
          <p:cNvSpPr>
            <a:spLocks noChangeShapeType="1"/>
          </p:cNvSpPr>
          <p:nvPr/>
        </p:nvSpPr>
        <p:spPr bwMode="auto">
          <a:xfrm>
            <a:off x="5208894" y="3151585"/>
            <a:ext cx="2441972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7" name="Line 27"/>
          <p:cNvSpPr>
            <a:spLocks noChangeShapeType="1"/>
          </p:cNvSpPr>
          <p:nvPr/>
        </p:nvSpPr>
        <p:spPr bwMode="auto">
          <a:xfrm flipV="1">
            <a:off x="5208894" y="2922985"/>
            <a:ext cx="2499122" cy="228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8" name="Line 28"/>
          <p:cNvSpPr>
            <a:spLocks noChangeShapeType="1"/>
          </p:cNvSpPr>
          <p:nvPr/>
        </p:nvSpPr>
        <p:spPr bwMode="auto">
          <a:xfrm flipV="1">
            <a:off x="5227944" y="1494235"/>
            <a:ext cx="822722" cy="16573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39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544318"/>
              </p:ext>
            </p:extLst>
          </p:nvPr>
        </p:nvGraphicFramePr>
        <p:xfrm>
          <a:off x="5136266" y="2637235"/>
          <a:ext cx="182166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68" name="公式" r:id="rId4" imgW="177646" imgH="241091" progId="Equation.3">
                  <p:embed/>
                </p:oleObj>
              </mc:Choice>
              <mc:Fallback>
                <p:oleObj name="公式" r:id="rId4" imgW="177646" imgH="2410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6266" y="2637235"/>
                        <a:ext cx="182166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Oval 2"/>
          <p:cNvSpPr>
            <a:spLocks noChangeArrowheads="1"/>
          </p:cNvSpPr>
          <p:nvPr/>
        </p:nvSpPr>
        <p:spPr bwMode="auto">
          <a:xfrm>
            <a:off x="5136266" y="3037285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zh-CN" sz="21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 flipV="1">
            <a:off x="5359151" y="2180035"/>
            <a:ext cx="2063115" cy="91821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42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905321"/>
              </p:ext>
            </p:extLst>
          </p:nvPr>
        </p:nvGraphicFramePr>
        <p:xfrm>
          <a:off x="1732360" y="3694510"/>
          <a:ext cx="2411015" cy="658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69" name="Equation" r:id="rId6" imgW="1231560" imgH="304560" progId="Equation.DSMT4">
                  <p:embed/>
                </p:oleObj>
              </mc:Choice>
              <mc:Fallback>
                <p:oleObj name="Equation" r:id="rId6" imgW="12315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360" y="3694510"/>
                        <a:ext cx="2411015" cy="65841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48"/>
          <p:cNvSpPr txBox="1">
            <a:spLocks noChangeArrowheads="1"/>
          </p:cNvSpPr>
          <p:nvPr/>
        </p:nvSpPr>
        <p:spPr bwMode="auto">
          <a:xfrm>
            <a:off x="882015" y="1303199"/>
            <a:ext cx="352044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电场线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不能中断，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/>
            </a:r>
            <a:b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</a:b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所以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穿进</a:t>
            </a:r>
            <a:r>
              <a:rPr kumimoji="1" lang="zh-CN" altLang="en-US" sz="2400" b="1" dirty="0">
                <a:latin typeface="Times New Roman" pitchFamily="18" charset="0"/>
              </a:rPr>
              <a:t>电场线条数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与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穿出</a:t>
            </a:r>
            <a:r>
              <a:rPr kumimoji="1" lang="zh-CN" altLang="en-US" sz="2400" b="1" dirty="0">
                <a:latin typeface="Times New Roman" pitchFamily="18" charset="0"/>
              </a:rPr>
              <a:t>电场线条数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相等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4202796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1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681973" y="4877283"/>
            <a:ext cx="1428750" cy="342900"/>
          </a:xfrm>
        </p:spPr>
        <p:txBody>
          <a:bodyPr/>
          <a:lstStyle/>
          <a:p>
            <a:pPr algn="r">
              <a:defRPr/>
            </a:pPr>
            <a:fld id="{1B114EFF-A9BB-4468-B3DA-71FDC4523C6C}" type="slidenum">
              <a:rPr lang="en-US" altLang="zh-CN"/>
              <a:pPr algn="r">
                <a:defRPr/>
              </a:pPr>
              <a:t>26</a:t>
            </a:fld>
            <a:endParaRPr lang="en-US" altLang="zh-CN"/>
          </a:p>
        </p:txBody>
      </p:sp>
      <p:sp>
        <p:nvSpPr>
          <p:cNvPr id="10253" name="Freeform 5"/>
          <p:cNvSpPr>
            <a:spLocks/>
          </p:cNvSpPr>
          <p:nvPr/>
        </p:nvSpPr>
        <p:spPr bwMode="auto">
          <a:xfrm>
            <a:off x="6038850" y="3368972"/>
            <a:ext cx="1515666" cy="1258490"/>
          </a:xfrm>
          <a:custGeom>
            <a:avLst/>
            <a:gdLst>
              <a:gd name="T0" fmla="*/ 2147483647 w 1273"/>
              <a:gd name="T1" fmla="*/ 2147483647 h 1057"/>
              <a:gd name="T2" fmla="*/ 2147483647 w 1273"/>
              <a:gd name="T3" fmla="*/ 2147483647 h 1057"/>
              <a:gd name="T4" fmla="*/ 2147483647 w 1273"/>
              <a:gd name="T5" fmla="*/ 2147483647 h 1057"/>
              <a:gd name="T6" fmla="*/ 2147483647 w 1273"/>
              <a:gd name="T7" fmla="*/ 2147483647 h 1057"/>
              <a:gd name="T8" fmla="*/ 2147483647 w 1273"/>
              <a:gd name="T9" fmla="*/ 2147483647 h 1057"/>
              <a:gd name="T10" fmla="*/ 2147483647 w 1273"/>
              <a:gd name="T11" fmla="*/ 2147483647 h 1057"/>
              <a:gd name="T12" fmla="*/ 2147483647 w 1273"/>
              <a:gd name="T13" fmla="*/ 2147483647 h 1057"/>
              <a:gd name="T14" fmla="*/ 2147483647 w 1273"/>
              <a:gd name="T15" fmla="*/ 2147483647 h 1057"/>
              <a:gd name="T16" fmla="*/ 2147483647 w 1273"/>
              <a:gd name="T17" fmla="*/ 2147483647 h 1057"/>
              <a:gd name="T18" fmla="*/ 2147483647 w 1273"/>
              <a:gd name="T19" fmla="*/ 2147483647 h 1057"/>
              <a:gd name="T20" fmla="*/ 2147483647 w 1273"/>
              <a:gd name="T21" fmla="*/ 2147483647 h 1057"/>
              <a:gd name="T22" fmla="*/ 2147483647 w 1273"/>
              <a:gd name="T23" fmla="*/ 2147483647 h 1057"/>
              <a:gd name="T24" fmla="*/ 2147483647 w 1273"/>
              <a:gd name="T25" fmla="*/ 2147483647 h 1057"/>
              <a:gd name="T26" fmla="*/ 2147483647 w 1273"/>
              <a:gd name="T27" fmla="*/ 2147483647 h 1057"/>
              <a:gd name="T28" fmla="*/ 2147483647 w 1273"/>
              <a:gd name="T29" fmla="*/ 2147483647 h 1057"/>
              <a:gd name="T30" fmla="*/ 2147483647 w 1273"/>
              <a:gd name="T31" fmla="*/ 2147483647 h 1057"/>
              <a:gd name="T32" fmla="*/ 2147483647 w 1273"/>
              <a:gd name="T33" fmla="*/ 2147483647 h 1057"/>
              <a:gd name="T34" fmla="*/ 2147483647 w 1273"/>
              <a:gd name="T35" fmla="*/ 2147483647 h 1057"/>
              <a:gd name="T36" fmla="*/ 2147483647 w 1273"/>
              <a:gd name="T37" fmla="*/ 2147483647 h 1057"/>
              <a:gd name="T38" fmla="*/ 2147483647 w 1273"/>
              <a:gd name="T39" fmla="*/ 2147483647 h 1057"/>
              <a:gd name="T40" fmla="*/ 2147483647 w 1273"/>
              <a:gd name="T41" fmla="*/ 2147483647 h 1057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273"/>
              <a:gd name="T64" fmla="*/ 0 h 1057"/>
              <a:gd name="T65" fmla="*/ 1273 w 1273"/>
              <a:gd name="T66" fmla="*/ 1057 h 1057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273" h="1057">
                <a:moveTo>
                  <a:pt x="2" y="557"/>
                </a:moveTo>
                <a:cubicBezTo>
                  <a:pt x="13" y="511"/>
                  <a:pt x="19" y="463"/>
                  <a:pt x="38" y="421"/>
                </a:cubicBezTo>
                <a:cubicBezTo>
                  <a:pt x="62" y="367"/>
                  <a:pt x="66" y="383"/>
                  <a:pt x="109" y="340"/>
                </a:cubicBezTo>
                <a:cubicBezTo>
                  <a:pt x="160" y="291"/>
                  <a:pt x="213" y="230"/>
                  <a:pt x="276" y="204"/>
                </a:cubicBezTo>
                <a:cubicBezTo>
                  <a:pt x="316" y="187"/>
                  <a:pt x="367" y="184"/>
                  <a:pt x="407" y="164"/>
                </a:cubicBezTo>
                <a:cubicBezTo>
                  <a:pt x="461" y="138"/>
                  <a:pt x="492" y="92"/>
                  <a:pt x="539" y="55"/>
                </a:cubicBezTo>
                <a:cubicBezTo>
                  <a:pt x="562" y="36"/>
                  <a:pt x="709" y="13"/>
                  <a:pt x="709" y="13"/>
                </a:cubicBezTo>
                <a:cubicBezTo>
                  <a:pt x="808" y="18"/>
                  <a:pt x="759" y="0"/>
                  <a:pt x="858" y="13"/>
                </a:cubicBezTo>
                <a:cubicBezTo>
                  <a:pt x="890" y="16"/>
                  <a:pt x="964" y="51"/>
                  <a:pt x="992" y="69"/>
                </a:cubicBezTo>
                <a:cubicBezTo>
                  <a:pt x="1081" y="126"/>
                  <a:pt x="1136" y="205"/>
                  <a:pt x="1206" y="286"/>
                </a:cubicBezTo>
                <a:cubicBezTo>
                  <a:pt x="1238" y="393"/>
                  <a:pt x="1226" y="339"/>
                  <a:pt x="1242" y="448"/>
                </a:cubicBezTo>
                <a:cubicBezTo>
                  <a:pt x="1238" y="548"/>
                  <a:pt x="1273" y="544"/>
                  <a:pt x="1255" y="641"/>
                </a:cubicBezTo>
                <a:cubicBezTo>
                  <a:pt x="1252" y="658"/>
                  <a:pt x="1168" y="737"/>
                  <a:pt x="1158" y="738"/>
                </a:cubicBezTo>
                <a:cubicBezTo>
                  <a:pt x="1098" y="745"/>
                  <a:pt x="1060" y="778"/>
                  <a:pt x="1001" y="783"/>
                </a:cubicBezTo>
                <a:cubicBezTo>
                  <a:pt x="982" y="786"/>
                  <a:pt x="909" y="784"/>
                  <a:pt x="881" y="798"/>
                </a:cubicBezTo>
                <a:cubicBezTo>
                  <a:pt x="868" y="805"/>
                  <a:pt x="759" y="874"/>
                  <a:pt x="746" y="881"/>
                </a:cubicBezTo>
                <a:cubicBezTo>
                  <a:pt x="729" y="891"/>
                  <a:pt x="604" y="950"/>
                  <a:pt x="589" y="955"/>
                </a:cubicBezTo>
                <a:cubicBezTo>
                  <a:pt x="499" y="1032"/>
                  <a:pt x="495" y="1020"/>
                  <a:pt x="384" y="1045"/>
                </a:cubicBezTo>
                <a:cubicBezTo>
                  <a:pt x="254" y="1036"/>
                  <a:pt x="210" y="1057"/>
                  <a:pt x="121" y="990"/>
                </a:cubicBezTo>
                <a:cubicBezTo>
                  <a:pt x="70" y="902"/>
                  <a:pt x="66" y="794"/>
                  <a:pt x="14" y="706"/>
                </a:cubicBezTo>
                <a:cubicBezTo>
                  <a:pt x="0" y="593"/>
                  <a:pt x="2" y="643"/>
                  <a:pt x="2" y="557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rgbClr val="33CCFF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4" name="Oval 6"/>
          <p:cNvSpPr>
            <a:spLocks noChangeArrowheads="1"/>
          </p:cNvSpPr>
          <p:nvPr/>
        </p:nvSpPr>
        <p:spPr bwMode="auto">
          <a:xfrm>
            <a:off x="7010400" y="3541612"/>
            <a:ext cx="114300" cy="1143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66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5" name="Oval 7"/>
          <p:cNvSpPr>
            <a:spLocks noChangeArrowheads="1"/>
          </p:cNvSpPr>
          <p:nvPr/>
        </p:nvSpPr>
        <p:spPr bwMode="auto">
          <a:xfrm>
            <a:off x="6267450" y="3827362"/>
            <a:ext cx="114300" cy="1143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6" name="Oval 8"/>
          <p:cNvSpPr>
            <a:spLocks noChangeArrowheads="1"/>
          </p:cNvSpPr>
          <p:nvPr/>
        </p:nvSpPr>
        <p:spPr bwMode="auto">
          <a:xfrm>
            <a:off x="5924550" y="3141562"/>
            <a:ext cx="133350" cy="133350"/>
          </a:xfrm>
          <a:prstGeom prst="ellipse">
            <a:avLst/>
          </a:prstGeom>
          <a:gradFill rotWithShape="1">
            <a:gsLst>
              <a:gs pos="0">
                <a:srgbClr val="FFCCFF"/>
              </a:gs>
              <a:gs pos="100000">
                <a:srgbClr val="99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7" name="Oval 9"/>
          <p:cNvSpPr>
            <a:spLocks noChangeArrowheads="1"/>
          </p:cNvSpPr>
          <p:nvPr/>
        </p:nvSpPr>
        <p:spPr bwMode="auto">
          <a:xfrm>
            <a:off x="5924550" y="4513162"/>
            <a:ext cx="114300" cy="1143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E369BD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8" name="Oval 10"/>
          <p:cNvSpPr>
            <a:spLocks noChangeArrowheads="1"/>
          </p:cNvSpPr>
          <p:nvPr/>
        </p:nvSpPr>
        <p:spPr bwMode="auto">
          <a:xfrm>
            <a:off x="7353300" y="4456012"/>
            <a:ext cx="114300" cy="1143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9" name="Oval 11"/>
          <p:cNvSpPr>
            <a:spLocks noChangeArrowheads="1"/>
          </p:cNvSpPr>
          <p:nvPr/>
        </p:nvSpPr>
        <p:spPr bwMode="auto">
          <a:xfrm>
            <a:off x="6953250" y="3998812"/>
            <a:ext cx="114300" cy="1143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66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0" name="Oval 12"/>
          <p:cNvSpPr>
            <a:spLocks noChangeArrowheads="1"/>
          </p:cNvSpPr>
          <p:nvPr/>
        </p:nvSpPr>
        <p:spPr bwMode="auto">
          <a:xfrm>
            <a:off x="7696200" y="3941662"/>
            <a:ext cx="114300" cy="1143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3D9933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1" name="Oval 13"/>
          <p:cNvSpPr>
            <a:spLocks noChangeArrowheads="1"/>
          </p:cNvSpPr>
          <p:nvPr/>
        </p:nvSpPr>
        <p:spPr bwMode="auto">
          <a:xfrm>
            <a:off x="7010400" y="3084412"/>
            <a:ext cx="114300" cy="1143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242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33773"/>
              </p:ext>
            </p:extLst>
          </p:nvPr>
        </p:nvGraphicFramePr>
        <p:xfrm>
          <a:off x="6615112" y="3770212"/>
          <a:ext cx="3952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785" name="公式" r:id="rId3" imgW="152334" imgH="228501" progId="Equation.3">
                  <p:embed/>
                </p:oleObj>
              </mc:Choice>
              <mc:Fallback>
                <p:oleObj name="公式" r:id="rId3" imgW="152334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112" y="3770212"/>
                        <a:ext cx="395288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2" name="Freeform 17"/>
          <p:cNvSpPr>
            <a:spLocks/>
          </p:cNvSpPr>
          <p:nvPr/>
        </p:nvSpPr>
        <p:spPr bwMode="auto">
          <a:xfrm>
            <a:off x="6038850" y="3370162"/>
            <a:ext cx="1515666" cy="1258491"/>
          </a:xfrm>
          <a:custGeom>
            <a:avLst/>
            <a:gdLst>
              <a:gd name="T0" fmla="*/ 2147483647 w 1273"/>
              <a:gd name="T1" fmla="*/ 2147483647 h 1057"/>
              <a:gd name="T2" fmla="*/ 2147483647 w 1273"/>
              <a:gd name="T3" fmla="*/ 2147483647 h 1057"/>
              <a:gd name="T4" fmla="*/ 2147483647 w 1273"/>
              <a:gd name="T5" fmla="*/ 2147483647 h 1057"/>
              <a:gd name="T6" fmla="*/ 2147483647 w 1273"/>
              <a:gd name="T7" fmla="*/ 2147483647 h 1057"/>
              <a:gd name="T8" fmla="*/ 2147483647 w 1273"/>
              <a:gd name="T9" fmla="*/ 2147483647 h 1057"/>
              <a:gd name="T10" fmla="*/ 2147483647 w 1273"/>
              <a:gd name="T11" fmla="*/ 2147483647 h 1057"/>
              <a:gd name="T12" fmla="*/ 2147483647 w 1273"/>
              <a:gd name="T13" fmla="*/ 2147483647 h 1057"/>
              <a:gd name="T14" fmla="*/ 2147483647 w 1273"/>
              <a:gd name="T15" fmla="*/ 2147483647 h 1057"/>
              <a:gd name="T16" fmla="*/ 2147483647 w 1273"/>
              <a:gd name="T17" fmla="*/ 2147483647 h 1057"/>
              <a:gd name="T18" fmla="*/ 2147483647 w 1273"/>
              <a:gd name="T19" fmla="*/ 2147483647 h 1057"/>
              <a:gd name="T20" fmla="*/ 2147483647 w 1273"/>
              <a:gd name="T21" fmla="*/ 2147483647 h 1057"/>
              <a:gd name="T22" fmla="*/ 2147483647 w 1273"/>
              <a:gd name="T23" fmla="*/ 2147483647 h 1057"/>
              <a:gd name="T24" fmla="*/ 2147483647 w 1273"/>
              <a:gd name="T25" fmla="*/ 2147483647 h 1057"/>
              <a:gd name="T26" fmla="*/ 2147483647 w 1273"/>
              <a:gd name="T27" fmla="*/ 2147483647 h 1057"/>
              <a:gd name="T28" fmla="*/ 2147483647 w 1273"/>
              <a:gd name="T29" fmla="*/ 2147483647 h 1057"/>
              <a:gd name="T30" fmla="*/ 2147483647 w 1273"/>
              <a:gd name="T31" fmla="*/ 2147483647 h 1057"/>
              <a:gd name="T32" fmla="*/ 2147483647 w 1273"/>
              <a:gd name="T33" fmla="*/ 2147483647 h 1057"/>
              <a:gd name="T34" fmla="*/ 2147483647 w 1273"/>
              <a:gd name="T35" fmla="*/ 2147483647 h 1057"/>
              <a:gd name="T36" fmla="*/ 2147483647 w 1273"/>
              <a:gd name="T37" fmla="*/ 2147483647 h 1057"/>
              <a:gd name="T38" fmla="*/ 2147483647 w 1273"/>
              <a:gd name="T39" fmla="*/ 2147483647 h 1057"/>
              <a:gd name="T40" fmla="*/ 2147483647 w 1273"/>
              <a:gd name="T41" fmla="*/ 2147483647 h 1057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273"/>
              <a:gd name="T64" fmla="*/ 0 h 1057"/>
              <a:gd name="T65" fmla="*/ 1273 w 1273"/>
              <a:gd name="T66" fmla="*/ 1057 h 1057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273" h="1057">
                <a:moveTo>
                  <a:pt x="2" y="557"/>
                </a:moveTo>
                <a:cubicBezTo>
                  <a:pt x="13" y="511"/>
                  <a:pt x="19" y="463"/>
                  <a:pt x="38" y="421"/>
                </a:cubicBezTo>
                <a:cubicBezTo>
                  <a:pt x="62" y="367"/>
                  <a:pt x="66" y="383"/>
                  <a:pt x="109" y="340"/>
                </a:cubicBezTo>
                <a:cubicBezTo>
                  <a:pt x="160" y="291"/>
                  <a:pt x="213" y="230"/>
                  <a:pt x="276" y="204"/>
                </a:cubicBezTo>
                <a:cubicBezTo>
                  <a:pt x="316" y="187"/>
                  <a:pt x="367" y="184"/>
                  <a:pt x="407" y="164"/>
                </a:cubicBezTo>
                <a:cubicBezTo>
                  <a:pt x="461" y="138"/>
                  <a:pt x="492" y="92"/>
                  <a:pt x="539" y="55"/>
                </a:cubicBezTo>
                <a:cubicBezTo>
                  <a:pt x="562" y="36"/>
                  <a:pt x="709" y="13"/>
                  <a:pt x="709" y="13"/>
                </a:cubicBezTo>
                <a:cubicBezTo>
                  <a:pt x="808" y="18"/>
                  <a:pt x="759" y="0"/>
                  <a:pt x="858" y="13"/>
                </a:cubicBezTo>
                <a:cubicBezTo>
                  <a:pt x="890" y="16"/>
                  <a:pt x="964" y="51"/>
                  <a:pt x="992" y="69"/>
                </a:cubicBezTo>
                <a:cubicBezTo>
                  <a:pt x="1081" y="126"/>
                  <a:pt x="1136" y="205"/>
                  <a:pt x="1206" y="286"/>
                </a:cubicBezTo>
                <a:cubicBezTo>
                  <a:pt x="1238" y="393"/>
                  <a:pt x="1226" y="339"/>
                  <a:pt x="1242" y="448"/>
                </a:cubicBezTo>
                <a:cubicBezTo>
                  <a:pt x="1238" y="548"/>
                  <a:pt x="1273" y="544"/>
                  <a:pt x="1255" y="641"/>
                </a:cubicBezTo>
                <a:cubicBezTo>
                  <a:pt x="1252" y="658"/>
                  <a:pt x="1168" y="737"/>
                  <a:pt x="1158" y="738"/>
                </a:cubicBezTo>
                <a:cubicBezTo>
                  <a:pt x="1098" y="745"/>
                  <a:pt x="1060" y="778"/>
                  <a:pt x="1001" y="783"/>
                </a:cubicBezTo>
                <a:cubicBezTo>
                  <a:pt x="982" y="786"/>
                  <a:pt x="909" y="784"/>
                  <a:pt x="881" y="798"/>
                </a:cubicBezTo>
                <a:cubicBezTo>
                  <a:pt x="868" y="805"/>
                  <a:pt x="759" y="874"/>
                  <a:pt x="746" y="881"/>
                </a:cubicBezTo>
                <a:cubicBezTo>
                  <a:pt x="729" y="891"/>
                  <a:pt x="604" y="950"/>
                  <a:pt x="589" y="955"/>
                </a:cubicBezTo>
                <a:cubicBezTo>
                  <a:pt x="499" y="1032"/>
                  <a:pt x="495" y="1020"/>
                  <a:pt x="384" y="1045"/>
                </a:cubicBezTo>
                <a:cubicBezTo>
                  <a:pt x="254" y="1036"/>
                  <a:pt x="210" y="1057"/>
                  <a:pt x="121" y="990"/>
                </a:cubicBezTo>
                <a:cubicBezTo>
                  <a:pt x="70" y="902"/>
                  <a:pt x="66" y="794"/>
                  <a:pt x="14" y="706"/>
                </a:cubicBezTo>
                <a:cubicBezTo>
                  <a:pt x="0" y="593"/>
                  <a:pt x="2" y="643"/>
                  <a:pt x="2" y="557"/>
                </a:cubicBezTo>
                <a:close/>
              </a:path>
            </a:pathLst>
          </a:custGeom>
          <a:solidFill>
            <a:srgbClr val="D9F1FF">
              <a:alpha val="50195"/>
            </a:srgbClr>
          </a:solidFill>
          <a:ln w="12700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243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187977"/>
              </p:ext>
            </p:extLst>
          </p:nvPr>
        </p:nvGraphicFramePr>
        <p:xfrm>
          <a:off x="6153150" y="4232174"/>
          <a:ext cx="3238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786" name="Equation" r:id="rId5" imgW="114120" imgH="139680" progId="Equation.3">
                  <p:embed/>
                </p:oleObj>
              </mc:Choice>
              <mc:Fallback>
                <p:oleObj name="Equation" r:id="rId5" imgW="1141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3150" y="4232174"/>
                        <a:ext cx="323850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3" name="Oval 20"/>
          <p:cNvSpPr>
            <a:spLocks noChangeArrowheads="1"/>
          </p:cNvSpPr>
          <p:nvPr/>
        </p:nvSpPr>
        <p:spPr bwMode="auto">
          <a:xfrm rot="19666451">
            <a:off x="7239000" y="3655912"/>
            <a:ext cx="171450" cy="3429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6F6FDB"/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33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4" name="Line 21"/>
          <p:cNvSpPr>
            <a:spLocks noChangeShapeType="1"/>
          </p:cNvSpPr>
          <p:nvPr/>
        </p:nvSpPr>
        <p:spPr bwMode="auto">
          <a:xfrm flipV="1">
            <a:off x="7353300" y="3541612"/>
            <a:ext cx="571500" cy="2857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5" name="Line 22"/>
          <p:cNvSpPr>
            <a:spLocks noChangeShapeType="1"/>
          </p:cNvSpPr>
          <p:nvPr/>
        </p:nvSpPr>
        <p:spPr bwMode="auto">
          <a:xfrm flipV="1">
            <a:off x="7353300" y="3027262"/>
            <a:ext cx="514350" cy="8001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244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718622"/>
              </p:ext>
            </p:extLst>
          </p:nvPr>
        </p:nvGraphicFramePr>
        <p:xfrm>
          <a:off x="7924800" y="3352303"/>
          <a:ext cx="400050" cy="377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787" name="Equation" r:id="rId7" imgW="215640" imgH="203040" progId="Equation.3">
                  <p:embed/>
                </p:oleObj>
              </mc:Choice>
              <mc:Fallback>
                <p:oleObj name="Equation" r:id="rId7" imgW="2156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3352303"/>
                        <a:ext cx="400050" cy="3774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643870"/>
              </p:ext>
            </p:extLst>
          </p:nvPr>
        </p:nvGraphicFramePr>
        <p:xfrm>
          <a:off x="7867651" y="2798662"/>
          <a:ext cx="31789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788" name="Equation" r:id="rId9" imgW="152280" imgH="190440" progId="Equation.3">
                  <p:embed/>
                </p:oleObj>
              </mc:Choice>
              <mc:Fallback>
                <p:oleObj name="Equation" r:id="rId9" imgW="1522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7651" y="2798662"/>
                        <a:ext cx="317897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6" name="Text Box 25"/>
          <p:cNvSpPr txBox="1">
            <a:spLocks noChangeArrowheads="1"/>
          </p:cNvSpPr>
          <p:nvPr/>
        </p:nvSpPr>
        <p:spPr bwMode="auto">
          <a:xfrm>
            <a:off x="415529" y="98909"/>
            <a:ext cx="2971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11"/>
              </a:buBlip>
            </a:pPr>
            <a:r>
              <a:rPr kumimoji="1" lang="en-US" altLang="zh-CN" sz="2100" b="1">
                <a:latin typeface="宋体" pitchFamily="2" charset="-122"/>
              </a:rPr>
              <a:t> </a:t>
            </a:r>
            <a:r>
              <a:rPr kumimoji="1" lang="zh-CN" altLang="en-US" sz="2400" b="1">
                <a:latin typeface="宋体" pitchFamily="2" charset="-122"/>
              </a:rPr>
              <a:t>点电荷系的电场</a:t>
            </a:r>
          </a:p>
        </p:txBody>
      </p:sp>
      <p:graphicFrame>
        <p:nvGraphicFramePr>
          <p:cNvPr id="163844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637884"/>
              </p:ext>
            </p:extLst>
          </p:nvPr>
        </p:nvGraphicFramePr>
        <p:xfrm>
          <a:off x="1298198" y="3589617"/>
          <a:ext cx="2680097" cy="951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789" name="Equation" r:id="rId12" imgW="1358640" imgH="444240" progId="Equation.DSMT4">
                  <p:embed/>
                </p:oleObj>
              </mc:Choice>
              <mc:Fallback>
                <p:oleObj name="Equation" r:id="rId12" imgW="1358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198" y="3589617"/>
                        <a:ext cx="2680097" cy="95114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5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901370"/>
              </p:ext>
            </p:extLst>
          </p:nvPr>
        </p:nvGraphicFramePr>
        <p:xfrm>
          <a:off x="1779985" y="2562225"/>
          <a:ext cx="887015" cy="46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790" name="Equation" r:id="rId14" imgW="558720" imgH="241200" progId="Equation.DSMT4">
                  <p:embed/>
                </p:oleObj>
              </mc:Choice>
              <mc:Fallback>
                <p:oleObj name="Equation" r:id="rId14" imgW="55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985" y="2562225"/>
                        <a:ext cx="887015" cy="4650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6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101489"/>
              </p:ext>
            </p:extLst>
          </p:nvPr>
        </p:nvGraphicFramePr>
        <p:xfrm>
          <a:off x="2917032" y="2331244"/>
          <a:ext cx="1326374" cy="869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791" name="Equation" r:id="rId16" imgW="787320" imgH="431640" progId="Equation.DSMT4">
                  <p:embed/>
                </p:oleObj>
              </mc:Choice>
              <mc:Fallback>
                <p:oleObj name="Equation" r:id="rId16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032" y="2331244"/>
                        <a:ext cx="1326374" cy="86915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7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337549"/>
              </p:ext>
            </p:extLst>
          </p:nvPr>
        </p:nvGraphicFramePr>
        <p:xfrm>
          <a:off x="1972665" y="1467914"/>
          <a:ext cx="2212268" cy="472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792" name="Equation" r:id="rId18" imgW="1295400" imgH="228600" progId="Equation.3">
                  <p:embed/>
                </p:oleObj>
              </mc:Choice>
              <mc:Fallback>
                <p:oleObj name="Equation" r:id="rId18" imgW="1295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2665" y="1467914"/>
                        <a:ext cx="2212268" cy="47267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8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76778"/>
              </p:ext>
            </p:extLst>
          </p:nvPr>
        </p:nvGraphicFramePr>
        <p:xfrm>
          <a:off x="858702" y="717395"/>
          <a:ext cx="1113963" cy="613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793" name="Equation" r:id="rId20" imgW="558720" imgH="304560" progId="Equation.DSMT4">
                  <p:embed/>
                </p:oleObj>
              </mc:Choice>
              <mc:Fallback>
                <p:oleObj name="Equation" r:id="rId20" imgW="5587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702" y="717395"/>
                        <a:ext cx="1113963" cy="61334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894767"/>
              </p:ext>
            </p:extLst>
          </p:nvPr>
        </p:nvGraphicFramePr>
        <p:xfrm>
          <a:off x="1952303" y="705616"/>
          <a:ext cx="4808387" cy="613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794" name="Equation" r:id="rId22" imgW="2412720" imgH="304560" progId="Equation.DSMT4">
                  <p:embed/>
                </p:oleObj>
              </mc:Choice>
              <mc:Fallback>
                <p:oleObj name="Equation" r:id="rId22" imgW="2412720" imgH="304560" progId="Equation.DSMT4">
                  <p:embed/>
                  <p:pic>
                    <p:nvPicPr>
                      <p:cNvPr id="163848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303" y="705616"/>
                        <a:ext cx="4808387" cy="61334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728" y="739268"/>
            <a:ext cx="1617360" cy="118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1991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693819" y="4892040"/>
            <a:ext cx="1428750" cy="342900"/>
          </a:xfrm>
        </p:spPr>
        <p:txBody>
          <a:bodyPr/>
          <a:lstStyle/>
          <a:p>
            <a:pPr algn="r">
              <a:defRPr/>
            </a:pPr>
            <a:fld id="{44045085-2D06-49D8-80EE-CFE914C72E30}" type="slidenum">
              <a:rPr lang="en-US" altLang="zh-CN"/>
              <a:pPr algn="r">
                <a:defRPr/>
              </a:pPr>
              <a:t>27</a:t>
            </a:fld>
            <a:endParaRPr lang="en-US" altLang="zh-CN"/>
          </a:p>
        </p:txBody>
      </p:sp>
      <p:sp>
        <p:nvSpPr>
          <p:cNvPr id="143363" name="Rectangle 3"/>
          <p:cNvSpPr>
            <a:spLocks noChangeArrowheads="1"/>
          </p:cNvSpPr>
          <p:nvPr/>
        </p:nvSpPr>
        <p:spPr bwMode="auto">
          <a:xfrm>
            <a:off x="1302544" y="1920479"/>
            <a:ext cx="5486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) </a:t>
            </a:r>
            <a:r>
              <a:rPr kumimoji="1" lang="zh-CN" altLang="en-US" sz="2400" b="1">
                <a:latin typeface="宋体" pitchFamily="2" charset="-122"/>
              </a:rPr>
              <a:t>高斯面：闭合曲面</a:t>
            </a:r>
            <a:r>
              <a:rPr kumimoji="1" lang="en-US" altLang="zh-CN" sz="2400" b="1">
                <a:latin typeface="宋体" pitchFamily="2" charset="-122"/>
              </a:rPr>
              <a:t>.</a:t>
            </a:r>
          </a:p>
        </p:txBody>
      </p:sp>
      <p:sp>
        <p:nvSpPr>
          <p:cNvPr id="143365" name="Text Box 5"/>
          <p:cNvSpPr txBox="1">
            <a:spLocks noChangeArrowheads="1"/>
          </p:cNvSpPr>
          <p:nvPr/>
        </p:nvSpPr>
        <p:spPr bwMode="auto">
          <a:xfrm>
            <a:off x="1302543" y="2613788"/>
            <a:ext cx="7508081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) </a:t>
            </a:r>
            <a:r>
              <a:rPr kumimoji="1" lang="zh-CN" altLang="en-US" sz="2400" b="1">
                <a:latin typeface="宋体" pitchFamily="2" charset="-122"/>
              </a:rPr>
              <a:t>电场强度为</a:t>
            </a:r>
            <a:r>
              <a:rPr kumimoji="1" lang="zh-CN" altLang="en-US" sz="2400" b="1">
                <a:solidFill>
                  <a:srgbClr val="CC0000"/>
                </a:solidFill>
                <a:latin typeface="宋体" pitchFamily="2" charset="-122"/>
              </a:rPr>
              <a:t>所有</a:t>
            </a:r>
            <a:r>
              <a:rPr kumimoji="1" lang="zh-CN" altLang="en-US" sz="2400" b="1">
                <a:latin typeface="宋体" pitchFamily="2" charset="-122"/>
              </a:rPr>
              <a:t>电荷在高斯面上的总电场强度</a:t>
            </a:r>
            <a:r>
              <a:rPr kumimoji="1" lang="en-US" altLang="zh-CN" sz="2400" b="1">
                <a:latin typeface="宋体" pitchFamily="2" charset="-122"/>
              </a:rPr>
              <a:t>.</a:t>
            </a:r>
          </a:p>
        </p:txBody>
      </p:sp>
      <p:sp>
        <p:nvSpPr>
          <p:cNvPr id="143366" name="Rectangle 6"/>
          <p:cNvSpPr>
            <a:spLocks noChangeArrowheads="1"/>
          </p:cNvSpPr>
          <p:nvPr/>
        </p:nvSpPr>
        <p:spPr bwMode="auto">
          <a:xfrm>
            <a:off x="1302544" y="3380963"/>
            <a:ext cx="5943600" cy="535531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1" lang="en-US" altLang="zh-CN" sz="2400" b="1" dirty="0">
                <a:solidFill>
                  <a:srgbClr val="CC0000"/>
                </a:solidFill>
                <a:latin typeface="Times New Roman" pitchFamily="18" charset="0"/>
              </a:rPr>
              <a:t>3</a:t>
            </a:r>
            <a:r>
              <a:rPr kumimoji="1" lang="en-US" altLang="zh-CN" sz="2400" b="1" dirty="0">
                <a:solidFill>
                  <a:srgbClr val="CC0000"/>
                </a:solidFill>
                <a:latin typeface="宋体" pitchFamily="2" charset="-122"/>
              </a:rPr>
              <a:t>) </a:t>
            </a:r>
            <a:r>
              <a:rPr kumimoji="1" lang="zh-CN" altLang="en-US" sz="2400" b="1" dirty="0">
                <a:latin typeface="宋体" pitchFamily="2" charset="-122"/>
              </a:rPr>
              <a:t>电场强度通量：穿出为</a:t>
            </a:r>
            <a:r>
              <a:rPr kumimoji="1" lang="zh-CN" altLang="en-US" sz="2400" b="1" dirty="0">
                <a:solidFill>
                  <a:srgbClr val="C00000"/>
                </a:solidFill>
                <a:latin typeface="宋体" pitchFamily="2" charset="-122"/>
              </a:rPr>
              <a:t>正</a:t>
            </a:r>
            <a:r>
              <a:rPr kumimoji="1" lang="zh-CN" altLang="en-US" sz="2400" b="1" dirty="0">
                <a:latin typeface="宋体" pitchFamily="2" charset="-122"/>
              </a:rPr>
              <a:t>，穿进为</a:t>
            </a:r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负</a:t>
            </a:r>
            <a:r>
              <a:rPr kumimoji="1" lang="en-US" altLang="zh-CN" sz="2400" b="1" dirty="0">
                <a:latin typeface="宋体" pitchFamily="2" charset="-122"/>
              </a:rPr>
              <a:t>.</a:t>
            </a:r>
          </a:p>
        </p:txBody>
      </p:sp>
      <p:sp>
        <p:nvSpPr>
          <p:cNvPr id="143367" name="Rectangle 7"/>
          <p:cNvSpPr>
            <a:spLocks noChangeArrowheads="1"/>
          </p:cNvSpPr>
          <p:nvPr/>
        </p:nvSpPr>
        <p:spPr bwMode="auto">
          <a:xfrm>
            <a:off x="1302544" y="4148138"/>
            <a:ext cx="60579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4</a:t>
            </a:r>
            <a:r>
              <a:rPr kumimoji="1" lang="en-US" altLang="zh-CN" sz="2400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  </a:t>
            </a:r>
            <a:r>
              <a:rPr kumimoji="1" lang="zh-CN" altLang="en-US" sz="2400" b="1">
                <a:latin typeface="宋体" pitchFamily="2" charset="-122"/>
              </a:rPr>
              <a:t>仅高斯面</a:t>
            </a:r>
            <a:r>
              <a:rPr kumimoji="1" lang="zh-CN" altLang="en-US" sz="2400" b="1">
                <a:solidFill>
                  <a:srgbClr val="CC0000"/>
                </a:solidFill>
                <a:latin typeface="宋体" pitchFamily="2" charset="-122"/>
              </a:rPr>
              <a:t>内</a:t>
            </a:r>
            <a:r>
              <a:rPr kumimoji="1" lang="zh-CN" altLang="en-US" sz="2400" b="1">
                <a:latin typeface="宋体" pitchFamily="2" charset="-122"/>
              </a:rPr>
              <a:t>电荷对</a:t>
            </a:r>
            <a:r>
              <a:rPr kumimoji="1" lang="zh-CN" altLang="en-US" sz="2400" b="1">
                <a:solidFill>
                  <a:srgbClr val="C00000"/>
                </a:solidFill>
                <a:latin typeface="宋体" pitchFamily="2" charset="-122"/>
              </a:rPr>
              <a:t>电通量</a:t>
            </a:r>
            <a:r>
              <a:rPr kumimoji="1" lang="zh-CN" altLang="en-US" sz="2400" b="1">
                <a:latin typeface="宋体" pitchFamily="2" charset="-122"/>
              </a:rPr>
              <a:t>有贡献</a:t>
            </a:r>
            <a:r>
              <a:rPr kumimoji="1" lang="en-US" altLang="zh-CN" sz="2400" b="1">
                <a:latin typeface="宋体" pitchFamily="2" charset="-122"/>
              </a:rPr>
              <a:t>.</a:t>
            </a:r>
          </a:p>
        </p:txBody>
      </p:sp>
      <p:graphicFrame>
        <p:nvGraphicFramePr>
          <p:cNvPr id="1229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202307"/>
              </p:ext>
            </p:extLst>
          </p:nvPr>
        </p:nvGraphicFramePr>
        <p:xfrm>
          <a:off x="2986343" y="530139"/>
          <a:ext cx="4075509" cy="1097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35" name="Equation" r:id="rId3" imgW="1473200" imgH="457200" progId="Equation.3">
                  <p:embed/>
                </p:oleObj>
              </mc:Choice>
              <mc:Fallback>
                <p:oleObj name="Equation" r:id="rId3" imgW="1473200" imgH="457200" progId="Equation.3">
                  <p:embed/>
                  <p:pic>
                    <p:nvPicPr>
                      <p:cNvPr id="1229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343" y="530139"/>
                        <a:ext cx="4075509" cy="1097756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前凸带形 1"/>
          <p:cNvSpPr/>
          <p:nvPr/>
        </p:nvSpPr>
        <p:spPr bwMode="auto">
          <a:xfrm>
            <a:off x="1302543" y="818024"/>
            <a:ext cx="1470660" cy="459486"/>
          </a:xfrm>
          <a:prstGeom prst="ribbon">
            <a:avLst>
              <a:gd name="adj1" fmla="val 6717"/>
              <a:gd name="adj2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90000"/>
                </a:schemeClr>
              </a:gs>
              <a:gs pos="100000">
                <a:srgbClr val="82C7CC">
                  <a:alpha val="60000"/>
                </a:srgbClr>
              </a:gs>
            </a:gsLst>
            <a:path path="circle">
              <a:fillToRect l="50000" t="50000" r="50000" b="5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r>
              <a:rPr lang="zh-CN" altLang="en-US" sz="2100" b="1">
                <a:latin typeface="Times New Roman" pitchFamily="18" charset="0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07290196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autoUpdateAnimBg="0"/>
      <p:bldP spid="143365" grpId="0" autoUpdateAnimBg="0"/>
      <p:bldP spid="143366" grpId="0" autoUpdateAnimBg="0"/>
      <p:bldP spid="14336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871424" y="2175242"/>
            <a:ext cx="385762" cy="385763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871424" y="2818180"/>
            <a:ext cx="385762" cy="385762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871424" y="3461117"/>
            <a:ext cx="385762" cy="385763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871424" y="4104055"/>
            <a:ext cx="385762" cy="385762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7"/>
            </p:custDataLst>
          </p:nvPr>
        </p:nvSpPr>
        <p:spPr>
          <a:xfrm>
            <a:off x="7780832" y="4751238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0"/>
          <p:cNvGrpSpPr/>
          <p:nvPr/>
        </p:nvGrpSpPr>
        <p:grpSpPr>
          <a:xfrm>
            <a:off x="2052915" y="738085"/>
            <a:ext cx="4769438" cy="1061829"/>
            <a:chOff x="2484438" y="330835"/>
            <a:chExt cx="6359250" cy="1415771"/>
          </a:xfrm>
        </p:grpSpPr>
        <p:sp>
          <p:nvSpPr>
            <p:cNvPr id="21" name="Text Box 3"/>
            <p:cNvSpPr txBox="1">
              <a:spLocks noChangeArrowheads="1"/>
            </p:cNvSpPr>
            <p:nvPr/>
          </p:nvSpPr>
          <p:spPr bwMode="auto">
            <a:xfrm>
              <a:off x="2484438" y="330835"/>
              <a:ext cx="6359250" cy="14157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q</a:t>
              </a:r>
              <a:r>
                <a:rPr lang="en-US" altLang="zh-CN" sz="2100" b="1" baseline="-25000" dirty="0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2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在</a:t>
              </a:r>
              <a:r>
                <a:rPr lang="en-US" altLang="zh-CN" sz="2100" b="1" i="1" dirty="0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AB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间移动，</a:t>
              </a:r>
              <a:r>
                <a:rPr lang="en-US" altLang="zh-CN" sz="2100" b="1" i="1" dirty="0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P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点</a:t>
              </a:r>
              <a:r>
                <a:rPr lang="zh-CN" altLang="en-US" sz="2100" b="1" dirty="0">
                  <a:solidFill>
                    <a:srgbClr val="FF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电场强度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是否变化？穿过面</a:t>
              </a:r>
              <a:r>
                <a:rPr lang="en-US" altLang="zh-CN" sz="2100" b="1" i="1" dirty="0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S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的      有变化？</a:t>
              </a:r>
            </a:p>
          </p:txBody>
        </p:sp>
        <p:graphicFrame>
          <p:nvGraphicFramePr>
            <p:cNvPr id="22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3259319"/>
                </p:ext>
              </p:extLst>
            </p:nvPr>
          </p:nvGraphicFramePr>
          <p:xfrm>
            <a:off x="4277152" y="1124756"/>
            <a:ext cx="552319" cy="561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659" name="Equation" r:id="rId22" imgW="215806" imgH="228501" progId="Equation.DSMT4">
                    <p:embed/>
                  </p:oleObj>
                </mc:Choice>
                <mc:Fallback>
                  <p:oleObj name="Equation" r:id="rId22" imgW="215806" imgH="228501" progId="Equation.DSMT4">
                    <p:embed/>
                    <p:pic>
                      <p:nvPicPr>
                        <p:cNvPr id="1741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7152" y="1124756"/>
                          <a:ext cx="552319" cy="5611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任意多边形 22"/>
          <p:cNvSpPr/>
          <p:nvPr/>
        </p:nvSpPr>
        <p:spPr>
          <a:xfrm>
            <a:off x="6067838" y="1850235"/>
            <a:ext cx="2533598" cy="2316892"/>
          </a:xfrm>
          <a:custGeom>
            <a:avLst/>
            <a:gdLst>
              <a:gd name="connsiteX0" fmla="*/ 741433 w 3378131"/>
              <a:gd name="connsiteY0" fmla="*/ 531341 h 3089189"/>
              <a:gd name="connsiteX1" fmla="*/ 630222 w 3378131"/>
              <a:gd name="connsiteY1" fmla="*/ 556054 h 3089189"/>
              <a:gd name="connsiteX2" fmla="*/ 506655 w 3378131"/>
              <a:gd name="connsiteY2" fmla="*/ 642552 h 3089189"/>
              <a:gd name="connsiteX3" fmla="*/ 346017 w 3378131"/>
              <a:gd name="connsiteY3" fmla="*/ 778476 h 3089189"/>
              <a:gd name="connsiteX4" fmla="*/ 284233 w 3378131"/>
              <a:gd name="connsiteY4" fmla="*/ 852616 h 3089189"/>
              <a:gd name="connsiteX5" fmla="*/ 210093 w 3378131"/>
              <a:gd name="connsiteY5" fmla="*/ 1075038 h 3089189"/>
              <a:gd name="connsiteX6" fmla="*/ 185379 w 3378131"/>
              <a:gd name="connsiteY6" fmla="*/ 1161535 h 3089189"/>
              <a:gd name="connsiteX7" fmla="*/ 160666 w 3378131"/>
              <a:gd name="connsiteY7" fmla="*/ 1383957 h 3089189"/>
              <a:gd name="connsiteX8" fmla="*/ 123595 w 3378131"/>
              <a:gd name="connsiteY8" fmla="*/ 1618735 h 3089189"/>
              <a:gd name="connsiteX9" fmla="*/ 111239 w 3378131"/>
              <a:gd name="connsiteY9" fmla="*/ 1680519 h 3089189"/>
              <a:gd name="connsiteX10" fmla="*/ 86525 w 3378131"/>
              <a:gd name="connsiteY10" fmla="*/ 1729946 h 3089189"/>
              <a:gd name="connsiteX11" fmla="*/ 61812 w 3378131"/>
              <a:gd name="connsiteY11" fmla="*/ 1828800 h 3089189"/>
              <a:gd name="connsiteX12" fmla="*/ 49455 w 3378131"/>
              <a:gd name="connsiteY12" fmla="*/ 1878227 h 3089189"/>
              <a:gd name="connsiteX13" fmla="*/ 24741 w 3378131"/>
              <a:gd name="connsiteY13" fmla="*/ 1915298 h 3089189"/>
              <a:gd name="connsiteX14" fmla="*/ 12385 w 3378131"/>
              <a:gd name="connsiteY14" fmla="*/ 1977081 h 3089189"/>
              <a:gd name="connsiteX15" fmla="*/ 28 w 3378131"/>
              <a:gd name="connsiteY15" fmla="*/ 2014152 h 3089189"/>
              <a:gd name="connsiteX16" fmla="*/ 49455 w 3378131"/>
              <a:gd name="connsiteY16" fmla="*/ 2273643 h 3089189"/>
              <a:gd name="connsiteX17" fmla="*/ 148309 w 3378131"/>
              <a:gd name="connsiteY17" fmla="*/ 2446638 h 3089189"/>
              <a:gd name="connsiteX18" fmla="*/ 210093 w 3378131"/>
              <a:gd name="connsiteY18" fmla="*/ 2557849 h 3089189"/>
              <a:gd name="connsiteX19" fmla="*/ 271876 w 3378131"/>
              <a:gd name="connsiteY19" fmla="*/ 2631989 h 3089189"/>
              <a:gd name="connsiteX20" fmla="*/ 296590 w 3378131"/>
              <a:gd name="connsiteY20" fmla="*/ 2669060 h 3089189"/>
              <a:gd name="connsiteX21" fmla="*/ 333660 w 3378131"/>
              <a:gd name="connsiteY21" fmla="*/ 2706130 h 3089189"/>
              <a:gd name="connsiteX22" fmla="*/ 383087 w 3378131"/>
              <a:gd name="connsiteY22" fmla="*/ 2780271 h 3089189"/>
              <a:gd name="connsiteX23" fmla="*/ 444871 w 3378131"/>
              <a:gd name="connsiteY23" fmla="*/ 2804984 h 3089189"/>
              <a:gd name="connsiteX24" fmla="*/ 519012 w 3378131"/>
              <a:gd name="connsiteY24" fmla="*/ 2854411 h 3089189"/>
              <a:gd name="connsiteX25" fmla="*/ 617866 w 3378131"/>
              <a:gd name="connsiteY25" fmla="*/ 2879125 h 3089189"/>
              <a:gd name="connsiteX26" fmla="*/ 914428 w 3378131"/>
              <a:gd name="connsiteY26" fmla="*/ 2928552 h 3089189"/>
              <a:gd name="connsiteX27" fmla="*/ 1062709 w 3378131"/>
              <a:gd name="connsiteY27" fmla="*/ 2965622 h 3089189"/>
              <a:gd name="connsiteX28" fmla="*/ 1186276 w 3378131"/>
              <a:gd name="connsiteY28" fmla="*/ 2977979 h 3089189"/>
              <a:gd name="connsiteX29" fmla="*/ 1421055 w 3378131"/>
              <a:gd name="connsiteY29" fmla="*/ 3002692 h 3089189"/>
              <a:gd name="connsiteX30" fmla="*/ 1470482 w 3378131"/>
              <a:gd name="connsiteY30" fmla="*/ 3027406 h 3089189"/>
              <a:gd name="connsiteX31" fmla="*/ 1569336 w 3378131"/>
              <a:gd name="connsiteY31" fmla="*/ 3052119 h 3089189"/>
              <a:gd name="connsiteX32" fmla="*/ 1631120 w 3378131"/>
              <a:gd name="connsiteY32" fmla="*/ 3064476 h 3089189"/>
              <a:gd name="connsiteX33" fmla="*/ 1816471 w 3378131"/>
              <a:gd name="connsiteY33" fmla="*/ 3089189 h 3089189"/>
              <a:gd name="connsiteX34" fmla="*/ 2026536 w 3378131"/>
              <a:gd name="connsiteY34" fmla="*/ 3076833 h 3089189"/>
              <a:gd name="connsiteX35" fmla="*/ 2100676 w 3378131"/>
              <a:gd name="connsiteY35" fmla="*/ 3039762 h 3089189"/>
              <a:gd name="connsiteX36" fmla="*/ 2224244 w 3378131"/>
              <a:gd name="connsiteY36" fmla="*/ 2891481 h 3089189"/>
              <a:gd name="connsiteX37" fmla="*/ 2273671 w 3378131"/>
              <a:gd name="connsiteY37" fmla="*/ 2804984 h 3089189"/>
              <a:gd name="connsiteX38" fmla="*/ 2310741 w 3378131"/>
              <a:gd name="connsiteY38" fmla="*/ 2767914 h 3089189"/>
              <a:gd name="connsiteX39" fmla="*/ 2384882 w 3378131"/>
              <a:gd name="connsiteY39" fmla="*/ 2706130 h 3089189"/>
              <a:gd name="connsiteX40" fmla="*/ 2421952 w 3378131"/>
              <a:gd name="connsiteY40" fmla="*/ 2669060 h 3089189"/>
              <a:gd name="connsiteX41" fmla="*/ 2459022 w 3378131"/>
              <a:gd name="connsiteY41" fmla="*/ 2644346 h 3089189"/>
              <a:gd name="connsiteX42" fmla="*/ 2496093 w 3378131"/>
              <a:gd name="connsiteY42" fmla="*/ 2607276 h 3089189"/>
              <a:gd name="connsiteX43" fmla="*/ 2533163 w 3378131"/>
              <a:gd name="connsiteY43" fmla="*/ 2582562 h 3089189"/>
              <a:gd name="connsiteX44" fmla="*/ 2570233 w 3378131"/>
              <a:gd name="connsiteY44" fmla="*/ 2545492 h 3089189"/>
              <a:gd name="connsiteX45" fmla="*/ 2619660 w 3378131"/>
              <a:gd name="connsiteY45" fmla="*/ 2533135 h 3089189"/>
              <a:gd name="connsiteX46" fmla="*/ 2718514 w 3378131"/>
              <a:gd name="connsiteY46" fmla="*/ 2471352 h 3089189"/>
              <a:gd name="connsiteX47" fmla="*/ 2755585 w 3378131"/>
              <a:gd name="connsiteY47" fmla="*/ 2372498 h 3089189"/>
              <a:gd name="connsiteX48" fmla="*/ 2805012 w 3378131"/>
              <a:gd name="connsiteY48" fmla="*/ 1606379 h 3089189"/>
              <a:gd name="connsiteX49" fmla="*/ 2866795 w 3378131"/>
              <a:gd name="connsiteY49" fmla="*/ 1507525 h 3089189"/>
              <a:gd name="connsiteX50" fmla="*/ 3002720 w 3378131"/>
              <a:gd name="connsiteY50" fmla="*/ 1346887 h 3089189"/>
              <a:gd name="connsiteX51" fmla="*/ 3175714 w 3378131"/>
              <a:gd name="connsiteY51" fmla="*/ 1248033 h 3089189"/>
              <a:gd name="connsiteX52" fmla="*/ 3311639 w 3378131"/>
              <a:gd name="connsiteY52" fmla="*/ 1124465 h 3089189"/>
              <a:gd name="connsiteX53" fmla="*/ 3361066 w 3378131"/>
              <a:gd name="connsiteY53" fmla="*/ 1037968 h 3089189"/>
              <a:gd name="connsiteX54" fmla="*/ 3361066 w 3378131"/>
              <a:gd name="connsiteY54" fmla="*/ 704335 h 3089189"/>
              <a:gd name="connsiteX55" fmla="*/ 3336352 w 3378131"/>
              <a:gd name="connsiteY55" fmla="*/ 667265 h 3089189"/>
              <a:gd name="connsiteX56" fmla="*/ 3274568 w 3378131"/>
              <a:gd name="connsiteY56" fmla="*/ 531341 h 3089189"/>
              <a:gd name="connsiteX57" fmla="*/ 3225141 w 3378131"/>
              <a:gd name="connsiteY57" fmla="*/ 407773 h 3089189"/>
              <a:gd name="connsiteX58" fmla="*/ 3151001 w 3378131"/>
              <a:gd name="connsiteY58" fmla="*/ 308919 h 3089189"/>
              <a:gd name="connsiteX59" fmla="*/ 3101574 w 3378131"/>
              <a:gd name="connsiteY59" fmla="*/ 247135 h 3089189"/>
              <a:gd name="connsiteX60" fmla="*/ 3039790 w 3378131"/>
              <a:gd name="connsiteY60" fmla="*/ 148281 h 3089189"/>
              <a:gd name="connsiteX61" fmla="*/ 3002720 w 3378131"/>
              <a:gd name="connsiteY61" fmla="*/ 86498 h 3089189"/>
              <a:gd name="connsiteX62" fmla="*/ 2965649 w 3378131"/>
              <a:gd name="connsiteY62" fmla="*/ 61784 h 3089189"/>
              <a:gd name="connsiteX63" fmla="*/ 2879152 w 3378131"/>
              <a:gd name="connsiteY63" fmla="*/ 0 h 3089189"/>
              <a:gd name="connsiteX64" fmla="*/ 2644374 w 3378131"/>
              <a:gd name="connsiteY64" fmla="*/ 24714 h 3089189"/>
              <a:gd name="connsiteX65" fmla="*/ 2384882 w 3378131"/>
              <a:gd name="connsiteY65" fmla="*/ 123568 h 3089189"/>
              <a:gd name="connsiteX66" fmla="*/ 2187174 w 3378131"/>
              <a:gd name="connsiteY66" fmla="*/ 271849 h 3089189"/>
              <a:gd name="connsiteX67" fmla="*/ 2150103 w 3378131"/>
              <a:gd name="connsiteY67" fmla="*/ 308919 h 3089189"/>
              <a:gd name="connsiteX68" fmla="*/ 2100676 w 3378131"/>
              <a:gd name="connsiteY68" fmla="*/ 333633 h 3089189"/>
              <a:gd name="connsiteX69" fmla="*/ 2075963 w 3378131"/>
              <a:gd name="connsiteY69" fmla="*/ 370703 h 3089189"/>
              <a:gd name="connsiteX70" fmla="*/ 2026536 w 3378131"/>
              <a:gd name="connsiteY70" fmla="*/ 420130 h 3089189"/>
              <a:gd name="connsiteX71" fmla="*/ 2001822 w 3378131"/>
              <a:gd name="connsiteY71" fmla="*/ 469557 h 3089189"/>
              <a:gd name="connsiteX72" fmla="*/ 1902968 w 3378131"/>
              <a:gd name="connsiteY72" fmla="*/ 605481 h 3089189"/>
              <a:gd name="connsiteX73" fmla="*/ 1878255 w 3378131"/>
              <a:gd name="connsiteY73" fmla="*/ 642552 h 3089189"/>
              <a:gd name="connsiteX74" fmla="*/ 1828828 w 3378131"/>
              <a:gd name="connsiteY74" fmla="*/ 691979 h 3089189"/>
              <a:gd name="connsiteX75" fmla="*/ 1754687 w 3378131"/>
              <a:gd name="connsiteY75" fmla="*/ 716692 h 3089189"/>
              <a:gd name="connsiteX76" fmla="*/ 1248060 w 3378131"/>
              <a:gd name="connsiteY76" fmla="*/ 704335 h 3089189"/>
              <a:gd name="connsiteX77" fmla="*/ 1186276 w 3378131"/>
              <a:gd name="connsiteY77" fmla="*/ 691979 h 3089189"/>
              <a:gd name="connsiteX78" fmla="*/ 1075066 w 3378131"/>
              <a:gd name="connsiteY78" fmla="*/ 679622 h 3089189"/>
              <a:gd name="connsiteX79" fmla="*/ 988568 w 3378131"/>
              <a:gd name="connsiteY79" fmla="*/ 630195 h 3089189"/>
              <a:gd name="connsiteX80" fmla="*/ 902071 w 3378131"/>
              <a:gd name="connsiteY80" fmla="*/ 605481 h 3089189"/>
              <a:gd name="connsiteX81" fmla="*/ 865001 w 3378131"/>
              <a:gd name="connsiteY81" fmla="*/ 593125 h 3089189"/>
              <a:gd name="connsiteX82" fmla="*/ 815574 w 3378131"/>
              <a:gd name="connsiteY82" fmla="*/ 556054 h 3089189"/>
              <a:gd name="connsiteX83" fmla="*/ 778503 w 3378131"/>
              <a:gd name="connsiteY83" fmla="*/ 531341 h 3089189"/>
              <a:gd name="connsiteX84" fmla="*/ 692006 w 3378131"/>
              <a:gd name="connsiteY84" fmla="*/ 543698 h 3089189"/>
              <a:gd name="connsiteX85" fmla="*/ 667293 w 3378131"/>
              <a:gd name="connsiteY85" fmla="*/ 593125 h 3089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3378131" h="3089189">
                <a:moveTo>
                  <a:pt x="741433" y="531341"/>
                </a:moveTo>
                <a:cubicBezTo>
                  <a:pt x="721324" y="534693"/>
                  <a:pt x="656292" y="541571"/>
                  <a:pt x="630222" y="556054"/>
                </a:cubicBezTo>
                <a:cubicBezTo>
                  <a:pt x="572618" y="588056"/>
                  <a:pt x="556496" y="607663"/>
                  <a:pt x="506655" y="642552"/>
                </a:cubicBezTo>
                <a:cubicBezTo>
                  <a:pt x="386577" y="726607"/>
                  <a:pt x="470005" y="654488"/>
                  <a:pt x="346017" y="778476"/>
                </a:cubicBezTo>
                <a:cubicBezTo>
                  <a:pt x="321582" y="802911"/>
                  <a:pt x="298978" y="820669"/>
                  <a:pt x="284233" y="852616"/>
                </a:cubicBezTo>
                <a:cubicBezTo>
                  <a:pt x="191402" y="1053749"/>
                  <a:pt x="269139" y="897905"/>
                  <a:pt x="210093" y="1075038"/>
                </a:cubicBezTo>
                <a:cubicBezTo>
                  <a:pt x="192365" y="1128219"/>
                  <a:pt x="200895" y="1099472"/>
                  <a:pt x="185379" y="1161535"/>
                </a:cubicBezTo>
                <a:lnTo>
                  <a:pt x="160666" y="1383957"/>
                </a:lnTo>
                <a:cubicBezTo>
                  <a:pt x="143670" y="1536920"/>
                  <a:pt x="155624" y="1458589"/>
                  <a:pt x="123595" y="1618735"/>
                </a:cubicBezTo>
                <a:cubicBezTo>
                  <a:pt x="119476" y="1639330"/>
                  <a:pt x="120632" y="1661734"/>
                  <a:pt x="111239" y="1680519"/>
                </a:cubicBezTo>
                <a:lnTo>
                  <a:pt x="86525" y="1729946"/>
                </a:lnTo>
                <a:cubicBezTo>
                  <a:pt x="61404" y="1855550"/>
                  <a:pt x="87141" y="1740147"/>
                  <a:pt x="61812" y="1828800"/>
                </a:cubicBezTo>
                <a:cubicBezTo>
                  <a:pt x="57147" y="1845129"/>
                  <a:pt x="56145" y="1862617"/>
                  <a:pt x="49455" y="1878227"/>
                </a:cubicBezTo>
                <a:cubicBezTo>
                  <a:pt x="43605" y="1891877"/>
                  <a:pt x="32979" y="1902941"/>
                  <a:pt x="24741" y="1915298"/>
                </a:cubicBezTo>
                <a:cubicBezTo>
                  <a:pt x="20622" y="1935892"/>
                  <a:pt x="17479" y="1956706"/>
                  <a:pt x="12385" y="1977081"/>
                </a:cubicBezTo>
                <a:cubicBezTo>
                  <a:pt x="9226" y="1989718"/>
                  <a:pt x="-592" y="2001141"/>
                  <a:pt x="28" y="2014152"/>
                </a:cubicBezTo>
                <a:cubicBezTo>
                  <a:pt x="10163" y="2227007"/>
                  <a:pt x="-13410" y="2179348"/>
                  <a:pt x="49455" y="2273643"/>
                </a:cubicBezTo>
                <a:cubicBezTo>
                  <a:pt x="93502" y="2405787"/>
                  <a:pt x="48562" y="2297017"/>
                  <a:pt x="148309" y="2446638"/>
                </a:cubicBezTo>
                <a:cubicBezTo>
                  <a:pt x="304150" y="2680402"/>
                  <a:pt x="144846" y="2427355"/>
                  <a:pt x="210093" y="2557849"/>
                </a:cubicBezTo>
                <a:cubicBezTo>
                  <a:pt x="233103" y="2603869"/>
                  <a:pt x="237715" y="2590995"/>
                  <a:pt x="271876" y="2631989"/>
                </a:cubicBezTo>
                <a:cubicBezTo>
                  <a:pt x="281384" y="2643398"/>
                  <a:pt x="287082" y="2657651"/>
                  <a:pt x="296590" y="2669060"/>
                </a:cubicBezTo>
                <a:cubicBezTo>
                  <a:pt x="307777" y="2682485"/>
                  <a:pt x="322931" y="2692336"/>
                  <a:pt x="333660" y="2706130"/>
                </a:cubicBezTo>
                <a:cubicBezTo>
                  <a:pt x="351895" y="2729575"/>
                  <a:pt x="355509" y="2769240"/>
                  <a:pt x="383087" y="2780271"/>
                </a:cubicBezTo>
                <a:cubicBezTo>
                  <a:pt x="403682" y="2788509"/>
                  <a:pt x="425398" y="2794363"/>
                  <a:pt x="444871" y="2804984"/>
                </a:cubicBezTo>
                <a:cubicBezTo>
                  <a:pt x="470946" y="2819207"/>
                  <a:pt x="491712" y="2842711"/>
                  <a:pt x="519012" y="2854411"/>
                </a:cubicBezTo>
                <a:cubicBezTo>
                  <a:pt x="550231" y="2867791"/>
                  <a:pt x="585140" y="2870034"/>
                  <a:pt x="617866" y="2879125"/>
                </a:cubicBezTo>
                <a:cubicBezTo>
                  <a:pt x="816075" y="2934183"/>
                  <a:pt x="672636" y="2911281"/>
                  <a:pt x="914428" y="2928552"/>
                </a:cubicBezTo>
                <a:cubicBezTo>
                  <a:pt x="963855" y="2940909"/>
                  <a:pt x="1012583" y="2956508"/>
                  <a:pt x="1062709" y="2965622"/>
                </a:cubicBezTo>
                <a:cubicBezTo>
                  <a:pt x="1103436" y="2973027"/>
                  <a:pt x="1145135" y="2973408"/>
                  <a:pt x="1186276" y="2977979"/>
                </a:cubicBezTo>
                <a:cubicBezTo>
                  <a:pt x="1429250" y="3004976"/>
                  <a:pt x="1116463" y="2975001"/>
                  <a:pt x="1421055" y="3002692"/>
                </a:cubicBezTo>
                <a:cubicBezTo>
                  <a:pt x="1437531" y="3010930"/>
                  <a:pt x="1453007" y="3021581"/>
                  <a:pt x="1470482" y="3027406"/>
                </a:cubicBezTo>
                <a:cubicBezTo>
                  <a:pt x="1502704" y="3038147"/>
                  <a:pt x="1536030" y="3045458"/>
                  <a:pt x="1569336" y="3052119"/>
                </a:cubicBezTo>
                <a:cubicBezTo>
                  <a:pt x="1589931" y="3056238"/>
                  <a:pt x="1610403" y="3061023"/>
                  <a:pt x="1631120" y="3064476"/>
                </a:cubicBezTo>
                <a:cubicBezTo>
                  <a:pt x="1682297" y="3073006"/>
                  <a:pt x="1766470" y="3082939"/>
                  <a:pt x="1816471" y="3089189"/>
                </a:cubicBezTo>
                <a:cubicBezTo>
                  <a:pt x="1886493" y="3085070"/>
                  <a:pt x="1956741" y="3083812"/>
                  <a:pt x="2026536" y="3076833"/>
                </a:cubicBezTo>
                <a:cubicBezTo>
                  <a:pt x="2050728" y="3074414"/>
                  <a:pt x="2083516" y="3055015"/>
                  <a:pt x="2100676" y="3039762"/>
                </a:cubicBezTo>
                <a:cubicBezTo>
                  <a:pt x="2149871" y="2996033"/>
                  <a:pt x="2194480" y="2951009"/>
                  <a:pt x="2224244" y="2891481"/>
                </a:cubicBezTo>
                <a:cubicBezTo>
                  <a:pt x="2239350" y="2861269"/>
                  <a:pt x="2251841" y="2831181"/>
                  <a:pt x="2273671" y="2804984"/>
                </a:cubicBezTo>
                <a:cubicBezTo>
                  <a:pt x="2284858" y="2791559"/>
                  <a:pt x="2297680" y="2779524"/>
                  <a:pt x="2310741" y="2767914"/>
                </a:cubicBezTo>
                <a:cubicBezTo>
                  <a:pt x="2334785" y="2746541"/>
                  <a:pt x="2360838" y="2727503"/>
                  <a:pt x="2384882" y="2706130"/>
                </a:cubicBezTo>
                <a:cubicBezTo>
                  <a:pt x="2397943" y="2694520"/>
                  <a:pt x="2408527" y="2680247"/>
                  <a:pt x="2421952" y="2669060"/>
                </a:cubicBezTo>
                <a:cubicBezTo>
                  <a:pt x="2433361" y="2659553"/>
                  <a:pt x="2447613" y="2653853"/>
                  <a:pt x="2459022" y="2644346"/>
                </a:cubicBezTo>
                <a:cubicBezTo>
                  <a:pt x="2472447" y="2633159"/>
                  <a:pt x="2482668" y="2618463"/>
                  <a:pt x="2496093" y="2607276"/>
                </a:cubicBezTo>
                <a:cubicBezTo>
                  <a:pt x="2507502" y="2597769"/>
                  <a:pt x="2521754" y="2592069"/>
                  <a:pt x="2533163" y="2582562"/>
                </a:cubicBezTo>
                <a:cubicBezTo>
                  <a:pt x="2546588" y="2571375"/>
                  <a:pt x="2555060" y="2554162"/>
                  <a:pt x="2570233" y="2545492"/>
                </a:cubicBezTo>
                <a:cubicBezTo>
                  <a:pt x="2584978" y="2537066"/>
                  <a:pt x="2603759" y="2539098"/>
                  <a:pt x="2619660" y="2533135"/>
                </a:cubicBezTo>
                <a:cubicBezTo>
                  <a:pt x="2664893" y="2516173"/>
                  <a:pt x="2679635" y="2500511"/>
                  <a:pt x="2718514" y="2471352"/>
                </a:cubicBezTo>
                <a:cubicBezTo>
                  <a:pt x="2746199" y="2429824"/>
                  <a:pt x="2752588" y="2430434"/>
                  <a:pt x="2755585" y="2372498"/>
                </a:cubicBezTo>
                <a:cubicBezTo>
                  <a:pt x="2767369" y="2144665"/>
                  <a:pt x="2735403" y="1850011"/>
                  <a:pt x="2805012" y="1606379"/>
                </a:cubicBezTo>
                <a:cubicBezTo>
                  <a:pt x="2834112" y="1504530"/>
                  <a:pt x="2815698" y="1579061"/>
                  <a:pt x="2866795" y="1507525"/>
                </a:cubicBezTo>
                <a:cubicBezTo>
                  <a:pt x="2927249" y="1422890"/>
                  <a:pt x="2843495" y="1437873"/>
                  <a:pt x="3002720" y="1346887"/>
                </a:cubicBezTo>
                <a:cubicBezTo>
                  <a:pt x="3060385" y="1313936"/>
                  <a:pt x="3125288" y="1291256"/>
                  <a:pt x="3175714" y="1248033"/>
                </a:cubicBezTo>
                <a:cubicBezTo>
                  <a:pt x="3212960" y="1216108"/>
                  <a:pt x="3276433" y="1165538"/>
                  <a:pt x="3311639" y="1124465"/>
                </a:cubicBezTo>
                <a:cubicBezTo>
                  <a:pt x="3332596" y="1100015"/>
                  <a:pt x="3347043" y="1066014"/>
                  <a:pt x="3361066" y="1037968"/>
                </a:cubicBezTo>
                <a:cubicBezTo>
                  <a:pt x="3380985" y="898527"/>
                  <a:pt x="3386490" y="899257"/>
                  <a:pt x="3361066" y="704335"/>
                </a:cubicBezTo>
                <a:cubicBezTo>
                  <a:pt x="3359145" y="689609"/>
                  <a:pt x="3344590" y="679622"/>
                  <a:pt x="3336352" y="667265"/>
                </a:cubicBezTo>
                <a:cubicBezTo>
                  <a:pt x="3300894" y="489976"/>
                  <a:pt x="3360077" y="745115"/>
                  <a:pt x="3274568" y="531341"/>
                </a:cubicBezTo>
                <a:cubicBezTo>
                  <a:pt x="3258092" y="490152"/>
                  <a:pt x="3251758" y="443263"/>
                  <a:pt x="3225141" y="407773"/>
                </a:cubicBezTo>
                <a:cubicBezTo>
                  <a:pt x="3200428" y="374822"/>
                  <a:pt x="3176114" y="341567"/>
                  <a:pt x="3151001" y="308919"/>
                </a:cubicBezTo>
                <a:cubicBezTo>
                  <a:pt x="3134921" y="288014"/>
                  <a:pt x="3113369" y="270725"/>
                  <a:pt x="3101574" y="247135"/>
                </a:cubicBezTo>
                <a:cubicBezTo>
                  <a:pt x="3053302" y="150593"/>
                  <a:pt x="3103953" y="244526"/>
                  <a:pt x="3039790" y="148281"/>
                </a:cubicBezTo>
                <a:cubicBezTo>
                  <a:pt x="3026468" y="128298"/>
                  <a:pt x="3018350" y="104733"/>
                  <a:pt x="3002720" y="86498"/>
                </a:cubicBezTo>
                <a:cubicBezTo>
                  <a:pt x="2993055" y="75222"/>
                  <a:pt x="2977058" y="71292"/>
                  <a:pt x="2965649" y="61784"/>
                </a:cubicBezTo>
                <a:cubicBezTo>
                  <a:pt x="2890505" y="-836"/>
                  <a:pt x="2970613" y="45731"/>
                  <a:pt x="2879152" y="0"/>
                </a:cubicBezTo>
                <a:cubicBezTo>
                  <a:pt x="2800893" y="8238"/>
                  <a:pt x="2721632" y="9761"/>
                  <a:pt x="2644374" y="24714"/>
                </a:cubicBezTo>
                <a:cubicBezTo>
                  <a:pt x="2587803" y="35663"/>
                  <a:pt x="2442330" y="92929"/>
                  <a:pt x="2384882" y="123568"/>
                </a:cubicBezTo>
                <a:cubicBezTo>
                  <a:pt x="2335990" y="149644"/>
                  <a:pt x="2211153" y="247871"/>
                  <a:pt x="2187174" y="271849"/>
                </a:cubicBezTo>
                <a:cubicBezTo>
                  <a:pt x="2174817" y="284206"/>
                  <a:pt x="2164323" y="298762"/>
                  <a:pt x="2150103" y="308919"/>
                </a:cubicBezTo>
                <a:cubicBezTo>
                  <a:pt x="2135114" y="319626"/>
                  <a:pt x="2117152" y="325395"/>
                  <a:pt x="2100676" y="333633"/>
                </a:cubicBezTo>
                <a:cubicBezTo>
                  <a:pt x="2092438" y="345990"/>
                  <a:pt x="2085628" y="359427"/>
                  <a:pt x="2075963" y="370703"/>
                </a:cubicBezTo>
                <a:cubicBezTo>
                  <a:pt x="2060800" y="388394"/>
                  <a:pt x="2040516" y="401490"/>
                  <a:pt x="2026536" y="420130"/>
                </a:cubicBezTo>
                <a:cubicBezTo>
                  <a:pt x="2015484" y="434866"/>
                  <a:pt x="2010961" y="453564"/>
                  <a:pt x="2001822" y="469557"/>
                </a:cubicBezTo>
                <a:cubicBezTo>
                  <a:pt x="1981853" y="504502"/>
                  <a:pt x="1909493" y="595693"/>
                  <a:pt x="1902968" y="605481"/>
                </a:cubicBezTo>
                <a:cubicBezTo>
                  <a:pt x="1894730" y="617838"/>
                  <a:pt x="1887920" y="631276"/>
                  <a:pt x="1878255" y="642552"/>
                </a:cubicBezTo>
                <a:cubicBezTo>
                  <a:pt x="1863092" y="660243"/>
                  <a:pt x="1848808" y="679991"/>
                  <a:pt x="1828828" y="691979"/>
                </a:cubicBezTo>
                <a:cubicBezTo>
                  <a:pt x="1806490" y="705382"/>
                  <a:pt x="1754687" y="716692"/>
                  <a:pt x="1754687" y="716692"/>
                </a:cubicBezTo>
                <a:lnTo>
                  <a:pt x="1248060" y="704335"/>
                </a:lnTo>
                <a:cubicBezTo>
                  <a:pt x="1227077" y="703423"/>
                  <a:pt x="1207067" y="694949"/>
                  <a:pt x="1186276" y="691979"/>
                </a:cubicBezTo>
                <a:cubicBezTo>
                  <a:pt x="1149353" y="686704"/>
                  <a:pt x="1112136" y="683741"/>
                  <a:pt x="1075066" y="679622"/>
                </a:cubicBezTo>
                <a:cubicBezTo>
                  <a:pt x="1037834" y="654801"/>
                  <a:pt x="1032468" y="649009"/>
                  <a:pt x="988568" y="630195"/>
                </a:cubicBezTo>
                <a:cubicBezTo>
                  <a:pt x="958940" y="617497"/>
                  <a:pt x="933425" y="614439"/>
                  <a:pt x="902071" y="605481"/>
                </a:cubicBezTo>
                <a:cubicBezTo>
                  <a:pt x="889547" y="601903"/>
                  <a:pt x="877358" y="597244"/>
                  <a:pt x="865001" y="593125"/>
                </a:cubicBezTo>
                <a:cubicBezTo>
                  <a:pt x="848525" y="580768"/>
                  <a:pt x="832333" y="568024"/>
                  <a:pt x="815574" y="556054"/>
                </a:cubicBezTo>
                <a:cubicBezTo>
                  <a:pt x="803489" y="547422"/>
                  <a:pt x="793280" y="532819"/>
                  <a:pt x="778503" y="531341"/>
                </a:cubicBezTo>
                <a:cubicBezTo>
                  <a:pt x="749522" y="528443"/>
                  <a:pt x="720838" y="539579"/>
                  <a:pt x="692006" y="543698"/>
                </a:cubicBezTo>
                <a:cubicBezTo>
                  <a:pt x="677807" y="586294"/>
                  <a:pt x="688859" y="571557"/>
                  <a:pt x="667293" y="593125"/>
                </a:cubicBezTo>
              </a:path>
            </a:pathLst>
          </a:custGeom>
          <a:gradFill flip="none" rotWithShape="1">
            <a:gsLst>
              <a:gs pos="89000">
                <a:srgbClr val="85C2FF"/>
              </a:gs>
              <a:gs pos="33000">
                <a:srgbClr val="FFEBFA"/>
              </a:gs>
            </a:gsLst>
            <a:path path="shape">
              <a:fillToRect l="50000" t="50000" r="50000" b="50000"/>
            </a:path>
            <a:tileRect/>
          </a:gra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6531238" y="2230206"/>
            <a:ext cx="64873" cy="6487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7217040" y="3055012"/>
            <a:ext cx="108000" cy="108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 rot="288197">
            <a:off x="5336975" y="2731342"/>
            <a:ext cx="389392" cy="1354717"/>
          </a:xfrm>
          <a:custGeom>
            <a:avLst/>
            <a:gdLst>
              <a:gd name="connsiteX0" fmla="*/ 0 w 605481"/>
              <a:gd name="connsiteY0" fmla="*/ 0 h 2360140"/>
              <a:gd name="connsiteX1" fmla="*/ 135925 w 605481"/>
              <a:gd name="connsiteY1" fmla="*/ 1186248 h 2360140"/>
              <a:gd name="connsiteX2" fmla="*/ 605481 w 605481"/>
              <a:gd name="connsiteY2" fmla="*/ 2360140 h 2360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5481" h="2360140">
                <a:moveTo>
                  <a:pt x="0" y="0"/>
                </a:moveTo>
                <a:cubicBezTo>
                  <a:pt x="17506" y="396445"/>
                  <a:pt x="35012" y="792891"/>
                  <a:pt x="135925" y="1186248"/>
                </a:cubicBezTo>
                <a:cubicBezTo>
                  <a:pt x="236839" y="1579605"/>
                  <a:pt x="477795" y="2232454"/>
                  <a:pt x="605481" y="2360140"/>
                </a:cubicBezTo>
              </a:path>
            </a:pathLst>
          </a:custGeom>
          <a:noFill/>
          <a:ln>
            <a:solidFill>
              <a:schemeClr val="tx1"/>
            </a:solidFill>
            <a:prstDash val="sysDot"/>
            <a:headEnd type="none" w="med" len="med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26401"/>
              </p:ext>
            </p:extLst>
          </p:nvPr>
        </p:nvGraphicFramePr>
        <p:xfrm>
          <a:off x="6335380" y="1850234"/>
          <a:ext cx="39171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60" name="Equation" r:id="rId24" imgW="152280" imgH="164880" progId="Equation.DSMT4">
                  <p:embed/>
                </p:oleObj>
              </mc:Choice>
              <mc:Fallback>
                <p:oleObj name="Equation" r:id="rId24" imgW="152280" imgH="16488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380" y="1850234"/>
                        <a:ext cx="391715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971386"/>
              </p:ext>
            </p:extLst>
          </p:nvPr>
        </p:nvGraphicFramePr>
        <p:xfrm>
          <a:off x="7491636" y="2684503"/>
          <a:ext cx="391716" cy="49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61" name="Equation" r:id="rId26" imgW="152280" imgH="228600" progId="Equation.DSMT4">
                  <p:embed/>
                </p:oleObj>
              </mc:Choice>
              <mc:Fallback>
                <p:oleObj name="Equation" r:id="rId26" imgW="152280" imgH="2286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1636" y="2684503"/>
                        <a:ext cx="391716" cy="494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902789"/>
              </p:ext>
            </p:extLst>
          </p:nvPr>
        </p:nvGraphicFramePr>
        <p:xfrm>
          <a:off x="6797113" y="3722121"/>
          <a:ext cx="359569" cy="383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62" name="Equation" r:id="rId28" imgW="139680" imgH="177480" progId="Equation.DSMT4">
                  <p:embed/>
                </p:oleObj>
              </mc:Choice>
              <mc:Fallback>
                <p:oleObj name="Equation" r:id="rId28" imgW="139680" imgH="17748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113" y="3722121"/>
                        <a:ext cx="359569" cy="383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/>
          <p:cNvGrpSpPr/>
          <p:nvPr/>
        </p:nvGrpSpPr>
        <p:grpSpPr>
          <a:xfrm>
            <a:off x="4847597" y="2514571"/>
            <a:ext cx="606521" cy="494109"/>
            <a:chOff x="2790878" y="3411448"/>
            <a:chExt cx="808694" cy="658812"/>
          </a:xfrm>
        </p:grpSpPr>
        <p:sp>
          <p:nvSpPr>
            <p:cNvPr id="31" name="椭圆 30"/>
            <p:cNvSpPr/>
            <p:nvPr/>
          </p:nvSpPr>
          <p:spPr>
            <a:xfrm>
              <a:off x="3455572" y="3660596"/>
              <a:ext cx="144000" cy="144000"/>
            </a:xfrm>
            <a:prstGeom prst="ellipse">
              <a:avLst/>
            </a:prstGeom>
            <a:solidFill>
              <a:srgbClr val="FF0066"/>
            </a:solidFill>
            <a:ln>
              <a:solidFill>
                <a:srgbClr val="FF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5989408"/>
                </p:ext>
              </p:extLst>
            </p:nvPr>
          </p:nvGraphicFramePr>
          <p:xfrm>
            <a:off x="2790878" y="3411448"/>
            <a:ext cx="566737" cy="658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663" name="Equation" r:id="rId30" imgW="164880" imgH="228600" progId="Equation.DSMT4">
                    <p:embed/>
                  </p:oleObj>
                </mc:Choice>
                <mc:Fallback>
                  <p:oleObj name="Equation" r:id="rId30" imgW="164880" imgH="22860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0878" y="3411448"/>
                          <a:ext cx="566737" cy="658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581939"/>
              </p:ext>
            </p:extLst>
          </p:nvPr>
        </p:nvGraphicFramePr>
        <p:xfrm>
          <a:off x="5217113" y="2371248"/>
          <a:ext cx="39171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64" name="Equation" r:id="rId32" imgW="152280" imgH="164880" progId="Equation.DSMT4">
                  <p:embed/>
                </p:oleObj>
              </mc:Choice>
              <mc:Fallback>
                <p:oleObj name="Equation" r:id="rId32" imgW="152280" imgH="16488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7113" y="2371248"/>
                        <a:ext cx="391715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91111"/>
              </p:ext>
            </p:extLst>
          </p:nvPr>
        </p:nvGraphicFramePr>
        <p:xfrm>
          <a:off x="5651805" y="3988532"/>
          <a:ext cx="39171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65" name="Equation" r:id="rId34" imgW="152280" imgH="164880" progId="Equation.DSMT4">
                  <p:embed/>
                </p:oleObj>
              </mc:Choice>
              <mc:Fallback>
                <p:oleObj name="Equation" r:id="rId34" imgW="152280" imgH="16488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805" y="3988532"/>
                        <a:ext cx="391715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utoShape 2"/>
          <p:cNvSpPr>
            <a:spLocks noChangeArrowheads="1"/>
          </p:cNvSpPr>
          <p:nvPr/>
        </p:nvSpPr>
        <p:spPr bwMode="auto">
          <a:xfrm flipH="1">
            <a:off x="321355" y="892175"/>
            <a:ext cx="1485900" cy="742950"/>
          </a:xfrm>
          <a:prstGeom prst="star24">
            <a:avLst>
              <a:gd name="adj" fmla="val 37500"/>
            </a:avLst>
          </a:prstGeom>
          <a:noFill/>
          <a:ln w="38100">
            <a:solidFill>
              <a:srgbClr val="7030A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讨论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1300404" y="2165695"/>
            <a:ext cx="2420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smtClean="0"/>
              <a:t>P</a:t>
            </a:r>
            <a:r>
              <a:rPr lang="zh-CN" altLang="en-US" sz="2000" b="1" smtClean="0"/>
              <a:t>点电场强度</a:t>
            </a:r>
            <a:r>
              <a:rPr lang="zh-CN" altLang="en-US" sz="2000" b="1" smtClean="0">
                <a:solidFill>
                  <a:srgbClr val="FF0000"/>
                </a:solidFill>
              </a:rPr>
              <a:t>无</a:t>
            </a:r>
            <a:r>
              <a:rPr lang="zh-CN" altLang="en-US" sz="2000" b="1" smtClean="0"/>
              <a:t>变化</a:t>
            </a:r>
            <a:endParaRPr lang="zh-CN" altLang="en-US" sz="2000" b="1"/>
          </a:p>
        </p:txBody>
      </p:sp>
      <p:sp>
        <p:nvSpPr>
          <p:cNvPr id="39" name="文本框 38"/>
          <p:cNvSpPr txBox="1"/>
          <p:nvPr/>
        </p:nvSpPr>
        <p:spPr>
          <a:xfrm>
            <a:off x="1300404" y="2828099"/>
            <a:ext cx="2420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smtClean="0"/>
              <a:t>P</a:t>
            </a:r>
            <a:r>
              <a:rPr lang="zh-CN" altLang="en-US" sz="2000" b="1" smtClean="0"/>
              <a:t>点电场强度</a:t>
            </a:r>
            <a:r>
              <a:rPr lang="zh-CN" altLang="en-US" sz="2000" b="1" smtClean="0">
                <a:solidFill>
                  <a:srgbClr val="FF0000"/>
                </a:solidFill>
              </a:rPr>
              <a:t>有</a:t>
            </a:r>
            <a:r>
              <a:rPr lang="zh-CN" altLang="en-US" sz="2000" b="1" smtClean="0"/>
              <a:t>变化</a:t>
            </a:r>
            <a:endParaRPr lang="zh-CN" altLang="en-US" sz="2000" b="1"/>
          </a:p>
        </p:txBody>
      </p:sp>
      <p:sp>
        <p:nvSpPr>
          <p:cNvPr id="40" name="文本框 39"/>
          <p:cNvSpPr txBox="1"/>
          <p:nvPr/>
        </p:nvSpPr>
        <p:spPr>
          <a:xfrm>
            <a:off x="1300404" y="3461117"/>
            <a:ext cx="2937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穿</a:t>
            </a:r>
            <a:r>
              <a:rPr lang="zh-CN" altLang="en-US" sz="2000" b="1" smtClean="0"/>
              <a:t>过面</a:t>
            </a:r>
            <a:r>
              <a:rPr lang="en-US" altLang="zh-CN" sz="2000" b="1" smtClean="0"/>
              <a:t>S</a:t>
            </a:r>
            <a:r>
              <a:rPr lang="zh-CN" altLang="en-US" sz="2000" b="1" smtClean="0"/>
              <a:t>的电通量</a:t>
            </a:r>
            <a:r>
              <a:rPr lang="zh-CN" altLang="en-US" sz="2000" b="1" smtClean="0">
                <a:solidFill>
                  <a:srgbClr val="FF0000"/>
                </a:solidFill>
              </a:rPr>
              <a:t>无</a:t>
            </a:r>
            <a:r>
              <a:rPr lang="zh-CN" altLang="en-US" sz="2000" b="1" smtClean="0"/>
              <a:t>变化</a:t>
            </a:r>
            <a:endParaRPr lang="zh-CN" altLang="en-US" sz="2000" b="1"/>
          </a:p>
        </p:txBody>
      </p:sp>
      <p:sp>
        <p:nvSpPr>
          <p:cNvPr id="41" name="文本框 40"/>
          <p:cNvSpPr txBox="1"/>
          <p:nvPr/>
        </p:nvSpPr>
        <p:spPr>
          <a:xfrm>
            <a:off x="1300404" y="4123521"/>
            <a:ext cx="2937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穿过面</a:t>
            </a:r>
            <a:r>
              <a:rPr lang="en-US" altLang="zh-CN" sz="2000" b="1"/>
              <a:t>S</a:t>
            </a:r>
            <a:r>
              <a:rPr lang="zh-CN" altLang="en-US" sz="2000" b="1"/>
              <a:t>的电通量</a:t>
            </a:r>
            <a:r>
              <a:rPr lang="zh-CN" altLang="en-US" sz="2000" b="1" smtClean="0">
                <a:solidFill>
                  <a:srgbClr val="FF0000"/>
                </a:solidFill>
              </a:rPr>
              <a:t>有</a:t>
            </a:r>
            <a:r>
              <a:rPr lang="zh-CN" altLang="en-US" sz="2000" b="1" smtClean="0"/>
              <a:t>变化</a:t>
            </a:r>
            <a:endParaRPr lang="zh-CN" altLang="en-US" sz="2000" b="1"/>
          </a:p>
        </p:txBody>
      </p:sp>
      <p:sp>
        <p:nvSpPr>
          <p:cNvPr id="73" name="矩形 72" hidden="1"/>
          <p:cNvSpPr/>
          <p:nvPr>
            <p:custDataLst>
              <p:tags r:id="rId8"/>
            </p:custDataLst>
          </p:nvPr>
        </p:nvSpPr>
        <p:spPr>
          <a:xfrm>
            <a:off x="9525000" y="0"/>
            <a:ext cx="2880360" cy="51435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8" name="文本框 77" hidden="1"/>
          <p:cNvSpPr txBox="1"/>
          <p:nvPr>
            <p:custDataLst>
              <p:tags r:id="rId9"/>
            </p:custDataLst>
          </p:nvPr>
        </p:nvSpPr>
        <p:spPr>
          <a:xfrm>
            <a:off x="9613900" y="4612332"/>
            <a:ext cx="270256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9" name="文本框 78" hidden="1"/>
          <p:cNvSpPr txBox="1"/>
          <p:nvPr>
            <p:custDataLst>
              <p:tags r:id="rId10"/>
            </p:custDataLst>
          </p:nvPr>
        </p:nvSpPr>
        <p:spPr>
          <a:xfrm>
            <a:off x="9779000" y="1270000"/>
            <a:ext cx="237236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7" name="组合 76" hidden="1"/>
          <p:cNvGrpSpPr/>
          <p:nvPr>
            <p:custDataLst>
              <p:tags r:id="rId11"/>
            </p:custDataLst>
          </p:nvPr>
        </p:nvGrpSpPr>
        <p:grpSpPr>
          <a:xfrm>
            <a:off x="9537700" y="0"/>
            <a:ext cx="2854960" cy="647700"/>
            <a:chOff x="9537700" y="0"/>
            <a:chExt cx="2854960" cy="647700"/>
          </a:xfrm>
        </p:grpSpPr>
        <p:sp>
          <p:nvSpPr>
            <p:cNvPr id="74" name="RemarkBack" hidden="1"/>
            <p:cNvSpPr/>
            <p:nvPr>
              <p:custDataLst>
                <p:tags r:id="rId18"/>
              </p:custDataLst>
            </p:nvPr>
          </p:nvSpPr>
          <p:spPr>
            <a:xfrm>
              <a:off x="9537700" y="12700"/>
              <a:ext cx="285496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RemarkBlock" hidden="1"/>
            <p:cNvSpPr/>
            <p:nvPr>
              <p:custDataLst>
                <p:tags r:id="rId19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RemarkTitleText" hidden="1"/>
            <p:cNvSpPr txBox="1"/>
            <p:nvPr>
              <p:custDataLst>
                <p:tags r:id="rId20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72" name="组合 71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1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2519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utoRev="1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035 -3.7037E-7 L -0.00035 0.00023 C -0.00035 0.00694 -0.00053 0.01435 -0.00053 0.02107 C -0.00053 0.04815 -0.00053 0.07477 -0.00035 0.10139 C -0.00035 0.10232 -0.00018 0.10301 -0.00018 0.10417 C 4.44444E-6 0.10486 0.00017 0.10694 0.00069 0.10787 C 0.00069 0.11227 0.00104 0.11644 0.00104 0.12107 C 0.00104 0.12176 0.00138 0.12269 0.00156 0.12338 C 0.00156 0.12454 0.00156 0.125 0.00191 0.12662 C 0.00208 0.12824 0.0026 0.1287 0.00295 0.12986 C 0.00329 0.13148 0.00329 0.13241 0.00329 0.13357 C 0.00416 0.13449 0.00416 0.13519 0.00434 0.13681 C 0.00451 0.13773 0.00451 0.13889 0.00468 0.14051 L 0.00694 0.14699 L 0.00694 0.14861 C 0.00711 0.14954 0.00746 0.15023 0.00746 0.15069 C 0.00763 0.15185 0.00763 0.15324 0.00781 0.15394 C 0.00902 0.15857 0.00798 0.15324 0.0092 0.16111 C 0.00989 0.16273 0.00989 0.16482 0.00989 0.16667 C 0.01024 0.16736 0.01041 0.16898 0.01041 0.17037 L 0.01145 0.17199 C 0.01163 0.17245 0.01163 0.17361 0.0118 0.17523 C 0.01215 0.17523 0.0125 0.17616 0.0125 0.17685 C 0.01302 0.17847 0.01302 0.17894 0.01319 0.17986 L 0.01441 0.18357 C 0.01475 0.18426 0.01475 0.18611 0.01493 0.18704 C 0.0151 0.18796 0.0151 0.18866 0.0151 0.18912 C 0.01527 0.19028 0.01527 0.19074 0.01545 0.19236 C 0.01614 0.19329 0.01614 0.19398 0.01632 0.1956 C 0.01649 0.19699 0.01684 0.19769 0.01701 0.19931 C 0.0177 0.20185 0.01753 0.20185 0.01857 0.20394 C 0.01909 0.20486 0.01961 0.20556 0.01961 0.20671 C 0.01961 0.20741 0.01961 0.20833 0.01996 0.20903 C 0.02066 0.21042 0.02083 0.21042 0.021 0.21111 C 0.02291 0.21574 0.02118 0.21273 0.02257 0.21574 C 0.02291 0.21736 0.02343 0.21782 0.02361 0.21898 C 0.02378 0.21991 0.02378 0.2206 0.02413 0.22199 C 0.02413 0.22222 0.02482 0.22269 0.02517 0.22361 C 0.02743 0.23079 0.02447 0.22523 0.02708 0.22986 C 0.02847 0.23773 0.02656 0.22755 0.02847 0.23495 C 0.02864 0.23565 0.02864 0.23704 0.02882 0.23773 C 0.02934 0.23866 0.02968 0.23935 0.0302 0.23935 C 0.0302 0.24028 0.0302 0.24074 0.0302 0.2419 C 0.03055 0.24236 0.03125 0.24306 0.03142 0.24444 C 0.03159 0.24444 0.03159 0.2456 0.03177 0.24653 C 0.03229 0.24722 0.03281 0.24722 0.0335 0.24792 C 0.0335 0.24907 0.0335 0.24931 0.03402 0.25046 C 0.03454 0.25278 0.03489 0.25208 0.03611 0.2544 C 0.03715 0.25532 0.0375 0.25625 0.03767 0.25648 C 0.03854 0.25787 0.03888 0.25995 0.03975 0.26065 C 0.04062 0.26227 0.04288 0.2662 0.04427 0.26852 " pathEditMode="relative" rAng="0" ptsTypes="AAAAAAAAAAAAAAAAAAAAAAAAAAAAAAAAAAAAAAAAAAAAAAAAAAA">
                                      <p:cBhvr>
                                        <p:cTn id="6" dur="1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1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6" name="Text Box 6"/>
          <p:cNvSpPr txBox="1">
            <a:spLocks noChangeArrowheads="1"/>
          </p:cNvSpPr>
          <p:nvPr/>
        </p:nvSpPr>
        <p:spPr bwMode="auto">
          <a:xfrm>
            <a:off x="2348819" y="519979"/>
            <a:ext cx="6013642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在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点电荷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+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q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和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-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q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的静电场中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，做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如下的三个闭合面</a:t>
            </a:r>
            <a:r>
              <a:rPr lang="en-US" altLang="zh-CN" sz="2100" b="1" i="1" dirty="0" smtClean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S</a:t>
            </a:r>
            <a:r>
              <a:rPr lang="en-US" altLang="zh-CN" sz="2100" b="1" baseline="-25000" dirty="0" smtClean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1</a:t>
            </a:r>
            <a:r>
              <a:rPr lang="zh-CN" altLang="en-US" sz="2100" b="1" i="1" dirty="0" smtClean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100" b="1" i="1" dirty="0" smtClean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S</a:t>
            </a:r>
            <a:r>
              <a:rPr lang="en-US" altLang="zh-CN" sz="2100" b="1" baseline="-25000" dirty="0" smtClean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2</a:t>
            </a:r>
            <a:r>
              <a:rPr lang="zh-CN" altLang="en-US" sz="21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 、</a:t>
            </a:r>
            <a:r>
              <a:rPr lang="en-US" altLang="zh-CN" sz="2100" b="1" i="1" dirty="0" smtClean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 S</a:t>
            </a:r>
            <a:r>
              <a:rPr lang="en-US" altLang="zh-CN" sz="2100" b="1" baseline="-25000" dirty="0" smtClean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3</a:t>
            </a:r>
            <a:r>
              <a:rPr lang="en-US" altLang="zh-CN" sz="2100" b="1" i="1" dirty="0" smtClean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 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，求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通过各闭合面的</a:t>
            </a:r>
            <a:r>
              <a:rPr lang="zh-CN" altLang="en-US" sz="2100" b="1" dirty="0">
                <a:solidFill>
                  <a:srgbClr val="FF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电通量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.</a:t>
            </a:r>
          </a:p>
        </p:txBody>
      </p:sp>
      <p:graphicFrame>
        <p:nvGraphicFramePr>
          <p:cNvPr id="92323" name="Object 1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674079"/>
              </p:ext>
            </p:extLst>
          </p:nvPr>
        </p:nvGraphicFramePr>
        <p:xfrm>
          <a:off x="1108580" y="3698028"/>
          <a:ext cx="2236932" cy="8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692" name="Equation" r:id="rId3" imgW="1168200" imgH="457200" progId="Equation.DSMT4">
                  <p:embed/>
                </p:oleObj>
              </mc:Choice>
              <mc:Fallback>
                <p:oleObj name="Equation" r:id="rId3" imgW="1168200" imgH="457200" progId="Equation.DSMT4">
                  <p:embed/>
                  <p:pic>
                    <p:nvPicPr>
                      <p:cNvPr id="0" name="Object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580" y="3698028"/>
                        <a:ext cx="2236932" cy="8763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68512"/>
              </p:ext>
            </p:extLst>
          </p:nvPr>
        </p:nvGraphicFramePr>
        <p:xfrm>
          <a:off x="4361147" y="3883882"/>
          <a:ext cx="1066160" cy="504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693" name="Equation" r:id="rId5" imgW="482400" imgH="228600" progId="Equation.DSMT4">
                  <p:embed/>
                </p:oleObj>
              </mc:Choice>
              <mc:Fallback>
                <p:oleObj name="Equation" r:id="rId5" imgW="482400" imgH="228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1147" y="3883882"/>
                        <a:ext cx="1066160" cy="50462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203202"/>
              </p:ext>
            </p:extLst>
          </p:nvPr>
        </p:nvGraphicFramePr>
        <p:xfrm>
          <a:off x="6852393" y="3705828"/>
          <a:ext cx="1318172" cy="86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694" name="Equation" r:id="rId7" imgW="660240" imgH="431640" progId="Equation.DSMT4">
                  <p:embed/>
                </p:oleObj>
              </mc:Choice>
              <mc:Fallback>
                <p:oleObj name="Equation" r:id="rId7" imgW="660240" imgH="431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2393" y="3705828"/>
                        <a:ext cx="1318172" cy="8607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3099623" y="1840607"/>
            <a:ext cx="3179411" cy="1795138"/>
            <a:chOff x="5041397" y="4041503"/>
            <a:chExt cx="3349435" cy="1891136"/>
          </a:xfrm>
        </p:grpSpPr>
        <p:sp>
          <p:nvSpPr>
            <p:cNvPr id="13" name="椭圆 12"/>
            <p:cNvSpPr/>
            <p:nvPr/>
          </p:nvSpPr>
          <p:spPr>
            <a:xfrm>
              <a:off x="5622363" y="4697520"/>
              <a:ext cx="144000" cy="144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6" name="椭圆 15"/>
            <p:cNvSpPr/>
            <p:nvPr/>
          </p:nvSpPr>
          <p:spPr>
            <a:xfrm>
              <a:off x="7667732" y="4697520"/>
              <a:ext cx="144000" cy="14400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5188434"/>
                </p:ext>
              </p:extLst>
            </p:nvPr>
          </p:nvGraphicFramePr>
          <p:xfrm>
            <a:off x="5349372" y="4205296"/>
            <a:ext cx="739775" cy="511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695" name="Equation" r:id="rId9" imgW="215640" imgH="177480" progId="Equation.DSMT4">
                    <p:embed/>
                  </p:oleObj>
                </mc:Choice>
                <mc:Fallback>
                  <p:oleObj name="Equation" r:id="rId9" imgW="215640" imgH="177480" progId="Equation.DSMT4">
                    <p:embed/>
                    <p:pic>
                      <p:nvPicPr>
                        <p:cNvPr id="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9372" y="4205296"/>
                          <a:ext cx="739775" cy="511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9089889"/>
                </p:ext>
              </p:extLst>
            </p:nvPr>
          </p:nvGraphicFramePr>
          <p:xfrm>
            <a:off x="7418058" y="4246822"/>
            <a:ext cx="739775" cy="474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696" name="Equation" r:id="rId11" imgW="215640" imgH="164880" progId="Equation.DSMT4">
                    <p:embed/>
                  </p:oleObj>
                </mc:Choice>
                <mc:Fallback>
                  <p:oleObj name="Equation" r:id="rId11" imgW="2156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18058" y="4246822"/>
                          <a:ext cx="739775" cy="474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椭圆 3"/>
            <p:cNvSpPr/>
            <p:nvPr/>
          </p:nvSpPr>
          <p:spPr>
            <a:xfrm>
              <a:off x="6084349" y="4046496"/>
              <a:ext cx="1279706" cy="1314875"/>
            </a:xfrm>
            <a:custGeom>
              <a:avLst/>
              <a:gdLst>
                <a:gd name="connsiteX0" fmla="*/ 0 w 1607558"/>
                <a:gd name="connsiteY0" fmla="*/ 803779 h 1607557"/>
                <a:gd name="connsiteX1" fmla="*/ 803779 w 1607558"/>
                <a:gd name="connsiteY1" fmla="*/ 0 h 1607557"/>
                <a:gd name="connsiteX2" fmla="*/ 1607558 w 1607558"/>
                <a:gd name="connsiteY2" fmla="*/ 803779 h 1607557"/>
                <a:gd name="connsiteX3" fmla="*/ 803779 w 1607558"/>
                <a:gd name="connsiteY3" fmla="*/ 1607558 h 1607557"/>
                <a:gd name="connsiteX4" fmla="*/ 0 w 1607558"/>
                <a:gd name="connsiteY4" fmla="*/ 803779 h 1607557"/>
                <a:gd name="connsiteX0" fmla="*/ 0 w 1607558"/>
                <a:gd name="connsiteY0" fmla="*/ 822190 h 1625969"/>
                <a:gd name="connsiteX1" fmla="*/ 803779 w 1607558"/>
                <a:gd name="connsiteY1" fmla="*/ 18411 h 1625969"/>
                <a:gd name="connsiteX2" fmla="*/ 1607558 w 1607558"/>
                <a:gd name="connsiteY2" fmla="*/ 822190 h 1625969"/>
                <a:gd name="connsiteX3" fmla="*/ 803779 w 1607558"/>
                <a:gd name="connsiteY3" fmla="*/ 1625969 h 1625969"/>
                <a:gd name="connsiteX4" fmla="*/ 0 w 1607558"/>
                <a:gd name="connsiteY4" fmla="*/ 822190 h 1625969"/>
                <a:gd name="connsiteX0" fmla="*/ 0 w 1607558"/>
                <a:gd name="connsiteY0" fmla="*/ 822190 h 1662395"/>
                <a:gd name="connsiteX1" fmla="*/ 803779 w 1607558"/>
                <a:gd name="connsiteY1" fmla="*/ 18411 h 1662395"/>
                <a:gd name="connsiteX2" fmla="*/ 1607558 w 1607558"/>
                <a:gd name="connsiteY2" fmla="*/ 822190 h 1662395"/>
                <a:gd name="connsiteX3" fmla="*/ 803779 w 1607558"/>
                <a:gd name="connsiteY3" fmla="*/ 1625969 h 1662395"/>
                <a:gd name="connsiteX4" fmla="*/ 0 w 1607558"/>
                <a:gd name="connsiteY4" fmla="*/ 822190 h 1662395"/>
                <a:gd name="connsiteX0" fmla="*/ 0 w 1619661"/>
                <a:gd name="connsiteY0" fmla="*/ 823968 h 1664173"/>
                <a:gd name="connsiteX1" fmla="*/ 803779 w 1619661"/>
                <a:gd name="connsiteY1" fmla="*/ 20189 h 1664173"/>
                <a:gd name="connsiteX2" fmla="*/ 1607558 w 1619661"/>
                <a:gd name="connsiteY2" fmla="*/ 823968 h 1664173"/>
                <a:gd name="connsiteX3" fmla="*/ 803779 w 1619661"/>
                <a:gd name="connsiteY3" fmla="*/ 1627747 h 1664173"/>
                <a:gd name="connsiteX4" fmla="*/ 0 w 1619661"/>
                <a:gd name="connsiteY4" fmla="*/ 823968 h 166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661" h="1664173">
                  <a:moveTo>
                    <a:pt x="0" y="823968"/>
                  </a:moveTo>
                  <a:cubicBezTo>
                    <a:pt x="0" y="380053"/>
                    <a:pt x="350720" y="139061"/>
                    <a:pt x="803779" y="20189"/>
                  </a:cubicBezTo>
                  <a:cubicBezTo>
                    <a:pt x="1256838" y="-98683"/>
                    <a:pt x="1698998" y="325189"/>
                    <a:pt x="1607558" y="823968"/>
                  </a:cubicBezTo>
                  <a:cubicBezTo>
                    <a:pt x="1607558" y="1267883"/>
                    <a:pt x="1211118" y="1810627"/>
                    <a:pt x="803779" y="1627747"/>
                  </a:cubicBezTo>
                  <a:cubicBezTo>
                    <a:pt x="396440" y="1444867"/>
                    <a:pt x="0" y="1267883"/>
                    <a:pt x="0" y="823968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8" name="椭圆 17"/>
            <p:cNvSpPr/>
            <p:nvPr/>
          </p:nvSpPr>
          <p:spPr>
            <a:xfrm>
              <a:off x="5041397" y="4131318"/>
              <a:ext cx="1239069" cy="1206048"/>
            </a:xfrm>
            <a:custGeom>
              <a:avLst/>
              <a:gdLst>
                <a:gd name="connsiteX0" fmla="*/ 0 w 1607557"/>
                <a:gd name="connsiteY0" fmla="*/ 803779 h 1607557"/>
                <a:gd name="connsiteX1" fmla="*/ 803779 w 1607557"/>
                <a:gd name="connsiteY1" fmla="*/ 0 h 1607557"/>
                <a:gd name="connsiteX2" fmla="*/ 1607558 w 1607557"/>
                <a:gd name="connsiteY2" fmla="*/ 803779 h 1607557"/>
                <a:gd name="connsiteX3" fmla="*/ 803779 w 1607557"/>
                <a:gd name="connsiteY3" fmla="*/ 1607558 h 1607557"/>
                <a:gd name="connsiteX4" fmla="*/ 0 w 1607557"/>
                <a:gd name="connsiteY4" fmla="*/ 803779 h 1607557"/>
                <a:gd name="connsiteX0" fmla="*/ 4 w 1607562"/>
                <a:gd name="connsiteY0" fmla="*/ 703195 h 1506974"/>
                <a:gd name="connsiteX1" fmla="*/ 794639 w 1607562"/>
                <a:gd name="connsiteY1" fmla="*/ 0 h 1506974"/>
                <a:gd name="connsiteX2" fmla="*/ 1607562 w 1607562"/>
                <a:gd name="connsiteY2" fmla="*/ 703195 h 1506974"/>
                <a:gd name="connsiteX3" fmla="*/ 803783 w 1607562"/>
                <a:gd name="connsiteY3" fmla="*/ 1506974 h 1506974"/>
                <a:gd name="connsiteX4" fmla="*/ 4 w 1607562"/>
                <a:gd name="connsiteY4" fmla="*/ 703195 h 1506974"/>
                <a:gd name="connsiteX0" fmla="*/ 22650 w 1630208"/>
                <a:gd name="connsiteY0" fmla="*/ 718996 h 1522775"/>
                <a:gd name="connsiteX1" fmla="*/ 273308 w 1630208"/>
                <a:gd name="connsiteY1" fmla="*/ 268468 h 1522775"/>
                <a:gd name="connsiteX2" fmla="*/ 817285 w 1630208"/>
                <a:gd name="connsiteY2" fmla="*/ 15801 h 1522775"/>
                <a:gd name="connsiteX3" fmla="*/ 1630208 w 1630208"/>
                <a:gd name="connsiteY3" fmla="*/ 718996 h 1522775"/>
                <a:gd name="connsiteX4" fmla="*/ 826429 w 1630208"/>
                <a:gd name="connsiteY4" fmla="*/ 1522775 h 1522775"/>
                <a:gd name="connsiteX5" fmla="*/ 22650 w 1630208"/>
                <a:gd name="connsiteY5" fmla="*/ 718996 h 1522775"/>
                <a:gd name="connsiteX0" fmla="*/ 22650 w 1643603"/>
                <a:gd name="connsiteY0" fmla="*/ 718996 h 1567187"/>
                <a:gd name="connsiteX1" fmla="*/ 273308 w 1643603"/>
                <a:gd name="connsiteY1" fmla="*/ 268468 h 1567187"/>
                <a:gd name="connsiteX2" fmla="*/ 817285 w 1643603"/>
                <a:gd name="connsiteY2" fmla="*/ 15801 h 1567187"/>
                <a:gd name="connsiteX3" fmla="*/ 1630208 w 1643603"/>
                <a:gd name="connsiteY3" fmla="*/ 718996 h 1567187"/>
                <a:gd name="connsiteX4" fmla="*/ 1288292 w 1643603"/>
                <a:gd name="connsiteY4" fmla="*/ 1384037 h 1567187"/>
                <a:gd name="connsiteX5" fmla="*/ 826429 w 1643603"/>
                <a:gd name="connsiteY5" fmla="*/ 1522775 h 1567187"/>
                <a:gd name="connsiteX6" fmla="*/ 22650 w 1643603"/>
                <a:gd name="connsiteY6" fmla="*/ 718996 h 1567187"/>
                <a:gd name="connsiteX0" fmla="*/ 22650 w 1643603"/>
                <a:gd name="connsiteY0" fmla="*/ 718996 h 1528818"/>
                <a:gd name="connsiteX1" fmla="*/ 273308 w 1643603"/>
                <a:gd name="connsiteY1" fmla="*/ 268468 h 1528818"/>
                <a:gd name="connsiteX2" fmla="*/ 817285 w 1643603"/>
                <a:gd name="connsiteY2" fmla="*/ 15801 h 1528818"/>
                <a:gd name="connsiteX3" fmla="*/ 1630208 w 1643603"/>
                <a:gd name="connsiteY3" fmla="*/ 718996 h 1528818"/>
                <a:gd name="connsiteX4" fmla="*/ 1288292 w 1643603"/>
                <a:gd name="connsiteY4" fmla="*/ 1384037 h 1528818"/>
                <a:gd name="connsiteX5" fmla="*/ 826429 w 1643603"/>
                <a:gd name="connsiteY5" fmla="*/ 1522775 h 1528818"/>
                <a:gd name="connsiteX6" fmla="*/ 282451 w 1643603"/>
                <a:gd name="connsiteY6" fmla="*/ 1265165 h 1528818"/>
                <a:gd name="connsiteX7" fmla="*/ 22650 w 1643603"/>
                <a:gd name="connsiteY7" fmla="*/ 718996 h 1528818"/>
                <a:gd name="connsiteX0" fmla="*/ 22650 w 1643603"/>
                <a:gd name="connsiteY0" fmla="*/ 718996 h 1528818"/>
                <a:gd name="connsiteX1" fmla="*/ 273308 w 1643603"/>
                <a:gd name="connsiteY1" fmla="*/ 268468 h 1528818"/>
                <a:gd name="connsiteX2" fmla="*/ 817285 w 1643603"/>
                <a:gd name="connsiteY2" fmla="*/ 15801 h 1528818"/>
                <a:gd name="connsiteX3" fmla="*/ 1630208 w 1643603"/>
                <a:gd name="connsiteY3" fmla="*/ 718996 h 1528818"/>
                <a:gd name="connsiteX4" fmla="*/ 1288292 w 1643603"/>
                <a:gd name="connsiteY4" fmla="*/ 1384037 h 1528818"/>
                <a:gd name="connsiteX5" fmla="*/ 826429 w 1643603"/>
                <a:gd name="connsiteY5" fmla="*/ 1522775 h 1528818"/>
                <a:gd name="connsiteX6" fmla="*/ 282451 w 1643603"/>
                <a:gd name="connsiteY6" fmla="*/ 1265165 h 1528818"/>
                <a:gd name="connsiteX7" fmla="*/ 22650 w 1643603"/>
                <a:gd name="connsiteY7" fmla="*/ 718996 h 1528818"/>
                <a:gd name="connsiteX0" fmla="*/ 22650 w 1643603"/>
                <a:gd name="connsiteY0" fmla="*/ 718996 h 1528818"/>
                <a:gd name="connsiteX1" fmla="*/ 273308 w 1643603"/>
                <a:gd name="connsiteY1" fmla="*/ 268468 h 1528818"/>
                <a:gd name="connsiteX2" fmla="*/ 817285 w 1643603"/>
                <a:gd name="connsiteY2" fmla="*/ 15801 h 1528818"/>
                <a:gd name="connsiteX3" fmla="*/ 1630208 w 1643603"/>
                <a:gd name="connsiteY3" fmla="*/ 718996 h 1528818"/>
                <a:gd name="connsiteX4" fmla="*/ 1288292 w 1643603"/>
                <a:gd name="connsiteY4" fmla="*/ 1384037 h 1528818"/>
                <a:gd name="connsiteX5" fmla="*/ 826429 w 1643603"/>
                <a:gd name="connsiteY5" fmla="*/ 1522775 h 1528818"/>
                <a:gd name="connsiteX6" fmla="*/ 282451 w 1643603"/>
                <a:gd name="connsiteY6" fmla="*/ 1265165 h 1528818"/>
                <a:gd name="connsiteX7" fmla="*/ 22650 w 1643603"/>
                <a:gd name="connsiteY7" fmla="*/ 718996 h 1528818"/>
                <a:gd name="connsiteX0" fmla="*/ 22650 w 1630226"/>
                <a:gd name="connsiteY0" fmla="*/ 718996 h 1528818"/>
                <a:gd name="connsiteX1" fmla="*/ 273308 w 1630226"/>
                <a:gd name="connsiteY1" fmla="*/ 268468 h 1528818"/>
                <a:gd name="connsiteX2" fmla="*/ 817285 w 1630226"/>
                <a:gd name="connsiteY2" fmla="*/ 15801 h 1528818"/>
                <a:gd name="connsiteX3" fmla="*/ 1630208 w 1630226"/>
                <a:gd name="connsiteY3" fmla="*/ 718996 h 1528818"/>
                <a:gd name="connsiteX4" fmla="*/ 1288292 w 1630226"/>
                <a:gd name="connsiteY4" fmla="*/ 1384037 h 1528818"/>
                <a:gd name="connsiteX5" fmla="*/ 826429 w 1630226"/>
                <a:gd name="connsiteY5" fmla="*/ 1522775 h 1528818"/>
                <a:gd name="connsiteX6" fmla="*/ 282451 w 1630226"/>
                <a:gd name="connsiteY6" fmla="*/ 1265165 h 1528818"/>
                <a:gd name="connsiteX7" fmla="*/ 22650 w 1630226"/>
                <a:gd name="connsiteY7" fmla="*/ 718996 h 1528818"/>
                <a:gd name="connsiteX0" fmla="*/ 22650 w 1566220"/>
                <a:gd name="connsiteY0" fmla="*/ 716615 h 1526437"/>
                <a:gd name="connsiteX1" fmla="*/ 273308 w 1566220"/>
                <a:gd name="connsiteY1" fmla="*/ 266087 h 1526437"/>
                <a:gd name="connsiteX2" fmla="*/ 817285 w 1566220"/>
                <a:gd name="connsiteY2" fmla="*/ 13420 h 1526437"/>
                <a:gd name="connsiteX3" fmla="*/ 1566200 w 1566220"/>
                <a:gd name="connsiteY3" fmla="*/ 670895 h 1526437"/>
                <a:gd name="connsiteX4" fmla="*/ 1288292 w 1566220"/>
                <a:gd name="connsiteY4" fmla="*/ 1381656 h 1526437"/>
                <a:gd name="connsiteX5" fmla="*/ 826429 w 1566220"/>
                <a:gd name="connsiteY5" fmla="*/ 1520394 h 1526437"/>
                <a:gd name="connsiteX6" fmla="*/ 282451 w 1566220"/>
                <a:gd name="connsiteY6" fmla="*/ 1262784 h 1526437"/>
                <a:gd name="connsiteX7" fmla="*/ 22650 w 1566220"/>
                <a:gd name="connsiteY7" fmla="*/ 716615 h 1526437"/>
                <a:gd name="connsiteX0" fmla="*/ 22650 w 1568226"/>
                <a:gd name="connsiteY0" fmla="*/ 716615 h 1526437"/>
                <a:gd name="connsiteX1" fmla="*/ 273308 w 1568226"/>
                <a:gd name="connsiteY1" fmla="*/ 266087 h 1526437"/>
                <a:gd name="connsiteX2" fmla="*/ 817285 w 1568226"/>
                <a:gd name="connsiteY2" fmla="*/ 13420 h 1526437"/>
                <a:gd name="connsiteX3" fmla="*/ 1566200 w 1568226"/>
                <a:gd name="connsiteY3" fmla="*/ 670895 h 1526437"/>
                <a:gd name="connsiteX4" fmla="*/ 1288292 w 1568226"/>
                <a:gd name="connsiteY4" fmla="*/ 1381656 h 1526437"/>
                <a:gd name="connsiteX5" fmla="*/ 826429 w 1568226"/>
                <a:gd name="connsiteY5" fmla="*/ 1520394 h 1526437"/>
                <a:gd name="connsiteX6" fmla="*/ 282451 w 1568226"/>
                <a:gd name="connsiteY6" fmla="*/ 1262784 h 1526437"/>
                <a:gd name="connsiteX7" fmla="*/ 22650 w 1568226"/>
                <a:gd name="connsiteY7" fmla="*/ 716615 h 1526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68226" h="1526437">
                  <a:moveTo>
                    <a:pt x="22650" y="716615"/>
                  </a:moveTo>
                  <a:cubicBezTo>
                    <a:pt x="-69537" y="507564"/>
                    <a:pt x="140869" y="383286"/>
                    <a:pt x="273308" y="266087"/>
                  </a:cubicBezTo>
                  <a:cubicBezTo>
                    <a:pt x="405747" y="148888"/>
                    <a:pt x="601803" y="-54048"/>
                    <a:pt x="817285" y="13420"/>
                  </a:cubicBezTo>
                  <a:cubicBezTo>
                    <a:pt x="1032767" y="80888"/>
                    <a:pt x="1606571" y="58807"/>
                    <a:pt x="1566200" y="670895"/>
                  </a:cubicBezTo>
                  <a:cubicBezTo>
                    <a:pt x="1525829" y="1282983"/>
                    <a:pt x="1422255" y="1247693"/>
                    <a:pt x="1288292" y="1381656"/>
                  </a:cubicBezTo>
                  <a:cubicBezTo>
                    <a:pt x="1154329" y="1515619"/>
                    <a:pt x="994069" y="1540206"/>
                    <a:pt x="826429" y="1520394"/>
                  </a:cubicBezTo>
                  <a:cubicBezTo>
                    <a:pt x="658789" y="1500582"/>
                    <a:pt x="416414" y="1396747"/>
                    <a:pt x="282451" y="1262784"/>
                  </a:cubicBezTo>
                  <a:cubicBezTo>
                    <a:pt x="148488" y="1128821"/>
                    <a:pt x="24174" y="882731"/>
                    <a:pt x="22650" y="716615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9" name="椭圆 18"/>
            <p:cNvSpPr/>
            <p:nvPr/>
          </p:nvSpPr>
          <p:spPr>
            <a:xfrm>
              <a:off x="7102069" y="4041503"/>
              <a:ext cx="1288763" cy="1292801"/>
            </a:xfrm>
            <a:custGeom>
              <a:avLst/>
              <a:gdLst>
                <a:gd name="connsiteX0" fmla="*/ 0 w 1607558"/>
                <a:gd name="connsiteY0" fmla="*/ 803779 h 1607557"/>
                <a:gd name="connsiteX1" fmla="*/ 803779 w 1607558"/>
                <a:gd name="connsiteY1" fmla="*/ 0 h 1607557"/>
                <a:gd name="connsiteX2" fmla="*/ 1607558 w 1607558"/>
                <a:gd name="connsiteY2" fmla="*/ 803779 h 1607557"/>
                <a:gd name="connsiteX3" fmla="*/ 803779 w 1607558"/>
                <a:gd name="connsiteY3" fmla="*/ 1607558 h 1607557"/>
                <a:gd name="connsiteX4" fmla="*/ 0 w 1607558"/>
                <a:gd name="connsiteY4" fmla="*/ 803779 h 1607557"/>
                <a:gd name="connsiteX0" fmla="*/ 0 w 1627843"/>
                <a:gd name="connsiteY0" fmla="*/ 830289 h 1634068"/>
                <a:gd name="connsiteX1" fmla="*/ 803779 w 1627843"/>
                <a:gd name="connsiteY1" fmla="*/ 26510 h 1634068"/>
                <a:gd name="connsiteX2" fmla="*/ 1337825 w 1627843"/>
                <a:gd name="connsiteY2" fmla="*/ 251747 h 1634068"/>
                <a:gd name="connsiteX3" fmla="*/ 1607558 w 1627843"/>
                <a:gd name="connsiteY3" fmla="*/ 830289 h 1634068"/>
                <a:gd name="connsiteX4" fmla="*/ 803779 w 1627843"/>
                <a:gd name="connsiteY4" fmla="*/ 1634068 h 1634068"/>
                <a:gd name="connsiteX5" fmla="*/ 0 w 1627843"/>
                <a:gd name="connsiteY5" fmla="*/ 830289 h 1634068"/>
                <a:gd name="connsiteX0" fmla="*/ 64605 w 1692448"/>
                <a:gd name="connsiteY0" fmla="*/ 830289 h 1634068"/>
                <a:gd name="connsiteX1" fmla="*/ 140557 w 1692448"/>
                <a:gd name="connsiteY1" fmla="*/ 526067 h 1634068"/>
                <a:gd name="connsiteX2" fmla="*/ 868384 w 1692448"/>
                <a:gd name="connsiteY2" fmla="*/ 26510 h 1634068"/>
                <a:gd name="connsiteX3" fmla="*/ 1402430 w 1692448"/>
                <a:gd name="connsiteY3" fmla="*/ 251747 h 1634068"/>
                <a:gd name="connsiteX4" fmla="*/ 1672163 w 1692448"/>
                <a:gd name="connsiteY4" fmla="*/ 830289 h 1634068"/>
                <a:gd name="connsiteX5" fmla="*/ 868384 w 1692448"/>
                <a:gd name="connsiteY5" fmla="*/ 1634068 h 1634068"/>
                <a:gd name="connsiteX6" fmla="*/ 64605 w 1692448"/>
                <a:gd name="connsiteY6" fmla="*/ 830289 h 1634068"/>
                <a:gd name="connsiteX0" fmla="*/ 74049 w 1674460"/>
                <a:gd name="connsiteY0" fmla="*/ 1049745 h 1638733"/>
                <a:gd name="connsiteX1" fmla="*/ 122569 w 1674460"/>
                <a:gd name="connsiteY1" fmla="*/ 526067 h 1638733"/>
                <a:gd name="connsiteX2" fmla="*/ 850396 w 1674460"/>
                <a:gd name="connsiteY2" fmla="*/ 26510 h 1638733"/>
                <a:gd name="connsiteX3" fmla="*/ 1384442 w 1674460"/>
                <a:gd name="connsiteY3" fmla="*/ 251747 h 1638733"/>
                <a:gd name="connsiteX4" fmla="*/ 1654175 w 1674460"/>
                <a:gd name="connsiteY4" fmla="*/ 830289 h 1638733"/>
                <a:gd name="connsiteX5" fmla="*/ 850396 w 1674460"/>
                <a:gd name="connsiteY5" fmla="*/ 1634068 h 1638733"/>
                <a:gd name="connsiteX6" fmla="*/ 74049 w 1674460"/>
                <a:gd name="connsiteY6" fmla="*/ 1049745 h 1638733"/>
                <a:gd name="connsiteX0" fmla="*/ 30712 w 1631123"/>
                <a:gd name="connsiteY0" fmla="*/ 1049745 h 1636234"/>
                <a:gd name="connsiteX1" fmla="*/ 79232 w 1631123"/>
                <a:gd name="connsiteY1" fmla="*/ 526067 h 1636234"/>
                <a:gd name="connsiteX2" fmla="*/ 807059 w 1631123"/>
                <a:gd name="connsiteY2" fmla="*/ 26510 h 1636234"/>
                <a:gd name="connsiteX3" fmla="*/ 1341105 w 1631123"/>
                <a:gd name="connsiteY3" fmla="*/ 251747 h 1636234"/>
                <a:gd name="connsiteX4" fmla="*/ 1610838 w 1631123"/>
                <a:gd name="connsiteY4" fmla="*/ 830289 h 1636234"/>
                <a:gd name="connsiteX5" fmla="*/ 807059 w 1631123"/>
                <a:gd name="connsiteY5" fmla="*/ 1634068 h 1636234"/>
                <a:gd name="connsiteX6" fmla="*/ 30712 w 1631123"/>
                <a:gd name="connsiteY6" fmla="*/ 1049745 h 163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1123" h="1636234">
                  <a:moveTo>
                    <a:pt x="30712" y="1049745"/>
                  </a:moveTo>
                  <a:cubicBezTo>
                    <a:pt x="19135" y="865078"/>
                    <a:pt x="-54731" y="660030"/>
                    <a:pt x="79232" y="526067"/>
                  </a:cubicBezTo>
                  <a:cubicBezTo>
                    <a:pt x="213195" y="392104"/>
                    <a:pt x="596747" y="72230"/>
                    <a:pt x="807059" y="26510"/>
                  </a:cubicBezTo>
                  <a:cubicBezTo>
                    <a:pt x="1030030" y="-69914"/>
                    <a:pt x="1207142" y="117784"/>
                    <a:pt x="1341105" y="251747"/>
                  </a:cubicBezTo>
                  <a:cubicBezTo>
                    <a:pt x="1475068" y="385710"/>
                    <a:pt x="1699846" y="599902"/>
                    <a:pt x="1610838" y="830289"/>
                  </a:cubicBezTo>
                  <a:cubicBezTo>
                    <a:pt x="1521830" y="1060676"/>
                    <a:pt x="1070413" y="1597492"/>
                    <a:pt x="807059" y="1634068"/>
                  </a:cubicBezTo>
                  <a:cubicBezTo>
                    <a:pt x="543705" y="1670644"/>
                    <a:pt x="42289" y="1234412"/>
                    <a:pt x="30712" y="1049745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812704"/>
                </p:ext>
              </p:extLst>
            </p:nvPr>
          </p:nvGraphicFramePr>
          <p:xfrm>
            <a:off x="5436780" y="5382121"/>
            <a:ext cx="474722" cy="550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697" name="Equation" r:id="rId13" imgW="164880" imgH="228600" progId="Equation.DSMT4">
                    <p:embed/>
                  </p:oleObj>
                </mc:Choice>
                <mc:Fallback>
                  <p:oleObj name="Equation" r:id="rId13" imgW="164880" imgH="228600" progId="Equation.DSMT4">
                    <p:embed/>
                    <p:pic>
                      <p:nvPicPr>
                        <p:cNvPr id="0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6780" y="5382121"/>
                          <a:ext cx="474722" cy="5505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5384321"/>
                </p:ext>
              </p:extLst>
            </p:nvPr>
          </p:nvGraphicFramePr>
          <p:xfrm>
            <a:off x="6528138" y="5370757"/>
            <a:ext cx="511955" cy="550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698" name="Equation" r:id="rId15" imgW="177480" imgH="228600" progId="Equation.DSMT4">
                    <p:embed/>
                  </p:oleObj>
                </mc:Choice>
                <mc:Fallback>
                  <p:oleObj name="Equation" r:id="rId15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8138" y="5370757"/>
                          <a:ext cx="511955" cy="550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6048124"/>
                </p:ext>
              </p:extLst>
            </p:nvPr>
          </p:nvGraphicFramePr>
          <p:xfrm>
            <a:off x="7513882" y="5357388"/>
            <a:ext cx="510624" cy="550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699" name="Equation" r:id="rId17" imgW="177480" imgH="228600" progId="Equation.DSMT4">
                    <p:embed/>
                  </p:oleObj>
                </mc:Choice>
                <mc:Fallback>
                  <p:oleObj name="Equation" r:id="rId17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3882" y="5357388"/>
                          <a:ext cx="510624" cy="550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AutoShape 2"/>
          <p:cNvSpPr>
            <a:spLocks noChangeArrowheads="1"/>
          </p:cNvSpPr>
          <p:nvPr/>
        </p:nvSpPr>
        <p:spPr bwMode="auto">
          <a:xfrm flipH="1">
            <a:off x="604050" y="554805"/>
            <a:ext cx="1485900" cy="742950"/>
          </a:xfrm>
          <a:prstGeom prst="star24">
            <a:avLst>
              <a:gd name="adj" fmla="val 37500"/>
            </a:avLst>
          </a:prstGeom>
          <a:noFill/>
          <a:ln w="38100">
            <a:solidFill>
              <a:srgbClr val="7030A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讨论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 Box 2"/>
          <p:cNvSpPr txBox="1">
            <a:spLocks noChangeArrowheads="1"/>
          </p:cNvSpPr>
          <p:nvPr/>
        </p:nvSpPr>
        <p:spPr bwMode="auto">
          <a:xfrm>
            <a:off x="2461993" y="466062"/>
            <a:ext cx="3024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 b="1">
                <a:latin typeface="宋体"/>
                <a:ea typeface="宋体"/>
                <a:cs typeface="Times New Roman" pitchFamily="18" charset="0"/>
              </a:rPr>
              <a:t>下列说法</a:t>
            </a:r>
            <a:r>
              <a:rPr lang="zh-CN" altLang="en-US" sz="2400" b="1">
                <a:solidFill>
                  <a:srgbClr val="FF0000"/>
                </a:solidFill>
                <a:latin typeface="宋体"/>
                <a:ea typeface="宋体"/>
                <a:cs typeface="Times New Roman" pitchFamily="18" charset="0"/>
              </a:rPr>
              <a:t>正确</a:t>
            </a:r>
            <a:r>
              <a:rPr lang="zh-CN" altLang="en-US" sz="2400" b="1">
                <a:latin typeface="宋体"/>
                <a:ea typeface="宋体"/>
                <a:cs typeface="Times New Roman" pitchFamily="18" charset="0"/>
              </a:rPr>
              <a:t>的是：</a:t>
            </a:r>
            <a:endParaRPr lang="zh-CN" altLang="en-US" sz="2400" b="1" dirty="0">
              <a:latin typeface="宋体"/>
              <a:ea typeface="宋体"/>
              <a:cs typeface="Times New Roman" pitchFamily="18" charset="0"/>
            </a:endParaRPr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2565050" y="1364913"/>
            <a:ext cx="4714916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A.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如果闭合曲面内的总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电量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0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/>
            </a:r>
            <a:b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</a:b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那么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曲面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上各点的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场强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52232" name="TextBox 7"/>
          <p:cNvSpPr txBox="1">
            <a:spLocks noChangeArrowheads="1"/>
          </p:cNvSpPr>
          <p:nvPr/>
        </p:nvSpPr>
        <p:spPr bwMode="auto">
          <a:xfrm>
            <a:off x="4355306" y="4805287"/>
            <a:ext cx="1566863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8765958" y="4906153"/>
            <a:ext cx="378042" cy="249492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 algn="r"/>
            <a:fld id="{1B09170B-2902-4EF6-9F42-13BF296D86B3}" type="slidenum">
              <a:rPr lang="en-US" altLang="zh-CN" sz="1050">
                <a:solidFill>
                  <a:srgbClr val="000000"/>
                </a:solidFill>
              </a:rPr>
              <a:pPr algn="r"/>
              <a:t>30</a:t>
            </a:fld>
            <a:endParaRPr lang="en-US" altLang="zh-CN" sz="1050" dirty="0">
              <a:solidFill>
                <a:srgbClr val="000000"/>
              </a:solidFill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2565050" y="2452766"/>
            <a:ext cx="4263629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B.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闭合曲面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上的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电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通量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/>
            </a:r>
            <a:b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</a:b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仅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与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内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电荷有关系；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2565049" y="3610053"/>
            <a:ext cx="4263629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C.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闭合曲面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上的电场强度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/>
            </a:r>
            <a:b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</a:b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与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曲面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内、外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所有电荷有关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11" name="AutoShape 2"/>
          <p:cNvSpPr>
            <a:spLocks noChangeArrowheads="1"/>
          </p:cNvSpPr>
          <p:nvPr/>
        </p:nvSpPr>
        <p:spPr bwMode="auto">
          <a:xfrm flipH="1">
            <a:off x="757733" y="405458"/>
            <a:ext cx="1485900" cy="742950"/>
          </a:xfrm>
          <a:prstGeom prst="star24">
            <a:avLst>
              <a:gd name="adj" fmla="val 37500"/>
            </a:avLst>
          </a:prstGeom>
          <a:noFill/>
          <a:ln w="38100">
            <a:solidFill>
              <a:srgbClr val="7030A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100" b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讨论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Text Box 2"/>
          <p:cNvSpPr txBox="1">
            <a:spLocks noChangeArrowheads="1"/>
          </p:cNvSpPr>
          <p:nvPr/>
        </p:nvSpPr>
        <p:spPr bwMode="auto">
          <a:xfrm>
            <a:off x="1600200" y="157933"/>
            <a:ext cx="6275439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kumimoji="1" lang="zh-CN" altLang="en-US" sz="2700" b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四、应用高斯定理求解电场强度举例</a:t>
            </a:r>
            <a:endParaRPr kumimoji="1" lang="zh-CN" altLang="en-US" sz="2700" b="1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854" name="Text Box 6"/>
          <p:cNvSpPr txBox="1">
            <a:spLocks noChangeArrowheads="1"/>
          </p:cNvSpPr>
          <p:nvPr/>
        </p:nvSpPr>
        <p:spPr bwMode="auto">
          <a:xfrm>
            <a:off x="1653660" y="1752402"/>
            <a:ext cx="615560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defRPr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对称性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分析；</a:t>
            </a:r>
          </a:p>
          <a:p>
            <a:pPr defTabSz="685800">
              <a:lnSpc>
                <a:spcPct val="150000"/>
              </a:lnSpc>
              <a:defRPr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根据对称性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“设计”“</a:t>
            </a:r>
            <a:r>
              <a:rPr kumimoji="1" lang="zh-CN" altLang="en-US" sz="24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合适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高斯面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314" name="Object 8"/>
          <p:cNvGraphicFramePr>
            <a:graphicFrameLocks noChangeAspect="1"/>
          </p:cNvGraphicFramePr>
          <p:nvPr>
            <p:extLst/>
          </p:nvPr>
        </p:nvGraphicFramePr>
        <p:xfrm>
          <a:off x="2817379" y="749339"/>
          <a:ext cx="3523937" cy="949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9" name="Equation" r:id="rId3" imgW="1473200" imgH="457200" progId="Equation.3">
                  <p:embed/>
                </p:oleObj>
              </mc:Choice>
              <mc:Fallback>
                <p:oleObj name="Equation" r:id="rId3" imgW="1473200" imgH="457200" progId="Equation.3">
                  <p:embed/>
                  <p:pic>
                    <p:nvPicPr>
                      <p:cNvPr id="1331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379" y="749339"/>
                        <a:ext cx="3523937" cy="949774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8E6E8"/>
                          </a:gs>
                          <a:gs pos="50000">
                            <a:srgbClr val="FFFFFF"/>
                          </a:gs>
                          <a:gs pos="100000">
                            <a:srgbClr val="C8E6E8"/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1896782" y="2318878"/>
            <a:ext cx="5400352" cy="1987812"/>
            <a:chOff x="1339338" y="3091837"/>
            <a:chExt cx="7200469" cy="2650416"/>
          </a:xfrm>
        </p:grpSpPr>
        <p:sp>
          <p:nvSpPr>
            <p:cNvPr id="20" name="任意多边形 19"/>
            <p:cNvSpPr/>
            <p:nvPr/>
          </p:nvSpPr>
          <p:spPr>
            <a:xfrm>
              <a:off x="1339338" y="3091837"/>
              <a:ext cx="7200469" cy="2649144"/>
            </a:xfrm>
            <a:custGeom>
              <a:avLst/>
              <a:gdLst>
                <a:gd name="connsiteX0" fmla="*/ 4008321 w 7200469"/>
                <a:gd name="connsiteY0" fmla="*/ 0 h 2447201"/>
                <a:gd name="connsiteX1" fmla="*/ 5302348 w 7200469"/>
                <a:gd name="connsiteY1" fmla="*/ 0 h 2447201"/>
                <a:gd name="connsiteX2" fmla="*/ 5490981 w 7200469"/>
                <a:gd name="connsiteY2" fmla="*/ 754531 h 2447201"/>
                <a:gd name="connsiteX3" fmla="*/ 6918352 w 7200469"/>
                <a:gd name="connsiteY3" fmla="*/ 754531 h 2447201"/>
                <a:gd name="connsiteX4" fmla="*/ 7200469 w 7200469"/>
                <a:gd name="connsiteY4" fmla="*/ 1036648 h 2447201"/>
                <a:gd name="connsiteX5" fmla="*/ 7200469 w 7200469"/>
                <a:gd name="connsiteY5" fmla="*/ 2165084 h 2447201"/>
                <a:gd name="connsiteX6" fmla="*/ 6918352 w 7200469"/>
                <a:gd name="connsiteY6" fmla="*/ 2447201 h 2447201"/>
                <a:gd name="connsiteX7" fmla="*/ 282117 w 7200469"/>
                <a:gd name="connsiteY7" fmla="*/ 2447201 h 2447201"/>
                <a:gd name="connsiteX8" fmla="*/ 0 w 7200469"/>
                <a:gd name="connsiteY8" fmla="*/ 2165084 h 2447201"/>
                <a:gd name="connsiteX9" fmla="*/ 0 w 7200469"/>
                <a:gd name="connsiteY9" fmla="*/ 1036648 h 2447201"/>
                <a:gd name="connsiteX10" fmla="*/ 282117 w 7200469"/>
                <a:gd name="connsiteY10" fmla="*/ 754531 h 2447201"/>
                <a:gd name="connsiteX11" fmla="*/ 3819688 w 7200469"/>
                <a:gd name="connsiteY11" fmla="*/ 754531 h 244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00469" h="2447201">
                  <a:moveTo>
                    <a:pt x="4008321" y="0"/>
                  </a:moveTo>
                  <a:lnTo>
                    <a:pt x="5302348" y="0"/>
                  </a:lnTo>
                  <a:lnTo>
                    <a:pt x="5490981" y="754531"/>
                  </a:lnTo>
                  <a:lnTo>
                    <a:pt x="6918352" y="754531"/>
                  </a:lnTo>
                  <a:cubicBezTo>
                    <a:pt x="7074161" y="754531"/>
                    <a:pt x="7200469" y="880839"/>
                    <a:pt x="7200469" y="1036648"/>
                  </a:cubicBezTo>
                  <a:lnTo>
                    <a:pt x="7200469" y="2165084"/>
                  </a:lnTo>
                  <a:cubicBezTo>
                    <a:pt x="7200469" y="2320893"/>
                    <a:pt x="7074161" y="2447201"/>
                    <a:pt x="6918352" y="2447201"/>
                  </a:cubicBezTo>
                  <a:lnTo>
                    <a:pt x="282117" y="2447201"/>
                  </a:lnTo>
                  <a:cubicBezTo>
                    <a:pt x="126308" y="2447201"/>
                    <a:pt x="0" y="2320893"/>
                    <a:pt x="0" y="2165084"/>
                  </a:cubicBezTo>
                  <a:lnTo>
                    <a:pt x="0" y="1036648"/>
                  </a:lnTo>
                  <a:cubicBezTo>
                    <a:pt x="0" y="880839"/>
                    <a:pt x="126308" y="754531"/>
                    <a:pt x="282117" y="754531"/>
                  </a:cubicBezTo>
                  <a:lnTo>
                    <a:pt x="3819688" y="754531"/>
                  </a:lnTo>
                  <a:close/>
                </a:path>
              </a:pathLst>
            </a:cu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lnSpc>
                  <a:spcPct val="120000"/>
                </a:lnSpc>
                <a:defRPr/>
              </a:pPr>
              <a:endParaRPr lang="zh-CN" altLang="en-US" sz="1350">
                <a:solidFill>
                  <a:srgbClr val="FFFF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388498" y="3846349"/>
              <a:ext cx="7151309" cy="1895904"/>
              <a:chOff x="1388498" y="3846349"/>
              <a:chExt cx="7151309" cy="1895904"/>
            </a:xfrm>
          </p:grpSpPr>
          <p:sp>
            <p:nvSpPr>
              <p:cNvPr id="8" name="Text Box 6"/>
              <p:cNvSpPr txBox="1">
                <a:spLocks noChangeArrowheads="1"/>
              </p:cNvSpPr>
              <p:nvPr/>
            </p:nvSpPr>
            <p:spPr bwMode="auto">
              <a:xfrm>
                <a:off x="1388498" y="3846349"/>
                <a:ext cx="7151309" cy="1895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defTabSz="685800">
                  <a:lnSpc>
                    <a:spcPct val="12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1" lang="zh-CN" altLang="en-US" sz="2400" b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找“等价点”</a:t>
                </a:r>
                <a:r>
                  <a:rPr kumimoji="1" lang="en-US" altLang="zh-CN" sz="2400" b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400" b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由等价点组成高斯面或高斯面的一部分</a:t>
                </a:r>
                <a:r>
                  <a:rPr kumimoji="1" lang="en-US" altLang="zh-CN" sz="2400" b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342900" indent="-342900" defTabSz="685800">
                  <a:lnSpc>
                    <a:spcPct val="12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1" lang="zh-CN" altLang="en-US" sz="2400" b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其余部分保持              垂直</a:t>
                </a:r>
                <a:r>
                  <a:rPr kumimoji="1" lang="en-US" altLang="zh-CN" sz="2400" b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  <p:graphicFrame>
            <p:nvGraphicFramePr>
              <p:cNvPr id="7" name="Object 8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309601" y="5082474"/>
              <a:ext cx="1616177" cy="6015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230" name="Equation" r:id="rId5" imgW="533160" imgH="228600" progId="Equation.DSMT4">
                      <p:embed/>
                    </p:oleObj>
                  </mc:Choice>
                  <mc:Fallback>
                    <p:oleObj name="Equation" r:id="rId5" imgW="533160" imgH="228600" progId="Equation.DSMT4">
                      <p:embed/>
                      <p:pic>
                        <p:nvPicPr>
                          <p:cNvPr id="7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9601" y="5082474"/>
                            <a:ext cx="1616177" cy="601524"/>
                          </a:xfrm>
                          <a:prstGeom prst="rect">
                            <a:avLst/>
                          </a:prstGeom>
                          <a:noFill/>
                          <a:ln w="12700">
                            <a:noFill/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6" name="组合 15"/>
          <p:cNvGrpSpPr/>
          <p:nvPr/>
        </p:nvGrpSpPr>
        <p:grpSpPr>
          <a:xfrm>
            <a:off x="1653660" y="4266562"/>
            <a:ext cx="6155608" cy="646331"/>
            <a:chOff x="680880" y="5688747"/>
            <a:chExt cx="8207477" cy="861774"/>
          </a:xfrm>
        </p:grpSpPr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680880" y="5688747"/>
              <a:ext cx="8207477" cy="8617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buFontTx/>
                <a:buBlip>
                  <a:blip r:embed="rId7"/>
                </a:buBlip>
                <a:defRPr kumimoji="1" sz="3200" b="1">
                  <a:latin typeface="宋体" pitchFamily="2" charset="-122"/>
                </a:defRPr>
              </a:lvl1pPr>
            </a:lstStyle>
            <a:p>
              <a:pPr defTabSz="685800">
                <a:buNone/>
                <a:defRPr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</a:t>
              </a: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根据高斯定理</a:t>
              </a:r>
              <a:r>
                <a: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列</a:t>
              </a: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方程，</a:t>
              </a:r>
              <a:r>
                <a:rPr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解</a:t>
              </a: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出    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23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6021758" y="5869653"/>
            <a:ext cx="614362" cy="600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31" name="Equation" r:id="rId8" imgW="203040" imgH="228600" progId="Equation.DSMT4">
                    <p:embed/>
                  </p:oleObj>
                </mc:Choice>
                <mc:Fallback>
                  <p:oleObj name="Equation" r:id="rId8" imgW="203040" imgH="228600" progId="Equation.DSMT4">
                    <p:embed/>
                    <p:pic>
                      <p:nvPicPr>
                        <p:cNvPr id="2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21758" y="5869653"/>
                          <a:ext cx="614362" cy="600075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8174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" name="Oval 4"/>
          <p:cNvSpPr>
            <a:spLocks noChangeArrowheads="1"/>
          </p:cNvSpPr>
          <p:nvPr/>
        </p:nvSpPr>
        <p:spPr bwMode="auto">
          <a:xfrm>
            <a:off x="5511393" y="1575904"/>
            <a:ext cx="1079897" cy="1079897"/>
          </a:xfrm>
          <a:prstGeom prst="ellipse">
            <a:avLst/>
          </a:prstGeom>
          <a:gradFill rotWithShape="1">
            <a:gsLst>
              <a:gs pos="0">
                <a:srgbClr val="B2B2B2">
                  <a:alpha val="39998"/>
                </a:srgbClr>
              </a:gs>
              <a:gs pos="100000">
                <a:srgbClr val="525252">
                  <a:alpha val="70000"/>
                </a:srgbClr>
              </a:gs>
            </a:gsLst>
            <a:path path="shape">
              <a:fillToRect l="50000" t="50000" r="50000" b="50000"/>
            </a:path>
          </a:gradFill>
          <a:ln w="635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41989" name="Line 5"/>
          <p:cNvSpPr>
            <a:spLocks noChangeShapeType="1"/>
          </p:cNvSpPr>
          <p:nvPr/>
        </p:nvSpPr>
        <p:spPr bwMode="auto">
          <a:xfrm flipV="1">
            <a:off x="6051937" y="1644960"/>
            <a:ext cx="358378" cy="47029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8214" name="Text Box 6"/>
          <p:cNvSpPr txBox="1">
            <a:spLocks noChangeArrowheads="1"/>
          </p:cNvSpPr>
          <p:nvPr/>
        </p:nvSpPr>
        <p:spPr bwMode="auto">
          <a:xfrm>
            <a:off x="5673318" y="1880704"/>
            <a:ext cx="31290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sz="1500" b="1" i="1">
                <a:solidFill>
                  <a:srgbClr val="000000"/>
                </a:solidFill>
                <a:latin typeface="Times New Roman" pitchFamily="18" charset="0"/>
              </a:rPr>
              <a:t>R</a:t>
            </a:r>
          </a:p>
        </p:txBody>
      </p:sp>
      <p:sp>
        <p:nvSpPr>
          <p:cNvPr id="8215" name="Text Box 7"/>
          <p:cNvSpPr txBox="1">
            <a:spLocks noChangeArrowheads="1"/>
          </p:cNvSpPr>
          <p:nvPr/>
        </p:nvSpPr>
        <p:spPr bwMode="auto">
          <a:xfrm>
            <a:off x="586832" y="848982"/>
            <a:ext cx="72648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解：</a:t>
            </a:r>
          </a:p>
        </p:txBody>
      </p:sp>
      <p:graphicFrame>
        <p:nvGraphicFramePr>
          <p:cNvPr id="419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146184"/>
              </p:ext>
            </p:extLst>
          </p:nvPr>
        </p:nvGraphicFramePr>
        <p:xfrm>
          <a:off x="688428" y="3194942"/>
          <a:ext cx="23923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67" name="Equation" r:id="rId4" imgW="1562040" imgH="304560" progId="Equation.DSMT4">
                  <p:embed/>
                </p:oleObj>
              </mc:Choice>
              <mc:Fallback>
                <p:oleObj name="Equation" r:id="rId4" imgW="1562040" imgH="304560" progId="Equation.DSMT4">
                  <p:embed/>
                  <p:pic>
                    <p:nvPicPr>
                      <p:cNvPr id="419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428" y="3194942"/>
                        <a:ext cx="23923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172922"/>
              </p:ext>
            </p:extLst>
          </p:nvPr>
        </p:nvGraphicFramePr>
        <p:xfrm>
          <a:off x="4170601" y="3236031"/>
          <a:ext cx="927311" cy="354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68" name="Equation" r:id="rId6" imgW="596880" imgH="228600" progId="Equation.DSMT4">
                  <p:embed/>
                </p:oleObj>
              </mc:Choice>
              <mc:Fallback>
                <p:oleObj name="Equation" r:id="rId6" imgW="596880" imgH="228600" progId="Equation.DSMT4">
                  <p:embed/>
                  <p:pic>
                    <p:nvPicPr>
                      <p:cNvPr id="419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0601" y="3236031"/>
                        <a:ext cx="927311" cy="354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7" name="Text Box 15"/>
          <p:cNvSpPr txBox="1">
            <a:spLocks noChangeArrowheads="1"/>
          </p:cNvSpPr>
          <p:nvPr/>
        </p:nvSpPr>
        <p:spPr bwMode="auto">
          <a:xfrm>
            <a:off x="5971340" y="1348623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218" name="Text Box 16"/>
          <p:cNvSpPr txBox="1">
            <a:spLocks noChangeArrowheads="1"/>
          </p:cNvSpPr>
          <p:nvPr/>
        </p:nvSpPr>
        <p:spPr bwMode="auto">
          <a:xfrm>
            <a:off x="5443802" y="1611898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219" name="Text Box 17"/>
          <p:cNvSpPr txBox="1">
            <a:spLocks noChangeArrowheads="1"/>
          </p:cNvSpPr>
          <p:nvPr/>
        </p:nvSpPr>
        <p:spPr bwMode="auto">
          <a:xfrm>
            <a:off x="5452869" y="2266924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42002" name="Text Box 18"/>
          <p:cNvSpPr txBox="1">
            <a:spLocks noChangeArrowheads="1"/>
          </p:cNvSpPr>
          <p:nvPr/>
        </p:nvSpPr>
        <p:spPr bwMode="auto">
          <a:xfrm>
            <a:off x="6395819" y="1607534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42003" name="Text Box 19"/>
          <p:cNvSpPr txBox="1">
            <a:spLocks noChangeArrowheads="1"/>
          </p:cNvSpPr>
          <p:nvPr/>
        </p:nvSpPr>
        <p:spPr bwMode="auto">
          <a:xfrm>
            <a:off x="6393829" y="2275717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222" name="Text Box 20"/>
          <p:cNvSpPr txBox="1">
            <a:spLocks noChangeArrowheads="1"/>
          </p:cNvSpPr>
          <p:nvPr/>
        </p:nvSpPr>
        <p:spPr bwMode="auto">
          <a:xfrm>
            <a:off x="5967768" y="250999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03306" y="270485"/>
            <a:ext cx="8242404" cy="446358"/>
            <a:chOff x="641726" y="247433"/>
            <a:chExt cx="8242404" cy="446358"/>
          </a:xfrm>
        </p:grpSpPr>
        <p:sp>
          <p:nvSpPr>
            <p:cNvPr id="8210" name="Rectangle 2"/>
            <p:cNvSpPr>
              <a:spLocks noChangeArrowheads="1"/>
            </p:cNvSpPr>
            <p:nvPr/>
          </p:nvSpPr>
          <p:spPr bwMode="auto">
            <a:xfrm>
              <a:off x="1122336" y="274854"/>
              <a:ext cx="4139803" cy="3928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9056" tIns="34529" rIns="69056" bIns="34529">
              <a:spAutoFit/>
            </a:bodyPr>
            <a:lstStyle/>
            <a:p>
              <a:pPr defTabSz="571500" eaLnBrk="0" hangingPunct="0">
                <a:spcBef>
                  <a:spcPct val="50000"/>
                </a:spcBef>
                <a:defRPr/>
              </a:pP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均匀带电</a:t>
              </a:r>
              <a:r>
                <a:rPr kumimoji="1" lang="zh-CN" altLang="en-US" sz="21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球面</a:t>
              </a: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，电量</a:t>
              </a:r>
              <a:r>
                <a:rPr kumimoji="1" lang="en-US" altLang="zh-CN" sz="21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Q</a:t>
              </a: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，半径</a:t>
              </a:r>
              <a:r>
                <a:rPr kumimoji="1" lang="en-US" altLang="zh-CN" sz="2100" b="1" i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R.</a:t>
              </a:r>
              <a:endParaRPr kumimoji="1"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endParaRPr>
            </a:p>
          </p:txBody>
        </p:sp>
        <p:sp>
          <p:nvSpPr>
            <p:cNvPr id="8223" name="Rectangle 21"/>
            <p:cNvSpPr>
              <a:spLocks noChangeArrowheads="1"/>
            </p:cNvSpPr>
            <p:nvPr/>
          </p:nvSpPr>
          <p:spPr bwMode="auto">
            <a:xfrm>
              <a:off x="641726" y="247433"/>
              <a:ext cx="759619" cy="415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>
                <a:defRPr/>
              </a:pPr>
              <a:r>
                <a:rPr kumimoji="1" lang="zh-CN" altLang="en-US" sz="21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kumimoji="1" lang="en-US" altLang="zh-CN" sz="21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883505" y="260814"/>
              <a:ext cx="4000625" cy="432977"/>
              <a:chOff x="641725" y="689041"/>
              <a:chExt cx="4000625" cy="432977"/>
            </a:xfrm>
          </p:grpSpPr>
          <p:sp>
            <p:nvSpPr>
              <p:cNvPr id="8211" name="Text Box 3"/>
              <p:cNvSpPr txBox="1">
                <a:spLocks noChangeArrowheads="1"/>
              </p:cNvSpPr>
              <p:nvPr/>
            </p:nvSpPr>
            <p:spPr bwMode="auto">
              <a:xfrm>
                <a:off x="1131959" y="706520"/>
                <a:ext cx="3510391" cy="41549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defTabSz="571500" eaLnBrk="0" hangingPunct="0">
                  <a:spcBef>
                    <a:spcPct val="50000"/>
                  </a:spcBef>
                  <a:defRPr/>
                </a:pPr>
                <a:r>
                  <a:rPr kumimoji="1" lang="zh-CN" altLang="en-US" sz="21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球面</a:t>
                </a:r>
                <a:r>
                  <a:rPr kumimoji="1" lang="zh-CN" altLang="en-US" sz="2100" b="1" dirty="0">
                    <a:solidFill>
                      <a:srgbClr val="C00000"/>
                    </a:solidFill>
                    <a:latin typeface="宋体"/>
                    <a:ea typeface="宋体"/>
                  </a:rPr>
                  <a:t>内、外</a:t>
                </a:r>
                <a:r>
                  <a:rPr kumimoji="1" lang="zh-CN" altLang="en-US" sz="2100" b="1" dirty="0">
                    <a:solidFill>
                      <a:srgbClr val="000000"/>
                    </a:solidFill>
                    <a:latin typeface="宋体"/>
                    <a:ea typeface="宋体"/>
                  </a:rPr>
                  <a:t>电场强度分布。</a:t>
                </a:r>
              </a:p>
            </p:txBody>
          </p:sp>
          <p:sp>
            <p:nvSpPr>
              <p:cNvPr id="8224" name="Rectangle 22"/>
              <p:cNvSpPr>
                <a:spLocks noChangeArrowheads="1"/>
              </p:cNvSpPr>
              <p:nvPr/>
            </p:nvSpPr>
            <p:spPr bwMode="auto">
              <a:xfrm>
                <a:off x="641725" y="689041"/>
                <a:ext cx="799124" cy="4154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 defTabSz="685800">
                  <a:defRPr/>
                </a:pPr>
                <a:r>
                  <a:rPr kumimoji="1" lang="zh-CN" altLang="en-US" sz="2100" b="1" dirty="0">
                    <a:solidFill>
                      <a:srgbClr val="C00000"/>
                    </a:solidFill>
                    <a:latin typeface="Times New Roman" pitchFamily="18" charset="0"/>
                  </a:rPr>
                  <a:t>求：</a:t>
                </a:r>
              </a:p>
            </p:txBody>
          </p:sp>
        </p:grpSp>
      </p:grpSp>
      <p:sp>
        <p:nvSpPr>
          <p:cNvPr id="8231" name="Oval 39"/>
          <p:cNvSpPr>
            <a:spLocks noChangeArrowheads="1"/>
          </p:cNvSpPr>
          <p:nvPr/>
        </p:nvSpPr>
        <p:spPr bwMode="auto">
          <a:xfrm>
            <a:off x="6047305" y="2086266"/>
            <a:ext cx="27000" cy="270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42024" name="Line 40"/>
          <p:cNvSpPr>
            <a:spLocks noChangeShapeType="1"/>
          </p:cNvSpPr>
          <p:nvPr/>
        </p:nvSpPr>
        <p:spPr bwMode="auto">
          <a:xfrm>
            <a:off x="6861562" y="2115257"/>
            <a:ext cx="540544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</p:spPr>
        <p:txBody>
          <a:bodyPr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8233" name="Text Box 41"/>
          <p:cNvSpPr txBox="1">
            <a:spLocks noChangeArrowheads="1"/>
          </p:cNvSpPr>
          <p:nvPr/>
        </p:nvSpPr>
        <p:spPr bwMode="auto">
          <a:xfrm>
            <a:off x="5860107" y="2123591"/>
            <a:ext cx="32412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685800">
              <a:defRPr/>
            </a:pPr>
            <a:r>
              <a:rPr kumimoji="1" lang="en-US" altLang="zh-CN" sz="1500" b="1" i="1">
                <a:solidFill>
                  <a:srgbClr val="000000"/>
                </a:solidFill>
                <a:latin typeface="Times New Roman" pitchFamily="18" charset="0"/>
              </a:rPr>
              <a:t>O</a:t>
            </a:r>
          </a:p>
        </p:txBody>
      </p:sp>
      <p:sp>
        <p:nvSpPr>
          <p:cNvPr id="42026" name="Line 42"/>
          <p:cNvSpPr>
            <a:spLocks noChangeShapeType="1"/>
          </p:cNvSpPr>
          <p:nvPr/>
        </p:nvSpPr>
        <p:spPr bwMode="auto">
          <a:xfrm>
            <a:off x="6537711" y="1840223"/>
            <a:ext cx="594122" cy="545306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42027" name="Line 43"/>
          <p:cNvSpPr>
            <a:spLocks noChangeShapeType="1"/>
          </p:cNvSpPr>
          <p:nvPr/>
        </p:nvSpPr>
        <p:spPr bwMode="auto">
          <a:xfrm flipH="1">
            <a:off x="6537711" y="1844985"/>
            <a:ext cx="594122" cy="545306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 type="triangle" w="med" len="lg"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42028" name="Line 44"/>
          <p:cNvSpPr>
            <a:spLocks noChangeShapeType="1"/>
          </p:cNvSpPr>
          <p:nvPr/>
        </p:nvSpPr>
        <p:spPr bwMode="auto">
          <a:xfrm>
            <a:off x="7133025" y="1864035"/>
            <a:ext cx="269081" cy="24646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42029" name="Line 45"/>
          <p:cNvSpPr>
            <a:spLocks noChangeShapeType="1"/>
          </p:cNvSpPr>
          <p:nvPr/>
        </p:nvSpPr>
        <p:spPr bwMode="auto">
          <a:xfrm flipH="1">
            <a:off x="7131833" y="2120382"/>
            <a:ext cx="269081" cy="258288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med" len="lg"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8262" name="Text Box 47"/>
          <p:cNvSpPr txBox="1">
            <a:spLocks noChangeArrowheads="1"/>
          </p:cNvSpPr>
          <p:nvPr/>
        </p:nvSpPr>
        <p:spPr bwMode="auto">
          <a:xfrm>
            <a:off x="6817599" y="1689287"/>
            <a:ext cx="3257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i="1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</a:p>
        </p:txBody>
      </p:sp>
      <p:graphicFrame>
        <p:nvGraphicFramePr>
          <p:cNvPr id="42034" name="Object 5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1907177"/>
              </p:ext>
            </p:extLst>
          </p:nvPr>
        </p:nvGraphicFramePr>
        <p:xfrm>
          <a:off x="660011" y="1441018"/>
          <a:ext cx="233363" cy="316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69" name="公式" r:id="rId8" imgW="279360" imgH="368280" progId="Equation.3">
                  <p:embed/>
                </p:oleObj>
              </mc:Choice>
              <mc:Fallback>
                <p:oleObj name="公式" r:id="rId8" imgW="279360" imgH="368280" progId="Equation.3">
                  <p:embed/>
                  <p:pic>
                    <p:nvPicPr>
                      <p:cNvPr id="42034" name="Object 5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11" y="1441018"/>
                        <a:ext cx="233363" cy="316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35" name="Text Box 51"/>
          <p:cNvSpPr txBox="1">
            <a:spLocks noChangeArrowheads="1"/>
          </p:cNvSpPr>
          <p:nvPr/>
        </p:nvSpPr>
        <p:spPr bwMode="auto">
          <a:xfrm>
            <a:off x="848768" y="1379125"/>
            <a:ext cx="2256234" cy="496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>
              <a:lnSpc>
                <a:spcPct val="125000"/>
              </a:lnSpc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宋体"/>
                <a:ea typeface="宋体"/>
              </a:rPr>
              <a:t>沿球面法线方向。</a:t>
            </a:r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5223719" y="1313371"/>
            <a:ext cx="1619250" cy="1620441"/>
            <a:chOff x="2925" y="247"/>
            <a:chExt cx="1360" cy="1361"/>
          </a:xfrm>
          <a:solidFill>
            <a:schemeClr val="accent1">
              <a:alpha val="9000"/>
            </a:schemeClr>
          </a:solidFill>
        </p:grpSpPr>
        <p:sp>
          <p:nvSpPr>
            <p:cNvPr id="42037" name="Oval 53"/>
            <p:cNvSpPr>
              <a:spLocks noChangeArrowheads="1"/>
            </p:cNvSpPr>
            <p:nvPr/>
          </p:nvSpPr>
          <p:spPr bwMode="auto">
            <a:xfrm>
              <a:off x="2930" y="253"/>
              <a:ext cx="1349" cy="1349"/>
            </a:xfrm>
            <a:prstGeom prst="ellipse">
              <a:avLst/>
            </a:prstGeom>
            <a:grpFill/>
            <a:ln w="190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53" name="Oval 54"/>
            <p:cNvSpPr>
              <a:spLocks noChangeArrowheads="1"/>
            </p:cNvSpPr>
            <p:nvPr/>
          </p:nvSpPr>
          <p:spPr bwMode="auto">
            <a:xfrm>
              <a:off x="3176" y="247"/>
              <a:ext cx="857" cy="1361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54" name="Oval 55"/>
            <p:cNvSpPr>
              <a:spLocks noChangeArrowheads="1"/>
            </p:cNvSpPr>
            <p:nvPr/>
          </p:nvSpPr>
          <p:spPr bwMode="auto">
            <a:xfrm>
              <a:off x="3336" y="247"/>
              <a:ext cx="538" cy="1361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55" name="Oval 56"/>
            <p:cNvSpPr>
              <a:spLocks noChangeArrowheads="1"/>
            </p:cNvSpPr>
            <p:nvPr/>
          </p:nvSpPr>
          <p:spPr bwMode="auto">
            <a:xfrm>
              <a:off x="2948" y="420"/>
              <a:ext cx="1315" cy="1015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56" name="Oval 57"/>
            <p:cNvSpPr>
              <a:spLocks noChangeArrowheads="1"/>
            </p:cNvSpPr>
            <p:nvPr/>
          </p:nvSpPr>
          <p:spPr bwMode="auto">
            <a:xfrm>
              <a:off x="2948" y="575"/>
              <a:ext cx="1315" cy="706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57" name="Oval 58"/>
            <p:cNvSpPr>
              <a:spLocks noChangeArrowheads="1"/>
            </p:cNvSpPr>
            <p:nvPr/>
          </p:nvSpPr>
          <p:spPr bwMode="auto">
            <a:xfrm>
              <a:off x="2948" y="723"/>
              <a:ext cx="1315" cy="409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58" name="Oval 59"/>
            <p:cNvSpPr>
              <a:spLocks noChangeArrowheads="1"/>
            </p:cNvSpPr>
            <p:nvPr/>
          </p:nvSpPr>
          <p:spPr bwMode="auto">
            <a:xfrm>
              <a:off x="2925" y="859"/>
              <a:ext cx="1360" cy="137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59" name="Oval 60"/>
            <p:cNvSpPr>
              <a:spLocks noChangeArrowheads="1"/>
            </p:cNvSpPr>
            <p:nvPr/>
          </p:nvSpPr>
          <p:spPr bwMode="auto">
            <a:xfrm>
              <a:off x="3506" y="247"/>
              <a:ext cx="198" cy="1361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60" name="Oval 61"/>
            <p:cNvSpPr>
              <a:spLocks noChangeArrowheads="1"/>
            </p:cNvSpPr>
            <p:nvPr/>
          </p:nvSpPr>
          <p:spPr bwMode="auto">
            <a:xfrm>
              <a:off x="3061" y="255"/>
              <a:ext cx="1088" cy="1344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61" name="Oval 62"/>
            <p:cNvSpPr>
              <a:spLocks noChangeArrowheads="1"/>
            </p:cNvSpPr>
            <p:nvPr/>
          </p:nvSpPr>
          <p:spPr bwMode="auto">
            <a:xfrm>
              <a:off x="2931" y="253"/>
              <a:ext cx="1349" cy="1349"/>
            </a:xfrm>
            <a:prstGeom prst="ellipse">
              <a:avLst/>
            </a:prstGeom>
            <a:grp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sp>
        <p:nvSpPr>
          <p:cNvPr id="42047" name="Freeform 63"/>
          <p:cNvSpPr>
            <a:spLocks/>
          </p:cNvSpPr>
          <p:nvPr/>
        </p:nvSpPr>
        <p:spPr bwMode="auto">
          <a:xfrm rot="213646">
            <a:off x="6262082" y="1532446"/>
            <a:ext cx="252413" cy="250031"/>
          </a:xfrm>
          <a:custGeom>
            <a:avLst/>
            <a:gdLst>
              <a:gd name="T0" fmla="*/ 0 w 212"/>
              <a:gd name="T1" fmla="*/ 22 h 210"/>
              <a:gd name="T2" fmla="*/ 24 w 212"/>
              <a:gd name="T3" fmla="*/ 92 h 210"/>
              <a:gd name="T4" fmla="*/ 36 w 212"/>
              <a:gd name="T5" fmla="*/ 127 h 210"/>
              <a:gd name="T6" fmla="*/ 47 w 212"/>
              <a:gd name="T7" fmla="*/ 163 h 210"/>
              <a:gd name="T8" fmla="*/ 141 w 212"/>
              <a:gd name="T9" fmla="*/ 186 h 210"/>
              <a:gd name="T10" fmla="*/ 212 w 212"/>
              <a:gd name="T11" fmla="*/ 210 h 210"/>
              <a:gd name="T12" fmla="*/ 130 w 212"/>
              <a:gd name="T13" fmla="*/ 45 h 210"/>
              <a:gd name="T14" fmla="*/ 83 w 212"/>
              <a:gd name="T15" fmla="*/ 33 h 210"/>
              <a:gd name="T16" fmla="*/ 0 w 212"/>
              <a:gd name="T17" fmla="*/ 22 h 2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12"/>
              <a:gd name="T28" fmla="*/ 0 h 210"/>
              <a:gd name="T29" fmla="*/ 212 w 212"/>
              <a:gd name="T30" fmla="*/ 210 h 21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12" h="210">
                <a:moveTo>
                  <a:pt x="0" y="22"/>
                </a:moveTo>
                <a:cubicBezTo>
                  <a:pt x="8" y="45"/>
                  <a:pt x="16" y="69"/>
                  <a:pt x="24" y="92"/>
                </a:cubicBezTo>
                <a:cubicBezTo>
                  <a:pt x="28" y="104"/>
                  <a:pt x="32" y="115"/>
                  <a:pt x="36" y="127"/>
                </a:cubicBezTo>
                <a:cubicBezTo>
                  <a:pt x="40" y="139"/>
                  <a:pt x="38" y="154"/>
                  <a:pt x="47" y="163"/>
                </a:cubicBezTo>
                <a:cubicBezTo>
                  <a:pt x="70" y="186"/>
                  <a:pt x="110" y="177"/>
                  <a:pt x="141" y="186"/>
                </a:cubicBezTo>
                <a:cubicBezTo>
                  <a:pt x="165" y="193"/>
                  <a:pt x="212" y="210"/>
                  <a:pt x="212" y="210"/>
                </a:cubicBezTo>
                <a:cubicBezTo>
                  <a:pt x="194" y="158"/>
                  <a:pt x="188" y="71"/>
                  <a:pt x="130" y="45"/>
                </a:cubicBezTo>
                <a:cubicBezTo>
                  <a:pt x="115" y="39"/>
                  <a:pt x="99" y="37"/>
                  <a:pt x="83" y="33"/>
                </a:cubicBezTo>
                <a:cubicBezTo>
                  <a:pt x="55" y="25"/>
                  <a:pt x="22" y="0"/>
                  <a:pt x="0" y="22"/>
                </a:cubicBezTo>
                <a:close/>
              </a:path>
            </a:pathLst>
          </a:custGeom>
          <a:solidFill>
            <a:srgbClr val="0099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42049" name="Line 65"/>
          <p:cNvSpPr>
            <a:spLocks noChangeShapeType="1"/>
          </p:cNvSpPr>
          <p:nvPr/>
        </p:nvSpPr>
        <p:spPr bwMode="auto">
          <a:xfrm flipV="1">
            <a:off x="6375787" y="1206810"/>
            <a:ext cx="367903" cy="47267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8245" name="Line 66"/>
          <p:cNvSpPr>
            <a:spLocks noChangeShapeType="1"/>
          </p:cNvSpPr>
          <p:nvPr/>
        </p:nvSpPr>
        <p:spPr bwMode="auto">
          <a:xfrm flipH="1" flipV="1">
            <a:off x="5784915" y="1655449"/>
            <a:ext cx="270272" cy="43219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med" len="med"/>
            <a:tailEnd type="stealth" w="lg" len="lg"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graphicFrame>
        <p:nvGraphicFramePr>
          <p:cNvPr id="42051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576521"/>
              </p:ext>
            </p:extLst>
          </p:nvPr>
        </p:nvGraphicFramePr>
        <p:xfrm>
          <a:off x="7444511" y="1348623"/>
          <a:ext cx="1307603" cy="344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70" name="Equation" r:id="rId10" imgW="850680" imgH="215640" progId="Equation.DSMT4">
                  <p:embed/>
                </p:oleObj>
              </mc:Choice>
              <mc:Fallback>
                <p:oleObj name="Equation" r:id="rId10" imgW="850680" imgH="215640" progId="Equation.DSMT4">
                  <p:embed/>
                  <p:pic>
                    <p:nvPicPr>
                      <p:cNvPr id="42051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4511" y="1348623"/>
                        <a:ext cx="1307603" cy="344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52" name="Rectangle 68"/>
          <p:cNvSpPr>
            <a:spLocks noChangeArrowheads="1"/>
          </p:cNvSpPr>
          <p:nvPr/>
        </p:nvSpPr>
        <p:spPr bwMode="auto">
          <a:xfrm>
            <a:off x="590857" y="1978695"/>
            <a:ext cx="3794290" cy="496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lnSpc>
                <a:spcPct val="125000"/>
              </a:lnSpc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宋体"/>
                <a:ea typeface="宋体"/>
              </a:rPr>
              <a:t>取过</a:t>
            </a:r>
            <a:r>
              <a:rPr kumimoji="1" lang="en-US" altLang="zh-CN" sz="2100" b="1" i="1" dirty="0">
                <a:solidFill>
                  <a:srgbClr val="000000"/>
                </a:solidFill>
                <a:latin typeface="宋体"/>
                <a:ea typeface="宋体"/>
              </a:rPr>
              <a:t>P</a:t>
            </a:r>
            <a:r>
              <a:rPr kumimoji="1" lang="zh-CN" altLang="en-US" sz="2100" b="1" dirty="0">
                <a:solidFill>
                  <a:srgbClr val="000000"/>
                </a:solidFill>
                <a:latin typeface="宋体"/>
                <a:ea typeface="宋体"/>
              </a:rPr>
              <a:t>点的同心球面为</a:t>
            </a:r>
            <a:r>
              <a:rPr kumimoji="1" lang="zh-CN" altLang="en-US" sz="2100" b="1" dirty="0">
                <a:solidFill>
                  <a:srgbClr val="0000FF"/>
                </a:solidFill>
                <a:latin typeface="宋体"/>
                <a:ea typeface="宋体"/>
              </a:rPr>
              <a:t>高斯面</a:t>
            </a:r>
            <a:r>
              <a:rPr kumimoji="1" lang="en-US" altLang="zh-CN" sz="2100" b="1" dirty="0">
                <a:solidFill>
                  <a:srgbClr val="0000FF"/>
                </a:solidFill>
                <a:latin typeface="宋体"/>
                <a:ea typeface="宋体"/>
              </a:rPr>
              <a:t>.</a:t>
            </a:r>
            <a:endParaRPr kumimoji="1" lang="zh-CN" altLang="en-US" sz="21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42053" name="Text Box 69"/>
          <p:cNvSpPr txBox="1">
            <a:spLocks noChangeArrowheads="1"/>
          </p:cNvSpPr>
          <p:nvPr/>
        </p:nvSpPr>
        <p:spPr bwMode="auto">
          <a:xfrm>
            <a:off x="6342449" y="1814029"/>
            <a:ext cx="2702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>
              <a:defRPr/>
            </a:pPr>
            <a:r>
              <a:rPr kumimoji="1" lang="en-US" altLang="zh-CN" b="1" i="1">
                <a:solidFill>
                  <a:srgbClr val="000000"/>
                </a:solidFill>
                <a:latin typeface="Times New Roman" pitchFamily="18" charset="0"/>
              </a:rPr>
              <a:t>r</a:t>
            </a:r>
          </a:p>
        </p:txBody>
      </p:sp>
      <p:sp>
        <p:nvSpPr>
          <p:cNvPr id="42054" name="Line 70"/>
          <p:cNvSpPr>
            <a:spLocks noChangeShapeType="1"/>
          </p:cNvSpPr>
          <p:nvPr/>
        </p:nvSpPr>
        <p:spPr bwMode="auto">
          <a:xfrm>
            <a:off x="6060805" y="2103016"/>
            <a:ext cx="787659" cy="1251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oval" w="med" len="med"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graphicFrame>
        <p:nvGraphicFramePr>
          <p:cNvPr id="42059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223765"/>
              </p:ext>
            </p:extLst>
          </p:nvPr>
        </p:nvGraphicFramePr>
        <p:xfrm>
          <a:off x="6262677" y="1004074"/>
          <a:ext cx="334158" cy="301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71" name="公式" r:id="rId12" imgW="419040" imgH="380880" progId="Equation.3">
                  <p:embed/>
                </p:oleObj>
              </mc:Choice>
              <mc:Fallback>
                <p:oleObj name="公式" r:id="rId12" imgW="419040" imgH="380880" progId="Equation.3">
                  <p:embed/>
                  <p:pic>
                    <p:nvPicPr>
                      <p:cNvPr id="42059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2677" y="1004074"/>
                        <a:ext cx="334158" cy="301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60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67628"/>
              </p:ext>
            </p:extLst>
          </p:nvPr>
        </p:nvGraphicFramePr>
        <p:xfrm>
          <a:off x="6956307" y="914669"/>
          <a:ext cx="250031" cy="328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72" name="公式" r:id="rId14" imgW="279360" imgH="368280" progId="Equation.3">
                  <p:embed/>
                </p:oleObj>
              </mc:Choice>
              <mc:Fallback>
                <p:oleObj name="公式" r:id="rId14" imgW="279360" imgH="368280" progId="Equation.3">
                  <p:embed/>
                  <p:pic>
                    <p:nvPicPr>
                      <p:cNvPr id="4206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6307" y="914669"/>
                        <a:ext cx="250031" cy="3286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602328"/>
              </p:ext>
            </p:extLst>
          </p:nvPr>
        </p:nvGraphicFramePr>
        <p:xfrm>
          <a:off x="3067423" y="3165262"/>
          <a:ext cx="1051556" cy="49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73" name="Equation" r:id="rId16" imgW="647640" imgH="304560" progId="Equation.DSMT4">
                  <p:embed/>
                </p:oleObj>
              </mc:Choice>
              <mc:Fallback>
                <p:oleObj name="Equation" r:id="rId16" imgW="647640" imgH="304560" progId="Equation.DSMT4">
                  <p:embed/>
                  <p:pic>
                    <p:nvPicPr>
                      <p:cNvPr id="419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423" y="3165262"/>
                        <a:ext cx="1051556" cy="4964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矩形 76"/>
          <p:cNvSpPr/>
          <p:nvPr/>
        </p:nvSpPr>
        <p:spPr>
          <a:xfrm>
            <a:off x="586832" y="2581022"/>
            <a:ext cx="1810111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宋体"/>
                <a:ea typeface="宋体"/>
              </a:rPr>
              <a:t>总</a:t>
            </a:r>
            <a:r>
              <a:rPr kumimoji="1" lang="zh-CN" altLang="en-US" sz="2100" b="1" dirty="0" smtClean="0">
                <a:solidFill>
                  <a:srgbClr val="000000"/>
                </a:solidFill>
                <a:latin typeface="宋体"/>
                <a:ea typeface="宋体"/>
              </a:rPr>
              <a:t>电通量</a:t>
            </a:r>
            <a:r>
              <a:rPr kumimoji="1" lang="zh-CN" altLang="en-US" sz="2100" b="1" dirty="0">
                <a:solidFill>
                  <a:srgbClr val="000000"/>
                </a:solidFill>
                <a:latin typeface="宋体"/>
                <a:ea typeface="宋体"/>
              </a:rPr>
              <a:t>为：</a:t>
            </a:r>
            <a:endParaRPr lang="zh-CN" altLang="en-US" sz="2100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78" name="Rectangle 11"/>
          <p:cNvSpPr>
            <a:spLocks noChangeArrowheads="1"/>
          </p:cNvSpPr>
          <p:nvPr/>
        </p:nvSpPr>
        <p:spPr bwMode="auto">
          <a:xfrm>
            <a:off x="586832" y="4020789"/>
            <a:ext cx="216024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kumimoji="1" lang="zh-CN" altLang="en-US" sz="2100" b="1" dirty="0">
                <a:solidFill>
                  <a:srgbClr val="000000"/>
                </a:solidFill>
                <a:latin typeface="宋体"/>
                <a:ea typeface="宋体"/>
                <a:sym typeface="Monotype Sorts" pitchFamily="2" charset="2"/>
              </a:rPr>
              <a:t>由高斯定理</a:t>
            </a:r>
            <a:r>
              <a:rPr kumimoji="1" lang="zh-CN" altLang="en-US" sz="2100" b="1" dirty="0" smtClean="0">
                <a:solidFill>
                  <a:srgbClr val="000000"/>
                </a:solidFill>
                <a:latin typeface="宋体"/>
                <a:ea typeface="宋体"/>
                <a:sym typeface="Monotype Sorts" pitchFamily="2" charset="2"/>
              </a:rPr>
              <a:t>得</a:t>
            </a:r>
            <a:r>
              <a:rPr kumimoji="1" lang="en-US" altLang="zh-CN" sz="2100" b="1" dirty="0" smtClean="0">
                <a:solidFill>
                  <a:srgbClr val="000000"/>
                </a:solidFill>
                <a:latin typeface="宋体"/>
                <a:ea typeface="宋体"/>
                <a:sym typeface="Monotype Sorts" pitchFamily="2" charset="2"/>
              </a:rPr>
              <a:t>:</a:t>
            </a:r>
            <a:endParaRPr kumimoji="1" lang="zh-CN" altLang="en-US" sz="2100" b="1" dirty="0">
              <a:solidFill>
                <a:srgbClr val="000000"/>
              </a:solidFill>
              <a:latin typeface="宋体"/>
              <a:ea typeface="宋体"/>
              <a:sym typeface="Monotype Sorts" pitchFamily="2" charset="2"/>
            </a:endParaRPr>
          </a:p>
        </p:txBody>
      </p:sp>
      <p:graphicFrame>
        <p:nvGraphicFramePr>
          <p:cNvPr id="7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304069"/>
              </p:ext>
            </p:extLst>
          </p:nvPr>
        </p:nvGraphicFramePr>
        <p:xfrm>
          <a:off x="2459762" y="4020789"/>
          <a:ext cx="906661" cy="429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74" name="Equation" r:id="rId18" imgW="482400" imgH="228600" progId="Equation.DSMT4">
                  <p:embed/>
                </p:oleObj>
              </mc:Choice>
              <mc:Fallback>
                <p:oleObj name="Equation" r:id="rId18" imgW="482400" imgH="228600" progId="Equation.DSMT4">
                  <p:embed/>
                  <p:pic>
                    <p:nvPicPr>
                      <p:cNvPr id="7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762" y="4020789"/>
                        <a:ext cx="906661" cy="429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884227"/>
              </p:ext>
            </p:extLst>
          </p:nvPr>
        </p:nvGraphicFramePr>
        <p:xfrm>
          <a:off x="3263237" y="3877584"/>
          <a:ext cx="15303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75" name="Equation" r:id="rId20" imgW="914400" imgH="469800" progId="Equation.DSMT4">
                  <p:embed/>
                </p:oleObj>
              </mc:Choice>
              <mc:Fallback>
                <p:oleObj name="Equation" r:id="rId20" imgW="914400" imgH="469800" progId="Equation.DSMT4">
                  <p:embed/>
                  <p:pic>
                    <p:nvPicPr>
                      <p:cNvPr id="8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237" y="3877584"/>
                        <a:ext cx="15303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61"/>
          <p:cNvGrpSpPr/>
          <p:nvPr/>
        </p:nvGrpSpPr>
        <p:grpSpPr>
          <a:xfrm>
            <a:off x="848768" y="833066"/>
            <a:ext cx="1610994" cy="461665"/>
            <a:chOff x="-108520" y="1988840"/>
            <a:chExt cx="2147992" cy="615553"/>
          </a:xfrm>
        </p:grpSpPr>
        <p:sp>
          <p:nvSpPr>
            <p:cNvPr id="81" name="Text Box 36"/>
            <p:cNvSpPr txBox="1">
              <a:spLocks noChangeArrowheads="1"/>
            </p:cNvSpPr>
            <p:nvPr/>
          </p:nvSpPr>
          <p:spPr bwMode="auto">
            <a:xfrm>
              <a:off x="-108520" y="1988840"/>
              <a:ext cx="1828800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kumimoji="1" lang="en-US" altLang="zh-CN" sz="2400" b="1" dirty="0">
                  <a:solidFill>
                    <a:srgbClr val="CC0000"/>
                  </a:solidFill>
                  <a:latin typeface="Times New Roman" pitchFamily="18" charset="0"/>
                </a:rPr>
                <a:t>   </a:t>
              </a:r>
              <a:r>
                <a:rPr kumimoji="1" lang="en-US" altLang="zh-CN" sz="2400" b="1" dirty="0">
                  <a:solidFill>
                    <a:srgbClr val="CC0000"/>
                  </a:solidFill>
                  <a:latin typeface="宋体" pitchFamily="2" charset="-122"/>
                </a:rPr>
                <a:t>(</a:t>
              </a:r>
              <a:r>
                <a:rPr kumimoji="1" lang="en-US" altLang="zh-CN" sz="2400" b="1" dirty="0">
                  <a:solidFill>
                    <a:srgbClr val="CC0000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400" b="1" dirty="0">
                  <a:solidFill>
                    <a:srgbClr val="CC0000"/>
                  </a:solidFill>
                  <a:latin typeface="宋体" pitchFamily="2" charset="-122"/>
                </a:rPr>
                <a:t>)</a:t>
              </a:r>
            </a:p>
          </p:txBody>
        </p:sp>
        <p:graphicFrame>
          <p:nvGraphicFramePr>
            <p:cNvPr id="82" name="Object 37"/>
            <p:cNvGraphicFramePr>
              <a:graphicFrameLocks noChangeAspect="1"/>
            </p:cNvGraphicFramePr>
            <p:nvPr/>
          </p:nvGraphicFramePr>
          <p:xfrm>
            <a:off x="1016605" y="2058290"/>
            <a:ext cx="1022867" cy="435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676" name="Equation" r:id="rId22" imgW="380880" imgH="152280" progId="Equation.DSMT4">
                    <p:embed/>
                  </p:oleObj>
                </mc:Choice>
                <mc:Fallback>
                  <p:oleObj name="Equation" r:id="rId22" imgW="380880" imgH="152280" progId="Equation.DSMT4">
                    <p:embed/>
                    <p:pic>
                      <p:nvPicPr>
                        <p:cNvPr id="82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6605" y="2058290"/>
                          <a:ext cx="1022867" cy="4351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521584"/>
              </p:ext>
            </p:extLst>
          </p:nvPr>
        </p:nvGraphicFramePr>
        <p:xfrm>
          <a:off x="5522566" y="3802993"/>
          <a:ext cx="1852613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77" name="Equation" r:id="rId24" imgW="977760" imgH="444240" progId="Equation.DSMT4">
                  <p:embed/>
                </p:oleObj>
              </mc:Choice>
              <mc:Fallback>
                <p:oleObj name="Equation" r:id="rId24" imgW="977760" imgH="444240" progId="Equation.DSMT4">
                  <p:embed/>
                  <p:pic>
                    <p:nvPicPr>
                      <p:cNvPr id="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566" y="3802993"/>
                        <a:ext cx="1852613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48" name="Line 64"/>
          <p:cNvSpPr>
            <a:spLocks noChangeShapeType="1"/>
          </p:cNvSpPr>
          <p:nvPr/>
        </p:nvSpPr>
        <p:spPr bwMode="auto">
          <a:xfrm flipV="1">
            <a:off x="6378168" y="969876"/>
            <a:ext cx="552450" cy="709613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39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2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2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2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2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1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4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1000"/>
                                        <p:tgtEl>
                                          <p:spTgt spid="4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4" dur="500"/>
                                        <p:tgtEl>
                                          <p:spTgt spid="4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animBg="1"/>
      <p:bldP spid="42002" grpId="0"/>
      <p:bldP spid="42003" grpId="0"/>
      <p:bldP spid="42024" grpId="0" animBg="1"/>
      <p:bldP spid="42026" grpId="0" animBg="1"/>
      <p:bldP spid="42028" grpId="0" animBg="1"/>
      <p:bldP spid="42029" grpId="0" animBg="1"/>
      <p:bldP spid="8262" grpId="0"/>
      <p:bldP spid="42035" grpId="0"/>
      <p:bldP spid="42047" grpId="0" animBg="1"/>
      <p:bldP spid="42049" grpId="0" animBg="1"/>
      <p:bldP spid="42052" grpId="0"/>
      <p:bldP spid="42053" grpId="0" build="allAtOnce"/>
      <p:bldP spid="42054" grpId="0" animBg="1"/>
      <p:bldP spid="77" grpId="0"/>
      <p:bldP spid="78" grpId="0" autoUpdateAnimBg="0"/>
      <p:bldP spid="4204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929709"/>
              </p:ext>
            </p:extLst>
          </p:nvPr>
        </p:nvGraphicFramePr>
        <p:xfrm>
          <a:off x="1037587" y="1356897"/>
          <a:ext cx="3038038" cy="1321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30" name="Equation" r:id="rId3" imgW="1523880" imgH="685800" progId="Equation.DSMT4">
                  <p:embed/>
                </p:oleObj>
              </mc:Choice>
              <mc:Fallback>
                <p:oleObj name="Equation" r:id="rId3" imgW="1523880" imgH="685800" progId="Equation.DSMT4">
                  <p:embed/>
                  <p:pic>
                    <p:nvPicPr>
                      <p:cNvPr id="1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7587" y="1356897"/>
                        <a:ext cx="3038038" cy="132123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507659"/>
              </p:ext>
            </p:extLst>
          </p:nvPr>
        </p:nvGraphicFramePr>
        <p:xfrm>
          <a:off x="1037587" y="3792452"/>
          <a:ext cx="1343822" cy="410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31" name="Equation" r:id="rId5" imgW="507960" imgH="177480" progId="Equation.DSMT4">
                  <p:embed/>
                </p:oleObj>
              </mc:Choice>
              <mc:Fallback>
                <p:oleObj name="Equation" r:id="rId5" imgW="507960" imgH="177480" progId="Equation.DSMT4">
                  <p:embed/>
                  <p:pic>
                    <p:nvPicPr>
                      <p:cNvPr id="13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7587" y="3792452"/>
                        <a:ext cx="1343822" cy="410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715499" y="570546"/>
            <a:ext cx="2171700" cy="461963"/>
            <a:chOff x="385" y="1615"/>
            <a:chExt cx="1824" cy="388"/>
          </a:xfrm>
        </p:grpSpPr>
        <p:sp>
          <p:nvSpPr>
            <p:cNvPr id="21" name="Text Box 36"/>
            <p:cNvSpPr txBox="1">
              <a:spLocks noChangeArrowheads="1"/>
            </p:cNvSpPr>
            <p:nvPr/>
          </p:nvSpPr>
          <p:spPr bwMode="auto">
            <a:xfrm>
              <a:off x="385" y="1615"/>
              <a:ext cx="115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kumimoji="1" lang="en-US" altLang="zh-CN" sz="2400" b="1" dirty="0">
                  <a:solidFill>
                    <a:srgbClr val="CC0000"/>
                  </a:solidFill>
                  <a:latin typeface="Times New Roman" pitchFamily="18" charset="0"/>
                </a:rPr>
                <a:t>   </a:t>
              </a:r>
              <a:r>
                <a:rPr kumimoji="1" lang="en-US" altLang="zh-CN" sz="2400" b="1" dirty="0">
                  <a:solidFill>
                    <a:srgbClr val="CC0000"/>
                  </a:solidFill>
                  <a:latin typeface="宋体" pitchFamily="2" charset="-122"/>
                </a:rPr>
                <a:t>(</a:t>
              </a:r>
              <a:r>
                <a:rPr kumimoji="1" lang="en-US" altLang="zh-CN" sz="2400" b="1" dirty="0">
                  <a:solidFill>
                    <a:srgbClr val="CC0000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400" b="1" dirty="0">
                  <a:solidFill>
                    <a:srgbClr val="CC0000"/>
                  </a:solidFill>
                  <a:latin typeface="宋体" pitchFamily="2" charset="-122"/>
                </a:rPr>
                <a:t>)</a:t>
              </a:r>
            </a:p>
          </p:txBody>
        </p:sp>
        <p:graphicFrame>
          <p:nvGraphicFramePr>
            <p:cNvPr id="22" name="Object 37"/>
            <p:cNvGraphicFramePr>
              <a:graphicFrameLocks noChangeAspect="1"/>
            </p:cNvGraphicFramePr>
            <p:nvPr/>
          </p:nvGraphicFramePr>
          <p:xfrm>
            <a:off x="1201" y="1663"/>
            <a:ext cx="100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632" name="Equation" r:id="rId7" imgW="596641" imgH="177723" progId="Equation.3">
                    <p:embed/>
                  </p:oleObj>
                </mc:Choice>
                <mc:Fallback>
                  <p:oleObj name="Equation" r:id="rId7" imgW="596641" imgH="177723" progId="Equation.3">
                    <p:embed/>
                    <p:pic>
                      <p:nvPicPr>
                        <p:cNvPr id="22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1" y="1663"/>
                          <a:ext cx="1008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992210"/>
              </p:ext>
            </p:extLst>
          </p:nvPr>
        </p:nvGraphicFramePr>
        <p:xfrm>
          <a:off x="1020020" y="2983474"/>
          <a:ext cx="2134158" cy="465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33" name="Equation" r:id="rId9" imgW="1015920" imgH="228600" progId="Equation.DSMT4">
                  <p:embed/>
                </p:oleObj>
              </mc:Choice>
              <mc:Fallback>
                <p:oleObj name="Equation" r:id="rId9" imgW="1015920" imgH="228600" progId="Equation.DSMT4">
                  <p:embed/>
                  <p:pic>
                    <p:nvPicPr>
                      <p:cNvPr id="2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020" y="2983474"/>
                        <a:ext cx="2134158" cy="46553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Oval 4"/>
          <p:cNvSpPr>
            <a:spLocks noChangeArrowheads="1"/>
          </p:cNvSpPr>
          <p:nvPr/>
        </p:nvSpPr>
        <p:spPr bwMode="auto">
          <a:xfrm>
            <a:off x="5380157" y="648397"/>
            <a:ext cx="1789086" cy="1789088"/>
          </a:xfrm>
          <a:prstGeom prst="ellipse">
            <a:avLst/>
          </a:prstGeom>
          <a:gradFill rotWithShape="1">
            <a:gsLst>
              <a:gs pos="0">
                <a:srgbClr val="B2B2B2">
                  <a:alpha val="39998"/>
                </a:srgbClr>
              </a:gs>
              <a:gs pos="100000">
                <a:srgbClr val="525252">
                  <a:alpha val="70000"/>
                </a:srgbClr>
              </a:gs>
            </a:gsLst>
            <a:path path="shape">
              <a:fillToRect l="50000" t="50000" r="50000" b="50000"/>
            </a:path>
          </a:gradFill>
          <a:ln w="635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27" name="Text Box 15"/>
          <p:cNvSpPr txBox="1">
            <a:spLocks noChangeArrowheads="1"/>
          </p:cNvSpPr>
          <p:nvPr/>
        </p:nvSpPr>
        <p:spPr bwMode="auto">
          <a:xfrm>
            <a:off x="6131421" y="39704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8" name="Text Box 16"/>
          <p:cNvSpPr txBox="1">
            <a:spLocks noChangeArrowheads="1"/>
          </p:cNvSpPr>
          <p:nvPr/>
        </p:nvSpPr>
        <p:spPr bwMode="auto">
          <a:xfrm>
            <a:off x="5295037" y="850717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5295037" y="185272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6948786" y="844367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31" name="Text Box 19"/>
          <p:cNvSpPr txBox="1">
            <a:spLocks noChangeArrowheads="1"/>
          </p:cNvSpPr>
          <p:nvPr/>
        </p:nvSpPr>
        <p:spPr bwMode="auto">
          <a:xfrm>
            <a:off x="6948786" y="184637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5800773" y="1043618"/>
            <a:ext cx="999000" cy="999000"/>
            <a:chOff x="2925" y="247"/>
            <a:chExt cx="1360" cy="1361"/>
          </a:xfrm>
        </p:grpSpPr>
        <p:sp>
          <p:nvSpPr>
            <p:cNvPr id="44" name="Oval 53"/>
            <p:cNvSpPr>
              <a:spLocks noChangeArrowheads="1"/>
            </p:cNvSpPr>
            <p:nvPr/>
          </p:nvSpPr>
          <p:spPr bwMode="auto">
            <a:xfrm>
              <a:off x="2930" y="253"/>
              <a:ext cx="1349" cy="1349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shade val="46275"/>
                    <a:invGamma/>
                    <a:alpha val="80000"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45" name="Oval 54"/>
            <p:cNvSpPr>
              <a:spLocks noChangeArrowheads="1"/>
            </p:cNvSpPr>
            <p:nvPr/>
          </p:nvSpPr>
          <p:spPr bwMode="auto">
            <a:xfrm>
              <a:off x="3176" y="247"/>
              <a:ext cx="857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46" name="Oval 55"/>
            <p:cNvSpPr>
              <a:spLocks noChangeArrowheads="1"/>
            </p:cNvSpPr>
            <p:nvPr/>
          </p:nvSpPr>
          <p:spPr bwMode="auto">
            <a:xfrm>
              <a:off x="3336" y="247"/>
              <a:ext cx="538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47" name="Oval 56"/>
            <p:cNvSpPr>
              <a:spLocks noChangeArrowheads="1"/>
            </p:cNvSpPr>
            <p:nvPr/>
          </p:nvSpPr>
          <p:spPr bwMode="auto">
            <a:xfrm>
              <a:off x="2948" y="420"/>
              <a:ext cx="1315" cy="101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48" name="Oval 57"/>
            <p:cNvSpPr>
              <a:spLocks noChangeArrowheads="1"/>
            </p:cNvSpPr>
            <p:nvPr/>
          </p:nvSpPr>
          <p:spPr bwMode="auto">
            <a:xfrm>
              <a:off x="2948" y="575"/>
              <a:ext cx="1315" cy="7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49" name="Oval 58"/>
            <p:cNvSpPr>
              <a:spLocks noChangeArrowheads="1"/>
            </p:cNvSpPr>
            <p:nvPr/>
          </p:nvSpPr>
          <p:spPr bwMode="auto">
            <a:xfrm>
              <a:off x="2948" y="723"/>
              <a:ext cx="1315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50" name="Oval 59"/>
            <p:cNvSpPr>
              <a:spLocks noChangeArrowheads="1"/>
            </p:cNvSpPr>
            <p:nvPr/>
          </p:nvSpPr>
          <p:spPr bwMode="auto">
            <a:xfrm>
              <a:off x="2925" y="859"/>
              <a:ext cx="1360" cy="1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51" name="Oval 60"/>
            <p:cNvSpPr>
              <a:spLocks noChangeArrowheads="1"/>
            </p:cNvSpPr>
            <p:nvPr/>
          </p:nvSpPr>
          <p:spPr bwMode="auto">
            <a:xfrm>
              <a:off x="3506" y="247"/>
              <a:ext cx="198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52" name="Oval 61"/>
            <p:cNvSpPr>
              <a:spLocks noChangeArrowheads="1"/>
            </p:cNvSpPr>
            <p:nvPr/>
          </p:nvSpPr>
          <p:spPr bwMode="auto">
            <a:xfrm>
              <a:off x="3061" y="255"/>
              <a:ext cx="1088" cy="13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53" name="Oval 62"/>
            <p:cNvSpPr>
              <a:spLocks noChangeArrowheads="1"/>
            </p:cNvSpPr>
            <p:nvPr/>
          </p:nvSpPr>
          <p:spPr bwMode="auto">
            <a:xfrm>
              <a:off x="2931" y="253"/>
              <a:ext cx="1349" cy="1349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组合 90"/>
          <p:cNvGrpSpPr/>
          <p:nvPr/>
        </p:nvGrpSpPr>
        <p:grpSpPr>
          <a:xfrm>
            <a:off x="5304737" y="1616115"/>
            <a:ext cx="3245755" cy="2886015"/>
            <a:chOff x="4481990" y="2191270"/>
            <a:chExt cx="4327673" cy="3848020"/>
          </a:xfrm>
        </p:grpSpPr>
        <p:grpSp>
          <p:nvGrpSpPr>
            <p:cNvPr id="6" name="组合 82"/>
            <p:cNvGrpSpPr/>
            <p:nvPr/>
          </p:nvGrpSpPr>
          <p:grpSpPr>
            <a:xfrm>
              <a:off x="4481990" y="3391012"/>
              <a:ext cx="4327673" cy="2648278"/>
              <a:chOff x="5000807" y="3499960"/>
              <a:chExt cx="3722688" cy="2278063"/>
            </a:xfrm>
          </p:grpSpPr>
          <p:sp>
            <p:nvSpPr>
              <p:cNvPr id="32" name="Text Box 20"/>
              <p:cNvSpPr txBox="1">
                <a:spLocks noChangeArrowheads="1"/>
              </p:cNvSpPr>
              <p:nvPr/>
            </p:nvSpPr>
            <p:spPr bwMode="auto">
              <a:xfrm>
                <a:off x="6863190" y="3519010"/>
                <a:ext cx="362562" cy="4236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kumimoji="1" lang="en-US" altLang="zh-CN" b="1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</a:p>
            </p:txBody>
          </p:sp>
          <p:grpSp>
            <p:nvGrpSpPr>
              <p:cNvPr id="7" name="Group 91"/>
              <p:cNvGrpSpPr>
                <a:grpSpLocks/>
              </p:cNvGrpSpPr>
              <p:nvPr/>
            </p:nvGrpSpPr>
            <p:grpSpPr bwMode="auto">
              <a:xfrm>
                <a:off x="5000807" y="3499960"/>
                <a:ext cx="3722688" cy="2278063"/>
                <a:chOff x="864" y="2340"/>
                <a:chExt cx="2345" cy="1435"/>
              </a:xfrm>
            </p:grpSpPr>
            <p:sp>
              <p:nvSpPr>
                <p:cNvPr id="68" name="Rectangle 37"/>
                <p:cNvSpPr>
                  <a:spLocks noChangeArrowheads="1"/>
                </p:cNvSpPr>
                <p:nvPr/>
              </p:nvSpPr>
              <p:spPr bwMode="auto">
                <a:xfrm>
                  <a:off x="864" y="2352"/>
                  <a:ext cx="2234" cy="142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9" name="Line 38"/>
                <p:cNvSpPr>
                  <a:spLocks noChangeShapeType="1"/>
                </p:cNvSpPr>
                <p:nvPr/>
              </p:nvSpPr>
              <p:spPr bwMode="auto">
                <a:xfrm>
                  <a:off x="1582" y="3440"/>
                  <a:ext cx="146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0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1583" y="2729"/>
                  <a:ext cx="63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1" name="Line 40"/>
                <p:cNvSpPr>
                  <a:spLocks noChangeShapeType="1"/>
                </p:cNvSpPr>
                <p:nvPr/>
              </p:nvSpPr>
              <p:spPr bwMode="auto">
                <a:xfrm>
                  <a:off x="1583" y="3440"/>
                  <a:ext cx="621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/>
              </p:nvSpPr>
              <p:spPr bwMode="auto">
                <a:xfrm>
                  <a:off x="2215" y="2729"/>
                  <a:ext cx="795" cy="569"/>
                </a:xfrm>
                <a:custGeom>
                  <a:avLst/>
                  <a:gdLst>
                    <a:gd name="T0" fmla="*/ 0 w 814"/>
                    <a:gd name="T1" fmla="*/ 0 h 672"/>
                    <a:gd name="T2" fmla="*/ 51 w 814"/>
                    <a:gd name="T3" fmla="*/ 80 h 672"/>
                    <a:gd name="T4" fmla="*/ 151 w 814"/>
                    <a:gd name="T5" fmla="*/ 181 h 672"/>
                    <a:gd name="T6" fmla="*/ 271 w 814"/>
                    <a:gd name="T7" fmla="*/ 254 h 672"/>
                    <a:gd name="T8" fmla="*/ 485 w 814"/>
                    <a:gd name="T9" fmla="*/ 339 h 6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14"/>
                    <a:gd name="T16" fmla="*/ 0 h 672"/>
                    <a:gd name="T17" fmla="*/ 814 w 814"/>
                    <a:gd name="T18" fmla="*/ 672 h 672"/>
                    <a:gd name="connsiteX0" fmla="*/ 0 w 10000"/>
                    <a:gd name="connsiteY0" fmla="*/ 0 h 10000"/>
                    <a:gd name="connsiteX1" fmla="*/ 1057 w 10000"/>
                    <a:gd name="connsiteY1" fmla="*/ 2381 h 10000"/>
                    <a:gd name="connsiteX2" fmla="*/ 3120 w 10000"/>
                    <a:gd name="connsiteY2" fmla="*/ 5357 h 10000"/>
                    <a:gd name="connsiteX3" fmla="*/ 5577 w 10000"/>
                    <a:gd name="connsiteY3" fmla="*/ 7500 h 10000"/>
                    <a:gd name="connsiteX4" fmla="*/ 10000 w 10000"/>
                    <a:gd name="connsiteY4" fmla="*/ 10000 h 10000"/>
                    <a:gd name="connsiteX0" fmla="*/ 0 w 10000"/>
                    <a:gd name="connsiteY0" fmla="*/ 0 h 10000"/>
                    <a:gd name="connsiteX1" fmla="*/ 3120 w 10000"/>
                    <a:gd name="connsiteY1" fmla="*/ 5357 h 10000"/>
                    <a:gd name="connsiteX2" fmla="*/ 5577 w 10000"/>
                    <a:gd name="connsiteY2" fmla="*/ 7500 h 10000"/>
                    <a:gd name="connsiteX3" fmla="*/ 10000 w 10000"/>
                    <a:gd name="connsiteY3" fmla="*/ 10000 h 10000"/>
                    <a:gd name="connsiteX0" fmla="*/ 0 w 10000"/>
                    <a:gd name="connsiteY0" fmla="*/ 0 h 10000"/>
                    <a:gd name="connsiteX1" fmla="*/ 3120 w 10000"/>
                    <a:gd name="connsiteY1" fmla="*/ 5357 h 10000"/>
                    <a:gd name="connsiteX2" fmla="*/ 10000 w 10000"/>
                    <a:gd name="connsiteY2" fmla="*/ 10000 h 10000"/>
                    <a:gd name="connsiteX0" fmla="*/ 0 w 10000"/>
                    <a:gd name="connsiteY0" fmla="*/ 0 h 10000"/>
                    <a:gd name="connsiteX1" fmla="*/ 4330 w 10000"/>
                    <a:gd name="connsiteY1" fmla="*/ 6494 h 10000"/>
                    <a:gd name="connsiteX2" fmla="*/ 10000 w 10000"/>
                    <a:gd name="connsiteY2" fmla="*/ 10000 h 10000"/>
                    <a:gd name="connsiteX0" fmla="*/ 0 w 10000"/>
                    <a:gd name="connsiteY0" fmla="*/ 0 h 10000"/>
                    <a:gd name="connsiteX1" fmla="*/ 4330 w 10000"/>
                    <a:gd name="connsiteY1" fmla="*/ 6494 h 10000"/>
                    <a:gd name="connsiteX2" fmla="*/ 10000 w 10000"/>
                    <a:gd name="connsiteY2" fmla="*/ 10000 h 10000"/>
                    <a:gd name="connsiteX0" fmla="*/ 0 w 10000"/>
                    <a:gd name="connsiteY0" fmla="*/ 0 h 10000"/>
                    <a:gd name="connsiteX1" fmla="*/ 4330 w 10000"/>
                    <a:gd name="connsiteY1" fmla="*/ 6494 h 10000"/>
                    <a:gd name="connsiteX2" fmla="*/ 10000 w 10000"/>
                    <a:gd name="connsiteY2" fmla="*/ 10000 h 10000"/>
                    <a:gd name="connsiteX0" fmla="*/ 0 w 10832"/>
                    <a:gd name="connsiteY0" fmla="*/ 0 h 9716"/>
                    <a:gd name="connsiteX1" fmla="*/ 4330 w 10832"/>
                    <a:gd name="connsiteY1" fmla="*/ 6494 h 9716"/>
                    <a:gd name="connsiteX2" fmla="*/ 10832 w 10832"/>
                    <a:gd name="connsiteY2" fmla="*/ 9716 h 9716"/>
                    <a:gd name="connsiteX0" fmla="*/ 0 w 10000"/>
                    <a:gd name="connsiteY0" fmla="*/ 0 h 10000"/>
                    <a:gd name="connsiteX1" fmla="*/ 3997 w 10000"/>
                    <a:gd name="connsiteY1" fmla="*/ 6684 h 10000"/>
                    <a:gd name="connsiteX2" fmla="*/ 10000 w 10000"/>
                    <a:gd name="connsiteY2" fmla="*/ 10000 h 10000"/>
                    <a:gd name="connsiteX0" fmla="*/ 0 w 10000"/>
                    <a:gd name="connsiteY0" fmla="*/ 0 h 10000"/>
                    <a:gd name="connsiteX1" fmla="*/ 3997 w 10000"/>
                    <a:gd name="connsiteY1" fmla="*/ 6684 h 10000"/>
                    <a:gd name="connsiteX2" fmla="*/ 10000 w 10000"/>
                    <a:gd name="connsiteY2" fmla="*/ 10000 h 10000"/>
                    <a:gd name="connsiteX0" fmla="*/ 0 w 10000"/>
                    <a:gd name="connsiteY0" fmla="*/ 0 h 10000"/>
                    <a:gd name="connsiteX1" fmla="*/ 3997 w 10000"/>
                    <a:gd name="connsiteY1" fmla="*/ 6684 h 10000"/>
                    <a:gd name="connsiteX2" fmla="*/ 10000 w 10000"/>
                    <a:gd name="connsiteY2" fmla="*/ 10000 h 10000"/>
                    <a:gd name="connsiteX0" fmla="*/ 0 w 10000"/>
                    <a:gd name="connsiteY0" fmla="*/ 0 h 10000"/>
                    <a:gd name="connsiteX1" fmla="*/ 10000 w 10000"/>
                    <a:gd name="connsiteY1" fmla="*/ 10000 h 10000"/>
                    <a:gd name="connsiteX0" fmla="*/ 0 w 10000"/>
                    <a:gd name="connsiteY0" fmla="*/ 0 h 10000"/>
                    <a:gd name="connsiteX1" fmla="*/ 10000 w 10000"/>
                    <a:gd name="connsiteY1" fmla="*/ 10000 h 10000"/>
                    <a:gd name="connsiteX0" fmla="*/ 0 w 10000"/>
                    <a:gd name="connsiteY0" fmla="*/ 0 h 10000"/>
                    <a:gd name="connsiteX1" fmla="*/ 10000 w 10000"/>
                    <a:gd name="connsiteY1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10000">
                      <a:moveTo>
                        <a:pt x="0" y="0"/>
                      </a:moveTo>
                      <a:cubicBezTo>
                        <a:pt x="1867" y="5967"/>
                        <a:pt x="5061" y="9594"/>
                        <a:pt x="10000" y="10000"/>
                      </a:cubicBezTo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73" name="Object 4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14548604"/>
                    </p:ext>
                  </p:extLst>
                </p:nvPr>
              </p:nvGraphicFramePr>
              <p:xfrm>
                <a:off x="927" y="2457"/>
                <a:ext cx="628" cy="5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6634" name="Equation" r:id="rId11" imgW="533169" imgH="431613" progId="Equation.3">
                        <p:embed/>
                      </p:oleObj>
                    </mc:Choice>
                    <mc:Fallback>
                      <p:oleObj name="Equation" r:id="rId11" imgW="533169" imgH="431613" progId="Equation.3">
                        <p:embed/>
                        <p:pic>
                          <p:nvPicPr>
                            <p:cNvPr id="73" name="Object 4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27" y="2457"/>
                              <a:ext cx="628" cy="57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4" name="Object 43"/>
                <p:cNvGraphicFramePr>
                  <a:graphicFrameLocks noChangeAspect="1"/>
                </p:cNvGraphicFramePr>
                <p:nvPr/>
              </p:nvGraphicFramePr>
              <p:xfrm>
                <a:off x="2703" y="3440"/>
                <a:ext cx="334" cy="29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6635" name="公式" r:id="rId13" imgW="114102" imgH="126780" progId="Equation.3">
                        <p:embed/>
                      </p:oleObj>
                    </mc:Choice>
                    <mc:Fallback>
                      <p:oleObj name="公式" r:id="rId13" imgW="114102" imgH="126780" progId="Equation.3">
                        <p:embed/>
                        <p:pic>
                          <p:nvPicPr>
                            <p:cNvPr id="74" name="Object 4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3" y="3440"/>
                              <a:ext cx="334" cy="29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5" name="Object 44"/>
                <p:cNvGraphicFramePr>
                  <a:graphicFrameLocks noChangeAspect="1"/>
                </p:cNvGraphicFramePr>
                <p:nvPr/>
              </p:nvGraphicFramePr>
              <p:xfrm>
                <a:off x="2121" y="3440"/>
                <a:ext cx="282" cy="2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6636" name="Equation" r:id="rId15" imgW="215640" imgH="228600" progId="Equation.3">
                        <p:embed/>
                      </p:oleObj>
                    </mc:Choice>
                    <mc:Fallback>
                      <p:oleObj name="Equation" r:id="rId15" imgW="215640" imgH="228600" progId="Equation.3">
                        <p:embed/>
                        <p:pic>
                          <p:nvPicPr>
                            <p:cNvPr id="75" name="Object 4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21" y="3440"/>
                              <a:ext cx="282" cy="25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6" name="Object 4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77939569"/>
                    </p:ext>
                  </p:extLst>
                </p:nvPr>
              </p:nvGraphicFramePr>
              <p:xfrm>
                <a:off x="1419" y="3434"/>
                <a:ext cx="258" cy="2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6637" name="Equation" r:id="rId17" imgW="164880" imgH="190440" progId="Equation.3">
                        <p:embed/>
                      </p:oleObj>
                    </mc:Choice>
                    <mc:Fallback>
                      <p:oleObj name="Equation" r:id="rId17" imgW="164880" imgH="190440" progId="Equation.3">
                        <p:embed/>
                        <p:pic>
                          <p:nvPicPr>
                            <p:cNvPr id="76" name="Object 4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19" y="3434"/>
                              <a:ext cx="258" cy="25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7" name="Object 46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1642" y="2340"/>
                <a:ext cx="281" cy="2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6638" name="Equation" r:id="rId19" imgW="215806" imgH="228501" progId="Equation.3">
                        <p:embed/>
                      </p:oleObj>
                    </mc:Choice>
                    <mc:Fallback>
                      <p:oleObj name="Equation" r:id="rId19" imgW="215806" imgH="228501" progId="Equation.3">
                        <p:embed/>
                        <p:pic>
                          <p:nvPicPr>
                            <p:cNvPr id="77" name="Object 4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42" y="2340"/>
                              <a:ext cx="281" cy="25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8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1582" y="2448"/>
                  <a:ext cx="0" cy="9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 wrap="none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9" name="Line 48"/>
                <p:cNvSpPr>
                  <a:spLocks noChangeShapeType="1"/>
                </p:cNvSpPr>
                <p:nvPr/>
              </p:nvSpPr>
              <p:spPr bwMode="auto">
                <a:xfrm>
                  <a:off x="2204" y="2729"/>
                  <a:ext cx="0" cy="71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defTabSz="685800">
                    <a:defRPr/>
                  </a:pPr>
                  <a:endParaRPr lang="zh-CN" altLang="en-US" sz="1350">
                    <a:solidFill>
                      <a:srgbClr val="000000"/>
                    </a:solidFill>
                  </a:endParaRPr>
                </a:p>
              </p:txBody>
            </p:sp>
            <p:graphicFrame>
              <p:nvGraphicFramePr>
                <p:cNvPr id="80" name="Object 4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43022275"/>
                    </p:ext>
                  </p:extLst>
                </p:nvPr>
              </p:nvGraphicFramePr>
              <p:xfrm>
                <a:off x="2510" y="2565"/>
                <a:ext cx="699" cy="59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6639" name="Equation" r:id="rId21" imgW="482391" imgH="431613" progId="Equation.3">
                        <p:embed/>
                      </p:oleObj>
                    </mc:Choice>
                    <mc:Fallback>
                      <p:oleObj name="Equation" r:id="rId21" imgW="482391" imgH="431613" progId="Equation.3">
                        <p:embed/>
                        <p:pic>
                          <p:nvPicPr>
                            <p:cNvPr id="80" name="Object 4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10" y="2565"/>
                              <a:ext cx="699" cy="59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gradFill rotWithShape="0">
                                    <a:gsLst>
                                      <a:gs pos="0">
                                        <a:schemeClr val="accent1"/>
                                      </a:gs>
                                      <a:gs pos="50000">
                                        <a:srgbClr val="FFFFFF"/>
                                      </a:gs>
                                      <a:gs pos="100000">
                                        <a:schemeClr val="accent1"/>
                                      </a:gs>
                                    </a:gsLst>
                                    <a:lin ang="5400000" scaled="1"/>
                                  </a:gra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2700">
                                  <a:solidFill>
                                    <a:schemeClr val="tx2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cxnSp>
          <p:nvCxnSpPr>
            <p:cNvPr id="87" name="直接连接符 86"/>
            <p:cNvCxnSpPr/>
            <p:nvPr/>
          </p:nvCxnSpPr>
          <p:spPr>
            <a:xfrm flipH="1">
              <a:off x="6945690" y="2191270"/>
              <a:ext cx="24775" cy="3229781"/>
            </a:xfrm>
            <a:prstGeom prst="line">
              <a:avLst/>
            </a:prstGeom>
            <a:ln>
              <a:solidFill>
                <a:srgbClr val="0000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 Box 15"/>
          <p:cNvSpPr txBox="1">
            <a:spLocks noChangeArrowheads="1"/>
          </p:cNvSpPr>
          <p:nvPr/>
        </p:nvSpPr>
        <p:spPr bwMode="auto">
          <a:xfrm>
            <a:off x="6131421" y="230222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55" name="Text Box 47"/>
          <p:cNvSpPr txBox="1">
            <a:spLocks noChangeArrowheads="1"/>
          </p:cNvSpPr>
          <p:nvPr/>
        </p:nvSpPr>
        <p:spPr bwMode="auto">
          <a:xfrm>
            <a:off x="6621719" y="976827"/>
            <a:ext cx="3257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kumimoji="1" lang="en-US" altLang="zh-CN" b="1" i="1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6274701" y="1304978"/>
            <a:ext cx="550101" cy="444375"/>
            <a:chOff x="5845990" y="1893652"/>
            <a:chExt cx="733468" cy="592500"/>
          </a:xfrm>
        </p:grpSpPr>
        <p:sp>
          <p:nvSpPr>
            <p:cNvPr id="59" name="Text Box 69"/>
            <p:cNvSpPr txBox="1">
              <a:spLocks noChangeArrowheads="1"/>
            </p:cNvSpPr>
            <p:nvPr/>
          </p:nvSpPr>
          <p:spPr bwMode="auto">
            <a:xfrm>
              <a:off x="5982439" y="1932155"/>
              <a:ext cx="597019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>
                <a:defRPr/>
              </a:pPr>
              <a:r>
                <a:rPr kumimoji="1" lang="en-US" altLang="zh-CN" sz="2100" b="1" i="1" dirty="0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5845990" y="1893652"/>
              <a:ext cx="631624" cy="2769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椭圆 55"/>
          <p:cNvSpPr/>
          <p:nvPr/>
        </p:nvSpPr>
        <p:spPr>
          <a:xfrm>
            <a:off x="6718179" y="1291703"/>
            <a:ext cx="40500" cy="4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srgbClr val="FFFFFF"/>
              </a:solidFill>
              <a:latin typeface="Arial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09264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850" y="381788"/>
            <a:ext cx="8734425" cy="941796"/>
            <a:chOff x="228600" y="233601"/>
            <a:chExt cx="8734425" cy="941796"/>
          </a:xfrm>
        </p:grpSpPr>
        <p:sp>
          <p:nvSpPr>
            <p:cNvPr id="22534" name="Text Box 2"/>
            <p:cNvSpPr txBox="1">
              <a:spLocks noChangeArrowheads="1"/>
            </p:cNvSpPr>
            <p:nvPr/>
          </p:nvSpPr>
          <p:spPr bwMode="auto">
            <a:xfrm>
              <a:off x="228600" y="233601"/>
              <a:ext cx="8734425" cy="9417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685800" eaLnBrk="0" hangingPunct="0">
                <a:lnSpc>
                  <a:spcPct val="115000"/>
                </a:lnSpc>
                <a:defRPr/>
              </a:pPr>
              <a:r>
                <a:rPr kumimoji="1" lang="zh-CN" altLang="en-US" sz="2400" b="1" dirty="0">
                  <a:solidFill>
                    <a:srgbClr val="C00000"/>
                  </a:solidFill>
                  <a:latin typeface="Times New Roman" pitchFamily="18" charset="0"/>
                </a:rPr>
                <a:t>例</a:t>
              </a:r>
              <a:r>
                <a:rPr kumimoji="1" lang="en-US" altLang="zh-CN" sz="2400" b="1" dirty="0" smtClean="0">
                  <a:solidFill>
                    <a:srgbClr val="C00000"/>
                  </a:solidFill>
                  <a:latin typeface="Times New Roman" pitchFamily="18" charset="0"/>
                </a:rPr>
                <a:t>2: 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Times New Roman" pitchFamily="18" charset="0"/>
                </a:rPr>
                <a:t>均匀</a:t>
              </a:r>
              <a:r>
                <a:rPr kumimoji="1" lang="zh-CN" altLang="en-US" sz="2400" b="1" dirty="0">
                  <a:solidFill>
                    <a:srgbClr val="000404"/>
                  </a:solidFill>
                  <a:latin typeface="Times New Roman" pitchFamily="18" charset="0"/>
                </a:rPr>
                <a:t>带电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Times New Roman" pitchFamily="18" charset="0"/>
                </a:rPr>
                <a:t>球壳</a:t>
              </a:r>
              <a:r>
                <a:rPr kumimoji="1" lang="zh-CN" altLang="en-US" sz="2400" b="1" dirty="0">
                  <a:solidFill>
                    <a:srgbClr val="000404"/>
                  </a:solidFill>
                  <a:latin typeface="Times New Roman" pitchFamily="18" charset="0"/>
                </a:rPr>
                <a:t>内外半径分别为</a:t>
              </a:r>
              <a:r>
                <a:rPr kumimoji="1" lang="en-US" altLang="zh-CN" sz="2400" b="1" i="1" dirty="0">
                  <a:solidFill>
                    <a:srgbClr val="000404"/>
                  </a:solidFill>
                  <a:latin typeface="Times New Roman" pitchFamily="18" charset="0"/>
                </a:rPr>
                <a:t>R</a:t>
              </a:r>
              <a:r>
                <a:rPr kumimoji="1" lang="en-US" altLang="zh-CN" sz="2400" b="1" baseline="-25000" dirty="0">
                  <a:solidFill>
                    <a:srgbClr val="000404"/>
                  </a:solidFill>
                  <a:latin typeface="Times New Roman" pitchFamily="18" charset="0"/>
                </a:rPr>
                <a:t>1 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, </a:t>
              </a:r>
              <a:r>
                <a:rPr kumimoji="1" lang="en-US" altLang="zh-CN" sz="2400" b="1" i="1" dirty="0">
                  <a:solidFill>
                    <a:srgbClr val="000404"/>
                  </a:solidFill>
                  <a:latin typeface="Times New Roman" pitchFamily="18" charset="0"/>
                </a:rPr>
                <a:t>R</a:t>
              </a:r>
              <a:r>
                <a:rPr kumimoji="1" lang="en-US" altLang="zh-CN" sz="2400" b="1" baseline="-25000" dirty="0">
                  <a:solidFill>
                    <a:srgbClr val="000404"/>
                  </a:solidFill>
                  <a:latin typeface="Times New Roman" pitchFamily="18" charset="0"/>
                </a:rPr>
                <a:t>2 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, </a:t>
              </a:r>
              <a:r>
                <a:rPr kumimoji="1" lang="zh-CN" altLang="en-US" sz="2400" b="1" dirty="0">
                  <a:solidFill>
                    <a:srgbClr val="000404"/>
                  </a:solidFill>
                  <a:latin typeface="Times New Roman" pitchFamily="18" charset="0"/>
                </a:rPr>
                <a:t>电荷体密度为   </a:t>
              </a:r>
              <a:r>
                <a:rPr kumimoji="1" lang="zh-CN" altLang="en-US" sz="2400" b="1" dirty="0" smtClean="0">
                  <a:solidFill>
                    <a:srgbClr val="000404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400" b="1" dirty="0" smtClean="0">
                  <a:solidFill>
                    <a:srgbClr val="000404"/>
                  </a:solidFill>
                  <a:latin typeface="Times New Roman" pitchFamily="18" charset="0"/>
                </a:rPr>
                <a:t>.</a:t>
              </a:r>
              <a:endParaRPr kumimoji="1" lang="zh-CN" altLang="en-US" sz="2400" b="1" dirty="0">
                <a:solidFill>
                  <a:srgbClr val="000404"/>
                </a:solidFill>
                <a:latin typeface="Times New Roman" pitchFamily="18" charset="0"/>
              </a:endParaRPr>
            </a:p>
            <a:p>
              <a:pPr defTabSz="685800" eaLnBrk="0" hangingPunct="0">
                <a:lnSpc>
                  <a:spcPct val="115000"/>
                </a:lnSpc>
                <a:defRPr/>
              </a:pPr>
              <a:r>
                <a:rPr kumimoji="1" lang="zh-CN" altLang="en-US" sz="2400" b="1" dirty="0">
                  <a:solidFill>
                    <a:srgbClr val="C00000"/>
                  </a:solidFill>
                  <a:latin typeface="Times New Roman" pitchFamily="18" charset="0"/>
                </a:rPr>
                <a:t>求</a:t>
              </a:r>
              <a:r>
                <a:rPr kumimoji="1" lang="en-US" altLang="zh-CN" sz="2400" b="1" dirty="0">
                  <a:solidFill>
                    <a:srgbClr val="C00000"/>
                  </a:solidFill>
                  <a:latin typeface="Times New Roman" pitchFamily="18" charset="0"/>
                </a:rPr>
                <a:t>: 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1. </a:t>
              </a:r>
              <a:r>
                <a:rPr kumimoji="1" lang="en-US" altLang="zh-CN" sz="2400" b="1" i="1" dirty="0">
                  <a:solidFill>
                    <a:srgbClr val="000404"/>
                  </a:solidFill>
                  <a:latin typeface="Times New Roman" pitchFamily="18" charset="0"/>
                </a:rPr>
                <a:t>r 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&lt; </a:t>
              </a:r>
              <a:r>
                <a:rPr kumimoji="1" lang="en-US" altLang="zh-CN" sz="2400" b="1" i="1" dirty="0">
                  <a:solidFill>
                    <a:srgbClr val="000404"/>
                  </a:solidFill>
                  <a:latin typeface="Times New Roman" pitchFamily="18" charset="0"/>
                </a:rPr>
                <a:t>R</a:t>
              </a:r>
              <a:r>
                <a:rPr kumimoji="1" lang="en-US" altLang="zh-CN" sz="2400" b="1" baseline="-25000" dirty="0">
                  <a:solidFill>
                    <a:srgbClr val="000404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 </a:t>
              </a:r>
              <a:r>
                <a:rPr kumimoji="1" lang="zh-CN" altLang="en-US" sz="2400" b="1" dirty="0">
                  <a:solidFill>
                    <a:srgbClr val="000404"/>
                  </a:solidFill>
                  <a:latin typeface="Times New Roman" pitchFamily="18" charset="0"/>
                </a:rPr>
                <a:t>处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;  2. </a:t>
              </a:r>
              <a:r>
                <a:rPr kumimoji="1" lang="en-US" altLang="zh-CN" sz="2400" b="1" i="1" dirty="0">
                  <a:solidFill>
                    <a:srgbClr val="000404"/>
                  </a:solidFill>
                  <a:latin typeface="Times New Roman" pitchFamily="18" charset="0"/>
                </a:rPr>
                <a:t>R</a:t>
              </a:r>
              <a:r>
                <a:rPr kumimoji="1" lang="en-US" altLang="zh-CN" sz="2400" b="1" baseline="-25000" dirty="0">
                  <a:solidFill>
                    <a:srgbClr val="000404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&lt; </a:t>
              </a:r>
              <a:r>
                <a:rPr kumimoji="1" lang="en-US" altLang="zh-CN" sz="2400" b="1" i="1" dirty="0">
                  <a:solidFill>
                    <a:srgbClr val="000404"/>
                  </a:solidFill>
                  <a:latin typeface="Times New Roman" pitchFamily="18" charset="0"/>
                </a:rPr>
                <a:t>r 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&lt;</a:t>
              </a:r>
              <a:r>
                <a:rPr kumimoji="1" lang="en-US" altLang="zh-CN" sz="2400" b="1" i="1" dirty="0">
                  <a:solidFill>
                    <a:srgbClr val="000404"/>
                  </a:solidFill>
                  <a:latin typeface="Times New Roman" pitchFamily="18" charset="0"/>
                </a:rPr>
                <a:t>R</a:t>
              </a:r>
              <a:r>
                <a:rPr kumimoji="1" lang="en-US" altLang="zh-CN" sz="2400" b="1" baseline="-25000" dirty="0">
                  <a:solidFill>
                    <a:srgbClr val="000404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 </a:t>
              </a:r>
              <a:r>
                <a:rPr kumimoji="1" lang="zh-CN" altLang="en-US" sz="2400" b="1" dirty="0">
                  <a:solidFill>
                    <a:srgbClr val="000404"/>
                  </a:solidFill>
                  <a:latin typeface="Times New Roman" pitchFamily="18" charset="0"/>
                </a:rPr>
                <a:t>处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; 3. </a:t>
              </a:r>
              <a:r>
                <a:rPr kumimoji="1" lang="en-US" altLang="zh-CN" sz="2400" b="1" i="1" dirty="0">
                  <a:solidFill>
                    <a:srgbClr val="000404"/>
                  </a:solidFill>
                  <a:latin typeface="Times New Roman" pitchFamily="18" charset="0"/>
                </a:rPr>
                <a:t>r 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&gt;</a:t>
              </a:r>
              <a:r>
                <a:rPr kumimoji="1" lang="en-US" altLang="zh-CN" sz="2400" b="1" i="1" dirty="0">
                  <a:solidFill>
                    <a:srgbClr val="000404"/>
                  </a:solidFill>
                  <a:latin typeface="Times New Roman" pitchFamily="18" charset="0"/>
                </a:rPr>
                <a:t> R</a:t>
              </a:r>
              <a:r>
                <a:rPr kumimoji="1" lang="en-US" altLang="zh-CN" sz="2400" b="1" baseline="-25000" dirty="0">
                  <a:solidFill>
                    <a:srgbClr val="000404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400" b="1" dirty="0">
                  <a:solidFill>
                    <a:srgbClr val="000404"/>
                  </a:solidFill>
                  <a:latin typeface="Times New Roman" pitchFamily="18" charset="0"/>
                </a:rPr>
                <a:t> </a:t>
              </a:r>
              <a:r>
                <a:rPr kumimoji="1" lang="zh-CN" altLang="en-US" sz="2400" b="1" dirty="0">
                  <a:solidFill>
                    <a:srgbClr val="000404"/>
                  </a:solidFill>
                  <a:latin typeface="Times New Roman" pitchFamily="18" charset="0"/>
                </a:rPr>
                <a:t>处各点的场强的</a:t>
              </a:r>
              <a:r>
                <a:rPr kumimoji="1" lang="zh-CN" altLang="en-US" sz="2400" b="1" dirty="0" smtClean="0">
                  <a:solidFill>
                    <a:srgbClr val="000404"/>
                  </a:solidFill>
                  <a:latin typeface="Times New Roman" pitchFamily="18" charset="0"/>
                </a:rPr>
                <a:t>大小</a:t>
              </a:r>
              <a:r>
                <a:rPr kumimoji="1" lang="en-US" altLang="zh-CN" sz="2400" b="1" dirty="0" smtClean="0">
                  <a:solidFill>
                    <a:srgbClr val="000404"/>
                  </a:solidFill>
                  <a:latin typeface="Times New Roman" pitchFamily="18" charset="0"/>
                </a:rPr>
                <a:t>.</a:t>
              </a:r>
              <a:r>
                <a:rPr kumimoji="1" lang="zh-CN" altLang="en-US" sz="2400" b="1" dirty="0" smtClean="0">
                  <a:solidFill>
                    <a:srgbClr val="000404"/>
                  </a:solidFill>
                  <a:latin typeface="Times New Roman" pitchFamily="18" charset="0"/>
                </a:rPr>
                <a:t>   </a:t>
              </a:r>
              <a:endParaRPr kumimoji="1" lang="zh-CN" altLang="en-US" sz="2400" b="1" dirty="0">
                <a:solidFill>
                  <a:srgbClr val="000404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2253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0429016"/>
                </p:ext>
              </p:extLst>
            </p:nvPr>
          </p:nvGraphicFramePr>
          <p:xfrm>
            <a:off x="7778830" y="312069"/>
            <a:ext cx="298847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301" name="Equation" r:id="rId3" imgW="152280" imgH="164880" progId="Equation.3">
                    <p:embed/>
                  </p:oleObj>
                </mc:Choice>
                <mc:Fallback>
                  <p:oleObj name="Equation" r:id="rId3" imgW="152280" imgH="164880" progId="Equation.3">
                    <p:embed/>
                    <p:pic>
                      <p:nvPicPr>
                        <p:cNvPr id="2253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8830" y="312069"/>
                          <a:ext cx="298847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401240" y="1807131"/>
            <a:ext cx="8050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eaLnBrk="0" hangingPunct="0">
              <a:defRPr/>
            </a:pPr>
            <a:r>
              <a:rPr kumimoji="1" lang="zh-CN" altLang="en-US" sz="2400" b="1">
                <a:solidFill>
                  <a:srgbClr val="C00000"/>
                </a:solidFill>
                <a:latin typeface="宋体" pitchFamily="2" charset="-122"/>
              </a:rPr>
              <a:t>解</a:t>
            </a:r>
            <a:r>
              <a:rPr kumimoji="1" lang="en-US" altLang="zh-CN" sz="2400" b="1">
                <a:solidFill>
                  <a:srgbClr val="C00000"/>
                </a:solidFill>
                <a:latin typeface="宋体" pitchFamily="2" charset="-122"/>
              </a:rPr>
              <a:t>: </a:t>
            </a:r>
          </a:p>
        </p:txBody>
      </p:sp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884634" y="1807131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eaLnBrk="0" hangingPunct="0">
              <a:defRPr/>
            </a:pPr>
            <a:r>
              <a:rPr kumimoji="1" lang="en-US" altLang="zh-CN" sz="2400" b="1" dirty="0">
                <a:solidFill>
                  <a:srgbClr val="C00000"/>
                </a:solidFill>
                <a:latin typeface="Times New Roman" pitchFamily="18" charset="0"/>
              </a:rPr>
              <a:t>1.</a:t>
            </a:r>
            <a:r>
              <a:rPr kumimoji="1" lang="en-US" altLang="zh-CN" sz="2400" b="1" i="1" dirty="0">
                <a:solidFill>
                  <a:srgbClr val="C00000"/>
                </a:solidFill>
                <a:latin typeface="Times New Roman" pitchFamily="18" charset="0"/>
              </a:rPr>
              <a:t> </a:t>
            </a:r>
            <a:r>
              <a:rPr kumimoji="1" lang="en-US" altLang="zh-CN" sz="2400" b="1" i="1" dirty="0">
                <a:solidFill>
                  <a:srgbClr val="000404"/>
                </a:solidFill>
                <a:latin typeface="Times New Roman" pitchFamily="18" charset="0"/>
              </a:rPr>
              <a:t>r </a:t>
            </a:r>
            <a:r>
              <a:rPr kumimoji="1" lang="en-US" altLang="zh-CN" sz="2400" b="1" dirty="0">
                <a:solidFill>
                  <a:srgbClr val="000404"/>
                </a:solidFill>
                <a:latin typeface="Times New Roman" pitchFamily="18" charset="0"/>
              </a:rPr>
              <a:t>&lt; </a:t>
            </a:r>
            <a:r>
              <a:rPr kumimoji="1" lang="en-US" altLang="zh-CN" sz="2400" b="1" i="1" dirty="0">
                <a:solidFill>
                  <a:srgbClr val="000404"/>
                </a:solidFill>
                <a:latin typeface="Times New Roman" pitchFamily="18" charset="0"/>
              </a:rPr>
              <a:t>R</a:t>
            </a:r>
            <a:r>
              <a:rPr kumimoji="1" lang="en-US" altLang="zh-CN" sz="2400" b="1" baseline="-25000" dirty="0">
                <a:solidFill>
                  <a:srgbClr val="000404"/>
                </a:solidFill>
                <a:latin typeface="Times New Roman" pitchFamily="18" charset="0"/>
              </a:rPr>
              <a:t>1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047196" y="2805113"/>
            <a:ext cx="789386" cy="742950"/>
            <a:chOff x="3967" y="1614"/>
            <a:chExt cx="663" cy="624"/>
          </a:xfrm>
        </p:grpSpPr>
        <p:sp>
          <p:nvSpPr>
            <p:cNvPr id="22546" name="Oval 7"/>
            <p:cNvSpPr>
              <a:spLocks noChangeArrowheads="1"/>
            </p:cNvSpPr>
            <p:nvPr/>
          </p:nvSpPr>
          <p:spPr bwMode="auto">
            <a:xfrm>
              <a:off x="4006" y="1614"/>
              <a:ext cx="624" cy="624"/>
            </a:xfrm>
            <a:prstGeom prst="ellipse">
              <a:avLst/>
            </a:prstGeom>
            <a:noFill/>
            <a:ln w="31750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defRPr/>
              </a:pPr>
              <a:endParaRPr lang="zh-CN" alt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47" name="Text Box 8"/>
            <p:cNvSpPr txBox="1">
              <a:spLocks noChangeArrowheads="1"/>
            </p:cNvSpPr>
            <p:nvPr/>
          </p:nvSpPr>
          <p:spPr bwMode="auto">
            <a:xfrm>
              <a:off x="3967" y="1685"/>
              <a:ext cx="32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defRPr/>
              </a:pPr>
              <a:r>
                <a:rPr kumimoji="1" lang="en-US" altLang="zh-CN" i="1" dirty="0">
                  <a:solidFill>
                    <a:srgbClr val="FF3300"/>
                  </a:solidFill>
                  <a:latin typeface="Times New Roman" pitchFamily="18" charset="0"/>
                  <a:ea typeface="楷体_GB2312" pitchFamily="49" charset="-122"/>
                </a:rPr>
                <a:t>S</a:t>
              </a:r>
              <a:r>
                <a:rPr kumimoji="1" lang="en-US" altLang="zh-CN" baseline="-25000" dirty="0">
                  <a:solidFill>
                    <a:srgbClr val="FF3300"/>
                  </a:solidFill>
                  <a:latin typeface="Times New Roman" pitchFamily="18" charset="0"/>
                  <a:ea typeface="楷体_GB2312" pitchFamily="49" charset="-122"/>
                </a:rPr>
                <a:t>1</a:t>
              </a:r>
              <a:endParaRPr kumimoji="1" lang="en-US" altLang="zh-CN" dirty="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781675" y="2483645"/>
            <a:ext cx="1371600" cy="1431132"/>
            <a:chOff x="3744" y="1344"/>
            <a:chExt cx="1152" cy="1202"/>
          </a:xfrm>
        </p:grpSpPr>
        <p:sp>
          <p:nvSpPr>
            <p:cNvPr id="22541" name="Oval 10"/>
            <p:cNvSpPr>
              <a:spLocks noChangeArrowheads="1"/>
            </p:cNvSpPr>
            <p:nvPr/>
          </p:nvSpPr>
          <p:spPr bwMode="auto">
            <a:xfrm>
              <a:off x="3744" y="1344"/>
              <a:ext cx="1152" cy="1152"/>
            </a:xfrm>
            <a:prstGeom prst="ellipse">
              <a:avLst/>
            </a:prstGeom>
            <a:noFill/>
            <a:ln w="381000">
              <a:pattFill prst="pct50">
                <a:fgClr>
                  <a:srgbClr val="000404"/>
                </a:fgClr>
                <a:bgClr>
                  <a:srgbClr val="FFFFFF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defRPr/>
              </a:pPr>
              <a:endParaRPr lang="zh-CN" alt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542" name="Line 11"/>
            <p:cNvSpPr>
              <a:spLocks noChangeShapeType="1"/>
            </p:cNvSpPr>
            <p:nvPr/>
          </p:nvSpPr>
          <p:spPr bwMode="auto">
            <a:xfrm flipV="1">
              <a:off x="4320" y="1834"/>
              <a:ext cx="404" cy="9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stealth"/>
            </a:ln>
          </p:spPr>
          <p:txBody>
            <a:bodyPr/>
            <a:lstStyle/>
            <a:p>
              <a:pPr defTabSz="685800" eaLnBrk="0" hangingPunct="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22543" name="Text Box 12"/>
            <p:cNvSpPr txBox="1">
              <a:spLocks noChangeArrowheads="1"/>
            </p:cNvSpPr>
            <p:nvPr/>
          </p:nvSpPr>
          <p:spPr bwMode="auto">
            <a:xfrm>
              <a:off x="4274" y="1584"/>
              <a:ext cx="33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defRPr/>
              </a:pPr>
              <a:r>
                <a:rPr kumimoji="1" lang="en-US" altLang="zh-CN" i="1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R</a:t>
              </a:r>
              <a:r>
                <a:rPr kumimoji="1" lang="en-US" altLang="zh-CN" baseline="-25000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1</a:t>
              </a:r>
              <a:endParaRPr kumimoji="1" lang="en-US" altLang="zh-CN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22544" name="Line 13"/>
            <p:cNvSpPr>
              <a:spLocks noChangeShapeType="1"/>
            </p:cNvSpPr>
            <p:nvPr/>
          </p:nvSpPr>
          <p:spPr bwMode="auto">
            <a:xfrm>
              <a:off x="4324" y="1916"/>
              <a:ext cx="380" cy="63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stealth"/>
            </a:ln>
          </p:spPr>
          <p:txBody>
            <a:bodyPr/>
            <a:lstStyle/>
            <a:p>
              <a:pPr defTabSz="685800" eaLnBrk="0" hangingPunct="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22545" name="Text Box 14"/>
            <p:cNvSpPr txBox="1">
              <a:spLocks noChangeArrowheads="1"/>
            </p:cNvSpPr>
            <p:nvPr/>
          </p:nvSpPr>
          <p:spPr bwMode="auto">
            <a:xfrm>
              <a:off x="4535" y="2117"/>
              <a:ext cx="33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defRPr/>
              </a:pPr>
              <a:r>
                <a:rPr kumimoji="1" lang="en-US" altLang="zh-CN" i="1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R</a:t>
              </a:r>
              <a:r>
                <a:rPr kumimoji="1" lang="en-US" altLang="zh-CN" baseline="-25000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2</a:t>
              </a:r>
              <a:endParaRPr kumimoji="1" lang="en-US" altLang="zh-CN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153615" name="Text Box 15"/>
          <p:cNvSpPr txBox="1">
            <a:spLocks noChangeArrowheads="1"/>
          </p:cNvSpPr>
          <p:nvPr/>
        </p:nvSpPr>
        <p:spPr bwMode="auto">
          <a:xfrm>
            <a:off x="2033587" y="1788081"/>
            <a:ext cx="18870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eaLnBrk="0" hangingPunct="0">
              <a:defRPr/>
            </a:pPr>
            <a:r>
              <a:rPr kumimoji="1" lang="zh-CN" altLang="en-US" sz="2400" b="1" dirty="0">
                <a:solidFill>
                  <a:srgbClr val="000404"/>
                </a:solidFill>
                <a:latin typeface="宋体" pitchFamily="2" charset="-122"/>
              </a:rPr>
              <a:t>由高斯定理 </a:t>
            </a:r>
          </a:p>
        </p:txBody>
      </p:sp>
      <p:graphicFrame>
        <p:nvGraphicFramePr>
          <p:cNvPr id="1536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368506"/>
              </p:ext>
            </p:extLst>
          </p:nvPr>
        </p:nvGraphicFramePr>
        <p:xfrm>
          <a:off x="945831" y="2694979"/>
          <a:ext cx="3156899" cy="1005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02" name="公式" r:id="rId5" imgW="1434960" imgH="457200" progId="Equation.3">
                  <p:embed/>
                </p:oleObj>
              </mc:Choice>
              <mc:Fallback>
                <p:oleObj name="公式" r:id="rId5" imgW="1434960" imgH="457200" progId="Equation.3">
                  <p:embed/>
                  <p:pic>
                    <p:nvPicPr>
                      <p:cNvPr id="1536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831" y="2694979"/>
                        <a:ext cx="3156899" cy="100548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7" name="Text Box 17"/>
          <p:cNvSpPr txBox="1">
            <a:spLocks noChangeArrowheads="1"/>
          </p:cNvSpPr>
          <p:nvPr/>
        </p:nvSpPr>
        <p:spPr bwMode="auto">
          <a:xfrm>
            <a:off x="873681" y="3914865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eaLnBrk="0" hangingPunct="0">
              <a:defRPr/>
            </a:pPr>
            <a:r>
              <a:rPr kumimoji="1" lang="en-US" altLang="zh-CN" sz="2400" b="1">
                <a:solidFill>
                  <a:srgbClr val="000404"/>
                </a:solidFill>
                <a:latin typeface="Times New Roman" pitchFamily="18" charset="0"/>
                <a:ea typeface="楷体_GB2312" pitchFamily="49" charset="-122"/>
              </a:rPr>
              <a:t>∴</a:t>
            </a:r>
          </a:p>
        </p:txBody>
      </p:sp>
      <p:graphicFrame>
        <p:nvGraphicFramePr>
          <p:cNvPr id="1536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035568"/>
              </p:ext>
            </p:extLst>
          </p:nvPr>
        </p:nvGraphicFramePr>
        <p:xfrm>
          <a:off x="1364384" y="3956387"/>
          <a:ext cx="809625" cy="378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03" name="Equation" r:id="rId7" imgW="380880" imgH="177480" progId="Equation.DSMT4">
                  <p:embed/>
                </p:oleObj>
              </mc:Choice>
              <mc:Fallback>
                <p:oleObj name="Equation" r:id="rId7" imgW="380880" imgH="177480" progId="Equation.DSMT4">
                  <p:embed/>
                  <p:pic>
                    <p:nvPicPr>
                      <p:cNvPr id="15361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4384" y="3956387"/>
                        <a:ext cx="809625" cy="3786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8765958" y="4894008"/>
            <a:ext cx="378042" cy="249492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 algn="r" defTabSz="685800">
              <a:defRPr/>
            </a:pPr>
            <a:fld id="{1B09170B-2902-4EF6-9F42-13BF296D86B3}" type="slidenum">
              <a:rPr lang="en-US" altLang="zh-CN" sz="1050">
                <a:solidFill>
                  <a:srgbClr val="000000"/>
                </a:solidFill>
              </a:rPr>
              <a:pPr algn="r" defTabSz="685800">
                <a:defRPr/>
              </a:pPr>
              <a:t>34</a:t>
            </a:fld>
            <a:endParaRPr lang="en-US" altLang="zh-CN" sz="10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182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5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5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4" grpId="0" autoUpdateAnimBg="0"/>
      <p:bldP spid="153605" grpId="0" autoUpdateAnimBg="0"/>
      <p:bldP spid="153615" grpId="0" autoUpdateAnimBg="0"/>
      <p:bldP spid="153617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9"/>
          <p:cNvGrpSpPr>
            <a:grpSpLocks/>
          </p:cNvGrpSpPr>
          <p:nvPr/>
        </p:nvGrpSpPr>
        <p:grpSpPr bwMode="auto">
          <a:xfrm>
            <a:off x="6711315" y="2079785"/>
            <a:ext cx="1371600" cy="1410892"/>
            <a:chOff x="3744" y="1344"/>
            <a:chExt cx="1152" cy="1185"/>
          </a:xfrm>
        </p:grpSpPr>
        <p:sp>
          <p:nvSpPr>
            <p:cNvPr id="23" name="Oval 10"/>
            <p:cNvSpPr>
              <a:spLocks noChangeArrowheads="1"/>
            </p:cNvSpPr>
            <p:nvPr/>
          </p:nvSpPr>
          <p:spPr bwMode="auto">
            <a:xfrm>
              <a:off x="3744" y="1344"/>
              <a:ext cx="1152" cy="1152"/>
            </a:xfrm>
            <a:prstGeom prst="ellipse">
              <a:avLst/>
            </a:prstGeom>
            <a:noFill/>
            <a:ln w="381000">
              <a:pattFill prst="pct50">
                <a:fgClr>
                  <a:srgbClr val="000404"/>
                </a:fgClr>
                <a:bgClr>
                  <a:srgbClr val="FFFFFF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defRPr/>
              </a:pPr>
              <a:endParaRPr lang="zh-CN" alt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4" name="Line 11"/>
            <p:cNvSpPr>
              <a:spLocks noChangeShapeType="1"/>
            </p:cNvSpPr>
            <p:nvPr/>
          </p:nvSpPr>
          <p:spPr bwMode="auto">
            <a:xfrm flipV="1">
              <a:off x="4320" y="1782"/>
              <a:ext cx="392" cy="13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stealth"/>
            </a:ln>
          </p:spPr>
          <p:txBody>
            <a:bodyPr/>
            <a:lstStyle/>
            <a:p>
              <a:pPr defTabSz="685800" eaLnBrk="0" hangingPunct="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25" name="Text Box 12"/>
            <p:cNvSpPr txBox="1">
              <a:spLocks noChangeArrowheads="1"/>
            </p:cNvSpPr>
            <p:nvPr/>
          </p:nvSpPr>
          <p:spPr bwMode="auto">
            <a:xfrm>
              <a:off x="4206" y="1564"/>
              <a:ext cx="33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defRPr/>
              </a:pPr>
              <a:r>
                <a:rPr kumimoji="1" lang="en-US" altLang="zh-CN" i="1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R</a:t>
              </a:r>
              <a:r>
                <a:rPr kumimoji="1" lang="en-US" altLang="zh-CN" baseline="-25000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1</a:t>
              </a:r>
              <a:endParaRPr kumimoji="1" lang="en-US" altLang="zh-CN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4324" y="1916"/>
              <a:ext cx="406" cy="61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stealth"/>
            </a:ln>
          </p:spPr>
          <p:txBody>
            <a:bodyPr/>
            <a:lstStyle/>
            <a:p>
              <a:pPr defTabSz="685800" eaLnBrk="0" hangingPunct="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4500" y="2056"/>
              <a:ext cx="33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defRPr/>
              </a:pPr>
              <a:r>
                <a:rPr kumimoji="1" lang="en-US" altLang="zh-CN" i="1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R</a:t>
              </a:r>
              <a:r>
                <a:rPr kumimoji="1" lang="en-US" altLang="zh-CN" baseline="-25000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2</a:t>
              </a:r>
              <a:endParaRPr kumimoji="1" lang="en-US" altLang="zh-CN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154632" name="Text Box 8"/>
          <p:cNvSpPr txBox="1">
            <a:spLocks noChangeArrowheads="1"/>
          </p:cNvSpPr>
          <p:nvPr/>
        </p:nvSpPr>
        <p:spPr bwMode="auto">
          <a:xfrm>
            <a:off x="778193" y="522239"/>
            <a:ext cx="17828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eaLnBrk="0" hangingPunct="0"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2. </a:t>
            </a:r>
            <a:r>
              <a:rPr kumimoji="1" lang="en-US" altLang="zh-CN" sz="2400" b="1" i="1" dirty="0">
                <a:solidFill>
                  <a:srgbClr val="000404"/>
                </a:solidFill>
                <a:latin typeface="Times New Roman" pitchFamily="18" charset="0"/>
              </a:rPr>
              <a:t>R</a:t>
            </a:r>
            <a:r>
              <a:rPr kumimoji="1" lang="en-US" altLang="zh-CN" sz="2400" b="1" baseline="-25000" dirty="0">
                <a:solidFill>
                  <a:srgbClr val="000404"/>
                </a:solidFill>
                <a:latin typeface="Times New Roman" pitchFamily="18" charset="0"/>
              </a:rPr>
              <a:t>1</a:t>
            </a:r>
            <a:r>
              <a:rPr kumimoji="1" lang="en-US" altLang="zh-CN" sz="2400" b="1" dirty="0">
                <a:solidFill>
                  <a:srgbClr val="000404"/>
                </a:solidFill>
                <a:latin typeface="Times New Roman" pitchFamily="18" charset="0"/>
              </a:rPr>
              <a:t>&lt; </a:t>
            </a:r>
            <a:r>
              <a:rPr kumimoji="1" lang="en-US" altLang="zh-CN" sz="2400" b="1" i="1" dirty="0">
                <a:solidFill>
                  <a:srgbClr val="000404"/>
                </a:solidFill>
                <a:latin typeface="Times New Roman" pitchFamily="18" charset="0"/>
              </a:rPr>
              <a:t>r </a:t>
            </a:r>
            <a:r>
              <a:rPr kumimoji="1" lang="en-US" altLang="zh-CN" sz="2400" b="1" dirty="0">
                <a:solidFill>
                  <a:srgbClr val="000404"/>
                </a:solidFill>
                <a:latin typeface="Times New Roman" pitchFamily="18" charset="0"/>
              </a:rPr>
              <a:t>&lt;</a:t>
            </a:r>
            <a:r>
              <a:rPr kumimoji="1" lang="en-US" altLang="zh-CN" sz="2400" b="1" i="1" dirty="0">
                <a:solidFill>
                  <a:srgbClr val="000404"/>
                </a:solidFill>
                <a:latin typeface="Times New Roman" pitchFamily="18" charset="0"/>
              </a:rPr>
              <a:t>R</a:t>
            </a:r>
            <a:r>
              <a:rPr kumimoji="1" lang="en-US" altLang="zh-CN" sz="2400" b="1" baseline="-25000" dirty="0">
                <a:solidFill>
                  <a:srgbClr val="000404"/>
                </a:solidFill>
                <a:latin typeface="Times New Roman" pitchFamily="18" charset="0"/>
              </a:rPr>
              <a:t>2 </a:t>
            </a:r>
          </a:p>
        </p:txBody>
      </p:sp>
      <p:sp>
        <p:nvSpPr>
          <p:cNvPr id="154633" name="Text Box 9"/>
          <p:cNvSpPr txBox="1">
            <a:spLocks noChangeArrowheads="1"/>
          </p:cNvSpPr>
          <p:nvPr/>
        </p:nvSpPr>
        <p:spPr bwMode="auto">
          <a:xfrm>
            <a:off x="2560559" y="522239"/>
            <a:ext cx="24838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kumimoji="1" lang="zh-CN" altLang="en-US" sz="2400" b="1" dirty="0">
                <a:solidFill>
                  <a:srgbClr val="000404"/>
                </a:solidFill>
                <a:latin typeface="宋体" pitchFamily="2" charset="-122"/>
              </a:rPr>
              <a:t>由</a:t>
            </a:r>
            <a:r>
              <a:rPr kumimoji="1" lang="zh-CN" altLang="en-US" sz="2400" b="1" dirty="0" smtClean="0">
                <a:solidFill>
                  <a:srgbClr val="000404"/>
                </a:solidFill>
                <a:latin typeface="宋体" pitchFamily="2" charset="-122"/>
              </a:rPr>
              <a:t>高斯定理得： </a:t>
            </a:r>
            <a:endParaRPr kumimoji="1" lang="zh-CN" altLang="en-US" sz="2400" b="1" dirty="0">
              <a:solidFill>
                <a:srgbClr val="000404"/>
              </a:solidFill>
              <a:latin typeface="宋体" pitchFamily="2" charset="-122"/>
            </a:endParaRPr>
          </a:p>
        </p:txBody>
      </p:sp>
      <p:graphicFrame>
        <p:nvGraphicFramePr>
          <p:cNvPr id="154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595822"/>
              </p:ext>
            </p:extLst>
          </p:nvPr>
        </p:nvGraphicFramePr>
        <p:xfrm>
          <a:off x="1496616" y="1305283"/>
          <a:ext cx="2196703" cy="783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25" name="Equation" r:id="rId3" imgW="1104840" imgH="393480" progId="Equation.3">
                  <p:embed/>
                </p:oleObj>
              </mc:Choice>
              <mc:Fallback>
                <p:oleObj name="Equation" r:id="rId3" imgW="1104840" imgH="393480" progId="Equation.3">
                  <p:embed/>
                  <p:pic>
                    <p:nvPicPr>
                      <p:cNvPr id="15463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6616" y="1305283"/>
                        <a:ext cx="2196703" cy="7834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002242"/>
              </p:ext>
            </p:extLst>
          </p:nvPr>
        </p:nvGraphicFramePr>
        <p:xfrm>
          <a:off x="1569482" y="2073833"/>
          <a:ext cx="2728913" cy="1707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26" name="Equation" r:id="rId5" imgW="1422360" imgH="888840" progId="Equation.DSMT4">
                  <p:embed/>
                </p:oleObj>
              </mc:Choice>
              <mc:Fallback>
                <p:oleObj name="Equation" r:id="rId5" imgW="1422360" imgH="888840" progId="Equation.DSMT4">
                  <p:embed/>
                  <p:pic>
                    <p:nvPicPr>
                      <p:cNvPr id="1546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482" y="2073833"/>
                        <a:ext cx="2728913" cy="17073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6" name="Text Box 12"/>
          <p:cNvSpPr txBox="1">
            <a:spLocks noChangeArrowheads="1"/>
          </p:cNvSpPr>
          <p:nvPr/>
        </p:nvSpPr>
        <p:spPr bwMode="auto">
          <a:xfrm>
            <a:off x="989647" y="3980260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eaLnBrk="0" hangingPunct="0">
              <a:defRPr/>
            </a:pPr>
            <a:r>
              <a:rPr kumimoji="1" lang="en-US" altLang="zh-CN" sz="2400" b="1">
                <a:solidFill>
                  <a:srgbClr val="000404"/>
                </a:solidFill>
                <a:latin typeface="Times New Roman" pitchFamily="18" charset="0"/>
                <a:ea typeface="楷体_GB2312" pitchFamily="49" charset="-122"/>
              </a:rPr>
              <a:t>∴</a:t>
            </a:r>
          </a:p>
        </p:txBody>
      </p:sp>
      <p:graphicFrame>
        <p:nvGraphicFramePr>
          <p:cNvPr id="1546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382476"/>
              </p:ext>
            </p:extLst>
          </p:nvPr>
        </p:nvGraphicFramePr>
        <p:xfrm>
          <a:off x="1483693" y="3804049"/>
          <a:ext cx="2486025" cy="889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27" name="Equation" r:id="rId7" imgW="1206360" imgH="431640" progId="Equation.DSMT4">
                  <p:embed/>
                </p:oleObj>
              </mc:Choice>
              <mc:Fallback>
                <p:oleObj name="Equation" r:id="rId7" imgW="1206360" imgH="431640" progId="Equation.DSMT4">
                  <p:embed/>
                  <p:pic>
                    <p:nvPicPr>
                      <p:cNvPr id="15463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3693" y="3804049"/>
                        <a:ext cx="2486025" cy="8893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6689884" y="2088714"/>
            <a:ext cx="1393031" cy="1393031"/>
            <a:chOff x="3726" y="1337"/>
            <a:chExt cx="1170" cy="1170"/>
          </a:xfrm>
        </p:grpSpPr>
        <p:sp>
          <p:nvSpPr>
            <p:cNvPr id="23563" name="Oval 15"/>
            <p:cNvSpPr>
              <a:spLocks noChangeArrowheads="1"/>
            </p:cNvSpPr>
            <p:nvPr/>
          </p:nvSpPr>
          <p:spPr bwMode="auto">
            <a:xfrm>
              <a:off x="3726" y="1337"/>
              <a:ext cx="1170" cy="117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defRPr/>
              </a:pPr>
              <a:endParaRPr lang="zh-CN" alt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3564" name="Text Box 16"/>
            <p:cNvSpPr txBox="1">
              <a:spLocks noChangeArrowheads="1"/>
            </p:cNvSpPr>
            <p:nvPr/>
          </p:nvSpPr>
          <p:spPr bwMode="auto">
            <a:xfrm>
              <a:off x="3736" y="1555"/>
              <a:ext cx="32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defRPr/>
              </a:pPr>
              <a:r>
                <a:rPr kumimoji="1" lang="en-US" altLang="zh-CN" b="1" i="1" dirty="0">
                  <a:solidFill>
                    <a:srgbClr val="000404"/>
                  </a:solidFill>
                  <a:latin typeface="Times New Roman" pitchFamily="18" charset="0"/>
                  <a:ea typeface="楷体_GB2312" pitchFamily="49" charset="-122"/>
                </a:rPr>
                <a:t>S</a:t>
              </a:r>
              <a:r>
                <a:rPr kumimoji="1" lang="en-US" altLang="zh-CN" b="1" baseline="-25000" dirty="0">
                  <a:solidFill>
                    <a:srgbClr val="000404"/>
                  </a:solidFill>
                  <a:latin typeface="Times New Roman" pitchFamily="18" charset="0"/>
                  <a:ea typeface="楷体_GB2312" pitchFamily="49" charset="-122"/>
                </a:rPr>
                <a:t>2</a:t>
              </a:r>
              <a:endParaRPr kumimoji="1" lang="en-US" altLang="zh-CN" b="1" dirty="0">
                <a:solidFill>
                  <a:srgbClr val="000404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18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8765958" y="4894008"/>
            <a:ext cx="378042" cy="249492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 algn="r" defTabSz="685800">
              <a:defRPr/>
            </a:pPr>
            <a:fld id="{1B09170B-2902-4EF6-9F42-13BF296D86B3}" type="slidenum">
              <a:rPr lang="en-US" altLang="zh-CN" sz="1050">
                <a:solidFill>
                  <a:srgbClr val="000000"/>
                </a:solidFill>
              </a:rPr>
              <a:pPr algn="r" defTabSz="685800">
                <a:defRPr/>
              </a:pPr>
              <a:t>35</a:t>
            </a:fld>
            <a:endParaRPr lang="en-US" altLang="zh-CN" sz="10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3514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5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5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3" grpId="0" autoUpdateAnimBg="0"/>
      <p:bldP spid="15463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/>
          <p:cNvSpPr txBox="1">
            <a:spLocks noChangeArrowheads="1"/>
          </p:cNvSpPr>
          <p:nvPr/>
        </p:nvSpPr>
        <p:spPr bwMode="auto">
          <a:xfrm>
            <a:off x="1036360" y="339035"/>
            <a:ext cx="13516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eaLnBrk="0" hangingPunct="0"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3. </a:t>
            </a:r>
            <a:r>
              <a:rPr kumimoji="1" lang="en-US" altLang="zh-CN" sz="2400" b="1" i="1" dirty="0">
                <a:solidFill>
                  <a:srgbClr val="000404"/>
                </a:solidFill>
                <a:latin typeface="Times New Roman" pitchFamily="18" charset="0"/>
              </a:rPr>
              <a:t>r </a:t>
            </a:r>
            <a:r>
              <a:rPr kumimoji="1" lang="en-US" altLang="zh-CN" sz="2400" b="1" dirty="0">
                <a:solidFill>
                  <a:srgbClr val="000404"/>
                </a:solidFill>
                <a:latin typeface="Times New Roman" pitchFamily="18" charset="0"/>
              </a:rPr>
              <a:t>&gt;</a:t>
            </a:r>
            <a:r>
              <a:rPr kumimoji="1" lang="en-US" altLang="zh-CN" sz="2400" b="1" i="1" dirty="0">
                <a:solidFill>
                  <a:srgbClr val="000404"/>
                </a:solidFill>
                <a:latin typeface="Times New Roman" pitchFamily="18" charset="0"/>
              </a:rPr>
              <a:t> R</a:t>
            </a:r>
            <a:r>
              <a:rPr kumimoji="1" lang="en-US" altLang="zh-CN" sz="2400" b="1" baseline="-25000" dirty="0">
                <a:solidFill>
                  <a:srgbClr val="000404"/>
                </a:solidFill>
                <a:latin typeface="Times New Roman" pitchFamily="18" charset="0"/>
              </a:rPr>
              <a:t>2  </a:t>
            </a:r>
          </a:p>
        </p:txBody>
      </p:sp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2300803" y="327128"/>
            <a:ext cx="30998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 eaLnBrk="0" hangingPunct="0">
              <a:defRPr/>
            </a:pPr>
            <a:r>
              <a:rPr kumimoji="1" lang="zh-CN" altLang="en-US" sz="2400" b="1" dirty="0">
                <a:solidFill>
                  <a:srgbClr val="000404"/>
                </a:solidFill>
                <a:latin typeface="宋体" pitchFamily="2" charset="-122"/>
              </a:rPr>
              <a:t>由</a:t>
            </a:r>
            <a:r>
              <a:rPr kumimoji="1" lang="zh-CN" altLang="en-US" sz="2400" b="1" dirty="0" smtClean="0">
                <a:solidFill>
                  <a:srgbClr val="000404"/>
                </a:solidFill>
                <a:latin typeface="宋体" pitchFamily="2" charset="-122"/>
              </a:rPr>
              <a:t>高斯定理得： </a:t>
            </a:r>
            <a:endParaRPr kumimoji="1" lang="zh-CN" altLang="en-US" sz="2400" b="1" dirty="0">
              <a:solidFill>
                <a:srgbClr val="000404"/>
              </a:solidFill>
              <a:latin typeface="宋体" pitchFamily="2" charset="-122"/>
            </a:endParaRPr>
          </a:p>
        </p:txBody>
      </p:sp>
      <p:graphicFrame>
        <p:nvGraphicFramePr>
          <p:cNvPr id="155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497324"/>
              </p:ext>
            </p:extLst>
          </p:nvPr>
        </p:nvGraphicFramePr>
        <p:xfrm>
          <a:off x="1648341" y="928871"/>
          <a:ext cx="2196703" cy="782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349" name="Equation" r:id="rId3" imgW="1104840" imgH="393480" progId="Equation.3">
                  <p:embed/>
                </p:oleObj>
              </mc:Choice>
              <mc:Fallback>
                <p:oleObj name="Equation" r:id="rId3" imgW="1104840" imgH="393480" progId="Equation.3">
                  <p:embed/>
                  <p:pic>
                    <p:nvPicPr>
                      <p:cNvPr id="155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341" y="928871"/>
                        <a:ext cx="2196703" cy="782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151527"/>
              </p:ext>
            </p:extLst>
          </p:nvPr>
        </p:nvGraphicFramePr>
        <p:xfrm>
          <a:off x="1502529" y="1890715"/>
          <a:ext cx="2955131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350" name="Equation" r:id="rId5" imgW="1447560" imgH="888840" progId="Equation.DSMT4">
                  <p:embed/>
                </p:oleObj>
              </mc:Choice>
              <mc:Fallback>
                <p:oleObj name="Equation" r:id="rId5" imgW="1447560" imgH="888840" progId="Equation.DSMT4">
                  <p:embed/>
                  <p:pic>
                    <p:nvPicPr>
                      <p:cNvPr id="1556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2529" y="1890715"/>
                        <a:ext cx="2955131" cy="180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4" name="Text Box 6"/>
          <p:cNvSpPr txBox="1">
            <a:spLocks noChangeArrowheads="1"/>
          </p:cNvSpPr>
          <p:nvPr/>
        </p:nvSpPr>
        <p:spPr bwMode="auto">
          <a:xfrm>
            <a:off x="1001832" y="3920195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eaLnBrk="0" hangingPunct="0">
              <a:defRPr/>
            </a:pPr>
            <a:r>
              <a:rPr kumimoji="1" lang="en-US" altLang="zh-CN" sz="2400" b="1">
                <a:solidFill>
                  <a:srgbClr val="000404"/>
                </a:solidFill>
                <a:latin typeface="Times New Roman" pitchFamily="18" charset="0"/>
                <a:ea typeface="楷体_GB2312" pitchFamily="49" charset="-122"/>
              </a:rPr>
              <a:t>∴</a:t>
            </a:r>
          </a:p>
        </p:txBody>
      </p:sp>
      <p:graphicFrame>
        <p:nvGraphicFramePr>
          <p:cNvPr id="1556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04456"/>
              </p:ext>
            </p:extLst>
          </p:nvPr>
        </p:nvGraphicFramePr>
        <p:xfrm>
          <a:off x="1498322" y="3771426"/>
          <a:ext cx="2346722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351" name="Equation" r:id="rId7" imgW="1244520" imgH="431640" progId="Equation.DSMT4">
                  <p:embed/>
                </p:oleObj>
              </mc:Choice>
              <mc:Fallback>
                <p:oleObj name="Equation" r:id="rId7" imgW="1244520" imgH="431640" progId="Equation.DSMT4">
                  <p:embed/>
                  <p:pic>
                    <p:nvPicPr>
                      <p:cNvPr id="1556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322" y="3771426"/>
                        <a:ext cx="2346722" cy="814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705633" y="1665686"/>
            <a:ext cx="1928813" cy="2034779"/>
            <a:chOff x="3870" y="591"/>
            <a:chExt cx="1620" cy="1709"/>
          </a:xfrm>
        </p:grpSpPr>
        <p:sp>
          <p:nvSpPr>
            <p:cNvPr id="24587" name="Oval 15"/>
            <p:cNvSpPr>
              <a:spLocks noChangeArrowheads="1"/>
            </p:cNvSpPr>
            <p:nvPr/>
          </p:nvSpPr>
          <p:spPr bwMode="auto">
            <a:xfrm>
              <a:off x="3870" y="680"/>
              <a:ext cx="1620" cy="162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defRPr/>
              </a:pPr>
              <a:endParaRPr lang="zh-CN" alt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4588" name="Text Box 16"/>
            <p:cNvSpPr txBox="1">
              <a:spLocks noChangeArrowheads="1"/>
            </p:cNvSpPr>
            <p:nvPr/>
          </p:nvSpPr>
          <p:spPr bwMode="auto">
            <a:xfrm>
              <a:off x="3904" y="591"/>
              <a:ext cx="32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defRPr/>
              </a:pPr>
              <a:r>
                <a:rPr kumimoji="1" lang="en-US" altLang="zh-CN" b="1" i="1" dirty="0">
                  <a:solidFill>
                    <a:srgbClr val="FF3300"/>
                  </a:solidFill>
                  <a:latin typeface="Times New Roman" pitchFamily="18" charset="0"/>
                  <a:ea typeface="楷体_GB2312" pitchFamily="49" charset="-122"/>
                </a:rPr>
                <a:t>S</a:t>
              </a:r>
              <a:r>
                <a:rPr kumimoji="1" lang="en-US" altLang="zh-CN" b="1" baseline="-25000" dirty="0">
                  <a:solidFill>
                    <a:srgbClr val="FF3300"/>
                  </a:solidFill>
                  <a:latin typeface="Times New Roman" pitchFamily="18" charset="0"/>
                  <a:ea typeface="楷体_GB2312" pitchFamily="49" charset="-122"/>
                </a:rPr>
                <a:t>3</a:t>
              </a:r>
              <a:endParaRPr kumimoji="1" lang="en-US" altLang="zh-CN" b="1" dirty="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18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8765958" y="4894008"/>
            <a:ext cx="378042" cy="249492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 algn="r" defTabSz="685800">
              <a:defRPr/>
            </a:pPr>
            <a:fld id="{1B09170B-2902-4EF6-9F42-13BF296D86B3}" type="slidenum">
              <a:rPr lang="en-US" altLang="zh-CN" sz="1050">
                <a:solidFill>
                  <a:srgbClr val="000000"/>
                </a:solidFill>
              </a:rPr>
              <a:pPr algn="r" defTabSz="685800">
                <a:defRPr/>
              </a:pPr>
              <a:t>36</a:t>
            </a:fld>
            <a:endParaRPr lang="en-US" altLang="zh-CN" sz="1050" dirty="0">
              <a:solidFill>
                <a:srgbClr val="000000"/>
              </a:solidFill>
            </a:endParaRPr>
          </a:p>
        </p:txBody>
      </p:sp>
      <p:grpSp>
        <p:nvGrpSpPr>
          <p:cNvPr id="28" name="Group 9"/>
          <p:cNvGrpSpPr>
            <a:grpSpLocks/>
          </p:cNvGrpSpPr>
          <p:nvPr/>
        </p:nvGrpSpPr>
        <p:grpSpPr bwMode="auto">
          <a:xfrm>
            <a:off x="5979795" y="2060523"/>
            <a:ext cx="1371600" cy="1439467"/>
            <a:chOff x="3744" y="1344"/>
            <a:chExt cx="1152" cy="1209"/>
          </a:xfrm>
        </p:grpSpPr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3744" y="1344"/>
              <a:ext cx="1152" cy="1152"/>
            </a:xfrm>
            <a:prstGeom prst="ellipse">
              <a:avLst/>
            </a:prstGeom>
            <a:noFill/>
            <a:ln w="381000">
              <a:pattFill prst="pct50">
                <a:fgClr>
                  <a:srgbClr val="000404"/>
                </a:fgClr>
                <a:bgClr>
                  <a:srgbClr val="FFFFFF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defRPr/>
              </a:pPr>
              <a:endParaRPr lang="zh-CN" alt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0" name="Line 11"/>
            <p:cNvSpPr>
              <a:spLocks noChangeShapeType="1"/>
            </p:cNvSpPr>
            <p:nvPr/>
          </p:nvSpPr>
          <p:spPr bwMode="auto">
            <a:xfrm flipV="1">
              <a:off x="4320" y="1781"/>
              <a:ext cx="402" cy="13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stealth"/>
            </a:ln>
          </p:spPr>
          <p:txBody>
            <a:bodyPr/>
            <a:lstStyle/>
            <a:p>
              <a:pPr defTabSz="685800" eaLnBrk="0" hangingPunct="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31" name="Text Box 12"/>
            <p:cNvSpPr txBox="1">
              <a:spLocks noChangeArrowheads="1"/>
            </p:cNvSpPr>
            <p:nvPr/>
          </p:nvSpPr>
          <p:spPr bwMode="auto">
            <a:xfrm>
              <a:off x="4264" y="1556"/>
              <a:ext cx="33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defRPr/>
              </a:pPr>
              <a:r>
                <a:rPr kumimoji="1" lang="en-US" altLang="zh-CN" i="1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R</a:t>
              </a:r>
              <a:r>
                <a:rPr kumimoji="1" lang="en-US" altLang="zh-CN" baseline="-25000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1</a:t>
              </a:r>
              <a:endParaRPr kumimoji="1" lang="en-US" altLang="zh-CN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2" name="Line 13"/>
            <p:cNvSpPr>
              <a:spLocks noChangeShapeType="1"/>
            </p:cNvSpPr>
            <p:nvPr/>
          </p:nvSpPr>
          <p:spPr bwMode="auto">
            <a:xfrm>
              <a:off x="4324" y="1916"/>
              <a:ext cx="398" cy="63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stealth"/>
            </a:ln>
          </p:spPr>
          <p:txBody>
            <a:bodyPr/>
            <a:lstStyle/>
            <a:p>
              <a:pPr defTabSz="685800" eaLnBrk="0" hangingPunct="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33" name="Text Box 14"/>
            <p:cNvSpPr txBox="1">
              <a:spLocks noChangeArrowheads="1"/>
            </p:cNvSpPr>
            <p:nvPr/>
          </p:nvSpPr>
          <p:spPr bwMode="auto">
            <a:xfrm>
              <a:off x="4500" y="2056"/>
              <a:ext cx="33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defRPr/>
              </a:pPr>
              <a:r>
                <a:rPr kumimoji="1" lang="en-US" altLang="zh-CN" i="1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R</a:t>
              </a:r>
              <a:r>
                <a:rPr kumimoji="1" lang="en-US" altLang="zh-CN" baseline="-25000" dirty="0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</a:rPr>
                <a:t>2</a:t>
              </a:r>
              <a:endParaRPr kumimoji="1" lang="en-US" altLang="zh-CN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74189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autoUpdateAnimBg="0"/>
      <p:bldP spid="15565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Text Box 20"/>
          <p:cNvSpPr txBox="1">
            <a:spLocks noChangeArrowheads="1"/>
          </p:cNvSpPr>
          <p:nvPr/>
        </p:nvSpPr>
        <p:spPr bwMode="auto">
          <a:xfrm>
            <a:off x="647238" y="289236"/>
            <a:ext cx="7648576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lnSpc>
                <a:spcPct val="120000"/>
              </a:lnSpc>
              <a:defRPr/>
            </a:pPr>
            <a:r>
              <a:rPr kumimoji="1" lang="zh-CN" altLang="en-US" sz="2400" b="1" dirty="0">
                <a:solidFill>
                  <a:srgbClr val="CC0000"/>
                </a:solidFill>
                <a:latin typeface="宋体" pitchFamily="2" charset="-122"/>
              </a:rPr>
              <a:t>例</a:t>
            </a:r>
            <a:r>
              <a:rPr kumimoji="1" lang="en-US" altLang="zh-CN" sz="2400" b="1" dirty="0">
                <a:solidFill>
                  <a:srgbClr val="CC0000"/>
                </a:solidFill>
                <a:latin typeface="Times New Roman" pitchFamily="18" charset="0"/>
              </a:rPr>
              <a:t>3</a:t>
            </a:r>
            <a:r>
              <a:rPr kumimoji="1" lang="en-US" altLang="zh-CN" sz="2400" b="1" dirty="0">
                <a:solidFill>
                  <a:srgbClr val="CC0000"/>
                </a:solidFill>
                <a:latin typeface="宋体" pitchFamily="2" charset="-122"/>
              </a:rPr>
              <a:t>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设有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一无限长均匀带电直线，单位长度上的电荷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，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itchFamily="2" charset="-122"/>
              </a:rPr>
              <a:t/>
            </a:r>
            <a:br>
              <a:rPr kumimoji="1" lang="en-US" altLang="zh-CN" sz="2400" b="1" dirty="0" smtClean="0">
                <a:solidFill>
                  <a:srgbClr val="000000"/>
                </a:solidFill>
                <a:latin typeface="宋体" pitchFamily="2" charset="-122"/>
              </a:rPr>
            </a:br>
            <a:r>
              <a:rPr kumimoji="1" lang="en-US" altLang="zh-CN" sz="2400" b="1" dirty="0" smtClean="0">
                <a:solidFill>
                  <a:srgbClr val="000000"/>
                </a:solidFill>
                <a:latin typeface="宋体" pitchFamily="2" charset="-122"/>
              </a:rPr>
              <a:t>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即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电荷线密度为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</a:t>
            </a:r>
            <a:r>
              <a:rPr kumimoji="1" lang="en-US" altLang="zh-CN" sz="2400" b="1" i="1" dirty="0" smtClean="0">
                <a:solidFill>
                  <a:srgbClr val="000000"/>
                </a:solidFill>
                <a:latin typeface="宋体" pitchFamily="2" charset="-122"/>
                <a:sym typeface="Symbol" pitchFamily="18" charset="2"/>
              </a:rPr>
              <a:t>. 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宋体" pitchFamily="2" charset="-122"/>
              </a:rPr>
              <a:t>求</a:t>
            </a:r>
            <a:r>
              <a:rPr kumimoji="1" lang="zh-CN" altLang="en-US" sz="2400" b="1" dirty="0">
                <a:solidFill>
                  <a:srgbClr val="C00000"/>
                </a:solidFill>
                <a:latin typeface="宋体" pitchFamily="2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距直线为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r 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处的电场强度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16396" name="Text Box 42"/>
          <p:cNvSpPr txBox="1">
            <a:spLocks noChangeArrowheads="1"/>
          </p:cNvSpPr>
          <p:nvPr/>
        </p:nvSpPr>
        <p:spPr bwMode="auto">
          <a:xfrm>
            <a:off x="701936" y="1315444"/>
            <a:ext cx="769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</a:rPr>
              <a:t>解：</a:t>
            </a:r>
          </a:p>
        </p:txBody>
      </p:sp>
      <p:sp>
        <p:nvSpPr>
          <p:cNvPr id="16397" name="Rectangle 78"/>
          <p:cNvSpPr>
            <a:spLocks noChangeArrowheads="1"/>
          </p:cNvSpPr>
          <p:nvPr/>
        </p:nvSpPr>
        <p:spPr bwMode="auto">
          <a:xfrm>
            <a:off x="5846841" y="1883569"/>
            <a:ext cx="1912147" cy="297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 type="none" w="sm" len="lg"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81999" name="AutoShape 79"/>
          <p:cNvSpPr>
            <a:spLocks noChangeArrowheads="1"/>
          </p:cNvSpPr>
          <p:nvPr/>
        </p:nvSpPr>
        <p:spPr bwMode="auto">
          <a:xfrm>
            <a:off x="6925547" y="2461022"/>
            <a:ext cx="214313" cy="2041922"/>
          </a:xfrm>
          <a:prstGeom prst="can">
            <a:avLst>
              <a:gd name="adj" fmla="val 54211"/>
            </a:avLst>
          </a:prstGeom>
          <a:gradFill rotWithShape="0">
            <a:gsLst>
              <a:gs pos="0">
                <a:schemeClr val="accent1">
                  <a:gamma/>
                  <a:shade val="6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6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16399" name="Text Box 80"/>
          <p:cNvSpPr txBox="1">
            <a:spLocks noChangeArrowheads="1"/>
          </p:cNvSpPr>
          <p:nvPr/>
        </p:nvSpPr>
        <p:spPr bwMode="auto">
          <a:xfrm>
            <a:off x="6901732" y="2639620"/>
            <a:ext cx="287258" cy="201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kumimoji="1" lang="en-US" altLang="zh-CN" sz="1400" b="1" dirty="0">
                <a:solidFill>
                  <a:srgbClr val="FF0000"/>
                </a:solidFill>
                <a:latin typeface="Times New Roman" pitchFamily="18" charset="0"/>
              </a:rPr>
              <a:t>+</a:t>
            </a:r>
          </a:p>
          <a:p>
            <a:pPr defTabSz="685800">
              <a:spcBef>
                <a:spcPct val="50000"/>
              </a:spcBef>
              <a:defRPr/>
            </a:pPr>
            <a:r>
              <a:rPr kumimoji="1" lang="en-US" altLang="zh-CN" sz="1400" b="1" dirty="0">
                <a:solidFill>
                  <a:srgbClr val="FF0000"/>
                </a:solidFill>
                <a:latin typeface="Times New Roman" pitchFamily="18" charset="0"/>
              </a:rPr>
              <a:t>+</a:t>
            </a:r>
          </a:p>
          <a:p>
            <a:pPr defTabSz="685800">
              <a:spcBef>
                <a:spcPct val="50000"/>
              </a:spcBef>
              <a:defRPr/>
            </a:pPr>
            <a:r>
              <a:rPr kumimoji="1" lang="en-US" altLang="zh-CN" sz="1400" b="1" dirty="0">
                <a:solidFill>
                  <a:srgbClr val="FF0000"/>
                </a:solidFill>
                <a:latin typeface="Times New Roman" pitchFamily="18" charset="0"/>
              </a:rPr>
              <a:t>+</a:t>
            </a:r>
          </a:p>
          <a:p>
            <a:pPr defTabSz="685800">
              <a:spcBef>
                <a:spcPct val="50000"/>
              </a:spcBef>
              <a:defRPr/>
            </a:pPr>
            <a:r>
              <a:rPr kumimoji="1" lang="en-US" altLang="zh-CN" sz="1400" b="1" dirty="0">
                <a:solidFill>
                  <a:srgbClr val="FF0000"/>
                </a:solidFill>
                <a:latin typeface="Times New Roman" pitchFamily="18" charset="0"/>
              </a:rPr>
              <a:t>+</a:t>
            </a:r>
          </a:p>
          <a:p>
            <a:pPr defTabSz="685800">
              <a:spcBef>
                <a:spcPct val="50000"/>
              </a:spcBef>
              <a:defRPr/>
            </a:pPr>
            <a:r>
              <a:rPr kumimoji="1" lang="en-US" altLang="zh-CN" sz="1400" b="1" dirty="0">
                <a:solidFill>
                  <a:srgbClr val="FF0000"/>
                </a:solidFill>
                <a:latin typeface="Times New Roman" pitchFamily="18" charset="0"/>
              </a:rPr>
              <a:t>+</a:t>
            </a:r>
          </a:p>
          <a:p>
            <a:pPr defTabSz="685800">
              <a:spcBef>
                <a:spcPct val="50000"/>
              </a:spcBef>
              <a:defRPr/>
            </a:pPr>
            <a:endParaRPr kumimoji="1" lang="en-US" altLang="zh-CN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6400" name="Line 81"/>
          <p:cNvSpPr>
            <a:spLocks noChangeShapeType="1"/>
          </p:cNvSpPr>
          <p:nvPr/>
        </p:nvSpPr>
        <p:spPr bwMode="auto">
          <a:xfrm>
            <a:off x="6936263" y="2257426"/>
            <a:ext cx="0" cy="26074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16401" name="Line 82"/>
          <p:cNvSpPr>
            <a:spLocks noChangeShapeType="1"/>
          </p:cNvSpPr>
          <p:nvPr/>
        </p:nvSpPr>
        <p:spPr bwMode="auto">
          <a:xfrm>
            <a:off x="7139860" y="2257426"/>
            <a:ext cx="0" cy="26074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16402" name="Line 83"/>
          <p:cNvSpPr>
            <a:spLocks noChangeShapeType="1"/>
          </p:cNvSpPr>
          <p:nvPr/>
        </p:nvSpPr>
        <p:spPr bwMode="auto">
          <a:xfrm flipH="1">
            <a:off x="6932692" y="4499372"/>
            <a:ext cx="3572" cy="18454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16403" name="Line 84"/>
          <p:cNvSpPr>
            <a:spLocks noChangeShapeType="1"/>
          </p:cNvSpPr>
          <p:nvPr/>
        </p:nvSpPr>
        <p:spPr bwMode="auto">
          <a:xfrm>
            <a:off x="7136288" y="4433888"/>
            <a:ext cx="0" cy="24169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38" name="AutoShape 94"/>
          <p:cNvSpPr>
            <a:spLocks noChangeArrowheads="1"/>
          </p:cNvSpPr>
          <p:nvPr/>
        </p:nvSpPr>
        <p:spPr bwMode="auto">
          <a:xfrm>
            <a:off x="6589771" y="2783261"/>
            <a:ext cx="858443" cy="1513287"/>
          </a:xfrm>
          <a:prstGeom prst="can">
            <a:avLst>
              <a:gd name="adj" fmla="val 44071"/>
            </a:avLst>
          </a:prstGeom>
          <a:solidFill>
            <a:srgbClr val="EFC1EE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6320721" y="2457449"/>
            <a:ext cx="1790704" cy="897731"/>
            <a:chOff x="4520" y="1874"/>
            <a:chExt cx="1504" cy="754"/>
          </a:xfrm>
        </p:grpSpPr>
        <p:graphicFrame>
          <p:nvGraphicFramePr>
            <p:cNvPr id="16391" name="Object 93"/>
            <p:cNvGraphicFramePr>
              <a:graphicFrameLocks noChangeAspect="1"/>
            </p:cNvGraphicFramePr>
            <p:nvPr/>
          </p:nvGraphicFramePr>
          <p:xfrm>
            <a:off x="5747" y="2026"/>
            <a:ext cx="277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569" name="Equation" r:id="rId3" imgW="152334" imgH="190417" progId="Equation.3">
                    <p:embed/>
                  </p:oleObj>
                </mc:Choice>
                <mc:Fallback>
                  <p:oleObj name="Equation" r:id="rId3" imgW="152334" imgH="190417" progId="Equation.3">
                    <p:embed/>
                    <p:pic>
                      <p:nvPicPr>
                        <p:cNvPr id="16391" name="Object 9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7" y="2026"/>
                          <a:ext cx="277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97"/>
            <p:cNvGrpSpPr>
              <a:grpSpLocks/>
            </p:cNvGrpSpPr>
            <p:nvPr/>
          </p:nvGrpSpPr>
          <p:grpSpPr bwMode="auto">
            <a:xfrm rot="343315">
              <a:off x="4520" y="1978"/>
              <a:ext cx="1152" cy="650"/>
              <a:chOff x="2160" y="1938"/>
              <a:chExt cx="1152" cy="654"/>
            </a:xfrm>
          </p:grpSpPr>
          <p:sp>
            <p:nvSpPr>
              <p:cNvPr id="16417" name="Line 98"/>
              <p:cNvSpPr>
                <a:spLocks noChangeShapeType="1"/>
              </p:cNvSpPr>
              <p:nvPr/>
            </p:nvSpPr>
            <p:spPr bwMode="auto">
              <a:xfrm>
                <a:off x="2469" y="1938"/>
                <a:ext cx="555" cy="65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6418" name="Line 99"/>
              <p:cNvSpPr>
                <a:spLocks noChangeShapeType="1"/>
              </p:cNvSpPr>
              <p:nvPr/>
            </p:nvSpPr>
            <p:spPr bwMode="auto">
              <a:xfrm flipH="1">
                <a:off x="2496" y="1942"/>
                <a:ext cx="576" cy="65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6419" name="Line 100"/>
              <p:cNvSpPr>
                <a:spLocks noChangeShapeType="1"/>
              </p:cNvSpPr>
              <p:nvPr/>
            </p:nvSpPr>
            <p:spPr bwMode="auto">
              <a:xfrm>
                <a:off x="2160" y="2134"/>
                <a:ext cx="1152" cy="28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6420" name="Line 101"/>
              <p:cNvSpPr>
                <a:spLocks noChangeShapeType="1"/>
              </p:cNvSpPr>
              <p:nvPr/>
            </p:nvSpPr>
            <p:spPr bwMode="auto">
              <a:xfrm flipV="1">
                <a:off x="2208" y="2112"/>
                <a:ext cx="1104" cy="31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2023" name="AutoShape 103"/>
            <p:cNvSpPr>
              <a:spLocks noChangeArrowheads="1"/>
            </p:cNvSpPr>
            <p:nvPr/>
          </p:nvSpPr>
          <p:spPr bwMode="auto">
            <a:xfrm>
              <a:off x="5028" y="1874"/>
              <a:ext cx="180" cy="481"/>
            </a:xfrm>
            <a:prstGeom prst="can">
              <a:avLst>
                <a:gd name="adj" fmla="val 53924"/>
              </a:avLst>
            </a:prstGeom>
            <a:gradFill rotWithShape="0">
              <a:gsLst>
                <a:gs pos="0">
                  <a:schemeClr val="accent1">
                    <a:gamma/>
                    <a:shade val="6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6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6416" name="Text Box 104"/>
            <p:cNvSpPr txBox="1">
              <a:spLocks noChangeArrowheads="1"/>
            </p:cNvSpPr>
            <p:nvPr/>
          </p:nvSpPr>
          <p:spPr bwMode="auto">
            <a:xfrm>
              <a:off x="5005" y="2023"/>
              <a:ext cx="241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>
                <a:spcBef>
                  <a:spcPct val="50000"/>
                </a:spcBef>
                <a:defRPr/>
              </a:pPr>
              <a:r>
                <a:rPr kumimoji="1" lang="en-US" altLang="zh-CN" sz="1400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</p:grpSp>
      <p:sp>
        <p:nvSpPr>
          <p:cNvPr id="82038" name="Rectangle 118"/>
          <p:cNvSpPr>
            <a:spLocks noChangeArrowheads="1"/>
          </p:cNvSpPr>
          <p:nvPr/>
        </p:nvSpPr>
        <p:spPr bwMode="auto">
          <a:xfrm>
            <a:off x="1187710" y="1319016"/>
            <a:ext cx="45924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电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荷分布具有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宋体" pitchFamily="2" charset="-122"/>
              </a:rPr>
              <a:t>旋转轴</a:t>
            </a:r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对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宋体" pitchFamily="2" charset="-122"/>
              </a:rPr>
              <a:t>称性</a:t>
            </a:r>
            <a:endParaRPr kumimoji="1" lang="zh-CN" altLang="en-US" sz="24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16406" name="Line 91"/>
          <p:cNvSpPr>
            <a:spLocks noChangeShapeType="1"/>
          </p:cNvSpPr>
          <p:nvPr/>
        </p:nvSpPr>
        <p:spPr bwMode="auto">
          <a:xfrm flipV="1">
            <a:off x="7032704" y="2034283"/>
            <a:ext cx="0" cy="47436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82041" name="Rectangle 121"/>
          <p:cNvSpPr>
            <a:spLocks noChangeArrowheads="1"/>
          </p:cNvSpPr>
          <p:nvPr/>
        </p:nvSpPr>
        <p:spPr bwMode="auto">
          <a:xfrm>
            <a:off x="4844425" y="1315956"/>
            <a:ext cx="36723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kumimoji="1" lang="zh-CN" altLang="en-US" sz="2400" b="1" smtClean="0">
                <a:solidFill>
                  <a:srgbClr val="0000FF"/>
                </a:solidFill>
                <a:latin typeface="宋体" pitchFamily="2" charset="-122"/>
              </a:rPr>
              <a:t>，做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圆柱面为</a:t>
            </a:r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高斯面</a:t>
            </a:r>
          </a:p>
        </p:txBody>
      </p:sp>
      <p:sp>
        <p:nvSpPr>
          <p:cNvPr id="39" name="Freeform 106"/>
          <p:cNvSpPr>
            <a:spLocks/>
          </p:cNvSpPr>
          <p:nvPr/>
        </p:nvSpPr>
        <p:spPr bwMode="auto">
          <a:xfrm>
            <a:off x="6606248" y="3940865"/>
            <a:ext cx="342901" cy="170260"/>
          </a:xfrm>
          <a:custGeom>
            <a:avLst/>
            <a:gdLst>
              <a:gd name="T0" fmla="*/ 0 w 288"/>
              <a:gd name="T1" fmla="*/ 139 h 144"/>
              <a:gd name="T2" fmla="*/ 96 w 288"/>
              <a:gd name="T3" fmla="*/ 48 h 144"/>
              <a:gd name="T4" fmla="*/ 288 w 288"/>
              <a:gd name="T5" fmla="*/ 0 h 144"/>
              <a:gd name="T6" fmla="*/ 0 60000 65536"/>
              <a:gd name="T7" fmla="*/ 0 60000 65536"/>
              <a:gd name="T8" fmla="*/ 0 60000 65536"/>
              <a:gd name="T9" fmla="*/ 0 w 288"/>
              <a:gd name="T10" fmla="*/ 0 h 144"/>
              <a:gd name="T11" fmla="*/ 288 w 28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144">
                <a:moveTo>
                  <a:pt x="0" y="144"/>
                </a:moveTo>
                <a:cubicBezTo>
                  <a:pt x="24" y="108"/>
                  <a:pt x="48" y="72"/>
                  <a:pt x="96" y="48"/>
                </a:cubicBezTo>
                <a:cubicBezTo>
                  <a:pt x="144" y="24"/>
                  <a:pt x="216" y="12"/>
                  <a:pt x="288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40" name="Freeform 107"/>
          <p:cNvSpPr>
            <a:spLocks/>
          </p:cNvSpPr>
          <p:nvPr/>
        </p:nvSpPr>
        <p:spPr bwMode="auto">
          <a:xfrm flipH="1">
            <a:off x="7147600" y="3940865"/>
            <a:ext cx="301610" cy="170260"/>
          </a:xfrm>
          <a:custGeom>
            <a:avLst/>
            <a:gdLst>
              <a:gd name="T0" fmla="*/ 0 w 288"/>
              <a:gd name="T1" fmla="*/ 139 h 144"/>
              <a:gd name="T2" fmla="*/ 39 w 288"/>
              <a:gd name="T3" fmla="*/ 48 h 144"/>
              <a:gd name="T4" fmla="*/ 116 w 288"/>
              <a:gd name="T5" fmla="*/ 0 h 144"/>
              <a:gd name="T6" fmla="*/ 0 60000 65536"/>
              <a:gd name="T7" fmla="*/ 0 60000 65536"/>
              <a:gd name="T8" fmla="*/ 0 60000 65536"/>
              <a:gd name="T9" fmla="*/ 0 w 288"/>
              <a:gd name="T10" fmla="*/ 0 h 144"/>
              <a:gd name="T11" fmla="*/ 288 w 288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144">
                <a:moveTo>
                  <a:pt x="0" y="144"/>
                </a:moveTo>
                <a:cubicBezTo>
                  <a:pt x="24" y="108"/>
                  <a:pt x="48" y="72"/>
                  <a:pt x="96" y="48"/>
                </a:cubicBezTo>
                <a:cubicBezTo>
                  <a:pt x="144" y="24"/>
                  <a:pt x="216" y="12"/>
                  <a:pt x="288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024798"/>
              </p:ext>
            </p:extLst>
          </p:nvPr>
        </p:nvGraphicFramePr>
        <p:xfrm>
          <a:off x="1310682" y="2171036"/>
          <a:ext cx="1618218" cy="553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70" name="Equation" r:id="rId5" imgW="888840" imgH="291960" progId="Equation.DSMT4">
                  <p:embed/>
                </p:oleObj>
              </mc:Choice>
              <mc:Fallback>
                <p:oleObj name="Equation" r:id="rId5" imgW="888840" imgH="29196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0682" y="2171036"/>
                        <a:ext cx="1618218" cy="553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581310"/>
              </p:ext>
            </p:extLst>
          </p:nvPr>
        </p:nvGraphicFramePr>
        <p:xfrm>
          <a:off x="2960888" y="2155459"/>
          <a:ext cx="1121936" cy="598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71" name="Equation" r:id="rId7" imgW="571320" imgH="291960" progId="Equation.DSMT4">
                  <p:embed/>
                </p:oleObj>
              </mc:Choice>
              <mc:Fallback>
                <p:oleObj name="Equation" r:id="rId7" imgW="571320" imgH="29196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888" y="2155459"/>
                        <a:ext cx="1121936" cy="598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277352"/>
              </p:ext>
            </p:extLst>
          </p:nvPr>
        </p:nvGraphicFramePr>
        <p:xfrm>
          <a:off x="2907310" y="2957940"/>
          <a:ext cx="1146446" cy="41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72" name="Equation" r:id="rId9" imgW="583920" imgH="203040" progId="Equation.DSMT4">
                  <p:embed/>
                </p:oleObj>
              </mc:Choice>
              <mc:Fallback>
                <p:oleObj name="Equation" r:id="rId9" imgW="583920" imgH="20304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7310" y="2957940"/>
                        <a:ext cx="1146446" cy="41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718693"/>
              </p:ext>
            </p:extLst>
          </p:nvPr>
        </p:nvGraphicFramePr>
        <p:xfrm>
          <a:off x="1659534" y="2859174"/>
          <a:ext cx="1196166" cy="598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73" name="Equation" r:id="rId11" imgW="609336" imgH="291973" progId="Equation.DSMT4">
                  <p:embed/>
                </p:oleObj>
              </mc:Choice>
              <mc:Fallback>
                <p:oleObj name="Equation" r:id="rId11" imgW="609336" imgH="291973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9534" y="2859174"/>
                        <a:ext cx="1196166" cy="598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932960"/>
              </p:ext>
            </p:extLst>
          </p:nvPr>
        </p:nvGraphicFramePr>
        <p:xfrm>
          <a:off x="4080075" y="2734202"/>
          <a:ext cx="725753" cy="917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74" name="Equation" r:id="rId13" imgW="355320" imgH="431640" progId="Equation.DSMT4">
                  <p:embed/>
                </p:oleObj>
              </mc:Choice>
              <mc:Fallback>
                <p:oleObj name="Equation" r:id="rId13" imgW="355320" imgH="4316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075" y="2734202"/>
                        <a:ext cx="725753" cy="917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277758"/>
              </p:ext>
            </p:extLst>
          </p:nvPr>
        </p:nvGraphicFramePr>
        <p:xfrm>
          <a:off x="1076366" y="3710682"/>
          <a:ext cx="1897912" cy="985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75" name="Equation" r:id="rId15" imgW="787320" imgH="431640" progId="Equation.DSMT4">
                  <p:embed/>
                </p:oleObj>
              </mc:Choice>
              <mc:Fallback>
                <p:oleObj name="Equation" r:id="rId15" imgW="787320" imgH="431640" progId="Equation.DSMT4">
                  <p:embed/>
                  <p:pic>
                    <p:nvPicPr>
                      <p:cNvPr id="6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66" y="3710682"/>
                        <a:ext cx="1897912" cy="985143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Rectangle 121"/>
          <p:cNvSpPr>
            <a:spLocks noChangeArrowheads="1"/>
          </p:cNvSpPr>
          <p:nvPr/>
        </p:nvSpPr>
        <p:spPr bwMode="auto">
          <a:xfrm>
            <a:off x="3117769" y="3972990"/>
            <a:ext cx="14655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  <a:hlinkClick r:id="rId17" action="ppaction://hlinkfile"/>
              </a:rPr>
              <a:t>静电除尘</a:t>
            </a:r>
            <a:endParaRPr kumimoji="1" lang="zh-CN" altLang="en-US" sz="2400" b="1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62" name="Line 91"/>
          <p:cNvSpPr>
            <a:spLocks noChangeShapeType="1"/>
          </p:cNvSpPr>
          <p:nvPr/>
        </p:nvSpPr>
        <p:spPr bwMode="auto">
          <a:xfrm flipV="1">
            <a:off x="7032704" y="4507697"/>
            <a:ext cx="0" cy="3476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28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82038" grpId="0"/>
      <p:bldP spid="82041" grpId="0"/>
      <p:bldP spid="39" grpId="0" animBg="1"/>
      <p:bldP spid="40" grpId="0" animBg="1"/>
      <p:bldP spid="6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Text Box 14"/>
          <p:cNvSpPr txBox="1">
            <a:spLocks noChangeArrowheads="1"/>
          </p:cNvSpPr>
          <p:nvPr/>
        </p:nvSpPr>
        <p:spPr bwMode="auto">
          <a:xfrm>
            <a:off x="911519" y="243490"/>
            <a:ext cx="7141369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lnSpc>
                <a:spcPct val="120000"/>
              </a:lnSpc>
              <a:defRPr/>
            </a:pPr>
            <a:r>
              <a:rPr kumimoji="1" lang="zh-CN" altLang="en-US" sz="2400" b="1">
                <a:solidFill>
                  <a:srgbClr val="CC0000"/>
                </a:solidFill>
                <a:latin typeface="Times New Roman" pitchFamily="18" charset="0"/>
              </a:rPr>
              <a:t>例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4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设有一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无限大均匀带电平面，电荷面密度为</a:t>
            </a:r>
            <a:r>
              <a:rPr kumimoji="1" lang="zh-CN" altLang="en-US" sz="2400" i="1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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.</a:t>
            </a:r>
          </a:p>
          <a:p>
            <a:pPr defTabSz="685800">
              <a:lnSpc>
                <a:spcPct val="120000"/>
              </a:lnSpc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latin typeface="宋体" pitchFamily="2" charset="-122"/>
              </a:rPr>
              <a:t>求：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距平面为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处某点的电场强度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.</a:t>
            </a:r>
          </a:p>
        </p:txBody>
      </p:sp>
      <p:sp>
        <p:nvSpPr>
          <p:cNvPr id="17417" name="Text Box 47"/>
          <p:cNvSpPr txBox="1">
            <a:spLocks noChangeArrowheads="1"/>
          </p:cNvSpPr>
          <p:nvPr/>
        </p:nvSpPr>
        <p:spPr bwMode="auto">
          <a:xfrm>
            <a:off x="911519" y="1422025"/>
            <a:ext cx="769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</a:rPr>
              <a:t>解：</a:t>
            </a:r>
          </a:p>
        </p:txBody>
      </p:sp>
      <p:graphicFrame>
        <p:nvGraphicFramePr>
          <p:cNvPr id="165888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362909"/>
              </p:ext>
            </p:extLst>
          </p:nvPr>
        </p:nvGraphicFramePr>
        <p:xfrm>
          <a:off x="1381102" y="3646591"/>
          <a:ext cx="171132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93" name="Equation" r:id="rId3" imgW="647640" imgH="431640" progId="Equation.DSMT4">
                  <p:embed/>
                </p:oleObj>
              </mc:Choice>
              <mc:Fallback>
                <p:oleObj name="Equation" r:id="rId3" imgW="647640" imgH="431640" progId="Equation.DSMT4">
                  <p:embed/>
                  <p:pic>
                    <p:nvPicPr>
                      <p:cNvPr id="16588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02" y="3646591"/>
                        <a:ext cx="1711325" cy="1019175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8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877094"/>
              </p:ext>
            </p:extLst>
          </p:nvPr>
        </p:nvGraphicFramePr>
        <p:xfrm>
          <a:off x="1680663" y="2521054"/>
          <a:ext cx="1844754" cy="104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94" name="Equation" r:id="rId5" imgW="660113" imgH="431613" progId="Equation.3">
                  <p:embed/>
                </p:oleObj>
              </mc:Choice>
              <mc:Fallback>
                <p:oleObj name="Equation" r:id="rId5" imgW="660113" imgH="431613" progId="Equation.3">
                  <p:embed/>
                  <p:pic>
                    <p:nvPicPr>
                      <p:cNvPr id="16588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0663" y="2521054"/>
                        <a:ext cx="1844754" cy="1045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AutoShape 75"/>
          <p:cNvSpPr>
            <a:spLocks noChangeArrowheads="1"/>
          </p:cNvSpPr>
          <p:nvPr/>
        </p:nvSpPr>
        <p:spPr bwMode="auto">
          <a:xfrm rot="16133643">
            <a:off x="6028826" y="1779867"/>
            <a:ext cx="1887141" cy="858440"/>
          </a:xfrm>
          <a:prstGeom prst="parallelogram">
            <a:avLst>
              <a:gd name="adj" fmla="val 46878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grpSp>
        <p:nvGrpSpPr>
          <p:cNvPr id="2" name="Group 76"/>
          <p:cNvGrpSpPr>
            <a:grpSpLocks/>
          </p:cNvGrpSpPr>
          <p:nvPr/>
        </p:nvGrpSpPr>
        <p:grpSpPr bwMode="auto">
          <a:xfrm>
            <a:off x="5787129" y="1264327"/>
            <a:ext cx="2483644" cy="1887140"/>
            <a:chOff x="3157" y="384"/>
            <a:chExt cx="2086" cy="1585"/>
          </a:xfrm>
        </p:grpSpPr>
        <p:sp>
          <p:nvSpPr>
            <p:cNvPr id="41" name="Line 81"/>
            <p:cNvSpPr>
              <a:spLocks noChangeShapeType="1"/>
            </p:cNvSpPr>
            <p:nvPr/>
          </p:nvSpPr>
          <p:spPr bwMode="auto">
            <a:xfrm rot="10800000" flipH="1">
              <a:off x="4661" y="930"/>
              <a:ext cx="399" cy="9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7424" name="AutoShape 77"/>
            <p:cNvSpPr>
              <a:spLocks noChangeArrowheads="1"/>
            </p:cNvSpPr>
            <p:nvPr/>
          </p:nvSpPr>
          <p:spPr bwMode="auto">
            <a:xfrm rot="-5925875">
              <a:off x="4102" y="693"/>
              <a:ext cx="528" cy="769"/>
            </a:xfrm>
            <a:prstGeom prst="can">
              <a:avLst>
                <a:gd name="adj" fmla="val 6966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17412" name="Object 2"/>
            <p:cNvGraphicFramePr>
              <a:graphicFrameLocks noChangeAspect="1"/>
            </p:cNvGraphicFramePr>
            <p:nvPr>
              <p:extLst/>
            </p:nvPr>
          </p:nvGraphicFramePr>
          <p:xfrm>
            <a:off x="3157" y="979"/>
            <a:ext cx="246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595" name="Equation" r:id="rId7" imgW="152280" imgH="152280" progId="Equation.DSMT4">
                    <p:embed/>
                  </p:oleObj>
                </mc:Choice>
                <mc:Fallback>
                  <p:oleObj name="Equation" r:id="rId7" imgW="152280" imgH="152280" progId="Equation.DSMT4">
                    <p:embed/>
                    <p:pic>
                      <p:nvPicPr>
                        <p:cNvPr id="1741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7" y="979"/>
                          <a:ext cx="246" cy="2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5" name="AutoShape 79"/>
            <p:cNvSpPr>
              <a:spLocks noChangeArrowheads="1"/>
            </p:cNvSpPr>
            <p:nvPr/>
          </p:nvSpPr>
          <p:spPr bwMode="auto">
            <a:xfrm rot="-5466357">
              <a:off x="3360" y="816"/>
              <a:ext cx="1585" cy="721"/>
            </a:xfrm>
            <a:prstGeom prst="parallelogram">
              <a:avLst>
                <a:gd name="adj" fmla="val 4687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7426" name="AutoShape 80"/>
            <p:cNvSpPr>
              <a:spLocks noChangeArrowheads="1"/>
            </p:cNvSpPr>
            <p:nvPr/>
          </p:nvSpPr>
          <p:spPr bwMode="auto">
            <a:xfrm rot="-5925875">
              <a:off x="3647" y="776"/>
              <a:ext cx="576" cy="762"/>
            </a:xfrm>
            <a:prstGeom prst="can">
              <a:avLst>
                <a:gd name="adj" fmla="val 6327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7427" name="Line 81"/>
            <p:cNvSpPr>
              <a:spLocks noChangeShapeType="1"/>
            </p:cNvSpPr>
            <p:nvPr/>
          </p:nvSpPr>
          <p:spPr bwMode="auto">
            <a:xfrm flipH="1">
              <a:off x="3314" y="1189"/>
              <a:ext cx="399" cy="9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17413" name="Object 3"/>
            <p:cNvGraphicFramePr>
              <a:graphicFrameLocks noChangeAspect="1"/>
            </p:cNvGraphicFramePr>
            <p:nvPr>
              <p:extLst/>
            </p:nvPr>
          </p:nvGraphicFramePr>
          <p:xfrm>
            <a:off x="4997" y="960"/>
            <a:ext cx="246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596" name="Equation" r:id="rId9" imgW="152280" imgH="152280" progId="Equation.DSMT4">
                    <p:embed/>
                  </p:oleObj>
                </mc:Choice>
                <mc:Fallback>
                  <p:oleObj name="Equation" r:id="rId9" imgW="152280" imgH="152280" progId="Equation.DSMT4">
                    <p:embed/>
                    <p:pic>
                      <p:nvPicPr>
                        <p:cNvPr id="1741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7" y="960"/>
                          <a:ext cx="246" cy="2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4" name="Object 4"/>
            <p:cNvGraphicFramePr>
              <a:graphicFrameLocks noChangeAspect="1"/>
            </p:cNvGraphicFramePr>
            <p:nvPr>
              <p:extLst/>
            </p:nvPr>
          </p:nvGraphicFramePr>
          <p:xfrm>
            <a:off x="3709" y="1160"/>
            <a:ext cx="20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597" name="Equation" r:id="rId11" imgW="139579" imgH="177646" progId="Equation.3">
                    <p:embed/>
                  </p:oleObj>
                </mc:Choice>
                <mc:Fallback>
                  <p:oleObj name="Equation" r:id="rId11" imgW="139579" imgH="177646" progId="Equation.3">
                    <p:embed/>
                    <p:pic>
                      <p:nvPicPr>
                        <p:cNvPr id="1741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9" y="1160"/>
                          <a:ext cx="20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056" name="Rectangle 88"/>
          <p:cNvSpPr>
            <a:spLocks noChangeArrowheads="1"/>
          </p:cNvSpPr>
          <p:nvPr/>
        </p:nvSpPr>
        <p:spPr bwMode="auto">
          <a:xfrm>
            <a:off x="1381102" y="1422025"/>
            <a:ext cx="35911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kumimoji="1" lang="zh-CN" altLang="en-US" sz="2400" b="1" smtClean="0">
                <a:solidFill>
                  <a:srgbClr val="000000"/>
                </a:solidFill>
                <a:latin typeface="宋体" pitchFamily="2" charset="-122"/>
              </a:rPr>
              <a:t>电荷分布具有</a:t>
            </a:r>
            <a:r>
              <a:rPr kumimoji="1" lang="zh-CN" altLang="en-US" sz="2400" b="1" smtClean="0">
                <a:solidFill>
                  <a:srgbClr val="0000FF"/>
                </a:solidFill>
                <a:latin typeface="宋体" pitchFamily="2" charset="-122"/>
              </a:rPr>
              <a:t>面</a:t>
            </a:r>
            <a:r>
              <a:rPr kumimoji="1" lang="zh-CN" altLang="en-US" sz="2400" b="1">
                <a:solidFill>
                  <a:srgbClr val="0000FF"/>
                </a:solidFill>
                <a:latin typeface="宋体" pitchFamily="2" charset="-122"/>
              </a:rPr>
              <a:t>对</a:t>
            </a:r>
            <a:r>
              <a:rPr kumimoji="1" lang="zh-CN" altLang="en-US" sz="2400" b="1" smtClean="0">
                <a:solidFill>
                  <a:srgbClr val="0000FF"/>
                </a:solidFill>
                <a:latin typeface="宋体" pitchFamily="2" charset="-122"/>
              </a:rPr>
              <a:t>称性，</a:t>
            </a:r>
            <a:endParaRPr kumimoji="1" lang="zh-CN" altLang="en-US" sz="24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84057" name="Rectangle 89"/>
          <p:cNvSpPr>
            <a:spLocks noChangeArrowheads="1"/>
          </p:cNvSpPr>
          <p:nvPr/>
        </p:nvSpPr>
        <p:spPr bwMode="auto">
          <a:xfrm>
            <a:off x="1352527" y="1876606"/>
            <a:ext cx="3178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做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圆柱面为</a:t>
            </a:r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高斯面</a:t>
            </a:r>
          </a:p>
        </p:txBody>
      </p:sp>
      <p:sp>
        <p:nvSpPr>
          <p:cNvPr id="21" name="弧形 20"/>
          <p:cNvSpPr/>
          <p:nvPr/>
        </p:nvSpPr>
        <p:spPr bwMode="auto">
          <a:xfrm rot="21279731">
            <a:off x="6767485" y="1811942"/>
            <a:ext cx="403412" cy="675000"/>
          </a:xfrm>
          <a:prstGeom prst="arc">
            <a:avLst>
              <a:gd name="adj1" fmla="val 4695106"/>
              <a:gd name="adj2" fmla="val 16636894"/>
            </a:avLst>
          </a:prstGeom>
          <a:noFill/>
          <a:ln w="1270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kumimoji="1" lang="zh-CN" altLang="en-US" baseline="-2500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347889"/>
              </p:ext>
            </p:extLst>
          </p:nvPr>
        </p:nvGraphicFramePr>
        <p:xfrm>
          <a:off x="6841332" y="3170942"/>
          <a:ext cx="460772" cy="383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98" name="Equation" r:id="rId13" imgW="215640" imgH="152280" progId="Equation.DSMT4">
                  <p:embed/>
                </p:oleObj>
              </mc:Choice>
              <mc:Fallback>
                <p:oleObj name="Equation" r:id="rId13" imgW="215640" imgH="152280" progId="Equation.DSMT4">
                  <p:embed/>
                  <p:pic>
                    <p:nvPicPr>
                      <p:cNvPr id="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1332" y="3170942"/>
                        <a:ext cx="460772" cy="38338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6604733" y="3946127"/>
            <a:ext cx="940295" cy="42010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srgbClr val="FFFFFF"/>
              </a:solidFill>
              <a:latin typeface="Arial"/>
              <a:ea typeface="宋体"/>
            </a:endParaRPr>
          </a:p>
        </p:txBody>
      </p:sp>
      <p:grpSp>
        <p:nvGrpSpPr>
          <p:cNvPr id="24" name="Group 5"/>
          <p:cNvGrpSpPr>
            <a:grpSpLocks/>
          </p:cNvGrpSpPr>
          <p:nvPr/>
        </p:nvGrpSpPr>
        <p:grpSpPr bwMode="auto">
          <a:xfrm>
            <a:off x="6303380" y="3811119"/>
            <a:ext cx="1543001" cy="726349"/>
            <a:chOff x="501" y="2418"/>
            <a:chExt cx="1842" cy="778"/>
          </a:xfrm>
        </p:grpSpPr>
        <p:sp>
          <p:nvSpPr>
            <p:cNvPr id="29" name="Line 6"/>
            <p:cNvSpPr>
              <a:spLocks noChangeShapeType="1"/>
            </p:cNvSpPr>
            <p:nvPr/>
          </p:nvSpPr>
          <p:spPr bwMode="auto">
            <a:xfrm>
              <a:off x="1417" y="2418"/>
              <a:ext cx="92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31" name="Line 8"/>
            <p:cNvSpPr>
              <a:spLocks noChangeShapeType="1"/>
            </p:cNvSpPr>
            <p:nvPr/>
          </p:nvSpPr>
          <p:spPr bwMode="auto">
            <a:xfrm>
              <a:off x="1417" y="2808"/>
              <a:ext cx="92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33" name="Line 10"/>
            <p:cNvSpPr>
              <a:spLocks noChangeShapeType="1"/>
            </p:cNvSpPr>
            <p:nvPr/>
          </p:nvSpPr>
          <p:spPr bwMode="auto">
            <a:xfrm>
              <a:off x="1417" y="3196"/>
              <a:ext cx="92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35" name="Line 12"/>
            <p:cNvSpPr>
              <a:spLocks noChangeShapeType="1"/>
            </p:cNvSpPr>
            <p:nvPr/>
          </p:nvSpPr>
          <p:spPr bwMode="auto">
            <a:xfrm flipH="1">
              <a:off x="501" y="2418"/>
              <a:ext cx="92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37" name="Line 14"/>
            <p:cNvSpPr>
              <a:spLocks noChangeShapeType="1"/>
            </p:cNvSpPr>
            <p:nvPr/>
          </p:nvSpPr>
          <p:spPr bwMode="auto">
            <a:xfrm flipH="1">
              <a:off x="501" y="2808"/>
              <a:ext cx="92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39" name="Line 16"/>
            <p:cNvSpPr>
              <a:spLocks noChangeShapeType="1"/>
            </p:cNvSpPr>
            <p:nvPr/>
          </p:nvSpPr>
          <p:spPr bwMode="auto">
            <a:xfrm flipH="1">
              <a:off x="501" y="3196"/>
              <a:ext cx="92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394258"/>
              </p:ext>
            </p:extLst>
          </p:nvPr>
        </p:nvGraphicFramePr>
        <p:xfrm>
          <a:off x="7977879" y="4364232"/>
          <a:ext cx="292894" cy="320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99" name="Equation" r:id="rId15" imgW="152280" imgH="152280" progId="Equation.DSMT4">
                  <p:embed/>
                </p:oleObj>
              </mc:Choice>
              <mc:Fallback>
                <p:oleObj name="Equation" r:id="rId15" imgW="152280" imgH="152280" progId="Equation.DSMT4">
                  <p:embed/>
                  <p:pic>
                    <p:nvPicPr>
                      <p:cNvPr id="4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7879" y="4364232"/>
                        <a:ext cx="292894" cy="3202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57" descr="宽上对角线"/>
          <p:cNvSpPr>
            <a:spLocks noChangeArrowheads="1"/>
          </p:cNvSpPr>
          <p:nvPr/>
        </p:nvSpPr>
        <p:spPr bwMode="auto">
          <a:xfrm>
            <a:off x="7058685" y="3639348"/>
            <a:ext cx="32391" cy="1117988"/>
          </a:xfrm>
          <a:prstGeom prst="rect">
            <a:avLst/>
          </a:prstGeom>
          <a:solidFill>
            <a:srgbClr val="82C7CC"/>
          </a:solidFill>
          <a:ln w="9525">
            <a:solidFill>
              <a:srgbClr val="BBE0E3"/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02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65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65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56" grpId="0" autoUpdateAnimBg="0"/>
      <p:bldP spid="84057" grpId="0"/>
      <p:bldP spid="21" grpId="0" animBg="1"/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5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E5E1FCF6-AB36-4104-BE35-50B064E62109}" type="slidenum">
              <a:rPr lang="en-US" altLang="zh-CN">
                <a:latin typeface="Arial"/>
              </a:rPr>
              <a:pPr defTabSz="685800">
                <a:defRPr/>
              </a:pPr>
              <a:t>39</a:t>
            </a:fld>
            <a:endParaRPr lang="en-US" altLang="zh-CN">
              <a:latin typeface="Arial"/>
            </a:endParaRPr>
          </a:p>
        </p:txBody>
      </p:sp>
      <p:graphicFrame>
        <p:nvGraphicFramePr>
          <p:cNvPr id="18434" name="Object 0"/>
          <p:cNvGraphicFramePr>
            <a:graphicFrameLocks noChangeAspect="1"/>
          </p:cNvGraphicFramePr>
          <p:nvPr/>
        </p:nvGraphicFramePr>
        <p:xfrm>
          <a:off x="3795713" y="614363"/>
          <a:ext cx="1532335" cy="110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17" name="Equation" r:id="rId3" imgW="533169" imgH="431613" progId="Equation.3">
                  <p:embed/>
                </p:oleObj>
              </mc:Choice>
              <mc:Fallback>
                <p:oleObj name="Equation" r:id="rId3" imgW="533169" imgH="431613" progId="Equation.3">
                  <p:embed/>
                  <p:pic>
                    <p:nvPicPr>
                      <p:cNvPr id="1843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614363"/>
                        <a:ext cx="1532335" cy="110371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5E5E7"/>
                          </a:gs>
                          <a:gs pos="50000">
                            <a:srgbClr val="FFFFFF"/>
                          </a:gs>
                          <a:gs pos="100000">
                            <a:srgbClr val="C5E5E7"/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1669256" y="2286000"/>
            <a:ext cx="2743200" cy="2171700"/>
            <a:chOff x="576" y="1920"/>
            <a:chExt cx="2304" cy="1824"/>
          </a:xfrm>
        </p:grpSpPr>
        <p:sp>
          <p:nvSpPr>
            <p:cNvPr id="18460" name="Rectangle 4"/>
            <p:cNvSpPr>
              <a:spLocks noChangeArrowheads="1"/>
            </p:cNvSpPr>
            <p:nvPr/>
          </p:nvSpPr>
          <p:spPr bwMode="auto">
            <a:xfrm>
              <a:off x="576" y="1920"/>
              <a:ext cx="2304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920" y="2486"/>
              <a:ext cx="1572" cy="925"/>
              <a:chOff x="501" y="2418"/>
              <a:chExt cx="1842" cy="972"/>
            </a:xfrm>
          </p:grpSpPr>
          <p:sp>
            <p:nvSpPr>
              <p:cNvPr id="18463" name="Line 6"/>
              <p:cNvSpPr>
                <a:spLocks noChangeShapeType="1"/>
              </p:cNvSpPr>
              <p:nvPr/>
            </p:nvSpPr>
            <p:spPr bwMode="auto">
              <a:xfrm>
                <a:off x="1417" y="2418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64" name="Line 7"/>
              <p:cNvSpPr>
                <a:spLocks noChangeShapeType="1"/>
              </p:cNvSpPr>
              <p:nvPr/>
            </p:nvSpPr>
            <p:spPr bwMode="auto">
              <a:xfrm>
                <a:off x="1417" y="2613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65" name="Line 8"/>
              <p:cNvSpPr>
                <a:spLocks noChangeShapeType="1"/>
              </p:cNvSpPr>
              <p:nvPr/>
            </p:nvSpPr>
            <p:spPr bwMode="auto">
              <a:xfrm>
                <a:off x="1417" y="2808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66" name="Line 9"/>
              <p:cNvSpPr>
                <a:spLocks noChangeShapeType="1"/>
              </p:cNvSpPr>
              <p:nvPr/>
            </p:nvSpPr>
            <p:spPr bwMode="auto">
              <a:xfrm>
                <a:off x="1417" y="3001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67" name="Line 10"/>
              <p:cNvSpPr>
                <a:spLocks noChangeShapeType="1"/>
              </p:cNvSpPr>
              <p:nvPr/>
            </p:nvSpPr>
            <p:spPr bwMode="auto">
              <a:xfrm>
                <a:off x="1417" y="3196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68" name="Line 11"/>
              <p:cNvSpPr>
                <a:spLocks noChangeShapeType="1"/>
              </p:cNvSpPr>
              <p:nvPr/>
            </p:nvSpPr>
            <p:spPr bwMode="auto">
              <a:xfrm>
                <a:off x="1417" y="3390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69" name="Line 12"/>
              <p:cNvSpPr>
                <a:spLocks noChangeShapeType="1"/>
              </p:cNvSpPr>
              <p:nvPr/>
            </p:nvSpPr>
            <p:spPr bwMode="auto">
              <a:xfrm flipH="1">
                <a:off x="501" y="2418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70" name="Line 13"/>
              <p:cNvSpPr>
                <a:spLocks noChangeShapeType="1"/>
              </p:cNvSpPr>
              <p:nvPr/>
            </p:nvSpPr>
            <p:spPr bwMode="auto">
              <a:xfrm flipH="1">
                <a:off x="501" y="2613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71" name="Line 14"/>
              <p:cNvSpPr>
                <a:spLocks noChangeShapeType="1"/>
              </p:cNvSpPr>
              <p:nvPr/>
            </p:nvSpPr>
            <p:spPr bwMode="auto">
              <a:xfrm flipH="1">
                <a:off x="501" y="2808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72" name="Line 15"/>
              <p:cNvSpPr>
                <a:spLocks noChangeShapeType="1"/>
              </p:cNvSpPr>
              <p:nvPr/>
            </p:nvSpPr>
            <p:spPr bwMode="auto">
              <a:xfrm flipH="1">
                <a:off x="501" y="3001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73" name="Line 16"/>
              <p:cNvSpPr>
                <a:spLocks noChangeShapeType="1"/>
              </p:cNvSpPr>
              <p:nvPr/>
            </p:nvSpPr>
            <p:spPr bwMode="auto">
              <a:xfrm flipH="1">
                <a:off x="501" y="3196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74" name="Line 17"/>
              <p:cNvSpPr>
                <a:spLocks noChangeShapeType="1"/>
              </p:cNvSpPr>
              <p:nvPr/>
            </p:nvSpPr>
            <p:spPr bwMode="auto">
              <a:xfrm flipH="1">
                <a:off x="501" y="3390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18438" name="Object 4"/>
            <p:cNvGraphicFramePr>
              <a:graphicFrameLocks noChangeAspect="1"/>
            </p:cNvGraphicFramePr>
            <p:nvPr/>
          </p:nvGraphicFramePr>
          <p:xfrm>
            <a:off x="624" y="2688"/>
            <a:ext cx="28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618" name="Equation" r:id="rId5" imgW="152280" imgH="190440" progId="Equation.3">
                    <p:embed/>
                  </p:oleObj>
                </mc:Choice>
                <mc:Fallback>
                  <p:oleObj name="Equation" r:id="rId5" imgW="152280" imgH="190440" progId="Equation.3">
                    <p:embed/>
                    <p:pic>
                      <p:nvPicPr>
                        <p:cNvPr id="1843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688"/>
                          <a:ext cx="281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9" name="Object 5"/>
            <p:cNvGraphicFramePr>
              <a:graphicFrameLocks noChangeAspect="1"/>
            </p:cNvGraphicFramePr>
            <p:nvPr/>
          </p:nvGraphicFramePr>
          <p:xfrm>
            <a:off x="1440" y="1968"/>
            <a:ext cx="41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619" name="Equation" r:id="rId7" imgW="241200" imgH="152280" progId="Equation.3">
                    <p:embed/>
                  </p:oleObj>
                </mc:Choice>
                <mc:Fallback>
                  <p:oleObj name="Equation" r:id="rId7" imgW="241200" imgH="152280" progId="Equation.3">
                    <p:embed/>
                    <p:pic>
                      <p:nvPicPr>
                        <p:cNvPr id="1843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968"/>
                          <a:ext cx="412" cy="3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0" name="Object 6"/>
            <p:cNvGraphicFramePr>
              <a:graphicFrameLocks noChangeAspect="1"/>
            </p:cNvGraphicFramePr>
            <p:nvPr/>
          </p:nvGraphicFramePr>
          <p:xfrm>
            <a:off x="2544" y="2688"/>
            <a:ext cx="28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620" name="Equation" r:id="rId9" imgW="152280" imgH="190440" progId="Equation.3">
                    <p:embed/>
                  </p:oleObj>
                </mc:Choice>
                <mc:Fallback>
                  <p:oleObj name="Equation" r:id="rId9" imgW="152280" imgH="190440" progId="Equation.3">
                    <p:embed/>
                    <p:pic>
                      <p:nvPicPr>
                        <p:cNvPr id="1844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688"/>
                          <a:ext cx="281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2" name="Rectangle 57" descr="宽上对角线"/>
            <p:cNvSpPr>
              <a:spLocks noChangeArrowheads="1"/>
            </p:cNvSpPr>
            <p:nvPr/>
          </p:nvSpPr>
          <p:spPr bwMode="auto">
            <a:xfrm>
              <a:off x="1680" y="2256"/>
              <a:ext cx="48" cy="1344"/>
            </a:xfrm>
            <a:prstGeom prst="rect">
              <a:avLst/>
            </a:prstGeom>
            <a:pattFill prst="wdUpDiag">
              <a:fgClr>
                <a:srgbClr val="FF9900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4866085" y="2286000"/>
            <a:ext cx="2743200" cy="2171700"/>
            <a:chOff x="3024" y="1920"/>
            <a:chExt cx="2304" cy="1824"/>
          </a:xfrm>
        </p:grpSpPr>
        <p:sp>
          <p:nvSpPr>
            <p:cNvPr id="18444" name="Rectangle 23"/>
            <p:cNvSpPr>
              <a:spLocks noChangeArrowheads="1"/>
            </p:cNvSpPr>
            <p:nvPr/>
          </p:nvSpPr>
          <p:spPr bwMode="auto">
            <a:xfrm>
              <a:off x="3024" y="1920"/>
              <a:ext cx="2304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pSp>
          <p:nvGrpSpPr>
            <p:cNvPr id="5" name="Group 24"/>
            <p:cNvGrpSpPr>
              <a:grpSpLocks/>
            </p:cNvGrpSpPr>
            <p:nvPr/>
          </p:nvGrpSpPr>
          <p:grpSpPr bwMode="auto">
            <a:xfrm>
              <a:off x="3358" y="2492"/>
              <a:ext cx="809" cy="926"/>
              <a:chOff x="4297" y="2418"/>
              <a:chExt cx="926" cy="972"/>
            </a:xfrm>
          </p:grpSpPr>
          <p:sp>
            <p:nvSpPr>
              <p:cNvPr id="18454" name="Line 25"/>
              <p:cNvSpPr>
                <a:spLocks noChangeShapeType="1"/>
              </p:cNvSpPr>
              <p:nvPr/>
            </p:nvSpPr>
            <p:spPr bwMode="auto">
              <a:xfrm>
                <a:off x="4297" y="2418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55" name="Line 26"/>
              <p:cNvSpPr>
                <a:spLocks noChangeShapeType="1"/>
              </p:cNvSpPr>
              <p:nvPr/>
            </p:nvSpPr>
            <p:spPr bwMode="auto">
              <a:xfrm>
                <a:off x="4297" y="2613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56" name="Line 27"/>
              <p:cNvSpPr>
                <a:spLocks noChangeShapeType="1"/>
              </p:cNvSpPr>
              <p:nvPr/>
            </p:nvSpPr>
            <p:spPr bwMode="auto">
              <a:xfrm>
                <a:off x="4297" y="2808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57" name="Line 28"/>
              <p:cNvSpPr>
                <a:spLocks noChangeShapeType="1"/>
              </p:cNvSpPr>
              <p:nvPr/>
            </p:nvSpPr>
            <p:spPr bwMode="auto">
              <a:xfrm>
                <a:off x="4297" y="3001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58" name="Line 29"/>
              <p:cNvSpPr>
                <a:spLocks noChangeShapeType="1"/>
              </p:cNvSpPr>
              <p:nvPr/>
            </p:nvSpPr>
            <p:spPr bwMode="auto">
              <a:xfrm>
                <a:off x="4297" y="3196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59" name="Line 30"/>
              <p:cNvSpPr>
                <a:spLocks noChangeShapeType="1"/>
              </p:cNvSpPr>
              <p:nvPr/>
            </p:nvSpPr>
            <p:spPr bwMode="auto">
              <a:xfrm>
                <a:off x="4297" y="3390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31"/>
            <p:cNvGrpSpPr>
              <a:grpSpLocks/>
            </p:cNvGrpSpPr>
            <p:nvPr/>
          </p:nvGrpSpPr>
          <p:grpSpPr bwMode="auto">
            <a:xfrm>
              <a:off x="4231" y="2493"/>
              <a:ext cx="759" cy="926"/>
              <a:chOff x="3381" y="2418"/>
              <a:chExt cx="926" cy="972"/>
            </a:xfrm>
          </p:grpSpPr>
          <p:sp>
            <p:nvSpPr>
              <p:cNvPr id="18448" name="Line 32"/>
              <p:cNvSpPr>
                <a:spLocks noChangeShapeType="1"/>
              </p:cNvSpPr>
              <p:nvPr/>
            </p:nvSpPr>
            <p:spPr bwMode="auto">
              <a:xfrm flipH="1">
                <a:off x="3381" y="2418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49" name="Line 33"/>
              <p:cNvSpPr>
                <a:spLocks noChangeShapeType="1"/>
              </p:cNvSpPr>
              <p:nvPr/>
            </p:nvSpPr>
            <p:spPr bwMode="auto">
              <a:xfrm flipH="1">
                <a:off x="3381" y="2613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50" name="Line 34"/>
              <p:cNvSpPr>
                <a:spLocks noChangeShapeType="1"/>
              </p:cNvSpPr>
              <p:nvPr/>
            </p:nvSpPr>
            <p:spPr bwMode="auto">
              <a:xfrm flipH="1">
                <a:off x="3381" y="2808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51" name="Line 35"/>
              <p:cNvSpPr>
                <a:spLocks noChangeShapeType="1"/>
              </p:cNvSpPr>
              <p:nvPr/>
            </p:nvSpPr>
            <p:spPr bwMode="auto">
              <a:xfrm flipH="1">
                <a:off x="3381" y="3001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52" name="Line 36"/>
              <p:cNvSpPr>
                <a:spLocks noChangeShapeType="1"/>
              </p:cNvSpPr>
              <p:nvPr/>
            </p:nvSpPr>
            <p:spPr bwMode="auto">
              <a:xfrm flipH="1">
                <a:off x="3381" y="3196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53" name="Line 37"/>
              <p:cNvSpPr>
                <a:spLocks noChangeShapeType="1"/>
              </p:cNvSpPr>
              <p:nvPr/>
            </p:nvSpPr>
            <p:spPr bwMode="auto">
              <a:xfrm flipH="1">
                <a:off x="3381" y="3390"/>
                <a:ext cx="926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18435" name="Object 1"/>
            <p:cNvGraphicFramePr>
              <a:graphicFrameLocks noChangeAspect="1"/>
            </p:cNvGraphicFramePr>
            <p:nvPr/>
          </p:nvGraphicFramePr>
          <p:xfrm>
            <a:off x="3024" y="2688"/>
            <a:ext cx="28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621" name="Equation" r:id="rId11" imgW="152280" imgH="190440" progId="Equation.3">
                    <p:embed/>
                  </p:oleObj>
                </mc:Choice>
                <mc:Fallback>
                  <p:oleObj name="Equation" r:id="rId11" imgW="152280" imgH="190440" progId="Equation.3">
                    <p:embed/>
                    <p:pic>
                      <p:nvPicPr>
                        <p:cNvPr id="18435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688"/>
                          <a:ext cx="289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6" name="Object 2"/>
            <p:cNvGraphicFramePr>
              <a:graphicFrameLocks noChangeAspect="1"/>
            </p:cNvGraphicFramePr>
            <p:nvPr/>
          </p:nvGraphicFramePr>
          <p:xfrm>
            <a:off x="3956" y="2016"/>
            <a:ext cx="391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622" name="Equation" r:id="rId13" imgW="241200" imgH="139680" progId="Equation.3">
                    <p:embed/>
                  </p:oleObj>
                </mc:Choice>
                <mc:Fallback>
                  <p:oleObj name="Equation" r:id="rId13" imgW="241200" imgH="139680" progId="Equation.3">
                    <p:embed/>
                    <p:pic>
                      <p:nvPicPr>
                        <p:cNvPr id="1843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6" y="2016"/>
                          <a:ext cx="391" cy="2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7" name="Rectangle 58" descr="宽上对角线"/>
            <p:cNvSpPr>
              <a:spLocks noChangeArrowheads="1"/>
            </p:cNvSpPr>
            <p:nvPr/>
          </p:nvSpPr>
          <p:spPr bwMode="auto">
            <a:xfrm>
              <a:off x="4176" y="2256"/>
              <a:ext cx="48" cy="1344"/>
            </a:xfrm>
            <a:prstGeom prst="rect">
              <a:avLst/>
            </a:prstGeom>
            <a:pattFill prst="wdUpDiag">
              <a:fgClr>
                <a:srgbClr val="000066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18437" name="Object 3"/>
            <p:cNvGraphicFramePr>
              <a:graphicFrameLocks noChangeAspect="1"/>
            </p:cNvGraphicFramePr>
            <p:nvPr/>
          </p:nvGraphicFramePr>
          <p:xfrm>
            <a:off x="4992" y="2688"/>
            <a:ext cx="28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623" name="Equation" r:id="rId15" imgW="152280" imgH="190440" progId="Equation.3">
                    <p:embed/>
                  </p:oleObj>
                </mc:Choice>
                <mc:Fallback>
                  <p:oleObj name="Equation" r:id="rId15" imgW="152280" imgH="190440" progId="Equation.3">
                    <p:embed/>
                    <p:pic>
                      <p:nvPicPr>
                        <p:cNvPr id="1843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2688"/>
                          <a:ext cx="289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1337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85800">
              <a:defRPr/>
            </a:pPr>
            <a:fld id="{2F2F96B1-DCFC-495E-B996-3BC1760510C7}" type="slidenum">
              <a:rPr lang="en-US" altLang="zh-CN">
                <a:latin typeface="Arial"/>
              </a:rPr>
              <a:pPr defTabSz="685800">
                <a:defRPr/>
              </a:pPr>
              <a:t>40</a:t>
            </a:fld>
            <a:endParaRPr lang="en-US" altLang="zh-CN">
              <a:latin typeface="Arial"/>
            </a:endParaRPr>
          </a:p>
        </p:txBody>
      </p:sp>
      <p:sp>
        <p:nvSpPr>
          <p:cNvPr id="19469" name="Rectangle 3"/>
          <p:cNvSpPr>
            <a:spLocks noChangeArrowheads="1"/>
          </p:cNvSpPr>
          <p:nvPr/>
        </p:nvSpPr>
        <p:spPr bwMode="auto">
          <a:xfrm>
            <a:off x="2286000" y="259056"/>
            <a:ext cx="4686300" cy="514350"/>
          </a:xfrm>
          <a:prstGeom prst="rect">
            <a:avLst/>
          </a:prstGeom>
          <a:gradFill rotWithShape="0">
            <a:gsLst>
              <a:gs pos="0">
                <a:srgbClr val="DDF0F1"/>
              </a:gs>
              <a:gs pos="50000">
                <a:srgbClr val="FFFFFF"/>
              </a:gs>
              <a:gs pos="100000">
                <a:srgbClr val="DDF0F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685800">
              <a:defRPr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无限大带电平面的电场叠加问题</a:t>
            </a:r>
            <a:endParaRPr lang="zh-CN" altLang="en-US" sz="1350">
              <a:solidFill>
                <a:srgbClr val="000000"/>
              </a:solidFill>
            </a:endParaRPr>
          </a:p>
        </p:txBody>
      </p:sp>
      <p:graphicFrame>
        <p:nvGraphicFramePr>
          <p:cNvPr id="19458" name="Object 9"/>
          <p:cNvGraphicFramePr>
            <a:graphicFrameLocks noChangeAspect="1"/>
          </p:cNvGraphicFramePr>
          <p:nvPr>
            <p:extLst/>
          </p:nvPr>
        </p:nvGraphicFramePr>
        <p:xfrm>
          <a:off x="2571750" y="2299599"/>
          <a:ext cx="457200" cy="294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837" name="Equation" r:id="rId3" imgW="266400" imgH="152280" progId="Equation.3">
                  <p:embed/>
                </p:oleObj>
              </mc:Choice>
              <mc:Fallback>
                <p:oleObj name="Equation" r:id="rId3" imgW="266400" imgH="152280" progId="Equation.3">
                  <p:embed/>
                  <p:pic>
                    <p:nvPicPr>
                      <p:cNvPr id="1945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2299599"/>
                        <a:ext cx="457200" cy="2940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0" name="Rectangle 11" descr="宽上对角线"/>
          <p:cNvSpPr>
            <a:spLocks noChangeArrowheads="1"/>
          </p:cNvSpPr>
          <p:nvPr/>
        </p:nvSpPr>
        <p:spPr bwMode="auto">
          <a:xfrm>
            <a:off x="2769394" y="2642499"/>
            <a:ext cx="57150" cy="1828800"/>
          </a:xfrm>
          <a:prstGeom prst="rect">
            <a:avLst/>
          </a:prstGeom>
          <a:pattFill prst="wdUpDiag">
            <a:fgClr>
              <a:srgbClr val="FF9900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19471" name="Rectangle 12" descr="宽上对角线"/>
          <p:cNvSpPr>
            <a:spLocks noChangeArrowheads="1"/>
          </p:cNvSpPr>
          <p:nvPr/>
        </p:nvSpPr>
        <p:spPr bwMode="auto">
          <a:xfrm>
            <a:off x="3558779" y="2642499"/>
            <a:ext cx="57150" cy="1828800"/>
          </a:xfrm>
          <a:prstGeom prst="rect">
            <a:avLst/>
          </a:prstGeom>
          <a:pattFill prst="wdUpDiag">
            <a:fgClr>
              <a:srgbClr val="FF9900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graphicFrame>
        <p:nvGraphicFramePr>
          <p:cNvPr id="19459" name="Object 13"/>
          <p:cNvGraphicFramePr>
            <a:graphicFrameLocks noChangeAspect="1"/>
          </p:cNvGraphicFramePr>
          <p:nvPr>
            <p:extLst/>
          </p:nvPr>
        </p:nvGraphicFramePr>
        <p:xfrm>
          <a:off x="3371850" y="2299599"/>
          <a:ext cx="457200" cy="294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838" name="Equation" r:id="rId5" imgW="266400" imgH="152280" progId="Equation.3">
                  <p:embed/>
                </p:oleObj>
              </mc:Choice>
              <mc:Fallback>
                <p:oleObj name="Equation" r:id="rId5" imgW="266400" imgH="152280" progId="Equation.3">
                  <p:embed/>
                  <p:pic>
                    <p:nvPicPr>
                      <p:cNvPr id="1945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2299599"/>
                        <a:ext cx="457200" cy="2940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076450" y="3042549"/>
            <a:ext cx="2266950" cy="0"/>
            <a:chOff x="3184" y="1488"/>
            <a:chExt cx="1904" cy="0"/>
          </a:xfrm>
        </p:grpSpPr>
        <p:sp>
          <p:nvSpPr>
            <p:cNvPr id="19492" name="Line 15"/>
            <p:cNvSpPr>
              <a:spLocks noChangeShapeType="1"/>
            </p:cNvSpPr>
            <p:nvPr/>
          </p:nvSpPr>
          <p:spPr bwMode="auto">
            <a:xfrm>
              <a:off x="3840" y="1488"/>
              <a:ext cx="57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9493" name="Line 16"/>
            <p:cNvSpPr>
              <a:spLocks noChangeShapeType="1"/>
            </p:cNvSpPr>
            <p:nvPr/>
          </p:nvSpPr>
          <p:spPr bwMode="auto">
            <a:xfrm flipH="1">
              <a:off x="3184" y="1488"/>
              <a:ext cx="56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9494" name="Line 17"/>
            <p:cNvSpPr>
              <a:spLocks noChangeShapeType="1"/>
            </p:cNvSpPr>
            <p:nvPr/>
          </p:nvSpPr>
          <p:spPr bwMode="auto">
            <a:xfrm>
              <a:off x="4512" y="1488"/>
              <a:ext cx="57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2057400" y="3442599"/>
            <a:ext cx="2286000" cy="0"/>
            <a:chOff x="3168" y="1680"/>
            <a:chExt cx="1920" cy="0"/>
          </a:xfrm>
        </p:grpSpPr>
        <p:sp>
          <p:nvSpPr>
            <p:cNvPr id="19489" name="Line 19"/>
            <p:cNvSpPr>
              <a:spLocks noChangeShapeType="1"/>
            </p:cNvSpPr>
            <p:nvPr/>
          </p:nvSpPr>
          <p:spPr bwMode="auto">
            <a:xfrm flipH="1">
              <a:off x="3168" y="1680"/>
              <a:ext cx="576" cy="0"/>
            </a:xfrm>
            <a:prstGeom prst="line">
              <a:avLst/>
            </a:prstGeom>
            <a:noFill/>
            <a:ln w="28575" cmpd="dbl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9490" name="Line 20"/>
            <p:cNvSpPr>
              <a:spLocks noChangeShapeType="1"/>
            </p:cNvSpPr>
            <p:nvPr/>
          </p:nvSpPr>
          <p:spPr bwMode="auto">
            <a:xfrm flipH="1">
              <a:off x="3840" y="1680"/>
              <a:ext cx="576" cy="0"/>
            </a:xfrm>
            <a:prstGeom prst="line">
              <a:avLst/>
            </a:prstGeom>
            <a:noFill/>
            <a:ln w="28575" cmpd="dbl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9491" name="Line 21"/>
            <p:cNvSpPr>
              <a:spLocks noChangeShapeType="1"/>
            </p:cNvSpPr>
            <p:nvPr/>
          </p:nvSpPr>
          <p:spPr bwMode="auto">
            <a:xfrm>
              <a:off x="4512" y="1680"/>
              <a:ext cx="576" cy="0"/>
            </a:xfrm>
            <a:prstGeom prst="line">
              <a:avLst/>
            </a:prstGeom>
            <a:noFill/>
            <a:ln w="28575" cmpd="dbl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</p:grpSp>
      <p:sp>
        <p:nvSpPr>
          <p:cNvPr id="19474" name="Rectangle 24"/>
          <p:cNvSpPr>
            <a:spLocks noChangeArrowheads="1"/>
          </p:cNvSpPr>
          <p:nvPr/>
        </p:nvSpPr>
        <p:spPr bwMode="auto">
          <a:xfrm>
            <a:off x="1828800" y="2185299"/>
            <a:ext cx="27432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2189560" y="3614049"/>
            <a:ext cx="2040731" cy="742950"/>
            <a:chOff x="831" y="2688"/>
            <a:chExt cx="1714" cy="624"/>
          </a:xfrm>
        </p:grpSpPr>
        <p:graphicFrame>
          <p:nvGraphicFramePr>
            <p:cNvPr id="19465" name="Object 10"/>
            <p:cNvGraphicFramePr>
              <a:graphicFrameLocks noChangeAspect="1"/>
            </p:cNvGraphicFramePr>
            <p:nvPr/>
          </p:nvGraphicFramePr>
          <p:xfrm>
            <a:off x="831" y="2688"/>
            <a:ext cx="370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39" name="Equation" r:id="rId7" imgW="152268" imgH="253780" progId="Equation.3">
                    <p:embed/>
                  </p:oleObj>
                </mc:Choice>
                <mc:Fallback>
                  <p:oleObj name="Equation" r:id="rId7" imgW="152268" imgH="253780" progId="Equation.3">
                    <p:embed/>
                    <p:pic>
                      <p:nvPicPr>
                        <p:cNvPr id="19465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1" y="2688"/>
                          <a:ext cx="370" cy="6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Object 23"/>
            <p:cNvGraphicFramePr>
              <a:graphicFrameLocks noChangeAspect="1"/>
            </p:cNvGraphicFramePr>
            <p:nvPr/>
          </p:nvGraphicFramePr>
          <p:xfrm>
            <a:off x="2175" y="2688"/>
            <a:ext cx="370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40" name="Equation" r:id="rId9" imgW="152268" imgH="253780" progId="Equation.3">
                    <p:embed/>
                  </p:oleObj>
                </mc:Choice>
                <mc:Fallback>
                  <p:oleObj name="Equation" r:id="rId9" imgW="152268" imgH="253780" progId="Equation.3">
                    <p:embed/>
                    <p:pic>
                      <p:nvPicPr>
                        <p:cNvPr id="19466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5" y="2688"/>
                          <a:ext cx="370" cy="6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7" name="Object 43"/>
            <p:cNvGraphicFramePr>
              <a:graphicFrameLocks noChangeAspect="1"/>
            </p:cNvGraphicFramePr>
            <p:nvPr/>
          </p:nvGraphicFramePr>
          <p:xfrm>
            <a:off x="1584" y="2880"/>
            <a:ext cx="16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41" name="Equation" r:id="rId11" imgW="126725" imgH="177415" progId="Equation.3">
                    <p:embed/>
                  </p:oleObj>
                </mc:Choice>
                <mc:Fallback>
                  <p:oleObj name="Equation" r:id="rId11" imgW="126725" imgH="177415" progId="Equation.3">
                    <p:embed/>
                    <p:pic>
                      <p:nvPicPr>
                        <p:cNvPr id="19467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880"/>
                          <a:ext cx="169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4686300" y="2185299"/>
            <a:ext cx="2743200" cy="2514600"/>
            <a:chOff x="3024" y="1488"/>
            <a:chExt cx="2304" cy="2112"/>
          </a:xfrm>
        </p:grpSpPr>
        <p:graphicFrame>
          <p:nvGraphicFramePr>
            <p:cNvPr id="19460" name="Object 25"/>
            <p:cNvGraphicFramePr>
              <a:graphicFrameLocks noChangeAspect="1"/>
            </p:cNvGraphicFramePr>
            <p:nvPr/>
          </p:nvGraphicFramePr>
          <p:xfrm>
            <a:off x="4224" y="1603"/>
            <a:ext cx="384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42" name="Equation" r:id="rId13" imgW="266400" imgH="139680" progId="Equation.3">
                    <p:embed/>
                  </p:oleObj>
                </mc:Choice>
                <mc:Fallback>
                  <p:oleObj name="Equation" r:id="rId13" imgW="266400" imgH="139680" progId="Equation.3">
                    <p:embed/>
                    <p:pic>
                      <p:nvPicPr>
                        <p:cNvPr id="1946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603"/>
                          <a:ext cx="384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7" name="Rectangle 26" descr="宽上对角线"/>
            <p:cNvSpPr>
              <a:spLocks noChangeArrowheads="1"/>
            </p:cNvSpPr>
            <p:nvPr/>
          </p:nvSpPr>
          <p:spPr bwMode="auto">
            <a:xfrm>
              <a:off x="4416" y="1872"/>
              <a:ext cx="48" cy="1536"/>
            </a:xfrm>
            <a:prstGeom prst="rect">
              <a:avLst/>
            </a:prstGeom>
            <a:pattFill prst="wdUpDiag">
              <a:fgClr>
                <a:srgbClr val="000066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19478" name="Rectangle 27" descr="宽上对角线"/>
            <p:cNvSpPr>
              <a:spLocks noChangeArrowheads="1"/>
            </p:cNvSpPr>
            <p:nvPr/>
          </p:nvSpPr>
          <p:spPr bwMode="auto">
            <a:xfrm>
              <a:off x="3744" y="1872"/>
              <a:ext cx="48" cy="1536"/>
            </a:xfrm>
            <a:prstGeom prst="rect">
              <a:avLst/>
            </a:prstGeom>
            <a:pattFill prst="wdUpDiag">
              <a:fgClr>
                <a:srgbClr val="FF9900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aphicFrame>
          <p:nvGraphicFramePr>
            <p:cNvPr id="19461" name="Object 28"/>
            <p:cNvGraphicFramePr>
              <a:graphicFrameLocks noChangeAspect="1"/>
            </p:cNvGraphicFramePr>
            <p:nvPr/>
          </p:nvGraphicFramePr>
          <p:xfrm>
            <a:off x="3552" y="1584"/>
            <a:ext cx="38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843" name="Equation" r:id="rId15" imgW="266400" imgH="152280" progId="Equation.3">
                    <p:embed/>
                  </p:oleObj>
                </mc:Choice>
                <mc:Fallback>
                  <p:oleObj name="Equation" r:id="rId15" imgW="266400" imgH="152280" progId="Equation.3">
                    <p:embed/>
                    <p:pic>
                      <p:nvPicPr>
                        <p:cNvPr id="19461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584"/>
                          <a:ext cx="384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29"/>
            <p:cNvGrpSpPr>
              <a:grpSpLocks/>
            </p:cNvGrpSpPr>
            <p:nvPr/>
          </p:nvGrpSpPr>
          <p:grpSpPr bwMode="auto">
            <a:xfrm>
              <a:off x="3184" y="2208"/>
              <a:ext cx="1904" cy="0"/>
              <a:chOff x="496" y="1968"/>
              <a:chExt cx="1904" cy="0"/>
            </a:xfrm>
          </p:grpSpPr>
          <p:sp>
            <p:nvSpPr>
              <p:cNvPr id="19486" name="Line 30"/>
              <p:cNvSpPr>
                <a:spLocks noChangeShapeType="1"/>
              </p:cNvSpPr>
              <p:nvPr/>
            </p:nvSpPr>
            <p:spPr bwMode="auto">
              <a:xfrm flipV="1">
                <a:off x="1152" y="1968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87" name="Line 31"/>
              <p:cNvSpPr>
                <a:spLocks noChangeShapeType="1"/>
              </p:cNvSpPr>
              <p:nvPr/>
            </p:nvSpPr>
            <p:spPr bwMode="auto">
              <a:xfrm flipH="1" flipV="1">
                <a:off x="496" y="1968"/>
                <a:ext cx="56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88" name="Line 32"/>
              <p:cNvSpPr>
                <a:spLocks noChangeShapeType="1"/>
              </p:cNvSpPr>
              <p:nvPr/>
            </p:nvSpPr>
            <p:spPr bwMode="auto">
              <a:xfrm flipV="1">
                <a:off x="1824" y="1968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" name="Group 33"/>
            <p:cNvGrpSpPr>
              <a:grpSpLocks/>
            </p:cNvGrpSpPr>
            <p:nvPr/>
          </p:nvGrpSpPr>
          <p:grpSpPr bwMode="auto">
            <a:xfrm>
              <a:off x="3167" y="2544"/>
              <a:ext cx="1903" cy="0"/>
              <a:chOff x="479" y="2208"/>
              <a:chExt cx="1903" cy="0"/>
            </a:xfrm>
          </p:grpSpPr>
          <p:sp>
            <p:nvSpPr>
              <p:cNvPr id="19483" name="Line 34"/>
              <p:cNvSpPr>
                <a:spLocks noChangeShapeType="1"/>
              </p:cNvSpPr>
              <p:nvPr/>
            </p:nvSpPr>
            <p:spPr bwMode="auto">
              <a:xfrm flipV="1">
                <a:off x="1152" y="2208"/>
                <a:ext cx="555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84" name="Line 35"/>
              <p:cNvSpPr>
                <a:spLocks noChangeShapeType="1"/>
              </p:cNvSpPr>
              <p:nvPr/>
            </p:nvSpPr>
            <p:spPr bwMode="auto">
              <a:xfrm flipH="1">
                <a:off x="1824" y="2208"/>
                <a:ext cx="558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85" name="Line 36"/>
              <p:cNvSpPr>
                <a:spLocks noChangeShapeType="1"/>
              </p:cNvSpPr>
              <p:nvPr/>
            </p:nvSpPr>
            <p:spPr bwMode="auto">
              <a:xfrm flipV="1">
                <a:off x="479" y="2208"/>
                <a:ext cx="555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defTabSz="685800">
                  <a:defRPr/>
                </a:pPr>
                <a:endParaRPr lang="zh-CN" altLang="en-US" sz="135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481" name="Rectangle 40"/>
            <p:cNvSpPr>
              <a:spLocks noChangeArrowheads="1"/>
            </p:cNvSpPr>
            <p:nvPr/>
          </p:nvSpPr>
          <p:spPr bwMode="auto">
            <a:xfrm>
              <a:off x="3024" y="1488"/>
              <a:ext cx="2304" cy="21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>
                <a:defRPr/>
              </a:pPr>
              <a:endParaRPr lang="zh-CN" altLang="en-US" sz="1350">
                <a:solidFill>
                  <a:srgbClr val="000000"/>
                </a:solidFill>
              </a:endParaRPr>
            </a:p>
          </p:txBody>
        </p:sp>
        <p:grpSp>
          <p:nvGrpSpPr>
            <p:cNvPr id="8" name="Group 47"/>
            <p:cNvGrpSpPr>
              <a:grpSpLocks/>
            </p:cNvGrpSpPr>
            <p:nvPr/>
          </p:nvGrpSpPr>
          <p:grpSpPr bwMode="auto">
            <a:xfrm>
              <a:off x="3312" y="2688"/>
              <a:ext cx="1513" cy="624"/>
              <a:chOff x="3312" y="2688"/>
              <a:chExt cx="1513" cy="624"/>
            </a:xfrm>
          </p:grpSpPr>
          <p:graphicFrame>
            <p:nvGraphicFramePr>
              <p:cNvPr id="19462" name="Object 37"/>
              <p:cNvGraphicFramePr>
                <a:graphicFrameLocks noChangeAspect="1"/>
              </p:cNvGraphicFramePr>
              <p:nvPr/>
            </p:nvGraphicFramePr>
            <p:xfrm>
              <a:off x="3888" y="2688"/>
              <a:ext cx="399" cy="6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3844" name="Equation" r:id="rId17" imgW="152268" imgH="253780" progId="Equation.3">
                      <p:embed/>
                    </p:oleObj>
                  </mc:Choice>
                  <mc:Fallback>
                    <p:oleObj name="Equation" r:id="rId17" imgW="152268" imgH="253780" progId="Equation.3">
                      <p:embed/>
                      <p:pic>
                        <p:nvPicPr>
                          <p:cNvPr id="19462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2688"/>
                            <a:ext cx="399" cy="6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3" name="Object 44"/>
              <p:cNvGraphicFramePr>
                <a:graphicFrameLocks noChangeAspect="1"/>
              </p:cNvGraphicFramePr>
              <p:nvPr/>
            </p:nvGraphicFramePr>
            <p:xfrm>
              <a:off x="3312" y="2880"/>
              <a:ext cx="169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3845" name="Equation" r:id="rId19" imgW="126725" imgH="177415" progId="Equation.3">
                      <p:embed/>
                    </p:oleObj>
                  </mc:Choice>
                  <mc:Fallback>
                    <p:oleObj name="Equation" r:id="rId19" imgW="126725" imgH="177415" progId="Equation.3">
                      <p:embed/>
                      <p:pic>
                        <p:nvPicPr>
                          <p:cNvPr id="19463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2880"/>
                            <a:ext cx="169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4" name="Object 45"/>
              <p:cNvGraphicFramePr>
                <a:graphicFrameLocks noChangeAspect="1"/>
              </p:cNvGraphicFramePr>
              <p:nvPr/>
            </p:nvGraphicFramePr>
            <p:xfrm>
              <a:off x="4656" y="2880"/>
              <a:ext cx="169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3846" name="Equation" r:id="rId20" imgW="126725" imgH="177415" progId="Equation.3">
                      <p:embed/>
                    </p:oleObj>
                  </mc:Choice>
                  <mc:Fallback>
                    <p:oleObj name="Equation" r:id="rId20" imgW="126725" imgH="177415" progId="Equation.3">
                      <p:embed/>
                      <p:pic>
                        <p:nvPicPr>
                          <p:cNvPr id="19464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2880"/>
                            <a:ext cx="169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3915454" y="984470"/>
          <a:ext cx="1331459" cy="959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847" name="Equation" r:id="rId21" imgW="533169" imgH="431613" progId="Equation.3">
                  <p:embed/>
                </p:oleObj>
              </mc:Choice>
              <mc:Fallback>
                <p:oleObj name="Equation" r:id="rId21" imgW="533169" imgH="431613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5454" y="984470"/>
                        <a:ext cx="1331459" cy="959024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5E5E7"/>
                          </a:gs>
                          <a:gs pos="50000">
                            <a:srgbClr val="FFFFFF"/>
                          </a:gs>
                          <a:gs pos="100000">
                            <a:srgbClr val="C5E5E7"/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38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  <p:tag name="PROBLEMHASREMARK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pt母版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70C0"/>
      </a:hlink>
      <a:folHlink>
        <a:srgbClr val="7030A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ppt母版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3797</TotalTime>
  <Words>1071</Words>
  <Application>Microsoft Office PowerPoint</Application>
  <PresentationFormat>全屏显示(16:9)</PresentationFormat>
  <Paragraphs>236</Paragraphs>
  <Slides>40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40</vt:i4>
      </vt:variant>
    </vt:vector>
  </HeadingPairs>
  <TitlesOfParts>
    <vt:vector size="58" baseType="lpstr">
      <vt:lpstr>Microsoft Yahei</vt:lpstr>
      <vt:lpstr>Monotype Sorts</vt:lpstr>
      <vt:lpstr>黑体</vt:lpstr>
      <vt:lpstr>楷体</vt:lpstr>
      <vt:lpstr>楷体_GB2312</vt:lpstr>
      <vt:lpstr>宋体</vt:lpstr>
      <vt:lpstr>Arial</vt:lpstr>
      <vt:lpstr>Symbol</vt:lpstr>
      <vt:lpstr>Tahoma</vt:lpstr>
      <vt:lpstr>Times New Roman</vt:lpstr>
      <vt:lpstr>Wingdings</vt:lpstr>
      <vt:lpstr>1_默认设计模板</vt:lpstr>
      <vt:lpstr>ppt母版</vt:lpstr>
      <vt:lpstr>场景型模板</vt:lpstr>
      <vt:lpstr>1_ppt母版</vt:lpstr>
      <vt:lpstr>Equation</vt:lpstr>
      <vt:lpstr>公式</vt:lpstr>
      <vt:lpstr>MathType 6.7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sytu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  学  物  理</dc:title>
  <dc:creator>chenjian</dc:creator>
  <cp:lastModifiedBy>Administrator</cp:lastModifiedBy>
  <cp:revision>427</cp:revision>
  <dcterms:created xsi:type="dcterms:W3CDTF">2005-09-11T15:39:18Z</dcterms:created>
  <dcterms:modified xsi:type="dcterms:W3CDTF">2024-04-08T15:13:16Z</dcterms:modified>
</cp:coreProperties>
</file>