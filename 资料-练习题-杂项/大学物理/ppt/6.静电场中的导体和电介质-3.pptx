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8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9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10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2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13.xml" ContentType="application/vnd.openxmlformats-officedocument.theme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14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5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16.xml" ContentType="application/vnd.openxmlformats-officedocument.theme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7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8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49" r:id="rId2"/>
    <p:sldMasterId id="2147483694" r:id="rId3"/>
    <p:sldMasterId id="2147483695" r:id="rId4"/>
    <p:sldMasterId id="2147483696" r:id="rId5"/>
    <p:sldMasterId id="2147483697" r:id="rId6"/>
    <p:sldMasterId id="2147483698" r:id="rId7"/>
    <p:sldMasterId id="2147483699" r:id="rId8"/>
    <p:sldMasterId id="2147483700" r:id="rId9"/>
    <p:sldMasterId id="2147483701" r:id="rId10"/>
    <p:sldMasterId id="2147483702" r:id="rId11"/>
    <p:sldMasterId id="2147483703" r:id="rId12"/>
    <p:sldMasterId id="2147483704" r:id="rId13"/>
    <p:sldMasterId id="2147483705" r:id="rId14"/>
    <p:sldMasterId id="2147484013" r:id="rId15"/>
    <p:sldMasterId id="2147484037" r:id="rId16"/>
    <p:sldMasterId id="2147484073" r:id="rId17"/>
    <p:sldMasterId id="2147484086" r:id="rId18"/>
    <p:sldMasterId id="2147484098" r:id="rId19"/>
  </p:sldMasterIdLst>
  <p:notesMasterIdLst>
    <p:notesMasterId r:id="rId48"/>
  </p:notesMasterIdLst>
  <p:sldIdLst>
    <p:sldId id="311" r:id="rId20"/>
    <p:sldId id="316" r:id="rId21"/>
    <p:sldId id="317" r:id="rId22"/>
    <p:sldId id="318" r:id="rId23"/>
    <p:sldId id="319" r:id="rId24"/>
    <p:sldId id="320" r:id="rId25"/>
    <p:sldId id="369" r:id="rId26"/>
    <p:sldId id="350" r:id="rId27"/>
    <p:sldId id="351" r:id="rId28"/>
    <p:sldId id="352" r:id="rId29"/>
    <p:sldId id="338" r:id="rId30"/>
    <p:sldId id="340" r:id="rId31"/>
    <p:sldId id="339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8" r:id="rId41"/>
    <p:sldId id="361" r:id="rId42"/>
    <p:sldId id="362" r:id="rId43"/>
    <p:sldId id="363" r:id="rId44"/>
    <p:sldId id="364" r:id="rId45"/>
    <p:sldId id="365" r:id="rId46"/>
    <p:sldId id="366" r:id="rId4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66"/>
    <a:srgbClr val="000000"/>
    <a:srgbClr val="00FFFF"/>
    <a:srgbClr val="3333CC"/>
    <a:srgbClr val="CC0099"/>
    <a:srgbClr val="CC0000"/>
    <a:srgbClr val="6600FF"/>
    <a:srgbClr val="FFB7B7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49" autoAdjust="0"/>
    <p:restoredTop sz="93426" autoAdjust="0"/>
  </p:normalViewPr>
  <p:slideViewPr>
    <p:cSldViewPr snapToGrid="0">
      <p:cViewPr varScale="1">
        <p:scale>
          <a:sx n="125" d="100"/>
          <a:sy n="125" d="100"/>
        </p:scale>
        <p:origin x="1560" y="9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9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2.xml"/><Relationship Id="rId34" Type="http://schemas.openxmlformats.org/officeDocument/2006/relationships/slide" Target="slides/slide15.xml"/><Relationship Id="rId42" Type="http://schemas.openxmlformats.org/officeDocument/2006/relationships/slide" Target="slides/slide23.xml"/><Relationship Id="rId47" Type="http://schemas.openxmlformats.org/officeDocument/2006/relationships/slide" Target="slides/slide28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slide" Target="slides/slide14.xml"/><Relationship Id="rId38" Type="http://schemas.openxmlformats.org/officeDocument/2006/relationships/slide" Target="slides/slide19.xml"/><Relationship Id="rId46" Type="http://schemas.openxmlformats.org/officeDocument/2006/relationships/slide" Target="slides/slide2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41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slide" Target="slides/slide13.xml"/><Relationship Id="rId37" Type="http://schemas.openxmlformats.org/officeDocument/2006/relationships/slide" Target="slides/slide18.xml"/><Relationship Id="rId40" Type="http://schemas.openxmlformats.org/officeDocument/2006/relationships/slide" Target="slides/slide21.xml"/><Relationship Id="rId45" Type="http://schemas.openxmlformats.org/officeDocument/2006/relationships/slide" Target="slides/slide26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slide" Target="slides/slide17.xml"/><Relationship Id="rId49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2.xml"/><Relationship Id="rId44" Type="http://schemas.openxmlformats.org/officeDocument/2006/relationships/slide" Target="slides/slide25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slide" Target="slides/slide16.xml"/><Relationship Id="rId43" Type="http://schemas.openxmlformats.org/officeDocument/2006/relationships/slide" Target="slides/slide24.xml"/><Relationship Id="rId48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wmf"/><Relationship Id="rId7" Type="http://schemas.openxmlformats.org/officeDocument/2006/relationships/image" Target="../media/image13.e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e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4.wmf"/><Relationship Id="rId3" Type="http://schemas.openxmlformats.org/officeDocument/2006/relationships/image" Target="../media/image23.wmf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7.wmf"/><Relationship Id="rId11" Type="http://schemas.openxmlformats.org/officeDocument/2006/relationships/image" Target="../media/image32.emf"/><Relationship Id="rId5" Type="http://schemas.openxmlformats.org/officeDocument/2006/relationships/image" Target="../media/image26.wmf"/><Relationship Id="rId10" Type="http://schemas.openxmlformats.org/officeDocument/2006/relationships/image" Target="../media/image31.e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9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1.v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emf"/><Relationship Id="rId18" Type="http://schemas.openxmlformats.org/officeDocument/2006/relationships/image" Target="../media/image79.emf"/><Relationship Id="rId26" Type="http://schemas.openxmlformats.org/officeDocument/2006/relationships/image" Target="../media/image87.emf"/><Relationship Id="rId39" Type="http://schemas.openxmlformats.org/officeDocument/2006/relationships/image" Target="../media/image100.emf"/><Relationship Id="rId3" Type="http://schemas.openxmlformats.org/officeDocument/2006/relationships/image" Target="../media/image64.emf"/><Relationship Id="rId21" Type="http://schemas.openxmlformats.org/officeDocument/2006/relationships/image" Target="../media/image82.emf"/><Relationship Id="rId34" Type="http://schemas.openxmlformats.org/officeDocument/2006/relationships/image" Target="../media/image95.emf"/><Relationship Id="rId42" Type="http://schemas.openxmlformats.org/officeDocument/2006/relationships/image" Target="../media/image103.emf"/><Relationship Id="rId47" Type="http://schemas.openxmlformats.org/officeDocument/2006/relationships/image" Target="../media/image108.emf"/><Relationship Id="rId50" Type="http://schemas.openxmlformats.org/officeDocument/2006/relationships/image" Target="../media/image111.wmf"/><Relationship Id="rId7" Type="http://schemas.openxmlformats.org/officeDocument/2006/relationships/image" Target="../media/image68.emf"/><Relationship Id="rId12" Type="http://schemas.openxmlformats.org/officeDocument/2006/relationships/image" Target="../media/image73.emf"/><Relationship Id="rId17" Type="http://schemas.openxmlformats.org/officeDocument/2006/relationships/image" Target="../media/image78.emf"/><Relationship Id="rId25" Type="http://schemas.openxmlformats.org/officeDocument/2006/relationships/image" Target="../media/image86.emf"/><Relationship Id="rId33" Type="http://schemas.openxmlformats.org/officeDocument/2006/relationships/image" Target="../media/image94.emf"/><Relationship Id="rId38" Type="http://schemas.openxmlformats.org/officeDocument/2006/relationships/image" Target="../media/image99.emf"/><Relationship Id="rId46" Type="http://schemas.openxmlformats.org/officeDocument/2006/relationships/image" Target="../media/image107.emf"/><Relationship Id="rId2" Type="http://schemas.openxmlformats.org/officeDocument/2006/relationships/image" Target="../media/image63.emf"/><Relationship Id="rId16" Type="http://schemas.openxmlformats.org/officeDocument/2006/relationships/image" Target="../media/image77.emf"/><Relationship Id="rId20" Type="http://schemas.openxmlformats.org/officeDocument/2006/relationships/image" Target="../media/image81.emf"/><Relationship Id="rId29" Type="http://schemas.openxmlformats.org/officeDocument/2006/relationships/image" Target="../media/image90.emf"/><Relationship Id="rId41" Type="http://schemas.openxmlformats.org/officeDocument/2006/relationships/image" Target="../media/image102.emf"/><Relationship Id="rId1" Type="http://schemas.openxmlformats.org/officeDocument/2006/relationships/image" Target="../media/image62.wmf"/><Relationship Id="rId6" Type="http://schemas.openxmlformats.org/officeDocument/2006/relationships/image" Target="../media/image67.emf"/><Relationship Id="rId11" Type="http://schemas.openxmlformats.org/officeDocument/2006/relationships/image" Target="../media/image72.emf"/><Relationship Id="rId24" Type="http://schemas.openxmlformats.org/officeDocument/2006/relationships/image" Target="../media/image85.emf"/><Relationship Id="rId32" Type="http://schemas.openxmlformats.org/officeDocument/2006/relationships/image" Target="../media/image93.emf"/><Relationship Id="rId37" Type="http://schemas.openxmlformats.org/officeDocument/2006/relationships/image" Target="../media/image98.emf"/><Relationship Id="rId40" Type="http://schemas.openxmlformats.org/officeDocument/2006/relationships/image" Target="../media/image101.emf"/><Relationship Id="rId45" Type="http://schemas.openxmlformats.org/officeDocument/2006/relationships/image" Target="../media/image106.emf"/><Relationship Id="rId5" Type="http://schemas.openxmlformats.org/officeDocument/2006/relationships/image" Target="../media/image66.emf"/><Relationship Id="rId15" Type="http://schemas.openxmlformats.org/officeDocument/2006/relationships/image" Target="../media/image76.emf"/><Relationship Id="rId23" Type="http://schemas.openxmlformats.org/officeDocument/2006/relationships/image" Target="../media/image84.emf"/><Relationship Id="rId28" Type="http://schemas.openxmlformats.org/officeDocument/2006/relationships/image" Target="../media/image89.emf"/><Relationship Id="rId36" Type="http://schemas.openxmlformats.org/officeDocument/2006/relationships/image" Target="../media/image97.emf"/><Relationship Id="rId49" Type="http://schemas.openxmlformats.org/officeDocument/2006/relationships/image" Target="../media/image110.wmf"/><Relationship Id="rId10" Type="http://schemas.openxmlformats.org/officeDocument/2006/relationships/image" Target="../media/image71.emf"/><Relationship Id="rId19" Type="http://schemas.openxmlformats.org/officeDocument/2006/relationships/image" Target="../media/image80.emf"/><Relationship Id="rId31" Type="http://schemas.openxmlformats.org/officeDocument/2006/relationships/image" Target="../media/image92.emf"/><Relationship Id="rId44" Type="http://schemas.openxmlformats.org/officeDocument/2006/relationships/image" Target="../media/image105.emf"/><Relationship Id="rId52" Type="http://schemas.openxmlformats.org/officeDocument/2006/relationships/image" Target="../media/image113.wmf"/><Relationship Id="rId4" Type="http://schemas.openxmlformats.org/officeDocument/2006/relationships/image" Target="../media/image65.emf"/><Relationship Id="rId9" Type="http://schemas.openxmlformats.org/officeDocument/2006/relationships/image" Target="../media/image70.emf"/><Relationship Id="rId14" Type="http://schemas.openxmlformats.org/officeDocument/2006/relationships/image" Target="../media/image75.emf"/><Relationship Id="rId22" Type="http://schemas.openxmlformats.org/officeDocument/2006/relationships/image" Target="../media/image83.emf"/><Relationship Id="rId27" Type="http://schemas.openxmlformats.org/officeDocument/2006/relationships/image" Target="../media/image88.emf"/><Relationship Id="rId30" Type="http://schemas.openxmlformats.org/officeDocument/2006/relationships/image" Target="../media/image91.emf"/><Relationship Id="rId35" Type="http://schemas.openxmlformats.org/officeDocument/2006/relationships/image" Target="../media/image96.emf"/><Relationship Id="rId43" Type="http://schemas.openxmlformats.org/officeDocument/2006/relationships/image" Target="../media/image104.emf"/><Relationship Id="rId48" Type="http://schemas.openxmlformats.org/officeDocument/2006/relationships/image" Target="../media/image109.emf"/><Relationship Id="rId8" Type="http://schemas.openxmlformats.org/officeDocument/2006/relationships/image" Target="../media/image69.emf"/><Relationship Id="rId51" Type="http://schemas.openxmlformats.org/officeDocument/2006/relationships/image" Target="../media/image11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4" Type="http://schemas.openxmlformats.org/officeDocument/2006/relationships/image" Target="../media/image12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image" Target="../media/image137.wmf"/><Relationship Id="rId18" Type="http://schemas.openxmlformats.org/officeDocument/2006/relationships/image" Target="../media/image142.wmf"/><Relationship Id="rId3" Type="http://schemas.openxmlformats.org/officeDocument/2006/relationships/image" Target="../media/image127.wmf"/><Relationship Id="rId21" Type="http://schemas.openxmlformats.org/officeDocument/2006/relationships/image" Target="../media/image145.wmf"/><Relationship Id="rId7" Type="http://schemas.openxmlformats.org/officeDocument/2006/relationships/image" Target="../media/image131.wmf"/><Relationship Id="rId12" Type="http://schemas.openxmlformats.org/officeDocument/2006/relationships/image" Target="../media/image136.wmf"/><Relationship Id="rId17" Type="http://schemas.openxmlformats.org/officeDocument/2006/relationships/image" Target="../media/image141.wmf"/><Relationship Id="rId2" Type="http://schemas.openxmlformats.org/officeDocument/2006/relationships/image" Target="../media/image126.wmf"/><Relationship Id="rId16" Type="http://schemas.openxmlformats.org/officeDocument/2006/relationships/image" Target="../media/image140.wmf"/><Relationship Id="rId20" Type="http://schemas.openxmlformats.org/officeDocument/2006/relationships/image" Target="../media/image144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11" Type="http://schemas.openxmlformats.org/officeDocument/2006/relationships/image" Target="../media/image135.wmf"/><Relationship Id="rId5" Type="http://schemas.openxmlformats.org/officeDocument/2006/relationships/image" Target="../media/image129.wmf"/><Relationship Id="rId15" Type="http://schemas.openxmlformats.org/officeDocument/2006/relationships/image" Target="../media/image139.png"/><Relationship Id="rId10" Type="http://schemas.openxmlformats.org/officeDocument/2006/relationships/image" Target="../media/image134.wmf"/><Relationship Id="rId19" Type="http://schemas.openxmlformats.org/officeDocument/2006/relationships/image" Target="../media/image143.wmf"/><Relationship Id="rId4" Type="http://schemas.openxmlformats.org/officeDocument/2006/relationships/image" Target="../media/image128.png"/><Relationship Id="rId9" Type="http://schemas.openxmlformats.org/officeDocument/2006/relationships/image" Target="../media/image133.wmf"/><Relationship Id="rId14" Type="http://schemas.openxmlformats.org/officeDocument/2006/relationships/image" Target="../media/image13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2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image" Target="../media/image141.wmf"/><Relationship Id="rId7" Type="http://schemas.openxmlformats.org/officeDocument/2006/relationships/image" Target="../media/image145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5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4" Type="http://schemas.openxmlformats.org/officeDocument/2006/relationships/image" Target="../media/image16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image" Target="../media/image139.png"/><Relationship Id="rId3" Type="http://schemas.openxmlformats.org/officeDocument/2006/relationships/image" Target="../media/image171.wmf"/><Relationship Id="rId7" Type="http://schemas.openxmlformats.org/officeDocument/2006/relationships/image" Target="../media/image175.wmf"/><Relationship Id="rId12" Type="http://schemas.openxmlformats.org/officeDocument/2006/relationships/image" Target="../media/image128.png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6" Type="http://schemas.openxmlformats.org/officeDocument/2006/relationships/image" Target="../media/image174.wmf"/><Relationship Id="rId11" Type="http://schemas.openxmlformats.org/officeDocument/2006/relationships/image" Target="../media/image179.wmf"/><Relationship Id="rId5" Type="http://schemas.openxmlformats.org/officeDocument/2006/relationships/image" Target="../media/image173.wmf"/><Relationship Id="rId10" Type="http://schemas.openxmlformats.org/officeDocument/2006/relationships/image" Target="../media/image178.wmf"/><Relationship Id="rId4" Type="http://schemas.openxmlformats.org/officeDocument/2006/relationships/image" Target="../media/image172.wmf"/><Relationship Id="rId9" Type="http://schemas.openxmlformats.org/officeDocument/2006/relationships/image" Target="../media/image177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image" Target="../media/image194.emf"/><Relationship Id="rId3" Type="http://schemas.openxmlformats.org/officeDocument/2006/relationships/image" Target="../media/image184.emf"/><Relationship Id="rId7" Type="http://schemas.openxmlformats.org/officeDocument/2006/relationships/image" Target="../media/image188.emf"/><Relationship Id="rId12" Type="http://schemas.openxmlformats.org/officeDocument/2006/relationships/image" Target="../media/image193.emf"/><Relationship Id="rId2" Type="http://schemas.openxmlformats.org/officeDocument/2006/relationships/image" Target="../media/image183.emf"/><Relationship Id="rId1" Type="http://schemas.openxmlformats.org/officeDocument/2006/relationships/image" Target="../media/image182.emf"/><Relationship Id="rId6" Type="http://schemas.openxmlformats.org/officeDocument/2006/relationships/image" Target="../media/image187.emf"/><Relationship Id="rId11" Type="http://schemas.openxmlformats.org/officeDocument/2006/relationships/image" Target="../media/image192.wmf"/><Relationship Id="rId5" Type="http://schemas.openxmlformats.org/officeDocument/2006/relationships/image" Target="../media/image186.emf"/><Relationship Id="rId10" Type="http://schemas.openxmlformats.org/officeDocument/2006/relationships/image" Target="../media/image191.wmf"/><Relationship Id="rId4" Type="http://schemas.openxmlformats.org/officeDocument/2006/relationships/image" Target="../media/image185.emf"/><Relationship Id="rId9" Type="http://schemas.openxmlformats.org/officeDocument/2006/relationships/image" Target="../media/image190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5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wmf"/><Relationship Id="rId1" Type="http://schemas.openxmlformats.org/officeDocument/2006/relationships/image" Target="../media/image19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3" Type="http://schemas.openxmlformats.org/officeDocument/2006/relationships/image" Target="../media/image212.wmf"/><Relationship Id="rId7" Type="http://schemas.openxmlformats.org/officeDocument/2006/relationships/image" Target="../media/image216.wmf"/><Relationship Id="rId2" Type="http://schemas.openxmlformats.org/officeDocument/2006/relationships/image" Target="../media/image211.emf"/><Relationship Id="rId1" Type="http://schemas.openxmlformats.org/officeDocument/2006/relationships/image" Target="../media/image210.emf"/><Relationship Id="rId6" Type="http://schemas.openxmlformats.org/officeDocument/2006/relationships/image" Target="../media/image215.wmf"/><Relationship Id="rId11" Type="http://schemas.openxmlformats.org/officeDocument/2006/relationships/image" Target="../media/image220.wmf"/><Relationship Id="rId5" Type="http://schemas.openxmlformats.org/officeDocument/2006/relationships/image" Target="../media/image214.emf"/><Relationship Id="rId10" Type="http://schemas.openxmlformats.org/officeDocument/2006/relationships/image" Target="../media/image219.wmf"/><Relationship Id="rId4" Type="http://schemas.openxmlformats.org/officeDocument/2006/relationships/image" Target="../media/image213.emf"/><Relationship Id="rId9" Type="http://schemas.openxmlformats.org/officeDocument/2006/relationships/image" Target="../media/image218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3" Type="http://schemas.openxmlformats.org/officeDocument/2006/relationships/image" Target="../media/image224.wmf"/><Relationship Id="rId7" Type="http://schemas.openxmlformats.org/officeDocument/2006/relationships/image" Target="../media/image228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Relationship Id="rId6" Type="http://schemas.openxmlformats.org/officeDocument/2006/relationships/image" Target="../media/image227.wmf"/><Relationship Id="rId5" Type="http://schemas.openxmlformats.org/officeDocument/2006/relationships/image" Target="../media/image226.wmf"/><Relationship Id="rId4" Type="http://schemas.openxmlformats.org/officeDocument/2006/relationships/image" Target="../media/image22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wmf"/><Relationship Id="rId7" Type="http://schemas.openxmlformats.org/officeDocument/2006/relationships/image" Target="../media/image235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Relationship Id="rId6" Type="http://schemas.openxmlformats.org/officeDocument/2006/relationships/image" Target="../media/image234.wmf"/><Relationship Id="rId5" Type="http://schemas.openxmlformats.org/officeDocument/2006/relationships/image" Target="../media/image233.wmf"/><Relationship Id="rId4" Type="http://schemas.openxmlformats.org/officeDocument/2006/relationships/image" Target="../media/image2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6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1B9F1-5507-42B6-AB7F-BF69F70094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2753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能量增加了一倍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1B9F1-5507-42B6-AB7F-BF69F700949B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24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1B9F1-5507-42B6-AB7F-BF69F700949B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823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716A3-A11B-4F63-9F85-B0A0A23680A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4E876-63BF-4D6A-B137-5E1EF113C03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287E2-94BF-450F-BC51-2F6140D45A2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4226A-6572-490F-97E3-31226E4E987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B534D-5C33-4488-8D82-193DC8A5122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4C41DA-6832-4238-A1C6-55648F662CB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5E03F-35A8-45A7-AA80-0C8DD04D04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35ACA-38C2-4C6A-AE29-864933AB94D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7EBF6-F1F9-4BE5-8E77-753F94CEE1A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667FA-E14E-45BD-86FD-F21FC40EB7E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737B36-CF50-4FF9-9CD1-60F3943E75B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5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6" name="Picture 12" descr="C:\Users\qdx\Desktop\Aticles\20141011\temp_01.gif"/>
          <p:cNvPicPr>
            <a:picLocks noChangeAspect="1" noChangeArrowheads="1"/>
          </p:cNvPicPr>
          <p:nvPr userDrawn="1"/>
        </p:nvPicPr>
        <p:blipFill>
          <a:blip r:embed="rId2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extBox 80"/>
          <p:cNvSpPr txBox="1">
            <a:spLocks noChangeArrowheads="1"/>
          </p:cNvSpPr>
          <p:nvPr userDrawn="1"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8" name="直接连接符 10"/>
          <p:cNvCxnSpPr/>
          <p:nvPr userDrawn="1"/>
        </p:nvCxnSpPr>
        <p:spPr>
          <a:xfrm>
            <a:off x="4610882" y="4761898"/>
            <a:ext cx="1863381" cy="176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 flipH="1">
            <a:off x="3161219" y="4759810"/>
            <a:ext cx="1425295" cy="176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7"/>
          <p:cNvSpPr>
            <a:spLocks noChangeArrowheads="1"/>
          </p:cNvSpPr>
          <p:nvPr userDrawn="1"/>
        </p:nvSpPr>
        <p:spPr bwMode="auto">
          <a:xfrm>
            <a:off x="3275013" y="4786313"/>
            <a:ext cx="3313112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>
                <a:solidFill>
                  <a:srgbClr val="000066"/>
                </a:solidFill>
                <a:ea typeface="楷体_GB2312" pitchFamily="49" charset="-122"/>
              </a:rPr>
              <a:t>第六章  静电场的导体和电介质</a:t>
            </a:r>
          </a:p>
        </p:txBody>
      </p:sp>
      <p:sp>
        <p:nvSpPr>
          <p:cNvPr id="11" name="矩形 16"/>
          <p:cNvSpPr/>
          <p:nvPr userDrawn="1"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100" b="1"/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6804026" y="67866"/>
            <a:ext cx="1878013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en-US" altLang="zh-CN" sz="1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1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本章目录  </a:t>
            </a: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6894699" y="437881"/>
            <a:ext cx="1737880" cy="173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4" name="灯片编号占位符 15"/>
          <p:cNvSpPr>
            <a:spLocks noGrp="1"/>
          </p:cNvSpPr>
          <p:nvPr>
            <p:ph type="sldNum" sz="quarter" idx="10"/>
          </p:nvPr>
        </p:nvSpPr>
        <p:spPr>
          <a:xfrm>
            <a:off x="6588125" y="4786313"/>
            <a:ext cx="2133600" cy="273844"/>
          </a:xfrm>
        </p:spPr>
        <p:txBody>
          <a:bodyPr anchor="ctr"/>
          <a:lstStyle>
            <a:lvl1pPr>
              <a:defRPr sz="1350" b="1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defRPr/>
            </a:pPr>
            <a:fld id="{71953E8D-716C-432B-AA67-E50AFCA625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E0ACF-3CDF-48CF-AD28-CCA739BC613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2F55A-06A9-4598-BD5C-BADE3DB1DD3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2489B-043B-4DFB-9CC3-663E9FDF57E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BD099-E47E-4211-95E7-398DF6D74C3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B1B2C-85DF-46C8-B3D2-1C99129999C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336ADC-3FE6-41BC-9DB1-DEB04F47125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B65D3-E90E-4B9C-84A2-8FDBD5315B4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1BF32-B71A-49BA-A61D-7933F6ADAB5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A70D4-2C42-4BB9-8B90-0BE37114F4A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D5EC2-2503-47FC-92D4-DBA2BD8AE31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9756F-4A3E-45F2-B86E-131F351F7CCF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D3FE6-3AC7-4672-82E1-66152788384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6B70D-1E96-43B9-A630-AAA67C0D5176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328C8-E12F-42B7-B34F-45F098BD298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F586F-2DEA-4DE6-90AE-19510736A22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8EDF9-8476-4827-B935-B712E9A1BAC2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FA4B7-F6DE-4847-8C79-C0E398D63F2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66F6C-4535-4CDA-B7F5-458F14629EB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97CB34-2CD3-4A41-BA69-20303B77D71F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3903FC-67E8-4B0F-B1F2-E069E1AA8320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7B4FD-F90A-4DBF-9C54-A105BFC75851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B910DC-64FF-480D-8EAE-F02EB52370CB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73281E-6EA6-4D36-A751-AD2BA3E8354B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491FE-7231-4F38-988C-CA5E0291AEB9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BDCE9-346B-4B67-B898-06969C8742F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5F735-7A9C-4C3A-8F6B-A2FF4C8753E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510F5-7F4D-49C6-B63B-6DFAD984A15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6B0A2-F394-43E0-8617-EE9C5A81F634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FFC9B-9C15-4853-819D-CC0A3E937286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8CAD1-9B79-400C-83EF-658BB8F1181C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1E0C7-3F2A-4480-AF0C-FB6E438157BB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F449C-4504-485E-B758-4E0ED0A84AB6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2B1DE-B013-4606-ACB4-9D152EF191F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B2DDA-3777-476D-9AC4-8681BDEB72C0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853D8-8ADF-4763-A4C5-3EDA475462CF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EB3D3-B279-48D5-917E-A093179866F6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A4980-84B0-4A64-A8C8-5D69612E2E9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73BE3-6E5E-4243-95C7-D2B4431A67B9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72184-6708-467A-ABE7-886E3AC631B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031CDE-235C-402A-8073-6FB4B33FAE14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5E81C-22C1-46E5-AFDE-DCC98E19FC98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9ED50-0EBD-4DE2-B03B-2241E6333319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D889F-EA11-45D6-A85F-BEE51C4ABB8D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87862-5E92-45CB-8202-6596E113EAE1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03ECB-3000-4991-955C-63099670E3B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D82FD-F5CF-4247-9D2E-FCA7517802AA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A3172A-6EE5-428E-A18E-3069912727D1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40598-419B-4FFC-B458-97769007E156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F1100-522C-4C73-A964-821D3B9170BD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1ECC8-2F05-440F-A43A-77DF34B24E79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73CD4-8C55-4334-8ADA-CD8B61707079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D7289-1D36-4EDA-80BA-42B88F4946A8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32B90-ABC0-4C2F-AF63-B03536E5E56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785A3-D61C-4A0C-9C3E-B0962AD63402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E87CB-291E-4AB3-A06A-CEED3E82CA8B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FF52E-69A6-4D4F-948B-FD01D1E25092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D7CE1-93FC-4C18-A5D2-0EAB8D82F3B9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0EF0D-1C51-4E5E-9821-0A9F9FAE096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9CC54-E1A6-4C1A-BFE8-5CA3E095AE9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BC005-9655-4CA6-933A-2C4EC617B0E8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5A0B3-27B1-4A77-B007-2AE9BF698C5E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535A15-A623-4C1E-83DE-4CF9264359EC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7EE36D-537C-4234-877F-EDF61C1FC1F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99BF71-CC06-45CD-9892-A1B1400E4B22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8A0C0-38C2-4C37-B689-1A459BC18F0F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0D73B-E6CA-4432-96DA-EC036CD97ECE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115DF-8EC4-41C7-9F2D-DDCF8C737900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804BF-F948-4458-BC51-45EC515C3A44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4D211-EF5F-4EDA-BFF7-388FB82065DB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DAA2C-CC9B-4EB1-B123-14A91FEE288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E558D-6367-4406-AA06-0BD50A29A01C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324B8-78EA-4B65-B494-1A9C1BA357B0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155B35-A1D0-4906-8926-20192FA5E909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078ED-A293-4429-A3FC-0F4AEEA930DD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1EED6-CD33-4896-B50A-023C15F8A450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2DBB1-7F8A-4ABF-BE8E-CDD9E1CA586B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0B06E-FACF-460E-A71B-6DB80CBB97BD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0A178-3602-42EB-B04A-8847157DC4EA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6DBA2-0CC7-40C7-8E9D-1C30317E0E48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5E16C-67C3-4701-8965-02BD90321BA9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593FC-C3EE-451B-8E6F-E1BE839148DB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E01A2-0856-48B8-8B61-8C4CF5FD810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A9283-A312-43DF-B271-30E918FB99F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B2B56-CD61-478E-9340-34F42F9A7ED0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9C02F-AF04-453A-9BD2-E18555009F7A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D898C-B072-422F-AEC9-32228008580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0762D-26B9-4CA1-B571-5F03ABC02772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91E45-5995-4A16-8E38-67BCCF813A5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0B07B-160D-4D49-8CE8-7FA37D4C22CD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9A785-B1B8-4880-BD81-B51CB5C2103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9D973-E71F-49A3-9F86-24446EFF5DE6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C8600-9F7C-4851-8586-EBA942DE41E8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23A72-5E84-4D4F-8485-E70366A59879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A6950-CAF0-4311-AF61-F4BCA57D7F00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7A185-3FE3-4ECA-AF7D-4F06EC73F29B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219CA-7E43-4D1B-9DFF-B8B12896286A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93945-03AB-4238-985E-F2B94A879B9A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EB4E-A1DA-49E4-A9F5-D19F1583A138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F63D1-3BDD-4573-ACAF-FD8FE91BF54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B9633-803D-4846-806E-88318C77305C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7F615-5D91-4470-91E5-D668402A906A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FCE3A-C54D-4706-9DE7-DCC9C991EBC2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3259B-C258-4E57-A9DF-F5BACD85B7BC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4E6DB-F710-4BF8-82BF-B468FB3DDE2D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FA1AF-BE41-48D0-A327-9336DBBF37F2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A88DC6-62D8-4802-91E2-52E810942B66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B1BAD-4F6E-40D8-803D-DF3D8F0F8C5D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0BC57-FB2B-4B09-8EAE-F2878C8F96F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F2B23-1E45-4D71-9BF1-9463ECCC192D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2FF71-7338-43F5-9CA8-BCB243F1D5C4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6B6F-8E1D-4F9C-B6D7-30689EEF6F0E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18CE5F-FCF9-4D04-B812-A014B9E8D58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7EC9CD-3A03-4FB7-AB10-A1302691F65E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1D2E3-2C00-4C53-88EB-21CE69356DA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F87DB-8FB3-4B9E-A6A0-D074197D57DE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B03FA-5027-4012-9947-43F61870D41D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4856A-3B9E-4B5D-AC10-11A2002F4EEC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2C40CA-E835-47D0-863C-E74DA68E5A97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7FCCC-BF44-48CC-89F1-2617724581E6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1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 kumimoji="0" sz="3600"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5EDDF19D-0E57-4D71-9A64-1E069EC84D4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788C9F-0AE0-4B58-A247-133DDCC6EEF5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A7D617-7578-45C2-913D-CB4181FD1F4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97349-9B92-45F5-AE7F-EA3BC00A159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871D2F-3E57-4AAC-92EF-3839B964FF1D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CB48F-25DD-4EA5-9B5C-73E2C71A8E3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CF2FCB-EA3C-4426-A57E-7D9047D4795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9CBE2-EBB2-428B-8CEF-3498A05D9332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03EBB-06AD-4F6E-99EA-BA5663BF98C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2055F-B0E3-4E67-ACFC-4D888D7CC50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93C03F-3CDA-42CE-8E85-85E83070FF8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19431-B3CD-49BF-8851-079C7DE4971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4799F3-EC01-439D-B856-4AAED4E1982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A89B50-0C60-48A7-9A7B-A741CBC196E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1F9B1D-E4D8-4C5D-B9EA-A3990BF27E1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AFC91-CE9B-4D1F-96A2-5536DDA9E3C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BDEABF-9446-4C9C-8D69-B9282418E0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239000" y="493395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55A09535-9EF1-406F-9E01-0DA02AFD769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3B260-143A-4555-84B7-05BCFACB511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6685EA-C7AD-4969-A049-0D77FA1E4EE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D3E91-1F68-4B98-B452-7A71C789F1D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DDB531-C873-4D32-AD0C-08A522B7EEC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80CACEB-A261-47D2-A112-C726B9E1D9E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F58A9D-434C-4E86-B7AB-921B4DAFE23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73F67-D822-4A41-B383-CD53894514C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6FE32A-7A68-41A8-BB1E-C9EFBAD867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BC087BC-EF56-4B8B-BA3C-027D6696E88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6B6C60-7E2D-4EB2-970D-8AC4A6192FB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9E967E-325F-4B58-B9D2-503CF861720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F6DC194-A632-44EB-9103-3F301F0C650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51533A-D5B5-466F-AE8A-4E53ECEEA57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7010400" y="4914900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7326085B-B593-4E15-B48E-962840D3622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68165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95320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41744662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197074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988444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189250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64920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6199696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6717411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95293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17647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742943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32648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602731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902122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700933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678380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279175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744939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797098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55913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9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../&#24635;&#30446;&#24405;.ppt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hyperlink" Target="../&#24635;&#30446;&#24405;.ppt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9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8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9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51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156.xml"/><Relationship Id="rId7" Type="http://schemas.openxmlformats.org/officeDocument/2006/relationships/slideLayout" Target="../slideLayouts/slideLayout160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Relationship Id="rId6" Type="http://schemas.openxmlformats.org/officeDocument/2006/relationships/slideLayout" Target="../slideLayouts/slideLayout159.xml"/><Relationship Id="rId11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57.xml"/><Relationship Id="rId9" Type="http://schemas.openxmlformats.org/officeDocument/2006/relationships/slideLayout" Target="../slideLayouts/slideLayout162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3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82.xml"/><Relationship Id="rId12" Type="http://schemas.openxmlformats.org/officeDocument/2006/relationships/slideLayout" Target="../slideLayouts/slideLayout187.xml"/><Relationship Id="rId2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76.xml"/><Relationship Id="rId6" Type="http://schemas.openxmlformats.org/officeDocument/2006/relationships/slideLayout" Target="../slideLayouts/slideLayout181.xml"/><Relationship Id="rId11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0.xml"/><Relationship Id="rId10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79.xml"/><Relationship Id="rId9" Type="http://schemas.openxmlformats.org/officeDocument/2006/relationships/slideLayout" Target="../slideLayouts/slideLayout184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58702" y="4901208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pPr>
              <a:defRPr/>
            </a:pPr>
            <a:fld id="{DD594326-203F-47BF-A5B0-ECB051138E6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3" name="Rectangle 15"/>
          <p:cNvSpPr>
            <a:spLocks noChangeArrowheads="1"/>
          </p:cNvSpPr>
          <p:nvPr userDrawn="1"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14" name="Oval 21"/>
          <p:cNvSpPr>
            <a:spLocks noChangeArrowheads="1"/>
          </p:cNvSpPr>
          <p:nvPr userDrawn="1"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n>
                <a:solidFill>
                  <a:schemeClr val="accent2"/>
                </a:solidFill>
              </a:ln>
            </a:endParaRPr>
          </a:p>
        </p:txBody>
      </p:sp>
      <p:pic>
        <p:nvPicPr>
          <p:cNvPr id="46085" name="Picture 13" descr="C:\Users\qdx\Desktop\江南大学\物理学（马文蔚 第6版）PPT母版\模板素材\模板素材\atom2.jpg"/>
          <p:cNvPicPr>
            <a:picLocks noChangeAspect="1" noChangeArrowheads="1"/>
          </p:cNvPicPr>
          <p:nvPr userDrawn="1"/>
        </p:nvPicPr>
        <p:blipFill>
          <a:blip r:embed="rId12" cstate="print"/>
          <a:srcRect l="21056" t="15791"/>
          <a:stretch>
            <a:fillRect/>
          </a:stretch>
        </p:blipFill>
        <p:spPr bwMode="auto">
          <a:xfrm>
            <a:off x="1" y="0"/>
            <a:ext cx="107156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任意多边形 15"/>
          <p:cNvSpPr>
            <a:spLocks/>
          </p:cNvSpPr>
          <p:nvPr userDrawn="1"/>
        </p:nvSpPr>
        <p:spPr bwMode="auto">
          <a:xfrm rot="5400000" flipH="1">
            <a:off x="-2015530" y="2847777"/>
            <a:ext cx="4304109" cy="273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>
              <a:gd name="connsiteX0" fmla="*/ 3 w 5712"/>
              <a:gd name="connsiteY0" fmla="*/ 228 h 528"/>
              <a:gd name="connsiteX1" fmla="*/ 5712 w 5712"/>
              <a:gd name="connsiteY1" fmla="*/ 0 h 528"/>
              <a:gd name="connsiteX2" fmla="*/ 5712 w 5712"/>
              <a:gd name="connsiteY2" fmla="*/ 528 h 528"/>
              <a:gd name="connsiteX3" fmla="*/ 0 w 5712"/>
              <a:gd name="connsiteY3" fmla="*/ 0 h 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2" h="528">
                <a:moveTo>
                  <a:pt x="3" y="228"/>
                </a:moveTo>
                <a:lnTo>
                  <a:pt x="5712" y="0"/>
                </a:lnTo>
                <a:lnTo>
                  <a:pt x="5712" y="528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任意多边形 16"/>
          <p:cNvSpPr>
            <a:spLocks/>
          </p:cNvSpPr>
          <p:nvPr userDrawn="1"/>
        </p:nvSpPr>
        <p:spPr bwMode="auto">
          <a:xfrm rot="5400000" flipV="1">
            <a:off x="-1955601" y="2759274"/>
            <a:ext cx="4339828" cy="42862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0" y="0"/>
                </a:moveTo>
                <a:lnTo>
                  <a:pt x="5760" y="0"/>
                </a:lnTo>
                <a:lnTo>
                  <a:pt x="5760" y="528"/>
                </a:lnTo>
                <a:lnTo>
                  <a:pt x="48" y="0"/>
                </a:lnTo>
              </a:path>
            </a:pathLst>
          </a:cu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08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" name="Rectangle 97"/>
          <p:cNvSpPr>
            <a:spLocks noChangeArrowheads="1"/>
          </p:cNvSpPr>
          <p:nvPr userDrawn="1"/>
        </p:nvSpPr>
        <p:spPr bwMode="auto">
          <a:xfrm>
            <a:off x="2857500" y="4800600"/>
            <a:ext cx="3513138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第六章  静电场中的导体和电介质</a:t>
            </a:r>
          </a:p>
        </p:txBody>
      </p:sp>
      <p:sp>
        <p:nvSpPr>
          <p:cNvPr id="19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0" name="Text Box 107">
            <a:hlinkClick r:id="rId13"/>
          </p:cNvPr>
          <p:cNvSpPr txBox="1">
            <a:spLocks noChangeArrowheads="1"/>
          </p:cNvSpPr>
          <p:nvPr userDrawn="1"/>
        </p:nvSpPr>
        <p:spPr bwMode="auto">
          <a:xfrm>
            <a:off x="31751" y="232173"/>
            <a:ext cx="90011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第六版</a:t>
            </a:r>
          </a:p>
        </p:txBody>
      </p:sp>
      <p:pic>
        <p:nvPicPr>
          <p:cNvPr id="46091" name="Picture 14" descr="D:\Program Files\Microsoft Office\MEDIA\CAGCAT10\j0305257.wmf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37539" y="4171950"/>
            <a:ext cx="581025" cy="569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21"/>
          <p:cNvSpPr>
            <a:spLocks noChangeArrowheads="1"/>
          </p:cNvSpPr>
          <p:nvPr userDrawn="1"/>
        </p:nvSpPr>
        <p:spPr bwMode="auto">
          <a:xfrm>
            <a:off x="4745038" y="514350"/>
            <a:ext cx="4356100" cy="53579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n>
                <a:solidFill>
                  <a:schemeClr val="accent2"/>
                </a:solidFill>
              </a:ln>
            </a:endParaRPr>
          </a:p>
        </p:txBody>
      </p:sp>
      <p:sp>
        <p:nvSpPr>
          <p:cNvPr id="23" name="Rectangle 16"/>
          <p:cNvSpPr>
            <a:spLocks noChangeArrowheads="1"/>
          </p:cNvSpPr>
          <p:nvPr userDrawn="1"/>
        </p:nvSpPr>
        <p:spPr bwMode="auto">
          <a:xfrm>
            <a:off x="4786313" y="1"/>
            <a:ext cx="4513262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6-1  </a:t>
            </a:r>
            <a:r>
              <a:rPr kumimoji="1"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静电场中的导体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68" r:id="rId2"/>
    <p:sldLayoutId id="2147483867" r:id="rId3"/>
    <p:sldLayoutId id="2147483866" r:id="rId4"/>
    <p:sldLayoutId id="2147483865" r:id="rId5"/>
    <p:sldLayoutId id="2147483864" r:id="rId6"/>
    <p:sldLayoutId id="2147483863" r:id="rId7"/>
    <p:sldLayoutId id="2147483862" r:id="rId8"/>
    <p:sldLayoutId id="2147483861" r:id="rId9"/>
    <p:sldLayoutId id="2147483860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54851" y="4901208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pPr>
              <a:defRPr/>
            </a:pPr>
            <a:fld id="{E2A98DCB-5B13-41A5-B43A-441AF2B1FBF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1" name="Rectangle 15"/>
          <p:cNvSpPr>
            <a:spLocks noChangeArrowheads="1"/>
          </p:cNvSpPr>
          <p:nvPr userDrawn="1"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12" name="Oval 21"/>
          <p:cNvSpPr>
            <a:spLocks noChangeArrowheads="1"/>
          </p:cNvSpPr>
          <p:nvPr userDrawn="1"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n>
                <a:solidFill>
                  <a:schemeClr val="accent2"/>
                </a:solidFill>
              </a:ln>
            </a:endParaRPr>
          </a:p>
        </p:txBody>
      </p:sp>
      <p:pic>
        <p:nvPicPr>
          <p:cNvPr id="47109" name="Picture 13" descr="C:\Users\qdx\Desktop\江南大学\物理学（马文蔚 第6版）PPT母版\模板素材\模板素材\atom2.jpg"/>
          <p:cNvPicPr>
            <a:picLocks noChangeAspect="1" noChangeArrowheads="1"/>
          </p:cNvPicPr>
          <p:nvPr userDrawn="1"/>
        </p:nvPicPr>
        <p:blipFill>
          <a:blip r:embed="rId13" cstate="print"/>
          <a:srcRect l="21056" t="15791"/>
          <a:stretch>
            <a:fillRect/>
          </a:stretch>
        </p:blipFill>
        <p:spPr bwMode="auto">
          <a:xfrm>
            <a:off x="1" y="0"/>
            <a:ext cx="107156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>
            <a:spLocks/>
          </p:cNvSpPr>
          <p:nvPr userDrawn="1"/>
        </p:nvSpPr>
        <p:spPr bwMode="auto">
          <a:xfrm rot="5400000" flipH="1">
            <a:off x="-2015530" y="2847777"/>
            <a:ext cx="4304109" cy="273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>
              <a:gd name="connsiteX0" fmla="*/ 3 w 5712"/>
              <a:gd name="connsiteY0" fmla="*/ 228 h 528"/>
              <a:gd name="connsiteX1" fmla="*/ 5712 w 5712"/>
              <a:gd name="connsiteY1" fmla="*/ 0 h 528"/>
              <a:gd name="connsiteX2" fmla="*/ 5712 w 5712"/>
              <a:gd name="connsiteY2" fmla="*/ 528 h 528"/>
              <a:gd name="connsiteX3" fmla="*/ 0 w 5712"/>
              <a:gd name="connsiteY3" fmla="*/ 0 h 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2" h="528">
                <a:moveTo>
                  <a:pt x="3" y="228"/>
                </a:moveTo>
                <a:lnTo>
                  <a:pt x="5712" y="0"/>
                </a:lnTo>
                <a:lnTo>
                  <a:pt x="5712" y="528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" name="任意多边形 14"/>
          <p:cNvSpPr>
            <a:spLocks/>
          </p:cNvSpPr>
          <p:nvPr userDrawn="1"/>
        </p:nvSpPr>
        <p:spPr bwMode="auto">
          <a:xfrm rot="5400000" flipV="1">
            <a:off x="-1955601" y="2759274"/>
            <a:ext cx="4339828" cy="42862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0" y="0"/>
                </a:moveTo>
                <a:lnTo>
                  <a:pt x="5760" y="0"/>
                </a:lnTo>
                <a:lnTo>
                  <a:pt x="5760" y="528"/>
                </a:lnTo>
                <a:lnTo>
                  <a:pt x="48" y="0"/>
                </a:lnTo>
              </a:path>
            </a:pathLst>
          </a:cu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08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Rectangle 97"/>
          <p:cNvSpPr>
            <a:spLocks noChangeArrowheads="1"/>
          </p:cNvSpPr>
          <p:nvPr userDrawn="1"/>
        </p:nvSpPr>
        <p:spPr bwMode="auto">
          <a:xfrm>
            <a:off x="2701926" y="4800600"/>
            <a:ext cx="3941763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第六章  静电场中的导体和电介质</a:t>
            </a:r>
          </a:p>
        </p:txBody>
      </p:sp>
      <p:sp>
        <p:nvSpPr>
          <p:cNvPr id="17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8" name="Text Box 107">
            <a:hlinkClick r:id="rId14"/>
          </p:cNvPr>
          <p:cNvSpPr txBox="1">
            <a:spLocks noChangeArrowheads="1"/>
          </p:cNvSpPr>
          <p:nvPr userDrawn="1"/>
        </p:nvSpPr>
        <p:spPr bwMode="auto">
          <a:xfrm>
            <a:off x="31751" y="232173"/>
            <a:ext cx="90011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第六版</a:t>
            </a:r>
          </a:p>
        </p:txBody>
      </p:sp>
      <p:pic>
        <p:nvPicPr>
          <p:cNvPr id="47115" name="Picture 14" descr="D:\Program Files\Microsoft Office\MEDIA\CAGCAT10\j0305257.wmf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237539" y="4171950"/>
            <a:ext cx="581025" cy="569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Oval 21"/>
          <p:cNvSpPr>
            <a:spLocks noChangeArrowheads="1"/>
          </p:cNvSpPr>
          <p:nvPr userDrawn="1"/>
        </p:nvSpPr>
        <p:spPr bwMode="auto">
          <a:xfrm>
            <a:off x="6815139" y="519112"/>
            <a:ext cx="2232025" cy="53579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n>
                <a:solidFill>
                  <a:schemeClr val="accent2"/>
                </a:solidFill>
              </a:ln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 userDrawn="1"/>
        </p:nvSpPr>
        <p:spPr bwMode="auto">
          <a:xfrm>
            <a:off x="7054851" y="86916"/>
            <a:ext cx="1876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0066"/>
                </a:solidFill>
                <a:ea typeface="楷体_GB2312" pitchFamily="49" charset="-122"/>
              </a:rPr>
              <a:t>本章目录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4012" r:id="rId2"/>
    <p:sldLayoutId id="2147483878" r:id="rId3"/>
    <p:sldLayoutId id="2147483877" r:id="rId4"/>
    <p:sldLayoutId id="2147483876" r:id="rId5"/>
    <p:sldLayoutId id="2147483875" r:id="rId6"/>
    <p:sldLayoutId id="2147483874" r:id="rId7"/>
    <p:sldLayoutId id="2147483873" r:id="rId8"/>
    <p:sldLayoutId id="2147483872" r:id="rId9"/>
    <p:sldLayoutId id="2147483871" r:id="rId10"/>
    <p:sldLayoutId id="214748387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89" r:id="rId2"/>
    <p:sldLayoutId id="2147483888" r:id="rId3"/>
    <p:sldLayoutId id="2147483887" r:id="rId4"/>
    <p:sldLayoutId id="2147483886" r:id="rId5"/>
    <p:sldLayoutId id="2147483885" r:id="rId6"/>
    <p:sldLayoutId id="2147483884" r:id="rId7"/>
    <p:sldLayoutId id="2147483883" r:id="rId8"/>
    <p:sldLayoutId id="2147483882" r:id="rId9"/>
    <p:sldLayoutId id="2147483881" r:id="rId10"/>
    <p:sldLayoutId id="214748388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DA95E20A-55CA-44E2-A236-C17F923D3DF5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0" r:id="rId2"/>
    <p:sldLayoutId id="2147483899" r:id="rId3"/>
    <p:sldLayoutId id="2147483898" r:id="rId4"/>
    <p:sldLayoutId id="2147483897" r:id="rId5"/>
    <p:sldLayoutId id="2147483896" r:id="rId6"/>
    <p:sldLayoutId id="2147483895" r:id="rId7"/>
    <p:sldLayoutId id="2147483894" r:id="rId8"/>
    <p:sldLayoutId id="2147483893" r:id="rId9"/>
    <p:sldLayoutId id="2147483892" r:id="rId10"/>
    <p:sldLayoutId id="21474838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3ACEF966-499F-4B8A-9D03-7D7E7E59B740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BFD53E03-5C8B-4254-B0F8-159CB28BC7F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1" r:id="rId2"/>
    <p:sldLayoutId id="2147483910" r:id="rId3"/>
    <p:sldLayoutId id="2147483909" r:id="rId4"/>
    <p:sldLayoutId id="2147483908" r:id="rId5"/>
    <p:sldLayoutId id="2147483907" r:id="rId6"/>
    <p:sldLayoutId id="2147483906" r:id="rId7"/>
    <p:sldLayoutId id="2147483905" r:id="rId8"/>
    <p:sldLayoutId id="2147483904" r:id="rId9"/>
    <p:sldLayoutId id="2147483903" r:id="rId10"/>
    <p:sldLayoutId id="214748390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AFFE184F-5963-4C6A-A3A1-67FB7CFBFB58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2C9E984B-004A-4EEE-BF3A-C57DAFAA8656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2" r:id="rId2"/>
    <p:sldLayoutId id="2147483921" r:id="rId3"/>
    <p:sldLayoutId id="2147483920" r:id="rId4"/>
    <p:sldLayoutId id="2147483919" r:id="rId5"/>
    <p:sldLayoutId id="2147483918" r:id="rId6"/>
    <p:sldLayoutId id="2147483917" r:id="rId7"/>
    <p:sldLayoutId id="2147483916" r:id="rId8"/>
    <p:sldLayoutId id="2147483915" r:id="rId9"/>
    <p:sldLayoutId id="2147483914" r:id="rId10"/>
    <p:sldLayoutId id="214748391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2A76521F-108E-4975-863A-D5A7AE681298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4A126817-F5A7-40B6-ABF9-BBBC1754C08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3" r:id="rId2"/>
    <p:sldLayoutId id="2147483932" r:id="rId3"/>
    <p:sldLayoutId id="2147483931" r:id="rId4"/>
    <p:sldLayoutId id="2147483930" r:id="rId5"/>
    <p:sldLayoutId id="2147483929" r:id="rId6"/>
    <p:sldLayoutId id="2147483928" r:id="rId7"/>
    <p:sldLayoutId id="2147483927" r:id="rId8"/>
    <p:sldLayoutId id="2147483926" r:id="rId9"/>
    <p:sldLayoutId id="2147483925" r:id="rId10"/>
    <p:sldLayoutId id="214748392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B9376340-CF8E-437E-AFC3-BFB64E233FE0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5DB4B069-B384-49BE-95BC-C1399061E402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4" r:id="rId2"/>
    <p:sldLayoutId id="2147483943" r:id="rId3"/>
    <p:sldLayoutId id="2147483942" r:id="rId4"/>
    <p:sldLayoutId id="2147483941" r:id="rId5"/>
    <p:sldLayoutId id="2147483940" r:id="rId6"/>
    <p:sldLayoutId id="2147483939" r:id="rId7"/>
    <p:sldLayoutId id="2147483938" r:id="rId8"/>
    <p:sldLayoutId id="2147483937" r:id="rId9"/>
    <p:sldLayoutId id="2147483936" r:id="rId10"/>
    <p:sldLayoutId id="214748393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7F3DD4EB-9B83-436A-8521-4CB4067DFDE7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5111A146-3BE0-4BED-8567-AFECBA4DA2DB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5" r:id="rId2"/>
    <p:sldLayoutId id="2147483954" r:id="rId3"/>
    <p:sldLayoutId id="2147483953" r:id="rId4"/>
    <p:sldLayoutId id="2147483952" r:id="rId5"/>
    <p:sldLayoutId id="2147483951" r:id="rId6"/>
    <p:sldLayoutId id="2147483950" r:id="rId7"/>
    <p:sldLayoutId id="2147483949" r:id="rId8"/>
    <p:sldLayoutId id="2147483948" r:id="rId9"/>
    <p:sldLayoutId id="2147483947" r:id="rId10"/>
    <p:sldLayoutId id="21474839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2C35FCC9-2BB1-40E0-A17A-D4079612EF73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4C8427B0-9F70-4A36-A889-95AAF19E72C5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6" r:id="rId2"/>
    <p:sldLayoutId id="2147483965" r:id="rId3"/>
    <p:sldLayoutId id="2147483964" r:id="rId4"/>
    <p:sldLayoutId id="2147483963" r:id="rId5"/>
    <p:sldLayoutId id="2147483962" r:id="rId6"/>
    <p:sldLayoutId id="2147483961" r:id="rId7"/>
    <p:sldLayoutId id="2147483960" r:id="rId8"/>
    <p:sldLayoutId id="2147483959" r:id="rId9"/>
    <p:sldLayoutId id="2147483958" r:id="rId10"/>
    <p:sldLayoutId id="214748395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A4AB61FF-97C7-4223-AA28-37B9388F761D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35E2830A-E5EF-4B12-BF57-5E7669F0E458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7" r:id="rId2"/>
    <p:sldLayoutId id="2147483976" r:id="rId3"/>
    <p:sldLayoutId id="2147483975" r:id="rId4"/>
    <p:sldLayoutId id="2147483974" r:id="rId5"/>
    <p:sldLayoutId id="2147483973" r:id="rId6"/>
    <p:sldLayoutId id="2147483972" r:id="rId7"/>
    <p:sldLayoutId id="2147483971" r:id="rId8"/>
    <p:sldLayoutId id="2147483970" r:id="rId9"/>
    <p:sldLayoutId id="2147483969" r:id="rId10"/>
    <p:sldLayoutId id="214748396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A2439F11-8666-45D6-AC2E-03256C613543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711A620C-F012-4443-AA2C-07ACD9F39E72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88" r:id="rId2"/>
    <p:sldLayoutId id="2147483987" r:id="rId3"/>
    <p:sldLayoutId id="2147483986" r:id="rId4"/>
    <p:sldLayoutId id="2147483985" r:id="rId5"/>
    <p:sldLayoutId id="2147483984" r:id="rId6"/>
    <p:sldLayoutId id="2147483983" r:id="rId7"/>
    <p:sldLayoutId id="2147483982" r:id="rId8"/>
    <p:sldLayoutId id="2147483981" r:id="rId9"/>
    <p:sldLayoutId id="2147483980" r:id="rId10"/>
    <p:sldLayoutId id="214748397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92F78D3D-2015-4C45-8F33-3A4A700E9E62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3F840649-04E6-4E3A-9CC5-A3D20C859DF3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3999" r:id="rId2"/>
    <p:sldLayoutId id="2147483998" r:id="rId3"/>
    <p:sldLayoutId id="2147483997" r:id="rId4"/>
    <p:sldLayoutId id="2147483996" r:id="rId5"/>
    <p:sldLayoutId id="2147483995" r:id="rId6"/>
    <p:sldLayoutId id="2147483994" r:id="rId7"/>
    <p:sldLayoutId id="2147483993" r:id="rId8"/>
    <p:sldLayoutId id="2147483992" r:id="rId9"/>
    <p:sldLayoutId id="2147483991" r:id="rId10"/>
    <p:sldLayoutId id="214748399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A21A1C97-FDFD-44AA-AE50-7000D1598CAC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D8B21D50-95F2-4C01-BD9E-4EA65CC93111}" type="datetimeFigureOut">
              <a:rPr lang="zh-CN" altLang="en-US"/>
              <a:pPr>
                <a:defRPr/>
              </a:pPr>
              <a:t>2024/4/22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0" r:id="rId2"/>
    <p:sldLayoutId id="2147484009" r:id="rId3"/>
    <p:sldLayoutId id="2147484008" r:id="rId4"/>
    <p:sldLayoutId id="2147484007" r:id="rId5"/>
    <p:sldLayoutId id="2147484006" r:id="rId6"/>
    <p:sldLayoutId id="2147484005" r:id="rId7"/>
    <p:sldLayoutId id="2147484004" r:id="rId8"/>
    <p:sldLayoutId id="2147484003" r:id="rId9"/>
    <p:sldLayoutId id="2147484002" r:id="rId10"/>
    <p:sldLayoutId id="214748400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>
              <a:solidFill>
                <a:srgbClr val="578963"/>
              </a:solidFill>
              <a:latin typeface="Times New Roman" pitchFamily="18" charset="0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>
              <a:solidFill>
                <a:srgbClr val="578963"/>
              </a:solidFill>
              <a:latin typeface="Times New Roman" pitchFamily="18" charset="0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fld id="{8C9B1D98-96E4-4D09-8CBE-E5E296C6475A}" type="slidenum">
              <a:rPr lang="zh-CN" altLang="en-US">
                <a:solidFill>
                  <a:srgbClr val="578963"/>
                </a:solidFill>
                <a:latin typeface="Times New Roman" pitchFamily="18" charset="0"/>
              </a:rPr>
              <a:pPr/>
              <a:t>‹#›</a:t>
            </a:fld>
            <a:endParaRPr lang="en-US" altLang="zh-CN">
              <a:solidFill>
                <a:srgbClr val="578963"/>
              </a:solidFill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</p:sldLayoutIdLst>
  <p:transition>
    <p:random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485775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fld id="{99B558D3-C54B-4278-9D36-095AF84714E3}" type="slidenum">
              <a:rPr kumimoji="1" lang="en-US" altLang="zh-CN" smtClean="0">
                <a:solidFill>
                  <a:srgbClr val="000000"/>
                </a:solidFill>
                <a:latin typeface="Times New Roman" pitchFamily="18" charset="0"/>
              </a:rPr>
              <a:pPr/>
              <a:t>‹#›</a:t>
            </a:fld>
            <a:endParaRPr kumimoji="1" lang="en-US" altLang="zh-CN" smtClean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transition>
    <p:random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4914900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fld id="{A2D2A08A-98E9-4455-B50C-54BE8F4EC0C9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  <p:sldLayoutId id="2147484085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13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7" r:id="rId1"/>
    <p:sldLayoutId id="2147484088" r:id="rId2"/>
    <p:sldLayoutId id="2147484089" r:id="rId3"/>
    <p:sldLayoutId id="2147484090" r:id="rId4"/>
    <p:sldLayoutId id="2147484091" r:id="rId5"/>
    <p:sldLayoutId id="2147484092" r:id="rId6"/>
    <p:sldLayoutId id="2147484093" r:id="rId7"/>
    <p:sldLayoutId id="2147484094" r:id="rId8"/>
    <p:sldLayoutId id="2147484095" r:id="rId9"/>
    <p:sldLayoutId id="2147484096" r:id="rId10"/>
    <p:sldLayoutId id="214748409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2024/4/22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4904" y="484000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27650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hyperlink" Target="flash06/capacitor-lab-basics_en.html" TargetMode="Externa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17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4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171.xml"/><Relationship Id="rId16" Type="http://schemas.openxmlformats.org/officeDocument/2006/relationships/image" Target="../media/image13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17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17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29.wmf"/><Relationship Id="rId26" Type="http://schemas.openxmlformats.org/officeDocument/2006/relationships/image" Target="../media/image33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2" Type="http://schemas.openxmlformats.org/officeDocument/2006/relationships/slideLayout" Target="../slideLayouts/slideLayout171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32.e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34.wmf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7.wmf"/><Relationship Id="rId22" Type="http://schemas.openxmlformats.org/officeDocument/2006/relationships/image" Target="../media/image31.emf"/><Relationship Id="rId27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171.xml"/><Relationship Id="rId16" Type="http://schemas.openxmlformats.org/officeDocument/2006/relationships/image" Target="../media/image41.wmf"/><Relationship Id="rId20" Type="http://schemas.openxmlformats.org/officeDocument/2006/relationships/image" Target="../media/image42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17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0.wmf"/><Relationship Id="rId2" Type="http://schemas.openxmlformats.org/officeDocument/2006/relationships/slideLayout" Target="../slideLayouts/slideLayout17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17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18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8.wmf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3.emf"/><Relationship Id="rId21" Type="http://schemas.openxmlformats.org/officeDocument/2006/relationships/oleObject" Target="../embeddings/oleObject68.bin"/><Relationship Id="rId42" Type="http://schemas.openxmlformats.org/officeDocument/2006/relationships/image" Target="../media/image81.emf"/><Relationship Id="rId47" Type="http://schemas.openxmlformats.org/officeDocument/2006/relationships/oleObject" Target="../embeddings/oleObject81.bin"/><Relationship Id="rId63" Type="http://schemas.openxmlformats.org/officeDocument/2006/relationships/oleObject" Target="../embeddings/oleObject89.bin"/><Relationship Id="rId68" Type="http://schemas.openxmlformats.org/officeDocument/2006/relationships/image" Target="../media/image94.emf"/><Relationship Id="rId84" Type="http://schemas.openxmlformats.org/officeDocument/2006/relationships/image" Target="../media/image102.emf"/><Relationship Id="rId89" Type="http://schemas.openxmlformats.org/officeDocument/2006/relationships/oleObject" Target="../embeddings/oleObject102.bin"/><Relationship Id="rId7" Type="http://schemas.openxmlformats.org/officeDocument/2006/relationships/oleObject" Target="../embeddings/oleObject61.bin"/><Relationship Id="rId71" Type="http://schemas.openxmlformats.org/officeDocument/2006/relationships/oleObject" Target="../embeddings/oleObject93.bin"/><Relationship Id="rId92" Type="http://schemas.openxmlformats.org/officeDocument/2006/relationships/image" Target="../media/image106.emf"/><Relationship Id="rId2" Type="http://schemas.openxmlformats.org/officeDocument/2006/relationships/slideLayout" Target="../slideLayouts/slideLayout182.xml"/><Relationship Id="rId16" Type="http://schemas.openxmlformats.org/officeDocument/2006/relationships/image" Target="../media/image68.emf"/><Relationship Id="rId29" Type="http://schemas.openxmlformats.org/officeDocument/2006/relationships/oleObject" Target="../embeddings/oleObject72.bin"/><Relationship Id="rId11" Type="http://schemas.openxmlformats.org/officeDocument/2006/relationships/oleObject" Target="../embeddings/oleObject63.bin"/><Relationship Id="rId24" Type="http://schemas.openxmlformats.org/officeDocument/2006/relationships/image" Target="../media/image72.emf"/><Relationship Id="rId32" Type="http://schemas.openxmlformats.org/officeDocument/2006/relationships/image" Target="../media/image76.emf"/><Relationship Id="rId37" Type="http://schemas.openxmlformats.org/officeDocument/2006/relationships/oleObject" Target="../embeddings/oleObject76.bin"/><Relationship Id="rId40" Type="http://schemas.openxmlformats.org/officeDocument/2006/relationships/image" Target="../media/image80.emf"/><Relationship Id="rId45" Type="http://schemas.openxmlformats.org/officeDocument/2006/relationships/oleObject" Target="../embeddings/oleObject80.bin"/><Relationship Id="rId53" Type="http://schemas.openxmlformats.org/officeDocument/2006/relationships/oleObject" Target="../embeddings/oleObject84.bin"/><Relationship Id="rId58" Type="http://schemas.openxmlformats.org/officeDocument/2006/relationships/image" Target="../media/image89.emf"/><Relationship Id="rId66" Type="http://schemas.openxmlformats.org/officeDocument/2006/relationships/image" Target="../media/image93.emf"/><Relationship Id="rId74" Type="http://schemas.openxmlformats.org/officeDocument/2006/relationships/image" Target="../media/image97.emf"/><Relationship Id="rId79" Type="http://schemas.openxmlformats.org/officeDocument/2006/relationships/oleObject" Target="../embeddings/oleObject97.bin"/><Relationship Id="rId87" Type="http://schemas.openxmlformats.org/officeDocument/2006/relationships/oleObject" Target="../embeddings/oleObject101.bin"/><Relationship Id="rId102" Type="http://schemas.openxmlformats.org/officeDocument/2006/relationships/image" Target="../media/image111.wmf"/><Relationship Id="rId5" Type="http://schemas.openxmlformats.org/officeDocument/2006/relationships/oleObject" Target="../embeddings/oleObject60.bin"/><Relationship Id="rId61" Type="http://schemas.openxmlformats.org/officeDocument/2006/relationships/oleObject" Target="../embeddings/oleObject88.bin"/><Relationship Id="rId82" Type="http://schemas.openxmlformats.org/officeDocument/2006/relationships/image" Target="../media/image101.emf"/><Relationship Id="rId90" Type="http://schemas.openxmlformats.org/officeDocument/2006/relationships/image" Target="../media/image105.emf"/><Relationship Id="rId95" Type="http://schemas.openxmlformats.org/officeDocument/2006/relationships/oleObject" Target="../embeddings/oleObject105.bin"/><Relationship Id="rId19" Type="http://schemas.openxmlformats.org/officeDocument/2006/relationships/oleObject" Target="../embeddings/oleObject67.bin"/><Relationship Id="rId14" Type="http://schemas.openxmlformats.org/officeDocument/2006/relationships/image" Target="../media/image67.emf"/><Relationship Id="rId22" Type="http://schemas.openxmlformats.org/officeDocument/2006/relationships/image" Target="../media/image71.emf"/><Relationship Id="rId27" Type="http://schemas.openxmlformats.org/officeDocument/2006/relationships/oleObject" Target="../embeddings/oleObject71.bin"/><Relationship Id="rId30" Type="http://schemas.openxmlformats.org/officeDocument/2006/relationships/image" Target="../media/image75.emf"/><Relationship Id="rId35" Type="http://schemas.openxmlformats.org/officeDocument/2006/relationships/oleObject" Target="../embeddings/oleObject75.bin"/><Relationship Id="rId43" Type="http://schemas.openxmlformats.org/officeDocument/2006/relationships/oleObject" Target="../embeddings/oleObject79.bin"/><Relationship Id="rId48" Type="http://schemas.openxmlformats.org/officeDocument/2006/relationships/image" Target="../media/image84.emf"/><Relationship Id="rId56" Type="http://schemas.openxmlformats.org/officeDocument/2006/relationships/image" Target="../media/image88.emf"/><Relationship Id="rId64" Type="http://schemas.openxmlformats.org/officeDocument/2006/relationships/image" Target="../media/image92.emf"/><Relationship Id="rId69" Type="http://schemas.openxmlformats.org/officeDocument/2006/relationships/oleObject" Target="../embeddings/oleObject92.bin"/><Relationship Id="rId77" Type="http://schemas.openxmlformats.org/officeDocument/2006/relationships/oleObject" Target="../embeddings/oleObject96.bin"/><Relationship Id="rId100" Type="http://schemas.openxmlformats.org/officeDocument/2006/relationships/image" Target="../media/image110.wmf"/><Relationship Id="rId105" Type="http://schemas.openxmlformats.org/officeDocument/2006/relationships/oleObject" Target="../embeddings/oleObject110.bin"/><Relationship Id="rId8" Type="http://schemas.openxmlformats.org/officeDocument/2006/relationships/image" Target="../media/image64.emf"/><Relationship Id="rId51" Type="http://schemas.openxmlformats.org/officeDocument/2006/relationships/oleObject" Target="../embeddings/oleObject83.bin"/><Relationship Id="rId72" Type="http://schemas.openxmlformats.org/officeDocument/2006/relationships/image" Target="../media/image96.emf"/><Relationship Id="rId80" Type="http://schemas.openxmlformats.org/officeDocument/2006/relationships/image" Target="../media/image100.emf"/><Relationship Id="rId85" Type="http://schemas.openxmlformats.org/officeDocument/2006/relationships/oleObject" Target="../embeddings/oleObject100.bin"/><Relationship Id="rId93" Type="http://schemas.openxmlformats.org/officeDocument/2006/relationships/oleObject" Target="../embeddings/oleObject104.bin"/><Relationship Id="rId98" Type="http://schemas.openxmlformats.org/officeDocument/2006/relationships/image" Target="../media/image109.emf"/><Relationship Id="rId3" Type="http://schemas.openxmlformats.org/officeDocument/2006/relationships/oleObject" Target="../embeddings/oleObject59.bin"/><Relationship Id="rId12" Type="http://schemas.openxmlformats.org/officeDocument/2006/relationships/image" Target="../media/image66.emf"/><Relationship Id="rId17" Type="http://schemas.openxmlformats.org/officeDocument/2006/relationships/oleObject" Target="../embeddings/oleObject66.bin"/><Relationship Id="rId25" Type="http://schemas.openxmlformats.org/officeDocument/2006/relationships/oleObject" Target="../embeddings/oleObject70.bin"/><Relationship Id="rId33" Type="http://schemas.openxmlformats.org/officeDocument/2006/relationships/oleObject" Target="../embeddings/oleObject74.bin"/><Relationship Id="rId38" Type="http://schemas.openxmlformats.org/officeDocument/2006/relationships/image" Target="../media/image79.emf"/><Relationship Id="rId46" Type="http://schemas.openxmlformats.org/officeDocument/2006/relationships/image" Target="../media/image83.emf"/><Relationship Id="rId59" Type="http://schemas.openxmlformats.org/officeDocument/2006/relationships/oleObject" Target="../embeddings/oleObject87.bin"/><Relationship Id="rId67" Type="http://schemas.openxmlformats.org/officeDocument/2006/relationships/oleObject" Target="../embeddings/oleObject91.bin"/><Relationship Id="rId103" Type="http://schemas.openxmlformats.org/officeDocument/2006/relationships/oleObject" Target="../embeddings/oleObject109.bin"/><Relationship Id="rId20" Type="http://schemas.openxmlformats.org/officeDocument/2006/relationships/image" Target="../media/image70.emf"/><Relationship Id="rId41" Type="http://schemas.openxmlformats.org/officeDocument/2006/relationships/oleObject" Target="../embeddings/oleObject78.bin"/><Relationship Id="rId54" Type="http://schemas.openxmlformats.org/officeDocument/2006/relationships/image" Target="../media/image87.emf"/><Relationship Id="rId62" Type="http://schemas.openxmlformats.org/officeDocument/2006/relationships/image" Target="../media/image91.emf"/><Relationship Id="rId70" Type="http://schemas.openxmlformats.org/officeDocument/2006/relationships/image" Target="../media/image95.emf"/><Relationship Id="rId75" Type="http://schemas.openxmlformats.org/officeDocument/2006/relationships/oleObject" Target="../embeddings/oleObject95.bin"/><Relationship Id="rId83" Type="http://schemas.openxmlformats.org/officeDocument/2006/relationships/oleObject" Target="../embeddings/oleObject99.bin"/><Relationship Id="rId88" Type="http://schemas.openxmlformats.org/officeDocument/2006/relationships/image" Target="../media/image104.emf"/><Relationship Id="rId91" Type="http://schemas.openxmlformats.org/officeDocument/2006/relationships/oleObject" Target="../embeddings/oleObject103.bin"/><Relationship Id="rId96" Type="http://schemas.openxmlformats.org/officeDocument/2006/relationships/image" Target="../media/image108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3.emf"/><Relationship Id="rId15" Type="http://schemas.openxmlformats.org/officeDocument/2006/relationships/oleObject" Target="../embeddings/oleObject65.bin"/><Relationship Id="rId23" Type="http://schemas.openxmlformats.org/officeDocument/2006/relationships/oleObject" Target="../embeddings/oleObject69.bin"/><Relationship Id="rId28" Type="http://schemas.openxmlformats.org/officeDocument/2006/relationships/image" Target="../media/image74.emf"/><Relationship Id="rId36" Type="http://schemas.openxmlformats.org/officeDocument/2006/relationships/image" Target="../media/image78.emf"/><Relationship Id="rId49" Type="http://schemas.openxmlformats.org/officeDocument/2006/relationships/oleObject" Target="../embeddings/oleObject82.bin"/><Relationship Id="rId57" Type="http://schemas.openxmlformats.org/officeDocument/2006/relationships/oleObject" Target="../embeddings/oleObject86.bin"/><Relationship Id="rId106" Type="http://schemas.openxmlformats.org/officeDocument/2006/relationships/image" Target="../media/image113.wmf"/><Relationship Id="rId10" Type="http://schemas.openxmlformats.org/officeDocument/2006/relationships/image" Target="../media/image65.emf"/><Relationship Id="rId31" Type="http://schemas.openxmlformats.org/officeDocument/2006/relationships/oleObject" Target="../embeddings/oleObject73.bin"/><Relationship Id="rId44" Type="http://schemas.openxmlformats.org/officeDocument/2006/relationships/image" Target="../media/image82.emf"/><Relationship Id="rId52" Type="http://schemas.openxmlformats.org/officeDocument/2006/relationships/image" Target="../media/image86.emf"/><Relationship Id="rId60" Type="http://schemas.openxmlformats.org/officeDocument/2006/relationships/image" Target="../media/image90.emf"/><Relationship Id="rId65" Type="http://schemas.openxmlformats.org/officeDocument/2006/relationships/oleObject" Target="../embeddings/oleObject90.bin"/><Relationship Id="rId73" Type="http://schemas.openxmlformats.org/officeDocument/2006/relationships/oleObject" Target="../embeddings/oleObject94.bin"/><Relationship Id="rId78" Type="http://schemas.openxmlformats.org/officeDocument/2006/relationships/image" Target="../media/image99.emf"/><Relationship Id="rId81" Type="http://schemas.openxmlformats.org/officeDocument/2006/relationships/oleObject" Target="../embeddings/oleObject98.bin"/><Relationship Id="rId86" Type="http://schemas.openxmlformats.org/officeDocument/2006/relationships/image" Target="../media/image103.emf"/><Relationship Id="rId94" Type="http://schemas.openxmlformats.org/officeDocument/2006/relationships/image" Target="../media/image107.emf"/><Relationship Id="rId99" Type="http://schemas.openxmlformats.org/officeDocument/2006/relationships/oleObject" Target="../embeddings/oleObject107.bin"/><Relationship Id="rId101" Type="http://schemas.openxmlformats.org/officeDocument/2006/relationships/oleObject" Target="../embeddings/oleObject108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2.bin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69.emf"/><Relationship Id="rId39" Type="http://schemas.openxmlformats.org/officeDocument/2006/relationships/oleObject" Target="../embeddings/oleObject77.bin"/><Relationship Id="rId34" Type="http://schemas.openxmlformats.org/officeDocument/2006/relationships/image" Target="../media/image77.emf"/><Relationship Id="rId50" Type="http://schemas.openxmlformats.org/officeDocument/2006/relationships/image" Target="../media/image85.emf"/><Relationship Id="rId55" Type="http://schemas.openxmlformats.org/officeDocument/2006/relationships/oleObject" Target="../embeddings/oleObject85.bin"/><Relationship Id="rId76" Type="http://schemas.openxmlformats.org/officeDocument/2006/relationships/image" Target="../media/image98.emf"/><Relationship Id="rId97" Type="http://schemas.openxmlformats.org/officeDocument/2006/relationships/oleObject" Target="../embeddings/oleObject106.bin"/><Relationship Id="rId104" Type="http://schemas.openxmlformats.org/officeDocument/2006/relationships/image" Target="../media/image11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8.wmf"/><Relationship Id="rId2" Type="http://schemas.openxmlformats.org/officeDocument/2006/relationships/slideLayout" Target="../slideLayouts/slideLayout182.xml"/><Relationship Id="rId16" Type="http://schemas.openxmlformats.org/officeDocument/2006/relationships/image" Target="../media/image12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9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18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24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21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9.wmf"/><Relationship Id="rId18" Type="http://schemas.openxmlformats.org/officeDocument/2006/relationships/oleObject" Target="../embeddings/oleObject129.bin"/><Relationship Id="rId26" Type="http://schemas.openxmlformats.org/officeDocument/2006/relationships/oleObject" Target="../embeddings/oleObject133.bin"/><Relationship Id="rId39" Type="http://schemas.openxmlformats.org/officeDocument/2006/relationships/image" Target="../media/image142.wmf"/><Relationship Id="rId3" Type="http://schemas.openxmlformats.org/officeDocument/2006/relationships/oleObject" Target="../embeddings/oleObject122.bin"/><Relationship Id="rId21" Type="http://schemas.openxmlformats.org/officeDocument/2006/relationships/image" Target="../media/image133.wmf"/><Relationship Id="rId34" Type="http://schemas.openxmlformats.org/officeDocument/2006/relationships/oleObject" Target="../embeddings/oleObject137.bin"/><Relationship Id="rId42" Type="http://schemas.openxmlformats.org/officeDocument/2006/relationships/oleObject" Target="../embeddings/oleObject141.bin"/><Relationship Id="rId47" Type="http://schemas.openxmlformats.org/officeDocument/2006/relationships/image" Target="../media/image147.png"/><Relationship Id="rId50" Type="http://schemas.openxmlformats.org/officeDocument/2006/relationships/image" Target="../media/image150.png"/><Relationship Id="rId7" Type="http://schemas.openxmlformats.org/officeDocument/2006/relationships/oleObject" Target="../embeddings/oleObject124.bin"/><Relationship Id="rId12" Type="http://schemas.openxmlformats.org/officeDocument/2006/relationships/oleObject" Target="../embeddings/oleObject126.bin"/><Relationship Id="rId17" Type="http://schemas.openxmlformats.org/officeDocument/2006/relationships/image" Target="../media/image131.wmf"/><Relationship Id="rId25" Type="http://schemas.openxmlformats.org/officeDocument/2006/relationships/image" Target="../media/image135.wmf"/><Relationship Id="rId33" Type="http://schemas.openxmlformats.org/officeDocument/2006/relationships/image" Target="../media/image139.png"/><Relationship Id="rId38" Type="http://schemas.openxmlformats.org/officeDocument/2006/relationships/oleObject" Target="../embeddings/oleObject139.bin"/><Relationship Id="rId46" Type="http://schemas.openxmlformats.org/officeDocument/2006/relationships/image" Target="../media/image145.wmf"/><Relationship Id="rId2" Type="http://schemas.openxmlformats.org/officeDocument/2006/relationships/slideLayout" Target="../slideLayouts/slideLayout182.xml"/><Relationship Id="rId16" Type="http://schemas.openxmlformats.org/officeDocument/2006/relationships/oleObject" Target="../embeddings/oleObject128.bin"/><Relationship Id="rId20" Type="http://schemas.openxmlformats.org/officeDocument/2006/relationships/oleObject" Target="../embeddings/oleObject130.bin"/><Relationship Id="rId29" Type="http://schemas.openxmlformats.org/officeDocument/2006/relationships/image" Target="../media/image137.wmf"/><Relationship Id="rId41" Type="http://schemas.openxmlformats.org/officeDocument/2006/relationships/image" Target="../media/image143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6.wmf"/><Relationship Id="rId11" Type="http://schemas.openxmlformats.org/officeDocument/2006/relationships/image" Target="../media/image128.png"/><Relationship Id="rId24" Type="http://schemas.openxmlformats.org/officeDocument/2006/relationships/oleObject" Target="../embeddings/oleObject132.bin"/><Relationship Id="rId32" Type="http://schemas.openxmlformats.org/officeDocument/2006/relationships/oleObject" Target="../embeddings/oleObject136.bin"/><Relationship Id="rId37" Type="http://schemas.openxmlformats.org/officeDocument/2006/relationships/image" Target="../media/image141.wmf"/><Relationship Id="rId40" Type="http://schemas.openxmlformats.org/officeDocument/2006/relationships/oleObject" Target="../embeddings/oleObject140.bin"/><Relationship Id="rId45" Type="http://schemas.openxmlformats.org/officeDocument/2006/relationships/oleObject" Target="../embeddings/oleObject143.bin"/><Relationship Id="rId5" Type="http://schemas.openxmlformats.org/officeDocument/2006/relationships/oleObject" Target="../embeddings/oleObject123.bin"/><Relationship Id="rId15" Type="http://schemas.openxmlformats.org/officeDocument/2006/relationships/image" Target="../media/image130.wmf"/><Relationship Id="rId23" Type="http://schemas.openxmlformats.org/officeDocument/2006/relationships/image" Target="../media/image134.wmf"/><Relationship Id="rId28" Type="http://schemas.openxmlformats.org/officeDocument/2006/relationships/oleObject" Target="../embeddings/oleObject134.bin"/><Relationship Id="rId36" Type="http://schemas.openxmlformats.org/officeDocument/2006/relationships/oleObject" Target="../embeddings/oleObject138.bin"/><Relationship Id="rId49" Type="http://schemas.openxmlformats.org/officeDocument/2006/relationships/image" Target="../media/image149.png"/><Relationship Id="rId10" Type="http://schemas.openxmlformats.org/officeDocument/2006/relationships/oleObject" Target="../embeddings/oleObject125.bin"/><Relationship Id="rId19" Type="http://schemas.openxmlformats.org/officeDocument/2006/relationships/image" Target="../media/image132.wmf"/><Relationship Id="rId31" Type="http://schemas.openxmlformats.org/officeDocument/2006/relationships/image" Target="../media/image138.wmf"/><Relationship Id="rId44" Type="http://schemas.openxmlformats.org/officeDocument/2006/relationships/oleObject" Target="../embeddings/oleObject142.bin"/><Relationship Id="rId4" Type="http://schemas.openxmlformats.org/officeDocument/2006/relationships/image" Target="../media/image125.wmf"/><Relationship Id="rId9" Type="http://schemas.openxmlformats.org/officeDocument/2006/relationships/image" Target="../media/image146.png"/><Relationship Id="rId14" Type="http://schemas.openxmlformats.org/officeDocument/2006/relationships/oleObject" Target="../embeddings/oleObject127.bin"/><Relationship Id="rId22" Type="http://schemas.openxmlformats.org/officeDocument/2006/relationships/oleObject" Target="../embeddings/oleObject131.bin"/><Relationship Id="rId27" Type="http://schemas.openxmlformats.org/officeDocument/2006/relationships/image" Target="../media/image136.wmf"/><Relationship Id="rId30" Type="http://schemas.openxmlformats.org/officeDocument/2006/relationships/oleObject" Target="../embeddings/oleObject135.bin"/><Relationship Id="rId35" Type="http://schemas.openxmlformats.org/officeDocument/2006/relationships/image" Target="../media/image140.wmf"/><Relationship Id="rId43" Type="http://schemas.openxmlformats.org/officeDocument/2006/relationships/image" Target="../media/image144.wmf"/><Relationship Id="rId48" Type="http://schemas.openxmlformats.org/officeDocument/2006/relationships/image" Target="../media/image148.png"/><Relationship Id="rId8" Type="http://schemas.openxmlformats.org/officeDocument/2006/relationships/image" Target="../media/image127.wmf"/><Relationship Id="rId51" Type="http://schemas.openxmlformats.org/officeDocument/2006/relationships/image" Target="../media/image1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4.bin"/><Relationship Id="rId7" Type="http://schemas.openxmlformats.org/officeDocument/2006/relationships/image" Target="../media/image155.png"/><Relationship Id="rId2" Type="http://schemas.openxmlformats.org/officeDocument/2006/relationships/slideLayout" Target="../slideLayouts/slideLayout18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oleObject" Target="../embeddings/oleObject150.bin"/><Relationship Id="rId18" Type="http://schemas.openxmlformats.org/officeDocument/2006/relationships/oleObject" Target="../embeddings/oleObject153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43.wmf"/><Relationship Id="rId17" Type="http://schemas.openxmlformats.org/officeDocument/2006/relationships/image" Target="../media/image145.wmf"/><Relationship Id="rId2" Type="http://schemas.openxmlformats.org/officeDocument/2006/relationships/slideLayout" Target="../slideLayouts/slideLayout182.xml"/><Relationship Id="rId16" Type="http://schemas.openxmlformats.org/officeDocument/2006/relationships/oleObject" Target="../embeddings/oleObject152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10" Type="http://schemas.openxmlformats.org/officeDocument/2006/relationships/image" Target="../media/image158.wmf"/><Relationship Id="rId19" Type="http://schemas.openxmlformats.org/officeDocument/2006/relationships/image" Target="../media/image159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4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3" Type="http://schemas.openxmlformats.org/officeDocument/2006/relationships/oleObject" Target="../embeddings/oleObject154.bin"/><Relationship Id="rId7" Type="http://schemas.openxmlformats.org/officeDocument/2006/relationships/image" Target="../media/image164.png"/><Relationship Id="rId2" Type="http://schemas.openxmlformats.org/officeDocument/2006/relationships/slideLayout" Target="../slideLayouts/slideLayout18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1.wmf"/><Relationship Id="rId11" Type="http://schemas.openxmlformats.org/officeDocument/2006/relationships/image" Target="../media/image163.wmf"/><Relationship Id="rId5" Type="http://schemas.openxmlformats.org/officeDocument/2006/relationships/oleObject" Target="../embeddings/oleObject155.bin"/><Relationship Id="rId10" Type="http://schemas.openxmlformats.org/officeDocument/2006/relationships/oleObject" Target="../embeddings/oleObject157.bin"/><Relationship Id="rId4" Type="http://schemas.openxmlformats.org/officeDocument/2006/relationships/image" Target="../media/image160.wmf"/><Relationship Id="rId9" Type="http://schemas.openxmlformats.org/officeDocument/2006/relationships/image" Target="../media/image16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image" Target="../media/image167.png"/><Relationship Id="rId7" Type="http://schemas.openxmlformats.org/officeDocument/2006/relationships/oleObject" Target="../embeddings/oleObject159.bin"/><Relationship Id="rId2" Type="http://schemas.openxmlformats.org/officeDocument/2006/relationships/slideLayout" Target="../slideLayouts/slideLayout18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58.bin"/><Relationship Id="rId10" Type="http://schemas.openxmlformats.org/officeDocument/2006/relationships/image" Target="../media/image161.wmf"/><Relationship Id="rId4" Type="http://schemas.openxmlformats.org/officeDocument/2006/relationships/image" Target="../media/image168.png"/><Relationship Id="rId9" Type="http://schemas.openxmlformats.org/officeDocument/2006/relationships/oleObject" Target="../embeddings/oleObject16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75.wmf"/><Relationship Id="rId26" Type="http://schemas.openxmlformats.org/officeDocument/2006/relationships/image" Target="../media/image179.wmf"/><Relationship Id="rId3" Type="http://schemas.openxmlformats.org/officeDocument/2006/relationships/oleObject" Target="../embeddings/oleObject161.bin"/><Relationship Id="rId21" Type="http://schemas.openxmlformats.org/officeDocument/2006/relationships/oleObject" Target="../embeddings/oleObject169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72.wmf"/><Relationship Id="rId17" Type="http://schemas.openxmlformats.org/officeDocument/2006/relationships/oleObject" Target="../embeddings/oleObject167.bin"/><Relationship Id="rId25" Type="http://schemas.openxmlformats.org/officeDocument/2006/relationships/oleObject" Target="../embeddings/oleObject171.bin"/><Relationship Id="rId2" Type="http://schemas.openxmlformats.org/officeDocument/2006/relationships/slideLayout" Target="../slideLayouts/slideLayout182.xml"/><Relationship Id="rId16" Type="http://schemas.openxmlformats.org/officeDocument/2006/relationships/image" Target="../media/image174.wmf"/><Relationship Id="rId20" Type="http://schemas.openxmlformats.org/officeDocument/2006/relationships/image" Target="../media/image176.wmf"/><Relationship Id="rId29" Type="http://schemas.openxmlformats.org/officeDocument/2006/relationships/oleObject" Target="../embeddings/oleObject173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1.png"/><Relationship Id="rId11" Type="http://schemas.openxmlformats.org/officeDocument/2006/relationships/oleObject" Target="../embeddings/oleObject164.bin"/><Relationship Id="rId24" Type="http://schemas.openxmlformats.org/officeDocument/2006/relationships/image" Target="../media/image178.wmf"/><Relationship Id="rId5" Type="http://schemas.openxmlformats.org/officeDocument/2006/relationships/image" Target="../media/image180.png"/><Relationship Id="rId15" Type="http://schemas.openxmlformats.org/officeDocument/2006/relationships/oleObject" Target="../embeddings/oleObject166.bin"/><Relationship Id="rId23" Type="http://schemas.openxmlformats.org/officeDocument/2006/relationships/oleObject" Target="../embeddings/oleObject170.bin"/><Relationship Id="rId28" Type="http://schemas.openxmlformats.org/officeDocument/2006/relationships/image" Target="../media/image128.png"/><Relationship Id="rId10" Type="http://schemas.openxmlformats.org/officeDocument/2006/relationships/image" Target="../media/image171.wmf"/><Relationship Id="rId19" Type="http://schemas.openxmlformats.org/officeDocument/2006/relationships/oleObject" Target="../embeddings/oleObject168.bin"/><Relationship Id="rId31" Type="http://schemas.openxmlformats.org/officeDocument/2006/relationships/image" Target="../media/image139.png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73.wmf"/><Relationship Id="rId22" Type="http://schemas.openxmlformats.org/officeDocument/2006/relationships/image" Target="../media/image177.wmf"/><Relationship Id="rId27" Type="http://schemas.openxmlformats.org/officeDocument/2006/relationships/oleObject" Target="../embeddings/oleObject172.bin"/><Relationship Id="rId30" Type="http://schemas.openxmlformats.org/officeDocument/2006/relationships/oleObject" Target="../embeddings/oleObject17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86.emf"/><Relationship Id="rId18" Type="http://schemas.openxmlformats.org/officeDocument/2006/relationships/oleObject" Target="../embeddings/oleObject182.bin"/><Relationship Id="rId26" Type="http://schemas.openxmlformats.org/officeDocument/2006/relationships/oleObject" Target="../embeddings/oleObject186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90.wmf"/><Relationship Id="rId7" Type="http://schemas.openxmlformats.org/officeDocument/2006/relationships/image" Target="../media/image183.emf"/><Relationship Id="rId12" Type="http://schemas.openxmlformats.org/officeDocument/2006/relationships/oleObject" Target="../embeddings/oleObject179.bin"/><Relationship Id="rId17" Type="http://schemas.openxmlformats.org/officeDocument/2006/relationships/image" Target="../media/image188.emf"/><Relationship Id="rId25" Type="http://schemas.openxmlformats.org/officeDocument/2006/relationships/image" Target="../media/image192.wmf"/><Relationship Id="rId2" Type="http://schemas.openxmlformats.org/officeDocument/2006/relationships/slideLayout" Target="../slideLayouts/slideLayout182.xml"/><Relationship Id="rId16" Type="http://schemas.openxmlformats.org/officeDocument/2006/relationships/oleObject" Target="../embeddings/oleObject181.bin"/><Relationship Id="rId20" Type="http://schemas.openxmlformats.org/officeDocument/2006/relationships/oleObject" Target="../embeddings/oleObject183.bin"/><Relationship Id="rId29" Type="http://schemas.openxmlformats.org/officeDocument/2006/relationships/image" Target="../media/image194.e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85.emf"/><Relationship Id="rId24" Type="http://schemas.openxmlformats.org/officeDocument/2006/relationships/oleObject" Target="../embeddings/oleObject185.bin"/><Relationship Id="rId5" Type="http://schemas.openxmlformats.org/officeDocument/2006/relationships/image" Target="../media/image182.emf"/><Relationship Id="rId15" Type="http://schemas.openxmlformats.org/officeDocument/2006/relationships/image" Target="../media/image187.emf"/><Relationship Id="rId23" Type="http://schemas.openxmlformats.org/officeDocument/2006/relationships/image" Target="../media/image191.wmf"/><Relationship Id="rId28" Type="http://schemas.openxmlformats.org/officeDocument/2006/relationships/oleObject" Target="../embeddings/oleObject187.bin"/><Relationship Id="rId10" Type="http://schemas.openxmlformats.org/officeDocument/2006/relationships/oleObject" Target="../embeddings/oleObject178.bin"/><Relationship Id="rId19" Type="http://schemas.openxmlformats.org/officeDocument/2006/relationships/image" Target="../media/image189.wmf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84.emf"/><Relationship Id="rId14" Type="http://schemas.openxmlformats.org/officeDocument/2006/relationships/oleObject" Target="../embeddings/oleObject180.bin"/><Relationship Id="rId22" Type="http://schemas.openxmlformats.org/officeDocument/2006/relationships/oleObject" Target="../embeddings/oleObject184.bin"/><Relationship Id="rId27" Type="http://schemas.openxmlformats.org/officeDocument/2006/relationships/image" Target="../media/image19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7" Type="http://schemas.openxmlformats.org/officeDocument/2006/relationships/image" Target="../media/image195.wmf"/><Relationship Id="rId2" Type="http://schemas.openxmlformats.org/officeDocument/2006/relationships/slideLayout" Target="../slideLayouts/slideLayout18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88.bin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image" Target="../media/image201.png"/><Relationship Id="rId7" Type="http://schemas.openxmlformats.org/officeDocument/2006/relationships/oleObject" Target="../embeddings/oleObject190.bin"/><Relationship Id="rId2" Type="http://schemas.openxmlformats.org/officeDocument/2006/relationships/slideLayout" Target="../slideLayouts/slideLayout18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5.png"/><Relationship Id="rId5" Type="http://schemas.openxmlformats.org/officeDocument/2006/relationships/image" Target="../media/image199.wmf"/><Relationship Id="rId4" Type="http://schemas.openxmlformats.org/officeDocument/2006/relationships/oleObject" Target="../embeddings/oleObject18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206.wmf"/><Relationship Id="rId3" Type="http://schemas.openxmlformats.org/officeDocument/2006/relationships/image" Target="../media/image209.png"/><Relationship Id="rId7" Type="http://schemas.openxmlformats.org/officeDocument/2006/relationships/image" Target="../media/image203.wmf"/><Relationship Id="rId12" Type="http://schemas.openxmlformats.org/officeDocument/2006/relationships/oleObject" Target="../embeddings/oleObject195.bin"/><Relationship Id="rId17" Type="http://schemas.openxmlformats.org/officeDocument/2006/relationships/image" Target="../media/image208.wmf"/><Relationship Id="rId2" Type="http://schemas.openxmlformats.org/officeDocument/2006/relationships/slideLayout" Target="../slideLayouts/slideLayout182.xml"/><Relationship Id="rId16" Type="http://schemas.openxmlformats.org/officeDocument/2006/relationships/oleObject" Target="../embeddings/oleObject197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205.wmf"/><Relationship Id="rId5" Type="http://schemas.openxmlformats.org/officeDocument/2006/relationships/image" Target="../media/image202.wmf"/><Relationship Id="rId15" Type="http://schemas.openxmlformats.org/officeDocument/2006/relationships/image" Target="../media/image207.wmf"/><Relationship Id="rId10" Type="http://schemas.openxmlformats.org/officeDocument/2006/relationships/oleObject" Target="../embeddings/oleObject194.bin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204.wmf"/><Relationship Id="rId14" Type="http://schemas.openxmlformats.org/officeDocument/2006/relationships/oleObject" Target="../embeddings/oleObject19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13" Type="http://schemas.openxmlformats.org/officeDocument/2006/relationships/image" Target="../media/image214.emf"/><Relationship Id="rId18" Type="http://schemas.openxmlformats.org/officeDocument/2006/relationships/oleObject" Target="../embeddings/oleObject205.bin"/><Relationship Id="rId26" Type="http://schemas.openxmlformats.org/officeDocument/2006/relationships/oleObject" Target="../embeddings/oleObject211.bin"/><Relationship Id="rId3" Type="http://schemas.openxmlformats.org/officeDocument/2006/relationships/oleObject" Target="../embeddings/oleObject198.bin"/><Relationship Id="rId21" Type="http://schemas.openxmlformats.org/officeDocument/2006/relationships/image" Target="../media/image218.wmf"/><Relationship Id="rId7" Type="http://schemas.openxmlformats.org/officeDocument/2006/relationships/image" Target="../media/image221.jpeg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216.wmf"/><Relationship Id="rId25" Type="http://schemas.openxmlformats.org/officeDocument/2006/relationships/oleObject" Target="../embeddings/oleObject210.bin"/><Relationship Id="rId2" Type="http://schemas.openxmlformats.org/officeDocument/2006/relationships/slideLayout" Target="../slideLayouts/slideLayout182.xml"/><Relationship Id="rId16" Type="http://schemas.openxmlformats.org/officeDocument/2006/relationships/oleObject" Target="../embeddings/oleObject204.bin"/><Relationship Id="rId20" Type="http://schemas.openxmlformats.org/officeDocument/2006/relationships/oleObject" Target="../embeddings/oleObject206.bin"/><Relationship Id="rId29" Type="http://schemas.openxmlformats.org/officeDocument/2006/relationships/image" Target="../media/image219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1.emf"/><Relationship Id="rId11" Type="http://schemas.openxmlformats.org/officeDocument/2006/relationships/image" Target="../media/image213.emf"/><Relationship Id="rId24" Type="http://schemas.openxmlformats.org/officeDocument/2006/relationships/oleObject" Target="../embeddings/oleObject209.bin"/><Relationship Id="rId5" Type="http://schemas.openxmlformats.org/officeDocument/2006/relationships/oleObject" Target="../embeddings/oleObject199.bin"/><Relationship Id="rId15" Type="http://schemas.openxmlformats.org/officeDocument/2006/relationships/image" Target="../media/image215.wmf"/><Relationship Id="rId23" Type="http://schemas.openxmlformats.org/officeDocument/2006/relationships/oleObject" Target="../embeddings/oleObject208.bin"/><Relationship Id="rId28" Type="http://schemas.openxmlformats.org/officeDocument/2006/relationships/oleObject" Target="../embeddings/oleObject213.bin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217.wmf"/><Relationship Id="rId31" Type="http://schemas.openxmlformats.org/officeDocument/2006/relationships/image" Target="../media/image220.wmf"/><Relationship Id="rId4" Type="http://schemas.openxmlformats.org/officeDocument/2006/relationships/image" Target="../media/image210.emf"/><Relationship Id="rId9" Type="http://schemas.openxmlformats.org/officeDocument/2006/relationships/image" Target="../media/image212.wmf"/><Relationship Id="rId14" Type="http://schemas.openxmlformats.org/officeDocument/2006/relationships/oleObject" Target="../embeddings/oleObject203.bin"/><Relationship Id="rId22" Type="http://schemas.openxmlformats.org/officeDocument/2006/relationships/oleObject" Target="../embeddings/oleObject207.bin"/><Relationship Id="rId27" Type="http://schemas.openxmlformats.org/officeDocument/2006/relationships/oleObject" Target="../embeddings/oleObject212.bin"/><Relationship Id="rId30" Type="http://schemas.openxmlformats.org/officeDocument/2006/relationships/oleObject" Target="../embeddings/oleObject21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13" Type="http://schemas.openxmlformats.org/officeDocument/2006/relationships/oleObject" Target="../embeddings/oleObject220.bin"/><Relationship Id="rId18" Type="http://schemas.openxmlformats.org/officeDocument/2006/relationships/oleObject" Target="../embeddings/oleObject222.bin"/><Relationship Id="rId3" Type="http://schemas.openxmlformats.org/officeDocument/2006/relationships/oleObject" Target="../embeddings/oleObject215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26.wmf"/><Relationship Id="rId17" Type="http://schemas.openxmlformats.org/officeDocument/2006/relationships/image" Target="../media/image221.jpeg"/><Relationship Id="rId2" Type="http://schemas.openxmlformats.org/officeDocument/2006/relationships/slideLayout" Target="../slideLayouts/slideLayout205.xml"/><Relationship Id="rId16" Type="http://schemas.openxmlformats.org/officeDocument/2006/relationships/image" Target="../media/image228.wmf"/><Relationship Id="rId20" Type="http://schemas.openxmlformats.org/officeDocument/2006/relationships/image" Target="../media/image230.png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3.w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10" Type="http://schemas.openxmlformats.org/officeDocument/2006/relationships/image" Target="../media/image225.wmf"/><Relationship Id="rId19" Type="http://schemas.openxmlformats.org/officeDocument/2006/relationships/image" Target="../media/image229.wmf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22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13" Type="http://schemas.openxmlformats.org/officeDocument/2006/relationships/image" Target="../media/image233.wmf"/><Relationship Id="rId18" Type="http://schemas.openxmlformats.org/officeDocument/2006/relationships/image" Target="../media/image235.wmf"/><Relationship Id="rId3" Type="http://schemas.openxmlformats.org/officeDocument/2006/relationships/oleObject" Target="../embeddings/oleObject223.bin"/><Relationship Id="rId7" Type="http://schemas.openxmlformats.org/officeDocument/2006/relationships/image" Target="../media/image221.jpeg"/><Relationship Id="rId12" Type="http://schemas.openxmlformats.org/officeDocument/2006/relationships/oleObject" Target="../embeddings/oleObject227.bin"/><Relationship Id="rId17" Type="http://schemas.openxmlformats.org/officeDocument/2006/relationships/oleObject" Target="../embeddings/oleObject229.bin"/><Relationship Id="rId2" Type="http://schemas.openxmlformats.org/officeDocument/2006/relationships/slideLayout" Target="../slideLayouts/slideLayout205.xml"/><Relationship Id="rId16" Type="http://schemas.openxmlformats.org/officeDocument/2006/relationships/image" Target="../media/image236.png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23.wmf"/><Relationship Id="rId11" Type="http://schemas.openxmlformats.org/officeDocument/2006/relationships/image" Target="../media/image232.wmf"/><Relationship Id="rId5" Type="http://schemas.openxmlformats.org/officeDocument/2006/relationships/oleObject" Target="../embeddings/oleObject224.bin"/><Relationship Id="rId15" Type="http://schemas.openxmlformats.org/officeDocument/2006/relationships/image" Target="../media/image234.wmf"/><Relationship Id="rId10" Type="http://schemas.openxmlformats.org/officeDocument/2006/relationships/oleObject" Target="../embeddings/oleObject226.bin"/><Relationship Id="rId4" Type="http://schemas.openxmlformats.org/officeDocument/2006/relationships/image" Target="../media/image222.wmf"/><Relationship Id="rId9" Type="http://schemas.openxmlformats.org/officeDocument/2006/relationships/image" Target="../media/image231.wmf"/><Relationship Id="rId14" Type="http://schemas.openxmlformats.org/officeDocument/2006/relationships/oleObject" Target="../embeddings/oleObject2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040731" y="917973"/>
            <a:ext cx="5434013" cy="3194447"/>
            <a:chOff x="754" y="771"/>
            <a:chExt cx="4564" cy="2683"/>
          </a:xfrm>
        </p:grpSpPr>
        <p:sp>
          <p:nvSpPr>
            <p:cNvPr id="19460" name="Text Box 4"/>
            <p:cNvSpPr txBox="1">
              <a:spLocks noChangeArrowheads="1"/>
            </p:cNvSpPr>
            <p:nvPr/>
          </p:nvSpPr>
          <p:spPr bwMode="auto">
            <a:xfrm>
              <a:off x="754" y="771"/>
              <a:ext cx="4564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700" b="1">
                  <a:solidFill>
                    <a:srgbClr val="000000"/>
                  </a:solidFill>
                  <a:latin typeface="Times New Roman" pitchFamily="18" charset="0"/>
                </a:rPr>
                <a:t>第六章   静电场中的导体与电介质</a:t>
              </a:r>
              <a:endParaRPr kumimoji="1" lang="zh-CN" altLang="en-US" sz="27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461" name="Text Box 5"/>
            <p:cNvSpPr txBox="1">
              <a:spLocks noChangeArrowheads="1"/>
            </p:cNvSpPr>
            <p:nvPr/>
          </p:nvSpPr>
          <p:spPr bwMode="auto">
            <a:xfrm>
              <a:off x="1086" y="1299"/>
              <a:ext cx="268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</a:rPr>
                <a:t>6.1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静电场中的导体</a:t>
              </a:r>
            </a:p>
          </p:txBody>
        </p:sp>
        <p:sp>
          <p:nvSpPr>
            <p:cNvPr id="19462" name="Text Box 6"/>
            <p:cNvSpPr txBox="1">
              <a:spLocks noChangeArrowheads="1"/>
            </p:cNvSpPr>
            <p:nvPr/>
          </p:nvSpPr>
          <p:spPr bwMode="auto">
            <a:xfrm>
              <a:off x="1086" y="2601"/>
              <a:ext cx="242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itchFamily="18" charset="0"/>
                </a:rPr>
                <a:t>6.4 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电容和电容器</a:t>
              </a:r>
            </a:p>
          </p:txBody>
        </p:sp>
        <p:sp>
          <p:nvSpPr>
            <p:cNvPr id="19463" name="Text Box 7"/>
            <p:cNvSpPr txBox="1">
              <a:spLocks noChangeArrowheads="1"/>
            </p:cNvSpPr>
            <p:nvPr/>
          </p:nvSpPr>
          <p:spPr bwMode="auto">
            <a:xfrm>
              <a:off x="1086" y="2167"/>
              <a:ext cx="398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</a:rPr>
                <a:t>6.3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电位移、介质中的高斯定理</a:t>
              </a:r>
              <a:endParaRPr lang="en-US" altLang="zh-CN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483" name="Text Box 27"/>
            <p:cNvSpPr txBox="1">
              <a:spLocks noChangeArrowheads="1"/>
            </p:cNvSpPr>
            <p:nvPr/>
          </p:nvSpPr>
          <p:spPr bwMode="auto">
            <a:xfrm>
              <a:off x="1086" y="3066"/>
              <a:ext cx="397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</a:rPr>
                <a:t>6.5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静电场的能量、能量密度</a:t>
              </a:r>
              <a:endParaRPr lang="zh-CN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484" name="Text Box 28"/>
            <p:cNvSpPr txBox="1">
              <a:spLocks noChangeArrowheads="1"/>
            </p:cNvSpPr>
            <p:nvPr/>
          </p:nvSpPr>
          <p:spPr bwMode="auto">
            <a:xfrm>
              <a:off x="1086" y="1763"/>
              <a:ext cx="312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itchFamily="18" charset="0"/>
                </a:rPr>
                <a:t>6.2 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静电场中的介质</a:t>
              </a:r>
              <a:endParaRPr lang="zh-CN" altLang="en-US" sz="24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704305" y="287692"/>
            <a:ext cx="3906839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§6.5 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静电场的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hlinkClick r:id="rId3" action="ppaction://hlinkfile"/>
              </a:rPr>
              <a:t>能量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、能量密度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980123" y="1820466"/>
            <a:ext cx="6457950" cy="830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在静电场中没有充分的理由，但在电磁波中能充分说明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场才是能量的携带者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934045" y="3028117"/>
            <a:ext cx="4819889" cy="16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100" b="1">
                <a:solidFill>
                  <a:srgbClr val="0000FF"/>
                </a:solidFill>
                <a:latin typeface="Times New Roman" pitchFamily="18" charset="0"/>
              </a:rPr>
              <a:t>       </a:t>
            </a:r>
            <a:r>
              <a:rPr lang="zh-CN" altLang="en-US" sz="2100" b="1">
                <a:solidFill>
                  <a:srgbClr val="0000FF"/>
                </a:solidFill>
                <a:latin typeface="Times New Roman" pitchFamily="18" charset="0"/>
              </a:rPr>
              <a:t>电容器充电的过程</a:t>
            </a:r>
            <a:r>
              <a:rPr lang="en-US" altLang="zh-CN" sz="2100" b="1">
                <a:solidFill>
                  <a:srgbClr val="0000FF"/>
                </a:solidFill>
                <a:latin typeface="Times New Roman" pitchFamily="18" charset="0"/>
              </a:rPr>
              <a:t>: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是能量从电源到电容器存储能量的过程。</a:t>
            </a:r>
          </a:p>
          <a:p>
            <a:pPr>
              <a:lnSpc>
                <a:spcPct val="120000"/>
              </a:lnSpc>
            </a:pPr>
            <a:r>
              <a:rPr lang="zh-CN" altLang="en-US" sz="2100" b="1">
                <a:solidFill>
                  <a:srgbClr val="0000FF"/>
                </a:solidFill>
                <a:latin typeface="Times New Roman" pitchFamily="18" charset="0"/>
              </a:rPr>
              <a:t>        电容器放电的过程</a:t>
            </a:r>
            <a:r>
              <a:rPr lang="en-US" altLang="zh-CN" sz="2100" b="1">
                <a:solidFill>
                  <a:srgbClr val="0000FF"/>
                </a:solidFill>
                <a:latin typeface="Times New Roman" pitchFamily="18" charset="0"/>
              </a:rPr>
              <a:t>: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是能量从电容器到用电器，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如灯泡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上消耗的过程。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6095048" y="3308747"/>
            <a:ext cx="1485900" cy="914400"/>
            <a:chOff x="912" y="2496"/>
            <a:chExt cx="1248" cy="768"/>
          </a:xfrm>
        </p:grpSpPr>
        <p:sp>
          <p:nvSpPr>
            <p:cNvPr id="18475" name="Line 43"/>
            <p:cNvSpPr>
              <a:spLocks noChangeShapeType="1"/>
            </p:cNvSpPr>
            <p:nvPr/>
          </p:nvSpPr>
          <p:spPr bwMode="auto">
            <a:xfrm flipH="1">
              <a:off x="1920" y="3168"/>
              <a:ext cx="240" cy="9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8477" name="Line 45"/>
            <p:cNvSpPr>
              <a:spLocks noChangeShapeType="1"/>
            </p:cNvSpPr>
            <p:nvPr/>
          </p:nvSpPr>
          <p:spPr bwMode="auto">
            <a:xfrm rot="-5400000">
              <a:off x="624" y="2784"/>
              <a:ext cx="576" cy="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med" len="lg"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6104573" y="3365897"/>
            <a:ext cx="1504950" cy="714375"/>
            <a:chOff x="3776" y="2568"/>
            <a:chExt cx="1264" cy="600"/>
          </a:xfrm>
        </p:grpSpPr>
        <p:sp>
          <p:nvSpPr>
            <p:cNvPr id="18458" name="Line 26"/>
            <p:cNvSpPr>
              <a:spLocks noChangeShapeType="1"/>
            </p:cNvSpPr>
            <p:nvPr/>
          </p:nvSpPr>
          <p:spPr bwMode="auto">
            <a:xfrm flipH="1" flipV="1">
              <a:off x="4752" y="3072"/>
              <a:ext cx="288" cy="9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8481" name="Freeform 49"/>
            <p:cNvSpPr>
              <a:spLocks/>
            </p:cNvSpPr>
            <p:nvPr/>
          </p:nvSpPr>
          <p:spPr bwMode="auto">
            <a:xfrm>
              <a:off x="3776" y="2568"/>
              <a:ext cx="256" cy="45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6" y="288"/>
                </a:cxn>
                <a:cxn ang="0">
                  <a:pos x="112" y="432"/>
                </a:cxn>
                <a:cxn ang="0">
                  <a:pos x="256" y="432"/>
                </a:cxn>
              </a:cxnLst>
              <a:rect l="0" t="0" r="r" b="b"/>
              <a:pathLst>
                <a:path w="256" h="456">
                  <a:moveTo>
                    <a:pt x="16" y="0"/>
                  </a:moveTo>
                  <a:cubicBezTo>
                    <a:pt x="8" y="108"/>
                    <a:pt x="0" y="216"/>
                    <a:pt x="16" y="288"/>
                  </a:cubicBezTo>
                  <a:cubicBezTo>
                    <a:pt x="32" y="360"/>
                    <a:pt x="72" y="408"/>
                    <a:pt x="112" y="432"/>
                  </a:cubicBezTo>
                  <a:cubicBezTo>
                    <a:pt x="152" y="456"/>
                    <a:pt x="232" y="432"/>
                    <a:pt x="256" y="432"/>
                  </a:cubicBez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" name="Group 94"/>
          <p:cNvGrpSpPr>
            <a:grpSpLocks/>
          </p:cNvGrpSpPr>
          <p:nvPr/>
        </p:nvGrpSpPr>
        <p:grpSpPr bwMode="auto">
          <a:xfrm>
            <a:off x="1075253" y="870153"/>
            <a:ext cx="4537472" cy="852487"/>
            <a:chOff x="521" y="572"/>
            <a:chExt cx="3811" cy="716"/>
          </a:xfrm>
        </p:grpSpPr>
        <p:sp>
          <p:nvSpPr>
            <p:cNvPr id="18434" name="Text Box 2"/>
            <p:cNvSpPr txBox="1">
              <a:spLocks noChangeArrowheads="1"/>
            </p:cNvSpPr>
            <p:nvPr/>
          </p:nvSpPr>
          <p:spPr bwMode="auto">
            <a:xfrm>
              <a:off x="1715" y="572"/>
              <a:ext cx="2505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sz="2100" b="1">
                  <a:solidFill>
                    <a:srgbClr val="000000"/>
                  </a:solidFill>
                  <a:latin typeface="Times New Roman" pitchFamily="18" charset="0"/>
                </a:rPr>
                <a:t>电荷是能量的携带者。</a:t>
              </a:r>
            </a:p>
          </p:txBody>
        </p:sp>
        <p:sp>
          <p:nvSpPr>
            <p:cNvPr id="18440" name="Text Box 8"/>
            <p:cNvSpPr txBox="1">
              <a:spLocks noChangeArrowheads="1"/>
            </p:cNvSpPr>
            <p:nvPr/>
          </p:nvSpPr>
          <p:spPr bwMode="auto">
            <a:xfrm>
              <a:off x="1715" y="885"/>
              <a:ext cx="2617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sz="2100" b="1">
                  <a:solidFill>
                    <a:srgbClr val="000000"/>
                  </a:solidFill>
                  <a:latin typeface="Times New Roman" pitchFamily="18" charset="0"/>
                </a:rPr>
                <a:t>电场是能量的携带者。</a:t>
              </a:r>
            </a:p>
          </p:txBody>
        </p:sp>
        <p:grpSp>
          <p:nvGrpSpPr>
            <p:cNvPr id="6" name="Group 55"/>
            <p:cNvGrpSpPr>
              <a:grpSpLocks/>
            </p:cNvGrpSpPr>
            <p:nvPr/>
          </p:nvGrpSpPr>
          <p:grpSpPr bwMode="auto">
            <a:xfrm>
              <a:off x="521" y="707"/>
              <a:ext cx="1293" cy="499"/>
              <a:chOff x="384" y="663"/>
              <a:chExt cx="1293" cy="499"/>
            </a:xfrm>
          </p:grpSpPr>
          <p:sp>
            <p:nvSpPr>
              <p:cNvPr id="18439" name="Text Box 7"/>
              <p:cNvSpPr txBox="1">
                <a:spLocks noChangeArrowheads="1"/>
              </p:cNvSpPr>
              <p:nvPr/>
            </p:nvSpPr>
            <p:spPr bwMode="auto">
              <a:xfrm>
                <a:off x="384" y="703"/>
                <a:ext cx="1293" cy="3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20000"/>
                  </a:lnSpc>
                </a:pPr>
                <a:r>
                  <a:rPr lang="zh-CN" altLang="en-US" sz="2100" b="1" dirty="0">
                    <a:solidFill>
                      <a:srgbClr val="C00000"/>
                    </a:solidFill>
                    <a:latin typeface="Times New Roman" pitchFamily="18" charset="0"/>
                  </a:rPr>
                  <a:t>两种观点：</a:t>
                </a:r>
              </a:p>
            </p:txBody>
          </p:sp>
          <p:sp>
            <p:nvSpPr>
              <p:cNvPr id="18486" name="AutoShape 54"/>
              <p:cNvSpPr>
                <a:spLocks/>
              </p:cNvSpPr>
              <p:nvPr/>
            </p:nvSpPr>
            <p:spPr bwMode="auto">
              <a:xfrm>
                <a:off x="1474" y="663"/>
                <a:ext cx="91" cy="499"/>
              </a:xfrm>
              <a:prstGeom prst="leftBrace">
                <a:avLst>
                  <a:gd name="adj1" fmla="val 45696"/>
                  <a:gd name="adj2" fmla="val 50000"/>
                </a:avLst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</p:grpSp>
      <p:grpSp>
        <p:nvGrpSpPr>
          <p:cNvPr id="7" name="Group 92"/>
          <p:cNvGrpSpPr>
            <a:grpSpLocks/>
          </p:cNvGrpSpPr>
          <p:nvPr/>
        </p:nvGrpSpPr>
        <p:grpSpPr bwMode="auto">
          <a:xfrm>
            <a:off x="6201014" y="2796779"/>
            <a:ext cx="1905000" cy="2033587"/>
            <a:chOff x="3833" y="2160"/>
            <a:chExt cx="1600" cy="1708"/>
          </a:xfrm>
        </p:grpSpPr>
        <p:grpSp>
          <p:nvGrpSpPr>
            <p:cNvPr id="8" name="Group 53"/>
            <p:cNvGrpSpPr>
              <a:grpSpLocks/>
            </p:cNvGrpSpPr>
            <p:nvPr/>
          </p:nvGrpSpPr>
          <p:grpSpPr bwMode="auto">
            <a:xfrm>
              <a:off x="3833" y="2160"/>
              <a:ext cx="1600" cy="1601"/>
              <a:chOff x="3872" y="2071"/>
              <a:chExt cx="1600" cy="1601"/>
            </a:xfrm>
          </p:grpSpPr>
          <p:sp>
            <p:nvSpPr>
              <p:cNvPr id="18457" name="Line 25"/>
              <p:cNvSpPr>
                <a:spLocks noChangeShapeType="1"/>
              </p:cNvSpPr>
              <p:nvPr/>
            </p:nvSpPr>
            <p:spPr bwMode="auto">
              <a:xfrm>
                <a:off x="4784" y="2925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44" name="Line 12"/>
              <p:cNvSpPr>
                <a:spLocks noChangeShapeType="1"/>
              </p:cNvSpPr>
              <p:nvPr/>
            </p:nvSpPr>
            <p:spPr bwMode="auto">
              <a:xfrm>
                <a:off x="5040" y="3149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45" name="Line 13"/>
              <p:cNvSpPr>
                <a:spLocks noChangeShapeType="1"/>
              </p:cNvSpPr>
              <p:nvPr/>
            </p:nvSpPr>
            <p:spPr bwMode="auto">
              <a:xfrm>
                <a:off x="3872" y="2429"/>
                <a:ext cx="0" cy="10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46" name="Oval 14"/>
              <p:cNvSpPr>
                <a:spLocks noChangeArrowheads="1"/>
              </p:cNvSpPr>
              <p:nvPr/>
            </p:nvSpPr>
            <p:spPr bwMode="auto">
              <a:xfrm>
                <a:off x="5024" y="3117"/>
                <a:ext cx="93" cy="93"/>
              </a:xfrm>
              <a:prstGeom prst="ellipse">
                <a:avLst/>
              </a:prstGeom>
              <a:solidFill>
                <a:srgbClr val="0000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47" name="Oval 15"/>
              <p:cNvSpPr>
                <a:spLocks noChangeArrowheads="1"/>
              </p:cNvSpPr>
              <p:nvPr/>
            </p:nvSpPr>
            <p:spPr bwMode="auto">
              <a:xfrm>
                <a:off x="4744" y="3021"/>
                <a:ext cx="70" cy="70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18448" name="Object 16"/>
              <p:cNvGraphicFramePr>
                <a:graphicFrameLocks noChangeAspect="1"/>
              </p:cNvGraphicFramePr>
              <p:nvPr/>
            </p:nvGraphicFramePr>
            <p:xfrm>
              <a:off x="4043" y="3078"/>
              <a:ext cx="208" cy="5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601" name="公式" r:id="rId4" imgW="114120" imgH="215640" progId="Equation.3">
                      <p:embed/>
                    </p:oleObj>
                  </mc:Choice>
                  <mc:Fallback>
                    <p:oleObj name="公式" r:id="rId4" imgW="114120" imgH="21564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43" y="3078"/>
                            <a:ext cx="208" cy="5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" name="Group 17"/>
              <p:cNvGrpSpPr>
                <a:grpSpLocks/>
              </p:cNvGrpSpPr>
              <p:nvPr/>
            </p:nvGrpSpPr>
            <p:grpSpPr bwMode="auto">
              <a:xfrm>
                <a:off x="4362" y="3253"/>
                <a:ext cx="96" cy="419"/>
                <a:chOff x="5136" y="1096"/>
                <a:chExt cx="96" cy="419"/>
              </a:xfrm>
            </p:grpSpPr>
            <p:sp>
              <p:nvSpPr>
                <p:cNvPr id="18450" name="Line 18"/>
                <p:cNvSpPr>
                  <a:spLocks noChangeShapeType="1"/>
                </p:cNvSpPr>
                <p:nvPr/>
              </p:nvSpPr>
              <p:spPr bwMode="auto">
                <a:xfrm>
                  <a:off x="5232" y="1165"/>
                  <a:ext cx="0" cy="28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kumimoji="1" lang="zh-CN" altLang="en-US" sz="210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8451" name="Line 19"/>
                <p:cNvSpPr>
                  <a:spLocks noChangeShapeType="1"/>
                </p:cNvSpPr>
                <p:nvPr/>
              </p:nvSpPr>
              <p:spPr bwMode="auto">
                <a:xfrm>
                  <a:off x="5136" y="1096"/>
                  <a:ext cx="0" cy="41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kumimoji="1" lang="zh-CN" altLang="en-US" sz="210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18452" name="Line 20"/>
              <p:cNvSpPr>
                <a:spLocks noChangeShapeType="1"/>
              </p:cNvSpPr>
              <p:nvPr/>
            </p:nvSpPr>
            <p:spPr bwMode="auto">
              <a:xfrm>
                <a:off x="3872" y="3453"/>
                <a:ext cx="4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53" name="Line 21"/>
              <p:cNvSpPr>
                <a:spLocks noChangeShapeType="1"/>
              </p:cNvSpPr>
              <p:nvPr/>
            </p:nvSpPr>
            <p:spPr bwMode="auto">
              <a:xfrm>
                <a:off x="4458" y="346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54" name="Line 22"/>
              <p:cNvSpPr>
                <a:spLocks noChangeShapeType="1"/>
              </p:cNvSpPr>
              <p:nvPr/>
            </p:nvSpPr>
            <p:spPr bwMode="auto">
              <a:xfrm>
                <a:off x="4794" y="330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55" name="Oval 23"/>
              <p:cNvSpPr>
                <a:spLocks noChangeArrowheads="1"/>
              </p:cNvSpPr>
              <p:nvPr/>
            </p:nvSpPr>
            <p:spPr bwMode="auto">
              <a:xfrm>
                <a:off x="4746" y="3261"/>
                <a:ext cx="70" cy="7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56" name="Line 24"/>
              <p:cNvSpPr>
                <a:spLocks noChangeShapeType="1"/>
              </p:cNvSpPr>
              <p:nvPr/>
            </p:nvSpPr>
            <p:spPr bwMode="auto">
              <a:xfrm>
                <a:off x="3872" y="2925"/>
                <a:ext cx="91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59" name="Rectangle 27"/>
              <p:cNvSpPr>
                <a:spLocks noChangeArrowheads="1"/>
              </p:cNvSpPr>
              <p:nvPr/>
            </p:nvSpPr>
            <p:spPr bwMode="auto">
              <a:xfrm>
                <a:off x="4608" y="2349"/>
                <a:ext cx="428" cy="139"/>
              </a:xfrm>
              <a:prstGeom prst="rect">
                <a:avLst/>
              </a:prstGeom>
              <a:solidFill>
                <a:srgbClr val="8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60" name="Line 28"/>
              <p:cNvSpPr>
                <a:spLocks noChangeShapeType="1"/>
              </p:cNvSpPr>
              <p:nvPr/>
            </p:nvSpPr>
            <p:spPr bwMode="auto">
              <a:xfrm>
                <a:off x="5040" y="2429"/>
                <a:ext cx="4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18461" name="Object 29"/>
              <p:cNvGraphicFramePr>
                <a:graphicFrameLocks noChangeAspect="1"/>
              </p:cNvGraphicFramePr>
              <p:nvPr/>
            </p:nvGraphicFramePr>
            <p:xfrm>
              <a:off x="4704" y="2071"/>
              <a:ext cx="336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602" name="公式" r:id="rId6" imgW="152280" imgH="164880" progId="Equation.3">
                      <p:embed/>
                    </p:oleObj>
                  </mc:Choice>
                  <mc:Fallback>
                    <p:oleObj name="公式" r:id="rId6" imgW="152280" imgH="16488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4" y="2071"/>
                            <a:ext cx="336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0" name="Group 32"/>
              <p:cNvGrpSpPr>
                <a:grpSpLocks/>
              </p:cNvGrpSpPr>
              <p:nvPr/>
            </p:nvGrpSpPr>
            <p:grpSpPr bwMode="auto">
              <a:xfrm>
                <a:off x="4226" y="2221"/>
                <a:ext cx="128" cy="419"/>
                <a:chOff x="2946" y="3024"/>
                <a:chExt cx="128" cy="419"/>
              </a:xfrm>
            </p:grpSpPr>
            <p:sp>
              <p:nvSpPr>
                <p:cNvPr id="18465" name="Line 33"/>
                <p:cNvSpPr>
                  <a:spLocks noChangeShapeType="1"/>
                </p:cNvSpPr>
                <p:nvPr/>
              </p:nvSpPr>
              <p:spPr bwMode="auto">
                <a:xfrm>
                  <a:off x="2946" y="3024"/>
                  <a:ext cx="0" cy="41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kumimoji="1" lang="zh-CN" altLang="en-US" sz="210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8466" name="Line 34"/>
                <p:cNvSpPr>
                  <a:spLocks noChangeShapeType="1"/>
                </p:cNvSpPr>
                <p:nvPr/>
              </p:nvSpPr>
              <p:spPr bwMode="auto">
                <a:xfrm>
                  <a:off x="3074" y="3024"/>
                  <a:ext cx="0" cy="41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kumimoji="1" lang="zh-CN" altLang="en-US" sz="210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18467" name="Line 35"/>
              <p:cNvSpPr>
                <a:spLocks noChangeShapeType="1"/>
              </p:cNvSpPr>
              <p:nvPr/>
            </p:nvSpPr>
            <p:spPr bwMode="auto">
              <a:xfrm>
                <a:off x="4362" y="2429"/>
                <a:ext cx="2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468" name="Line 36"/>
              <p:cNvSpPr>
                <a:spLocks noChangeShapeType="1"/>
              </p:cNvSpPr>
              <p:nvPr/>
            </p:nvSpPr>
            <p:spPr bwMode="auto">
              <a:xfrm>
                <a:off x="3872" y="2431"/>
                <a:ext cx="3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18469" name="Object 37"/>
              <p:cNvGraphicFramePr>
                <a:graphicFrameLocks noChangeAspect="1"/>
              </p:cNvGraphicFramePr>
              <p:nvPr/>
            </p:nvGraphicFramePr>
            <p:xfrm>
              <a:off x="3888" y="2113"/>
              <a:ext cx="384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603" name="公式" r:id="rId8" imgW="152280" imgH="177480" progId="Equation.3">
                      <p:embed/>
                    </p:oleObj>
                  </mc:Choice>
                  <mc:Fallback>
                    <p:oleObj name="公式" r:id="rId8" imgW="152280" imgH="17748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113"/>
                            <a:ext cx="384" cy="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" name="Group 38"/>
              <p:cNvGrpSpPr>
                <a:grpSpLocks/>
              </p:cNvGrpSpPr>
              <p:nvPr/>
            </p:nvGrpSpPr>
            <p:grpSpPr bwMode="auto">
              <a:xfrm>
                <a:off x="4208" y="2811"/>
                <a:ext cx="240" cy="240"/>
                <a:chOff x="1488" y="3408"/>
                <a:chExt cx="240" cy="240"/>
              </a:xfrm>
            </p:grpSpPr>
            <p:sp>
              <p:nvSpPr>
                <p:cNvPr id="18471" name="Oval 39"/>
                <p:cNvSpPr>
                  <a:spLocks noChangeArrowheads="1"/>
                </p:cNvSpPr>
                <p:nvPr/>
              </p:nvSpPr>
              <p:spPr bwMode="auto">
                <a:xfrm>
                  <a:off x="1488" y="3408"/>
                  <a:ext cx="240" cy="240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kumimoji="1" lang="zh-CN" altLang="en-US" sz="210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8472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1512" y="3456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kumimoji="1" lang="zh-CN" altLang="en-US" sz="210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8473" name="Line 41"/>
                <p:cNvSpPr>
                  <a:spLocks noChangeShapeType="1"/>
                </p:cNvSpPr>
                <p:nvPr/>
              </p:nvSpPr>
              <p:spPr bwMode="auto">
                <a:xfrm flipH="1" flipV="1">
                  <a:off x="1512" y="3456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kumimoji="1" lang="zh-CN" altLang="en-US" sz="210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18484" name="Line 52"/>
              <p:cNvSpPr>
                <a:spLocks noChangeShapeType="1"/>
              </p:cNvSpPr>
              <p:nvPr/>
            </p:nvSpPr>
            <p:spPr bwMode="auto">
              <a:xfrm>
                <a:off x="5470" y="2430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18523" name="Text Box 91"/>
            <p:cNvSpPr txBox="1">
              <a:spLocks noChangeArrowheads="1"/>
            </p:cNvSpPr>
            <p:nvPr/>
          </p:nvSpPr>
          <p:spPr bwMode="auto">
            <a:xfrm>
              <a:off x="4019" y="3519"/>
              <a:ext cx="427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en-US" altLang="zh-CN" sz="2100" b="1">
                  <a:solidFill>
                    <a:srgbClr val="000000"/>
                  </a:solidFill>
                  <a:latin typeface="CommercialScript BT" panose="03030803040807090C04" pitchFamily="66" charset="0"/>
                  <a:ea typeface="宋体-方正超大字符集" pitchFamily="65" charset="-122"/>
                </a:rPr>
                <a:t>E</a:t>
              </a:r>
            </a:p>
          </p:txBody>
        </p:sp>
      </p:grpSp>
      <p:grpSp>
        <p:nvGrpSpPr>
          <p:cNvPr id="12" name="Group 82"/>
          <p:cNvGrpSpPr>
            <a:grpSpLocks/>
          </p:cNvGrpSpPr>
          <p:nvPr/>
        </p:nvGrpSpPr>
        <p:grpSpPr bwMode="auto">
          <a:xfrm>
            <a:off x="6602254" y="3675935"/>
            <a:ext cx="285750" cy="285750"/>
            <a:chOff x="1488" y="3408"/>
            <a:chExt cx="240" cy="240"/>
          </a:xfrm>
        </p:grpSpPr>
        <p:sp>
          <p:nvSpPr>
            <p:cNvPr id="18515" name="Oval 83"/>
            <p:cNvSpPr>
              <a:spLocks noChangeArrowheads="1"/>
            </p:cNvSpPr>
            <p:nvPr/>
          </p:nvSpPr>
          <p:spPr bwMode="auto">
            <a:xfrm>
              <a:off x="1488" y="3408"/>
              <a:ext cx="240" cy="24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8516" name="Line 84"/>
            <p:cNvSpPr>
              <a:spLocks noChangeShapeType="1"/>
            </p:cNvSpPr>
            <p:nvPr/>
          </p:nvSpPr>
          <p:spPr bwMode="auto">
            <a:xfrm flipV="1">
              <a:off x="1512" y="3456"/>
              <a:ext cx="192" cy="1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8517" name="Line 85"/>
            <p:cNvSpPr>
              <a:spLocks noChangeShapeType="1"/>
            </p:cNvSpPr>
            <p:nvPr/>
          </p:nvSpPr>
          <p:spPr bwMode="auto">
            <a:xfrm flipH="1" flipV="1">
              <a:off x="1512" y="3456"/>
              <a:ext cx="192" cy="1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5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774782" y="4936332"/>
            <a:ext cx="1428750" cy="342900"/>
          </a:xfrm>
        </p:spPr>
        <p:txBody>
          <a:bodyPr/>
          <a:lstStyle/>
          <a:p>
            <a:fld id="{EF1A0FB8-523D-434E-9D2E-DC14B290485C}" type="slidenum">
              <a:rPr lang="en-US" altLang="zh-CN">
                <a:solidFill>
                  <a:srgbClr val="000000"/>
                </a:solidFill>
              </a:rPr>
              <a:pPr/>
              <a:t>2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1" grpId="0" autoUpdateAnimBg="0"/>
      <p:bldP spid="1847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15077"/>
              </p:ext>
            </p:extLst>
          </p:nvPr>
        </p:nvGraphicFramePr>
        <p:xfrm>
          <a:off x="3585373" y="2705100"/>
          <a:ext cx="72747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62" name="Equation" r:id="rId3" imgW="380880" imgH="419040" progId="Equation.DSMT4">
                  <p:embed/>
                </p:oleObj>
              </mc:Choice>
              <mc:Fallback>
                <p:oleObj name="Equation" r:id="rId3" imgW="380880" imgH="419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5373" y="2705100"/>
                        <a:ext cx="727472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623650" y="298466"/>
            <a:ext cx="30861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0000FF"/>
                </a:solidFill>
                <a:latin typeface="Times New Roman" pitchFamily="18" charset="0"/>
              </a:rPr>
              <a:t>一、电容器的电能</a:t>
            </a:r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557954"/>
              </p:ext>
            </p:extLst>
          </p:nvPr>
        </p:nvGraphicFramePr>
        <p:xfrm>
          <a:off x="1878013" y="2013903"/>
          <a:ext cx="19240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63" name="Equation" r:id="rId5" imgW="1130040" imgH="393480" progId="Equation.DSMT4">
                  <p:embed/>
                </p:oleObj>
              </mc:Choice>
              <mc:Fallback>
                <p:oleObj name="Equation" r:id="rId5" imgW="113004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013" y="2013903"/>
                        <a:ext cx="1924050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750767"/>
              </p:ext>
            </p:extLst>
          </p:nvPr>
        </p:nvGraphicFramePr>
        <p:xfrm>
          <a:off x="1844675" y="3746500"/>
          <a:ext cx="30194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64" name="Equation" r:id="rId7" imgW="1625400" imgH="419040" progId="Equation.DSMT4">
                  <p:embed/>
                </p:oleObj>
              </mc:Choice>
              <mc:Fallback>
                <p:oleObj name="Equation" r:id="rId7" imgW="1625400" imgH="419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3746500"/>
                        <a:ext cx="301942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928287"/>
              </p:ext>
            </p:extLst>
          </p:nvPr>
        </p:nvGraphicFramePr>
        <p:xfrm>
          <a:off x="1831975" y="2742565"/>
          <a:ext cx="1747838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65" name="Equation" r:id="rId9" imgW="888840" imgH="393480" progId="Equation.DSMT4">
                  <p:embed/>
                </p:oleObj>
              </mc:Choice>
              <mc:Fallback>
                <p:oleObj name="Equation" r:id="rId9" imgW="88884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5" y="2742565"/>
                        <a:ext cx="1747838" cy="725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184596" y="1772603"/>
            <a:ext cx="914400" cy="638175"/>
            <a:chOff x="4176" y="1192"/>
            <a:chExt cx="768" cy="536"/>
          </a:xfrm>
        </p:grpSpPr>
        <p:graphicFrame>
          <p:nvGraphicFramePr>
            <p:cNvPr id="39962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6566553"/>
                </p:ext>
              </p:extLst>
            </p:nvPr>
          </p:nvGraphicFramePr>
          <p:xfrm>
            <a:off x="4656" y="1192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966" name="Equation" r:id="rId11" imgW="203040" imgH="203040" progId="Equation.3">
                    <p:embed/>
                  </p:oleObj>
                </mc:Choice>
                <mc:Fallback>
                  <p:oleObj name="Equation" r:id="rId11" imgW="203040" imgH="203040" progId="Equation.3">
                    <p:embed/>
                    <p:pic>
                      <p:nvPicPr>
                        <p:cNvPr id="0" name="Picture 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192"/>
                          <a:ext cx="28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3" name="Freeform 27"/>
            <p:cNvSpPr>
              <a:spLocks/>
            </p:cNvSpPr>
            <p:nvPr/>
          </p:nvSpPr>
          <p:spPr bwMode="auto">
            <a:xfrm>
              <a:off x="4176" y="1488"/>
              <a:ext cx="720" cy="240"/>
            </a:xfrm>
            <a:custGeom>
              <a:avLst/>
              <a:gdLst/>
              <a:ahLst/>
              <a:cxnLst>
                <a:cxn ang="0">
                  <a:pos x="720" y="336"/>
                </a:cxn>
                <a:cxn ang="0">
                  <a:pos x="384" y="0"/>
                </a:cxn>
                <a:cxn ang="0">
                  <a:pos x="0" y="336"/>
                </a:cxn>
              </a:cxnLst>
              <a:rect l="0" t="0" r="r" b="b"/>
              <a:pathLst>
                <a:path w="720" h="336">
                  <a:moveTo>
                    <a:pt x="720" y="336"/>
                  </a:moveTo>
                  <a:cubicBezTo>
                    <a:pt x="612" y="168"/>
                    <a:pt x="504" y="0"/>
                    <a:pt x="384" y="0"/>
                  </a:cubicBezTo>
                  <a:cubicBezTo>
                    <a:pt x="264" y="0"/>
                    <a:pt x="132" y="168"/>
                    <a:pt x="0" y="336"/>
                  </a:cubicBez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sm" len="lg"/>
            </a:ln>
            <a:effectLst/>
          </p:spPr>
          <p:txBody>
            <a:bodyPr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39965" name="Text Box 29"/>
          <p:cNvSpPr txBox="1">
            <a:spLocks noChangeArrowheads="1"/>
          </p:cNvSpPr>
          <p:nvPr/>
        </p:nvSpPr>
        <p:spPr bwMode="auto">
          <a:xfrm>
            <a:off x="1280160" y="690563"/>
            <a:ext cx="7383780" cy="1255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电容器充电过程中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设某时刻两极板间的电压为</a:t>
            </a:r>
            <a:r>
              <a:rPr lang="en-US" altLang="zh-CN" sz="2100" b="1" i="1">
                <a:solidFill>
                  <a:srgbClr val="000000"/>
                </a:solidFill>
                <a:latin typeface="Times New Roman" pitchFamily="18" charset="0"/>
              </a:rPr>
              <a:t>U 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在外力作用下持续地将 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</a:rPr>
              <a:t>+ d</a:t>
            </a:r>
            <a:r>
              <a:rPr lang="en-US" altLang="zh-CN" sz="2100" b="1" i="1">
                <a:solidFill>
                  <a:srgbClr val="000000"/>
                </a:solidFill>
                <a:latin typeface="Times New Roman" pitchFamily="18" charset="0"/>
              </a:rPr>
              <a:t>q 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的电量从负极板移到正极板时，外力因克服静电场力作的功为：</a:t>
            </a:r>
          </a:p>
        </p:txBody>
      </p: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5757161" y="2410777"/>
            <a:ext cx="1398985" cy="1828800"/>
            <a:chOff x="3742" y="2196"/>
            <a:chExt cx="1175" cy="1536"/>
          </a:xfrm>
        </p:grpSpPr>
        <p:grpSp>
          <p:nvGrpSpPr>
            <p:cNvPr id="4" name="Group 30"/>
            <p:cNvGrpSpPr>
              <a:grpSpLocks/>
            </p:cNvGrpSpPr>
            <p:nvPr/>
          </p:nvGrpSpPr>
          <p:grpSpPr bwMode="auto">
            <a:xfrm>
              <a:off x="4005" y="2196"/>
              <a:ext cx="912" cy="1536"/>
              <a:chOff x="4005" y="2196"/>
              <a:chExt cx="912" cy="1536"/>
            </a:xfrm>
          </p:grpSpPr>
          <p:sp>
            <p:nvSpPr>
              <p:cNvPr id="39946" name="Rectangle 10"/>
              <p:cNvSpPr>
                <a:spLocks noChangeArrowheads="1"/>
              </p:cNvSpPr>
              <p:nvPr/>
            </p:nvSpPr>
            <p:spPr bwMode="auto">
              <a:xfrm>
                <a:off x="4005" y="2196"/>
                <a:ext cx="192" cy="1536"/>
              </a:xfrm>
              <a:prstGeom prst="rect">
                <a:avLst/>
              </a:prstGeom>
              <a:gradFill rotWithShape="0">
                <a:gsLst>
                  <a:gs pos="0">
                    <a:srgbClr val="EAEAEA">
                      <a:gamma/>
                      <a:shade val="46275"/>
                      <a:invGamma/>
                    </a:srgbClr>
                  </a:gs>
                  <a:gs pos="50000">
                    <a:srgbClr val="EAEAEA"/>
                  </a:gs>
                  <a:gs pos="100000">
                    <a:srgbClr val="EAEAEA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9947" name="Rectangle 11"/>
              <p:cNvSpPr>
                <a:spLocks noChangeArrowheads="1"/>
              </p:cNvSpPr>
              <p:nvPr/>
            </p:nvSpPr>
            <p:spPr bwMode="auto">
              <a:xfrm>
                <a:off x="4725" y="2196"/>
                <a:ext cx="192" cy="1536"/>
              </a:xfrm>
              <a:prstGeom prst="rect">
                <a:avLst/>
              </a:prstGeom>
              <a:gradFill rotWithShape="0">
                <a:gsLst>
                  <a:gs pos="0">
                    <a:srgbClr val="EAEAEA">
                      <a:gamma/>
                      <a:shade val="46275"/>
                      <a:invGamma/>
                    </a:srgbClr>
                  </a:gs>
                  <a:gs pos="50000">
                    <a:srgbClr val="EAEAEA"/>
                  </a:gs>
                  <a:gs pos="100000">
                    <a:srgbClr val="EAEAEA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kumimoji="1" lang="zh-CN" altLang="en-US" sz="21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  <p:graphicFrame>
          <p:nvGraphicFramePr>
            <p:cNvPr id="39967" name="Object 31"/>
            <p:cNvGraphicFramePr>
              <a:graphicFrameLocks noChangeAspect="1"/>
            </p:cNvGraphicFramePr>
            <p:nvPr/>
          </p:nvGraphicFramePr>
          <p:xfrm>
            <a:off x="3742" y="2786"/>
            <a:ext cx="175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967" name="公式" r:id="rId13" imgW="114120" imgH="215640" progId="Equation.3">
                    <p:embed/>
                  </p:oleObj>
                </mc:Choice>
                <mc:Fallback>
                  <p:oleObj name="公式" r:id="rId13" imgW="11412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2786"/>
                          <a:ext cx="175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715250" y="4951810"/>
            <a:ext cx="1428750" cy="342900"/>
          </a:xfrm>
        </p:spPr>
        <p:txBody>
          <a:bodyPr/>
          <a:lstStyle/>
          <a:p>
            <a:fld id="{EF1A0FB8-523D-434E-9D2E-DC14B290485C}" type="slidenum">
              <a:rPr lang="en-US" altLang="zh-CN">
                <a:solidFill>
                  <a:srgbClr val="000000"/>
                </a:solidFill>
              </a:rPr>
              <a:pPr/>
              <a:t>3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34" name="Oval 28"/>
          <p:cNvSpPr>
            <a:spLocks noChangeArrowheads="1"/>
          </p:cNvSpPr>
          <p:nvPr/>
        </p:nvSpPr>
        <p:spPr bwMode="auto">
          <a:xfrm>
            <a:off x="6956121" y="2325053"/>
            <a:ext cx="171450" cy="171450"/>
          </a:xfrm>
          <a:prstGeom prst="ellipse">
            <a:avLst/>
          </a:prstGeom>
          <a:gradFill rotWithShape="0">
            <a:gsLst>
              <a:gs pos="0">
                <a:srgbClr val="FFCCCC">
                  <a:gamma/>
                  <a:tint val="0"/>
                  <a:invGamma/>
                </a:srgbClr>
              </a:gs>
              <a:gs pos="100000">
                <a:srgbClr val="FFCCCC"/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 smtClean="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993194" y="2291713"/>
            <a:ext cx="1366671" cy="2046685"/>
            <a:chOff x="6245863" y="3344861"/>
            <a:chExt cx="1822228" cy="2728914"/>
          </a:xfrm>
        </p:grpSpPr>
        <p:sp>
          <p:nvSpPr>
            <p:cNvPr id="35" name="Rectangle 12"/>
            <p:cNvSpPr>
              <a:spLocks noChangeArrowheads="1"/>
            </p:cNvSpPr>
            <p:nvPr/>
          </p:nvSpPr>
          <p:spPr bwMode="auto">
            <a:xfrm rot="16200000">
              <a:off x="5227640" y="4363084"/>
              <a:ext cx="2528888" cy="492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0000"/>
                  </a:solidFill>
                  <a:latin typeface="Times New Roman" pitchFamily="18" charset="0"/>
                </a:rPr>
                <a:t>+          +           +</a:t>
              </a:r>
            </a:p>
          </p:txBody>
        </p:sp>
        <p:sp>
          <p:nvSpPr>
            <p:cNvPr id="37" name="Rectangle 13"/>
            <p:cNvSpPr>
              <a:spLocks noChangeArrowheads="1"/>
            </p:cNvSpPr>
            <p:nvPr/>
          </p:nvSpPr>
          <p:spPr bwMode="auto">
            <a:xfrm rot="5400000">
              <a:off x="6515892" y="4521576"/>
              <a:ext cx="2427290" cy="677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00" b="1" dirty="0">
                  <a:solidFill>
                    <a:srgbClr val="0000FF"/>
                  </a:solidFill>
                  <a:latin typeface="Times New Roman" pitchFamily="18" charset="0"/>
                </a:rPr>
                <a:t>-       -       -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994797" y="2398872"/>
            <a:ext cx="1367640" cy="1896666"/>
            <a:chOff x="6257272" y="3482975"/>
            <a:chExt cx="1823520" cy="2528888"/>
          </a:xfrm>
        </p:grpSpPr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 rot="16200000">
              <a:off x="5239050" y="4501197"/>
              <a:ext cx="2528888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CC0000"/>
                  </a:solidFill>
                  <a:latin typeface="Times New Roman" pitchFamily="18" charset="0"/>
                </a:rPr>
                <a:t>+           +   </a:t>
              </a:r>
            </a:p>
          </p:txBody>
        </p:sp>
        <p:sp>
          <p:nvSpPr>
            <p:cNvPr id="38" name="Rectangle 13"/>
            <p:cNvSpPr>
              <a:spLocks noChangeArrowheads="1"/>
            </p:cNvSpPr>
            <p:nvPr/>
          </p:nvSpPr>
          <p:spPr bwMode="auto">
            <a:xfrm rot="5400000">
              <a:off x="6528592" y="4399339"/>
              <a:ext cx="2427291" cy="677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700" b="1" dirty="0">
                  <a:solidFill>
                    <a:srgbClr val="0000FF"/>
                  </a:solidFill>
                  <a:latin typeface="Times New Roman" pitchFamily="18" charset="0"/>
                </a:rPr>
                <a:t>-       -</a:t>
              </a:r>
            </a:p>
          </p:txBody>
        </p:sp>
      </p:grpSp>
      <p:sp>
        <p:nvSpPr>
          <p:cNvPr id="40" name="Oval 28"/>
          <p:cNvSpPr>
            <a:spLocks noChangeArrowheads="1"/>
          </p:cNvSpPr>
          <p:nvPr/>
        </p:nvSpPr>
        <p:spPr bwMode="auto">
          <a:xfrm>
            <a:off x="6956121" y="2315528"/>
            <a:ext cx="171450" cy="171450"/>
          </a:xfrm>
          <a:prstGeom prst="ellipse">
            <a:avLst/>
          </a:prstGeom>
          <a:gradFill rotWithShape="0">
            <a:gsLst>
              <a:gs pos="0">
                <a:srgbClr val="FFCCCC">
                  <a:gamma/>
                  <a:tint val="0"/>
                  <a:invGamma/>
                </a:srgbClr>
              </a:gs>
              <a:gs pos="100000">
                <a:srgbClr val="FFCCCC"/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 smtClean="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6402218" y="2616158"/>
            <a:ext cx="514187" cy="1485900"/>
            <a:chOff x="11335544" y="4491037"/>
            <a:chExt cx="685582" cy="1981200"/>
          </a:xfrm>
        </p:grpSpPr>
        <p:sp>
          <p:nvSpPr>
            <p:cNvPr id="42" name="Line 15"/>
            <p:cNvSpPr>
              <a:spLocks noChangeShapeType="1"/>
            </p:cNvSpPr>
            <p:nvPr/>
          </p:nvSpPr>
          <p:spPr bwMode="auto">
            <a:xfrm rot="16200000">
              <a:off x="11678335" y="6129446"/>
              <a:ext cx="0" cy="6855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3" name="Line 16"/>
            <p:cNvSpPr>
              <a:spLocks noChangeShapeType="1"/>
            </p:cNvSpPr>
            <p:nvPr/>
          </p:nvSpPr>
          <p:spPr bwMode="auto">
            <a:xfrm rot="16200000">
              <a:off x="11678335" y="5138846"/>
              <a:ext cx="0" cy="6855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5" name="Line 18"/>
            <p:cNvSpPr>
              <a:spLocks noChangeShapeType="1"/>
            </p:cNvSpPr>
            <p:nvPr/>
          </p:nvSpPr>
          <p:spPr bwMode="auto">
            <a:xfrm rot="16200000">
              <a:off x="11678335" y="4148246"/>
              <a:ext cx="0" cy="6855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384784" y="2977826"/>
            <a:ext cx="514187" cy="762567"/>
            <a:chOff x="9887744" y="5023681"/>
            <a:chExt cx="685582" cy="1016756"/>
          </a:xfrm>
        </p:grpSpPr>
        <p:sp>
          <p:nvSpPr>
            <p:cNvPr id="41" name="Line 15"/>
            <p:cNvSpPr>
              <a:spLocks noChangeShapeType="1"/>
            </p:cNvSpPr>
            <p:nvPr/>
          </p:nvSpPr>
          <p:spPr bwMode="auto">
            <a:xfrm rot="16200000">
              <a:off x="10230535" y="5697646"/>
              <a:ext cx="0" cy="6855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4" name="Line 17"/>
            <p:cNvSpPr>
              <a:spLocks noChangeShapeType="1"/>
            </p:cNvSpPr>
            <p:nvPr/>
          </p:nvSpPr>
          <p:spPr bwMode="auto">
            <a:xfrm rot="16200000">
              <a:off x="10230535" y="4680890"/>
              <a:ext cx="0" cy="6855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46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9188741"/>
                </p:ext>
              </p:extLst>
            </p:nvPr>
          </p:nvGraphicFramePr>
          <p:xfrm>
            <a:off x="10047178" y="5085592"/>
            <a:ext cx="36671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968" name="Equation" r:id="rId15" imgW="152280" imgH="190440" progId="Equation.DSMT4">
                    <p:embed/>
                  </p:oleObj>
                </mc:Choice>
                <mc:Fallback>
                  <p:oleObj name="Equation" r:id="rId15" imgW="152280" imgH="19044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7178" y="5085592"/>
                          <a:ext cx="366713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6309611" y="4263390"/>
            <a:ext cx="635378" cy="475060"/>
            <a:chOff x="6664325" y="5969000"/>
            <a:chExt cx="847171" cy="633413"/>
          </a:xfrm>
        </p:grpSpPr>
        <p:graphicFrame>
          <p:nvGraphicFramePr>
            <p:cNvPr id="49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3507508"/>
                </p:ext>
              </p:extLst>
            </p:nvPr>
          </p:nvGraphicFramePr>
          <p:xfrm>
            <a:off x="6891338" y="6169025"/>
            <a:ext cx="403225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969" name="公式" r:id="rId17" imgW="164880" imgH="177480" progId="Equation.3">
                    <p:embed/>
                  </p:oleObj>
                </mc:Choice>
                <mc:Fallback>
                  <p:oleObj name="公式" r:id="rId17" imgW="164880" imgH="17748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1338" y="6169025"/>
                          <a:ext cx="403225" cy="433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Line 21"/>
            <p:cNvSpPr>
              <a:spLocks noChangeShapeType="1"/>
            </p:cNvSpPr>
            <p:nvPr/>
          </p:nvSpPr>
          <p:spPr bwMode="auto">
            <a:xfrm flipV="1">
              <a:off x="6664325" y="5969000"/>
              <a:ext cx="0" cy="38100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>
              <a:off x="6691867" y="6143625"/>
              <a:ext cx="783671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stealth" w="lg" len="lg"/>
              <a:tailEnd type="stealth" w="lg" len="lg"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2" name="Line 24"/>
            <p:cNvSpPr>
              <a:spLocks noChangeShapeType="1"/>
            </p:cNvSpPr>
            <p:nvPr/>
          </p:nvSpPr>
          <p:spPr bwMode="auto">
            <a:xfrm flipV="1">
              <a:off x="7511496" y="5969000"/>
              <a:ext cx="0" cy="38100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7.40741E-7 L -0.02466 -0.03765 C -0.02969 -0.04599 -0.0375 -0.05093 -0.04549 -0.05093 C -0.05469 -0.05093 -0.06198 -0.04599 -0.06736 -0.03765 L -0.09236 -7.40741E-7 " pathEditMode="relative" rAng="10800000" ptsTypes="AAAAA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18" y="-25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7.40741E-7 L -0.02431 -0.0392 C -0.02934 -0.04784 -0.03716 -0.05278 -0.04497 -0.05278 C -0.054 -0.05278 -0.06129 -0.04784 -0.06667 -0.0392 L -0.09132 -7.40741E-7 " pathEditMode="relative" rAng="10800000" ptsTypes="AAAAA">
                                      <p:cBhvr>
                                        <p:cTn id="3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66" y="-26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5" grpId="0" autoUpdateAnimBg="0"/>
      <p:bldP spid="34" grpId="0" animBg="1"/>
      <p:bldP spid="34" grpId="1" animBg="1"/>
      <p:bldP spid="34" grpId="2" animBg="1"/>
      <p:bldP spid="40" grpId="0" animBg="1"/>
      <p:bldP spid="40" grpId="1" animBg="1"/>
      <p:bldP spid="40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776210" y="4914900"/>
            <a:ext cx="1428750" cy="342900"/>
          </a:xfrm>
        </p:spPr>
        <p:txBody>
          <a:bodyPr/>
          <a:lstStyle/>
          <a:p>
            <a:fld id="{EF1A0FB8-523D-434E-9D2E-DC14B290485C}" type="slidenum">
              <a:rPr lang="en-US" altLang="zh-CN">
                <a:solidFill>
                  <a:srgbClr val="000000"/>
                </a:solidFill>
              </a:rPr>
              <a:pPr/>
              <a:t>4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1372791" y="244078"/>
            <a:ext cx="52578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0000FF"/>
                </a:solidFill>
                <a:latin typeface="Times New Roman" pitchFamily="18" charset="0"/>
              </a:rPr>
              <a:t>二、静电场的能量 　能量密度</a:t>
            </a:r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362323"/>
              </p:ext>
            </p:extLst>
          </p:nvPr>
        </p:nvGraphicFramePr>
        <p:xfrm>
          <a:off x="1927225" y="774700"/>
          <a:ext cx="141446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30" name="Equation" r:id="rId3" imgW="761760" imgH="393480" progId="Equation.DSMT4">
                  <p:embed/>
                </p:oleObj>
              </mc:Choice>
              <mc:Fallback>
                <p:oleObj name="Equation" r:id="rId3" imgW="761760" imgH="393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225" y="774700"/>
                        <a:ext cx="1414463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792605" y="4125992"/>
            <a:ext cx="371475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电场存储的能量</a:t>
            </a:r>
            <a:r>
              <a:rPr lang="en-US" altLang="zh-CN" sz="2100" b="1" dirty="0">
                <a:solidFill>
                  <a:srgbClr val="0000FF"/>
                </a:solidFill>
                <a:latin typeface="Times New Roman" pitchFamily="18" charset="0"/>
              </a:rPr>
              <a:t>: </a:t>
            </a:r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172944"/>
              </p:ext>
            </p:extLst>
          </p:nvPr>
        </p:nvGraphicFramePr>
        <p:xfrm>
          <a:off x="4002088" y="4084638"/>
          <a:ext cx="18034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31" name="Equation" r:id="rId5" imgW="838080" imgH="291960" progId="Equation.DSMT4">
                  <p:embed/>
                </p:oleObj>
              </mc:Choice>
              <mc:Fallback>
                <p:oleObj name="Equation" r:id="rId5" imgW="838080" imgH="2919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088" y="4084638"/>
                        <a:ext cx="1803400" cy="5683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1681996" y="2406253"/>
            <a:ext cx="20574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电场能量密度：</a:t>
            </a:r>
          </a:p>
        </p:txBody>
      </p:sp>
      <p:graphicFrame>
        <p:nvGraphicFramePr>
          <p:cNvPr id="409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255898"/>
              </p:ext>
            </p:extLst>
          </p:nvPr>
        </p:nvGraphicFramePr>
        <p:xfrm>
          <a:off x="3635693" y="2262188"/>
          <a:ext cx="381793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32" name="Equation" r:id="rId7" imgW="1866600" imgH="393480" progId="Equation.DSMT4">
                  <p:embed/>
                </p:oleObj>
              </mc:Choice>
              <mc:Fallback>
                <p:oleObj name="Equation" r:id="rId7" imgW="186660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693" y="2262188"/>
                        <a:ext cx="381793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275007"/>
              </p:ext>
            </p:extLst>
          </p:nvPr>
        </p:nvGraphicFramePr>
        <p:xfrm>
          <a:off x="3340735" y="768350"/>
          <a:ext cx="15573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33" name="Equation" r:id="rId9" imgW="825480" imgH="393480" progId="Equation.DSMT4">
                  <p:embed/>
                </p:oleObj>
              </mc:Choice>
              <mc:Fallback>
                <p:oleObj name="Equation" r:id="rId9" imgW="82548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735" y="768350"/>
                        <a:ext cx="1557338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813428"/>
              </p:ext>
            </p:extLst>
          </p:nvPr>
        </p:nvGraphicFramePr>
        <p:xfrm>
          <a:off x="4868545" y="766763"/>
          <a:ext cx="1293813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34" name="Equation" r:id="rId11" imgW="672840" imgH="393480" progId="Equation.DSMT4">
                  <p:embed/>
                </p:oleObj>
              </mc:Choice>
              <mc:Fallback>
                <p:oleObj name="Equation" r:id="rId11" imgW="672840" imgH="393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545" y="766763"/>
                        <a:ext cx="1293813" cy="681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1997993" y="1618060"/>
          <a:ext cx="973065" cy="625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35" name="公式" r:id="rId13" imgW="482400" imgH="393480" progId="Equation.DSMT4">
                  <p:embed/>
                </p:oleObj>
              </mc:Choice>
              <mc:Fallback>
                <p:oleObj name="公式" r:id="rId13" imgW="482400" imgH="3934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993" y="1618060"/>
                        <a:ext cx="973065" cy="62507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1840706" y="3072289"/>
            <a:ext cx="5620941" cy="830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        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它虽然是从电容器极板间有均匀电场推导而来，但有其普遍性。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utoUpdateAnimBg="0"/>
      <p:bldP spid="40966" grpId="0" autoUpdateAnimBg="0"/>
      <p:bldP spid="4097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975360" y="557487"/>
            <a:ext cx="7719060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CC0000"/>
                </a:solidFill>
                <a:latin typeface="宋体" pitchFamily="2" charset="-122"/>
              </a:rPr>
              <a:t>例</a:t>
            </a: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1C1C1C"/>
                </a:solidFill>
                <a:latin typeface="宋体" pitchFamily="2" charset="-122"/>
              </a:rPr>
              <a:t>  </a:t>
            </a:r>
            <a:r>
              <a:rPr lang="zh-CN" altLang="en-US" sz="2400" b="1">
                <a:solidFill>
                  <a:srgbClr val="1C1C1C"/>
                </a:solidFill>
                <a:latin typeface="宋体" pitchFamily="2" charset="-122"/>
              </a:rPr>
              <a:t>如图所示</a:t>
            </a:r>
            <a:r>
              <a:rPr lang="en-US" altLang="zh-CN" sz="2400" b="1">
                <a:solidFill>
                  <a:srgbClr val="1C1C1C"/>
                </a:solidFill>
                <a:latin typeface="宋体" pitchFamily="2" charset="-122"/>
              </a:rPr>
              <a:t>,</a:t>
            </a:r>
            <a:r>
              <a:rPr lang="zh-CN" altLang="en-US" sz="2400" b="1">
                <a:solidFill>
                  <a:srgbClr val="1C1C1C"/>
                </a:solidFill>
                <a:latin typeface="宋体" pitchFamily="2" charset="-122"/>
              </a:rPr>
              <a:t>球形电容器的内、外半径分别为</a:t>
            </a:r>
            <a:r>
              <a:rPr lang="en-US" altLang="zh-CN" sz="2400" b="1" i="1">
                <a:solidFill>
                  <a:srgbClr val="1C1C1C"/>
                </a:solidFill>
                <a:latin typeface="Times New Roman" pitchFamily="18" charset="0"/>
              </a:rPr>
              <a:t>R</a:t>
            </a:r>
            <a:r>
              <a:rPr lang="en-US" altLang="zh-CN" sz="2400" b="1" baseline="-25000">
                <a:solidFill>
                  <a:srgbClr val="1C1C1C"/>
                </a:solidFill>
                <a:latin typeface="Times New Roman" pitchFamily="18" charset="0"/>
              </a:rPr>
              <a:t>1</a:t>
            </a:r>
            <a:r>
              <a:rPr lang="zh-CN" altLang="en-US" sz="2400" b="1">
                <a:solidFill>
                  <a:srgbClr val="1C1C1C"/>
                </a:solidFill>
                <a:latin typeface="宋体" pitchFamily="2" charset="-122"/>
              </a:rPr>
              <a:t>和</a:t>
            </a:r>
            <a:r>
              <a:rPr lang="en-US" altLang="zh-CN" sz="2400" b="1" i="1">
                <a:solidFill>
                  <a:srgbClr val="1C1C1C"/>
                </a:solidFill>
                <a:latin typeface="Times New Roman" pitchFamily="18" charset="0"/>
              </a:rPr>
              <a:t>R</a:t>
            </a:r>
            <a:r>
              <a:rPr lang="en-US" altLang="zh-CN" sz="2400" b="1" baseline="-25000">
                <a:solidFill>
                  <a:srgbClr val="1C1C1C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rgbClr val="1C1C1C"/>
                </a:solidFill>
                <a:latin typeface="Times New Roman" pitchFamily="18" charset="0"/>
              </a:rPr>
              <a:t> </a:t>
            </a:r>
            <a:r>
              <a:rPr lang="zh-CN" altLang="en-US" sz="2400" b="1">
                <a:solidFill>
                  <a:srgbClr val="1C1C1C"/>
                </a:solidFill>
                <a:latin typeface="宋体" pitchFamily="2" charset="-122"/>
              </a:rPr>
              <a:t>，所带电荷为</a:t>
            </a:r>
            <a:r>
              <a:rPr lang="zh-CN" altLang="en-US" sz="2400" b="1">
                <a:solidFill>
                  <a:srgbClr val="1C1C1C"/>
                </a:solidFill>
                <a:latin typeface="宋体" pitchFamily="2" charset="-122"/>
                <a:sym typeface="Symbol" pitchFamily="18" charset="2"/>
              </a:rPr>
              <a:t></a:t>
            </a:r>
            <a:r>
              <a:rPr lang="en-US" altLang="zh-CN" sz="2400" b="1" i="1">
                <a:solidFill>
                  <a:srgbClr val="1C1C1C"/>
                </a:solidFill>
                <a:latin typeface="Times New Roman" pitchFamily="18" charset="0"/>
                <a:sym typeface="Symbol" pitchFamily="18" charset="2"/>
              </a:rPr>
              <a:t>Q</a:t>
            </a:r>
            <a:r>
              <a:rPr lang="zh-CN" altLang="en-US" sz="2400" b="1">
                <a:solidFill>
                  <a:srgbClr val="1C1C1C"/>
                </a:solidFill>
                <a:latin typeface="宋体" pitchFamily="2" charset="-122"/>
              </a:rPr>
              <a:t>．若在两球壳间充以电容率为</a:t>
            </a:r>
            <a:r>
              <a:rPr lang="zh-CN" altLang="en-US" sz="2400" b="1" i="1">
                <a:solidFill>
                  <a:srgbClr val="1C1C1C"/>
                </a:solidFill>
                <a:latin typeface="Times New Roman" pitchFamily="18" charset="0"/>
                <a:sym typeface="Symbol" pitchFamily="18" charset="2"/>
              </a:rPr>
              <a:t> </a:t>
            </a:r>
            <a:r>
              <a:rPr lang="zh-CN" altLang="en-US" sz="2400" b="1">
                <a:solidFill>
                  <a:srgbClr val="1C1C1C"/>
                </a:solidFill>
                <a:latin typeface="宋体" pitchFamily="2" charset="-122"/>
              </a:rPr>
              <a:t>的电介质，</a:t>
            </a:r>
            <a:r>
              <a:rPr lang="zh-CN" altLang="en-US" sz="2400" b="1">
                <a:solidFill>
                  <a:srgbClr val="990000"/>
                </a:solidFill>
                <a:latin typeface="宋体" pitchFamily="2" charset="-122"/>
              </a:rPr>
              <a:t>问</a:t>
            </a:r>
            <a:r>
              <a:rPr lang="zh-CN" altLang="en-US" sz="2400" b="1">
                <a:solidFill>
                  <a:srgbClr val="1C1C1C"/>
                </a:solidFill>
                <a:latin typeface="宋体" pitchFamily="2" charset="-122"/>
              </a:rPr>
              <a:t>此电容器贮存的电场能量为多少？　　</a:t>
            </a:r>
          </a:p>
        </p:txBody>
      </p:sp>
      <p:sp>
        <p:nvSpPr>
          <p:cNvPr id="12" name="灯片编号占位符 1"/>
          <p:cNvSpPr txBox="1">
            <a:spLocks/>
          </p:cNvSpPr>
          <p:nvPr/>
        </p:nvSpPr>
        <p:spPr>
          <a:xfrm>
            <a:off x="7572375" y="4895850"/>
            <a:ext cx="1600200" cy="357188"/>
          </a:xfrm>
          <a:prstGeom prst="rect">
            <a:avLst/>
          </a:prstGeom>
        </p:spPr>
        <p:txBody>
          <a:bodyPr/>
          <a:lstStyle/>
          <a:p>
            <a:pPr algn="r" defTabSz="685800">
              <a:defRPr/>
            </a:pPr>
            <a:fld id="{E15877ED-4F25-4708-8F48-BEB3F23BCEA9}" type="slidenum">
              <a:rPr lang="en-US" altLang="zh-CN" sz="1050">
                <a:solidFill>
                  <a:srgbClr val="000000"/>
                </a:solidFill>
              </a:rPr>
              <a:pPr algn="r" defTabSz="685800">
                <a:defRPr/>
              </a:pPr>
              <a:t>5</a:t>
            </a:fld>
            <a:endParaRPr lang="en-US" altLang="zh-CN" sz="1050" dirty="0">
              <a:solidFill>
                <a:srgbClr val="00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57799" y="2286000"/>
            <a:ext cx="2187476" cy="2114550"/>
            <a:chOff x="5486400" y="3048000"/>
            <a:chExt cx="2916635" cy="2819400"/>
          </a:xfrm>
        </p:grpSpPr>
        <p:sp>
          <p:nvSpPr>
            <p:cNvPr id="2" name="同心圆 1"/>
            <p:cNvSpPr/>
            <p:nvPr/>
          </p:nvSpPr>
          <p:spPr bwMode="auto">
            <a:xfrm>
              <a:off x="5572919" y="3134519"/>
              <a:ext cx="2646362" cy="2646362"/>
            </a:xfrm>
            <a:prstGeom prst="donut">
              <a:avLst>
                <a:gd name="adj" fmla="val 31375"/>
              </a:avLst>
            </a:prstGeom>
            <a:solidFill>
              <a:schemeClr val="accent1">
                <a:alpha val="17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kumimoji="1" lang="zh-CN" altLang="en-US" sz="2100">
                <a:latin typeface="Times New Roman" pitchFamily="18" charset="0"/>
              </a:endParaRPr>
            </a:p>
          </p:txBody>
        </p:sp>
        <p:sp>
          <p:nvSpPr>
            <p:cNvPr id="41988" name="AutoShape 4" descr="浅色下对角线"/>
            <p:cNvSpPr>
              <a:spLocks noChangeArrowheads="1"/>
            </p:cNvSpPr>
            <p:nvPr/>
          </p:nvSpPr>
          <p:spPr bwMode="auto">
            <a:xfrm>
              <a:off x="5486400" y="3048000"/>
              <a:ext cx="2819400" cy="2819400"/>
            </a:xfrm>
            <a:custGeom>
              <a:avLst/>
              <a:gdLst>
                <a:gd name="G0" fmla="+- 792 0 0"/>
                <a:gd name="G1" fmla="+- 21600 0 792"/>
                <a:gd name="G2" fmla="+- 21600 0 792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792" y="10800"/>
                  </a:moveTo>
                  <a:cubicBezTo>
                    <a:pt x="792" y="16327"/>
                    <a:pt x="5273" y="20808"/>
                    <a:pt x="10800" y="20808"/>
                  </a:cubicBezTo>
                  <a:cubicBezTo>
                    <a:pt x="16327" y="20808"/>
                    <a:pt x="20808" y="16327"/>
                    <a:pt x="20808" y="10800"/>
                  </a:cubicBezTo>
                  <a:cubicBezTo>
                    <a:pt x="20808" y="5273"/>
                    <a:pt x="16327" y="792"/>
                    <a:pt x="10800" y="792"/>
                  </a:cubicBezTo>
                  <a:cubicBezTo>
                    <a:pt x="5273" y="792"/>
                    <a:pt x="792" y="5273"/>
                    <a:pt x="792" y="10800"/>
                  </a:cubicBezTo>
                  <a:close/>
                </a:path>
              </a:pathLst>
            </a:custGeom>
            <a:pattFill prst="ltDnDiag">
              <a:fgClr>
                <a:schemeClr val="tx1"/>
              </a:fgClr>
              <a:bgClr>
                <a:srgbClr val="F8F8F8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1989" name="AutoShape 5" descr="浅色下对角线"/>
            <p:cNvSpPr>
              <a:spLocks noChangeArrowheads="1"/>
            </p:cNvSpPr>
            <p:nvPr/>
          </p:nvSpPr>
          <p:spPr bwMode="auto">
            <a:xfrm>
              <a:off x="6400800" y="3962400"/>
              <a:ext cx="990600" cy="990600"/>
            </a:xfrm>
            <a:custGeom>
              <a:avLst/>
              <a:gdLst>
                <a:gd name="G0" fmla="+- 1710 0 0"/>
                <a:gd name="G1" fmla="+- 21600 0 1710"/>
                <a:gd name="G2" fmla="+- 21600 0 171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710" y="10800"/>
                  </a:moveTo>
                  <a:cubicBezTo>
                    <a:pt x="1710" y="15820"/>
                    <a:pt x="5780" y="19890"/>
                    <a:pt x="10800" y="19890"/>
                  </a:cubicBezTo>
                  <a:cubicBezTo>
                    <a:pt x="15820" y="19890"/>
                    <a:pt x="19890" y="15820"/>
                    <a:pt x="19890" y="10800"/>
                  </a:cubicBezTo>
                  <a:cubicBezTo>
                    <a:pt x="19890" y="5780"/>
                    <a:pt x="15820" y="1710"/>
                    <a:pt x="10800" y="1710"/>
                  </a:cubicBezTo>
                  <a:cubicBezTo>
                    <a:pt x="5780" y="1710"/>
                    <a:pt x="1710" y="5780"/>
                    <a:pt x="1710" y="10800"/>
                  </a:cubicBezTo>
                  <a:close/>
                </a:path>
              </a:pathLst>
            </a:custGeom>
            <a:pattFill prst="ltDnDiag">
              <a:fgClr>
                <a:schemeClr val="tx1"/>
              </a:fgClr>
              <a:bgClr>
                <a:srgbClr val="FFFFFF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4199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7428980"/>
                </p:ext>
              </p:extLst>
            </p:nvPr>
          </p:nvGraphicFramePr>
          <p:xfrm>
            <a:off x="6033690" y="5081780"/>
            <a:ext cx="348060" cy="395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672" name="Equation" r:id="rId3" imgW="190440" imgH="215640" progId="Equation.3">
                    <p:embed/>
                  </p:oleObj>
                </mc:Choice>
                <mc:Fallback>
                  <p:oleObj name="Equation" r:id="rId3" imgW="190440" imgH="2156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3690" y="5081780"/>
                          <a:ext cx="348060" cy="39509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1" name="Line 7"/>
            <p:cNvSpPr>
              <a:spLocks noChangeShapeType="1"/>
            </p:cNvSpPr>
            <p:nvPr/>
          </p:nvSpPr>
          <p:spPr bwMode="auto">
            <a:xfrm flipV="1">
              <a:off x="6876733" y="4457700"/>
              <a:ext cx="4435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4199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8123265"/>
                </p:ext>
              </p:extLst>
            </p:nvPr>
          </p:nvGraphicFramePr>
          <p:xfrm>
            <a:off x="6896100" y="4068638"/>
            <a:ext cx="342084" cy="4149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673" name="Equation" r:id="rId5" imgW="177480" imgH="215640" progId="Equation.3">
                    <p:embed/>
                  </p:oleObj>
                </mc:Choice>
                <mc:Fallback>
                  <p:oleObj name="Equation" r:id="rId5" imgW="177480" imgH="215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6100" y="4068638"/>
                          <a:ext cx="342084" cy="41494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 flipH="1">
              <a:off x="5867400" y="4457700"/>
              <a:ext cx="1028700" cy="8001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 wrap="none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3007559"/>
                </p:ext>
              </p:extLst>
            </p:nvPr>
          </p:nvGraphicFramePr>
          <p:xfrm>
            <a:off x="7204393" y="4679315"/>
            <a:ext cx="354647" cy="352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674" name="Equation" r:id="rId7" imgW="139680" imgH="139680" progId="Equation.DSMT4">
                    <p:embed/>
                  </p:oleObj>
                </mc:Choice>
                <mc:Fallback>
                  <p:oleObj name="Equation" r:id="rId7" imgW="139680" imgH="139680" progId="Equation.DSMT4">
                    <p:embed/>
                    <p:pic>
                      <p:nvPicPr>
                        <p:cNvPr id="4199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4393" y="4679315"/>
                          <a:ext cx="354647" cy="35265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1173670"/>
                </p:ext>
              </p:extLst>
            </p:nvPr>
          </p:nvGraphicFramePr>
          <p:xfrm>
            <a:off x="8122048" y="5081780"/>
            <a:ext cx="280987" cy="3289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675" name="Equation" r:id="rId9" imgW="139680" imgH="101520" progId="Equation.DSMT4">
                    <p:embed/>
                  </p:oleObj>
                </mc:Choice>
                <mc:Fallback>
                  <p:oleObj name="Equation" r:id="rId9" imgW="139680" imgH="101520" progId="Equation.DSMT4">
                    <p:embed/>
                    <p:pic>
                      <p:nvPicPr>
                        <p:cNvPr id="1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2048" y="5081780"/>
                          <a:ext cx="280987" cy="32892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同心圆 55"/>
          <p:cNvSpPr/>
          <p:nvPr/>
        </p:nvSpPr>
        <p:spPr bwMode="auto">
          <a:xfrm>
            <a:off x="6492359" y="2362789"/>
            <a:ext cx="1984772" cy="1984772"/>
          </a:xfrm>
          <a:prstGeom prst="donut">
            <a:avLst>
              <a:gd name="adj" fmla="val 31375"/>
            </a:avLst>
          </a:prstGeom>
          <a:solidFill>
            <a:schemeClr val="accent1">
              <a:alpha val="1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kumimoji="1" lang="zh-CN" altLang="en-US" sz="2100">
              <a:latin typeface="Times New Roman" pitchFamily="18" charset="0"/>
            </a:endParaRPr>
          </a:p>
        </p:txBody>
      </p:sp>
      <p:sp>
        <p:nvSpPr>
          <p:cNvPr id="57" name="AutoShape 4" descr="浅色下对角线"/>
          <p:cNvSpPr>
            <a:spLocks noChangeArrowheads="1"/>
          </p:cNvSpPr>
          <p:nvPr/>
        </p:nvSpPr>
        <p:spPr bwMode="auto">
          <a:xfrm>
            <a:off x="6427470" y="2297900"/>
            <a:ext cx="2114550" cy="2114550"/>
          </a:xfrm>
          <a:custGeom>
            <a:avLst/>
            <a:gdLst>
              <a:gd name="G0" fmla="+- 792 0 0"/>
              <a:gd name="G1" fmla="+- 21600 0 792"/>
              <a:gd name="G2" fmla="+- 21600 0 792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792" y="10800"/>
                </a:moveTo>
                <a:cubicBezTo>
                  <a:pt x="792" y="16327"/>
                  <a:pt x="5273" y="20808"/>
                  <a:pt x="10800" y="20808"/>
                </a:cubicBezTo>
                <a:cubicBezTo>
                  <a:pt x="16327" y="20808"/>
                  <a:pt x="20808" y="16327"/>
                  <a:pt x="20808" y="10800"/>
                </a:cubicBezTo>
                <a:cubicBezTo>
                  <a:pt x="20808" y="5273"/>
                  <a:pt x="16327" y="792"/>
                  <a:pt x="10800" y="792"/>
                </a:cubicBezTo>
                <a:cubicBezTo>
                  <a:pt x="5273" y="792"/>
                  <a:pt x="792" y="5273"/>
                  <a:pt x="792" y="10800"/>
                </a:cubicBezTo>
                <a:close/>
              </a:path>
            </a:pathLst>
          </a:custGeom>
          <a:pattFill prst="ltDnDiag">
            <a:fgClr>
              <a:schemeClr val="tx1"/>
            </a:fgClr>
            <a:bgClr>
              <a:srgbClr val="F8F8F8"/>
            </a:bgClr>
          </a:patt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kumimoji="1" lang="zh-CN" altLang="en-US" sz="21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8" name="AutoShape 5" descr="浅色下对角线"/>
          <p:cNvSpPr>
            <a:spLocks noChangeArrowheads="1"/>
          </p:cNvSpPr>
          <p:nvPr/>
        </p:nvSpPr>
        <p:spPr bwMode="auto">
          <a:xfrm>
            <a:off x="7113270" y="2983700"/>
            <a:ext cx="742950" cy="742950"/>
          </a:xfrm>
          <a:custGeom>
            <a:avLst/>
            <a:gdLst>
              <a:gd name="G0" fmla="+- 1710 0 0"/>
              <a:gd name="G1" fmla="+- 21600 0 1710"/>
              <a:gd name="G2" fmla="+- 21600 0 171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10" y="10800"/>
                </a:moveTo>
                <a:cubicBezTo>
                  <a:pt x="1710" y="15820"/>
                  <a:pt x="5780" y="19890"/>
                  <a:pt x="10800" y="19890"/>
                </a:cubicBezTo>
                <a:cubicBezTo>
                  <a:pt x="15820" y="19890"/>
                  <a:pt x="19890" y="15820"/>
                  <a:pt x="19890" y="10800"/>
                </a:cubicBezTo>
                <a:cubicBezTo>
                  <a:pt x="19890" y="5780"/>
                  <a:pt x="15820" y="1710"/>
                  <a:pt x="10800" y="1710"/>
                </a:cubicBezTo>
                <a:cubicBezTo>
                  <a:pt x="5780" y="1710"/>
                  <a:pt x="1710" y="5780"/>
                  <a:pt x="1710" y="10800"/>
                </a:cubicBezTo>
                <a:close/>
              </a:path>
            </a:pathLst>
          </a:custGeom>
          <a:pattFill prst="ltDnDiag">
            <a:fgClr>
              <a:schemeClr val="tx1"/>
            </a:fgClr>
            <a:bgClr>
              <a:srgbClr val="FFFFFF"/>
            </a:bgClr>
          </a:patt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kumimoji="1" lang="zh-CN" altLang="en-US" sz="210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5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031246"/>
              </p:ext>
            </p:extLst>
          </p:nvPr>
        </p:nvGraphicFramePr>
        <p:xfrm>
          <a:off x="6837938" y="3823236"/>
          <a:ext cx="261045" cy="296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84" name="Equation" r:id="rId3" imgW="190440" imgH="215640" progId="Equation.3">
                  <p:embed/>
                </p:oleObj>
              </mc:Choice>
              <mc:Fallback>
                <p:oleObj name="Equation" r:id="rId3" imgW="190440" imgH="215640" progId="Equation.3">
                  <p:embed/>
                  <p:pic>
                    <p:nvPicPr>
                      <p:cNvPr id="41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938" y="3823236"/>
                        <a:ext cx="261045" cy="29632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Line 7"/>
          <p:cNvSpPr>
            <a:spLocks noChangeShapeType="1"/>
          </p:cNvSpPr>
          <p:nvPr/>
        </p:nvSpPr>
        <p:spPr bwMode="auto">
          <a:xfrm flipV="1">
            <a:off x="7470220" y="3355175"/>
            <a:ext cx="33266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</p:spPr>
        <p:txBody>
          <a:bodyPr wrap="none"/>
          <a:lstStyle/>
          <a:p>
            <a:endParaRPr kumimoji="1" lang="zh-CN" altLang="en-US" sz="210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6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986703"/>
              </p:ext>
            </p:extLst>
          </p:nvPr>
        </p:nvGraphicFramePr>
        <p:xfrm>
          <a:off x="7484745" y="3063378"/>
          <a:ext cx="256563" cy="31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85" name="Equation" r:id="rId5" imgW="177480" imgH="215640" progId="Equation.3">
                  <p:embed/>
                </p:oleObj>
              </mc:Choice>
              <mc:Fallback>
                <p:oleObj name="Equation" r:id="rId5" imgW="177480" imgH="215640" progId="Equation.3">
                  <p:embed/>
                  <p:pic>
                    <p:nvPicPr>
                      <p:cNvPr id="419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4745" y="3063378"/>
                        <a:ext cx="256563" cy="31121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266718"/>
              </p:ext>
            </p:extLst>
          </p:nvPr>
        </p:nvGraphicFramePr>
        <p:xfrm>
          <a:off x="7707760" y="3497746"/>
          <a:ext cx="278888" cy="277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86" name="Equation" r:id="rId7" imgW="139680" imgH="139680" progId="Equation.DSMT4">
                  <p:embed/>
                </p:oleObj>
              </mc:Choice>
              <mc:Fallback>
                <p:oleObj name="Equation" r:id="rId7" imgW="139680" imgH="139680" progId="Equation.DSMT4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7760" y="3497746"/>
                        <a:ext cx="278888" cy="27732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302077"/>
              </p:ext>
            </p:extLst>
          </p:nvPr>
        </p:nvGraphicFramePr>
        <p:xfrm>
          <a:off x="8477131" y="3688604"/>
          <a:ext cx="210740" cy="33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87" name="Equation" r:id="rId9" imgW="139680" imgH="101520" progId="Equation.DSMT4">
                  <p:embed/>
                </p:oleObj>
              </mc:Choice>
              <mc:Fallback>
                <p:oleObj name="Equation" r:id="rId9" imgW="139680" imgH="101520" progId="Equation.DSMT4">
                  <p:embed/>
                  <p:pic>
                    <p:nvPicPr>
                      <p:cNvPr id="1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131" y="3688604"/>
                        <a:ext cx="210740" cy="33099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748904" y="536973"/>
            <a:ext cx="8001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CC0000"/>
                </a:solidFill>
                <a:latin typeface="Times New Roman" pitchFamily="18" charset="0"/>
              </a:rPr>
              <a:t>解</a:t>
            </a: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</a:rPr>
              <a:t>:</a:t>
            </a: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080220"/>
              </p:ext>
            </p:extLst>
          </p:nvPr>
        </p:nvGraphicFramePr>
        <p:xfrm>
          <a:off x="1317625" y="400050"/>
          <a:ext cx="132715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88" name="Equation" r:id="rId11" imgW="774360" imgH="393480" progId="Equation.DSMT4">
                  <p:embed/>
                </p:oleObj>
              </mc:Choice>
              <mc:Fallback>
                <p:oleObj name="Equation" r:id="rId11" imgW="774360" imgH="393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400050"/>
                        <a:ext cx="1327150" cy="6746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309755"/>
              </p:ext>
            </p:extLst>
          </p:nvPr>
        </p:nvGraphicFramePr>
        <p:xfrm>
          <a:off x="1295400" y="1160463"/>
          <a:ext cx="2790825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89" name="Equation" r:id="rId13" imgW="1422360" imgH="457200" progId="Equation.DSMT4">
                  <p:embed/>
                </p:oleObj>
              </mc:Choice>
              <mc:Fallback>
                <p:oleObj name="Equation" r:id="rId13" imgW="1422360" imgH="457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160463"/>
                        <a:ext cx="2790825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756955"/>
              </p:ext>
            </p:extLst>
          </p:nvPr>
        </p:nvGraphicFramePr>
        <p:xfrm>
          <a:off x="1289050" y="1976438"/>
          <a:ext cx="306863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90" name="Equation" r:id="rId15" imgW="1549080" imgH="457200" progId="Equation.DSMT4">
                  <p:embed/>
                </p:oleObj>
              </mc:Choice>
              <mc:Fallback>
                <p:oleObj name="Equation" r:id="rId15" imgW="1549080" imgH="457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1976438"/>
                        <a:ext cx="306863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256656"/>
              </p:ext>
            </p:extLst>
          </p:nvPr>
        </p:nvGraphicFramePr>
        <p:xfrm>
          <a:off x="1346200" y="2844800"/>
          <a:ext cx="29765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91" name="Equation" r:id="rId17" imgW="1536480" imgH="419040" progId="Equation.DSMT4">
                  <p:embed/>
                </p:oleObj>
              </mc:Choice>
              <mc:Fallback>
                <p:oleObj name="Equation" r:id="rId17" imgW="1536480" imgH="419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2844800"/>
                        <a:ext cx="297656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59800"/>
              </p:ext>
            </p:extLst>
          </p:nvPr>
        </p:nvGraphicFramePr>
        <p:xfrm>
          <a:off x="1757363" y="3636963"/>
          <a:ext cx="20129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92" name="Equation" r:id="rId19" imgW="1041120" imgH="457200" progId="Equation.DSMT4">
                  <p:embed/>
                </p:oleObj>
              </mc:Choice>
              <mc:Fallback>
                <p:oleObj name="Equation" r:id="rId19" imgW="1041120" imgH="457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3636963"/>
                        <a:ext cx="20129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5" name="AutoShape 17"/>
          <p:cNvSpPr>
            <a:spLocks noChangeArrowheads="1"/>
          </p:cNvSpPr>
          <p:nvPr/>
        </p:nvSpPr>
        <p:spPr bwMode="auto">
          <a:xfrm>
            <a:off x="6770370" y="2659850"/>
            <a:ext cx="1428750" cy="1390650"/>
          </a:xfrm>
          <a:custGeom>
            <a:avLst/>
            <a:gdLst>
              <a:gd name="G0" fmla="+- 932 0 0"/>
              <a:gd name="G1" fmla="+- 21600 0 932"/>
              <a:gd name="G2" fmla="+- 21600 0 932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932" y="10800"/>
                </a:moveTo>
                <a:cubicBezTo>
                  <a:pt x="932" y="16250"/>
                  <a:pt x="5350" y="20668"/>
                  <a:pt x="10800" y="20668"/>
                </a:cubicBezTo>
                <a:cubicBezTo>
                  <a:pt x="16250" y="20668"/>
                  <a:pt x="20668" y="16250"/>
                  <a:pt x="20668" y="10800"/>
                </a:cubicBezTo>
                <a:cubicBezTo>
                  <a:pt x="20668" y="5350"/>
                  <a:pt x="16250" y="932"/>
                  <a:pt x="10800" y="932"/>
                </a:cubicBezTo>
                <a:cubicBezTo>
                  <a:pt x="5350" y="932"/>
                  <a:pt x="932" y="5350"/>
                  <a:pt x="932" y="10800"/>
                </a:cubicBezTo>
                <a:close/>
              </a:path>
            </a:pathLst>
          </a:custGeom>
          <a:gradFill flip="none" rotWithShape="1">
            <a:gsLst>
              <a:gs pos="62000">
                <a:schemeClr val="bg1"/>
              </a:gs>
              <a:gs pos="100000">
                <a:srgbClr val="FFCCCC"/>
              </a:gs>
            </a:gsLst>
            <a:path path="shape">
              <a:fillToRect l="50000" t="50000" r="50000" b="50000"/>
            </a:path>
            <a:tileRect/>
          </a:gradFill>
          <a:ln w="9525">
            <a:solidFill>
              <a:srgbClr val="FF0000"/>
            </a:solidFill>
            <a:prstDash val="sysDash"/>
            <a:round/>
            <a:headEnd/>
            <a:tailEnd/>
          </a:ln>
          <a:effectLst/>
        </p:spPr>
        <p:txBody>
          <a:bodyPr wrap="none" anchor="ctr"/>
          <a:lstStyle/>
          <a:p>
            <a:endParaRPr kumimoji="1" lang="zh-CN" altLang="en-US" sz="210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114407" y="2782253"/>
            <a:ext cx="355813" cy="566876"/>
            <a:chOff x="6402315" y="3693803"/>
            <a:chExt cx="474417" cy="755835"/>
          </a:xfrm>
        </p:grpSpPr>
        <p:graphicFrame>
          <p:nvGraphicFramePr>
            <p:cNvPr id="4302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6245361"/>
                </p:ext>
              </p:extLst>
            </p:nvPr>
          </p:nvGraphicFramePr>
          <p:xfrm>
            <a:off x="6506210" y="3693803"/>
            <a:ext cx="342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293" name="Equation" r:id="rId21" imgW="114120" imgH="126720" progId="Equation.3">
                    <p:embed/>
                  </p:oleObj>
                </mc:Choice>
                <mc:Fallback>
                  <p:oleObj name="Equation" r:id="rId21" imgW="114120" imgH="12672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6210" y="3693803"/>
                          <a:ext cx="3429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flipH="1" flipV="1">
              <a:off x="6402315" y="3771900"/>
              <a:ext cx="474417" cy="67773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wrap="none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24" name="灯片编号占位符 1"/>
          <p:cNvSpPr txBox="1">
            <a:spLocks/>
          </p:cNvSpPr>
          <p:nvPr/>
        </p:nvSpPr>
        <p:spPr>
          <a:xfrm>
            <a:off x="7553325" y="4845843"/>
            <a:ext cx="1600200" cy="357188"/>
          </a:xfrm>
          <a:prstGeom prst="rect">
            <a:avLst/>
          </a:prstGeom>
        </p:spPr>
        <p:txBody>
          <a:bodyPr/>
          <a:lstStyle/>
          <a:p>
            <a:pPr algn="r" defTabSz="685800">
              <a:defRPr/>
            </a:pPr>
            <a:fld id="{E15877ED-4F25-4708-8F48-BEB3F23BCEA9}" type="slidenum">
              <a:rPr lang="en-US" altLang="zh-CN" sz="1050">
                <a:solidFill>
                  <a:srgbClr val="000000"/>
                </a:solidFill>
              </a:rPr>
              <a:pPr algn="r" defTabSz="685800">
                <a:defRPr/>
              </a:pPr>
              <a:t>6</a:t>
            </a:fld>
            <a:endParaRPr lang="en-US" altLang="zh-CN" sz="1050" dirty="0">
              <a:solidFill>
                <a:srgbClr val="00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938324" y="2419343"/>
            <a:ext cx="411561" cy="375722"/>
            <a:chOff x="6167539" y="3209924"/>
            <a:chExt cx="548748" cy="500962"/>
          </a:xfrm>
        </p:grpSpPr>
        <p:graphicFrame>
          <p:nvGraphicFramePr>
            <p:cNvPr id="4302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4384460"/>
                </p:ext>
              </p:extLst>
            </p:nvPr>
          </p:nvGraphicFramePr>
          <p:xfrm>
            <a:off x="6259087" y="3209924"/>
            <a:ext cx="457200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294" name="Equation" r:id="rId23" imgW="190440" imgH="177480" progId="Equation.3">
                    <p:embed/>
                  </p:oleObj>
                </mc:Choice>
                <mc:Fallback>
                  <p:oleObj name="Equation" r:id="rId23" imgW="190440" imgH="17748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9087" y="3209924"/>
                          <a:ext cx="457200" cy="4270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Line 19"/>
            <p:cNvSpPr>
              <a:spLocks noChangeShapeType="1"/>
            </p:cNvSpPr>
            <p:nvPr/>
          </p:nvSpPr>
          <p:spPr bwMode="auto">
            <a:xfrm rot="10800000" flipH="1" flipV="1">
              <a:off x="6167539" y="3449320"/>
              <a:ext cx="183096" cy="26156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wrap="none"/>
            <a:lstStyle/>
            <a:p>
              <a:endParaRPr kumimoji="1" lang="zh-CN" altLang="en-US" sz="21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62" name="Line 9"/>
          <p:cNvSpPr>
            <a:spLocks noChangeShapeType="1"/>
          </p:cNvSpPr>
          <p:nvPr/>
        </p:nvSpPr>
        <p:spPr bwMode="auto">
          <a:xfrm flipH="1">
            <a:off x="6713220" y="3355175"/>
            <a:ext cx="771525" cy="600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</p:spPr>
        <p:txBody>
          <a:bodyPr wrap="none"/>
          <a:lstStyle/>
          <a:p>
            <a:endParaRPr kumimoji="1" lang="zh-CN" altLang="en-US" sz="210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986213" y="4154733"/>
            <a:ext cx="1288256" cy="869704"/>
            <a:chOff x="4664075" y="5634894"/>
            <a:chExt cx="1717675" cy="1159605"/>
          </a:xfrm>
        </p:grpSpPr>
        <p:sp>
          <p:nvSpPr>
            <p:cNvPr id="6" name="椭圆形标注 5"/>
            <p:cNvSpPr/>
            <p:nvPr/>
          </p:nvSpPr>
          <p:spPr bwMode="auto">
            <a:xfrm>
              <a:off x="4664075" y="5634894"/>
              <a:ext cx="1717675" cy="1159605"/>
            </a:xfrm>
            <a:prstGeom prst="wedgeEllipseCallout">
              <a:avLst>
                <a:gd name="adj1" fmla="val -73319"/>
                <a:gd name="adj2" fmla="val -47197"/>
              </a:avLst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kumimoji="1" lang="zh-CN" altLang="en-US" sz="2100">
                <a:latin typeface="Times New Roman" pitchFamily="18" charset="0"/>
              </a:endParaRPr>
            </a:p>
          </p:txBody>
        </p:sp>
        <p:graphicFrame>
          <p:nvGraphicFramePr>
            <p:cNvPr id="6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1459958"/>
                </p:ext>
              </p:extLst>
            </p:nvPr>
          </p:nvGraphicFramePr>
          <p:xfrm>
            <a:off x="5051822" y="5722938"/>
            <a:ext cx="974725" cy="974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295" name="Equation" r:id="rId25" imgW="393480" imgH="393480" progId="Equation.DSMT4">
                    <p:embed/>
                  </p:oleObj>
                </mc:Choice>
                <mc:Fallback>
                  <p:oleObj name="Equation" r:id="rId25" imgW="393480" imgH="393480" progId="Equation.DSMT4">
                    <p:embed/>
                    <p:pic>
                      <p:nvPicPr>
                        <p:cNvPr id="3994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1822" y="5722938"/>
                          <a:ext cx="974725" cy="974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681862"/>
              </p:ext>
            </p:extLst>
          </p:nvPr>
        </p:nvGraphicFramePr>
        <p:xfrm>
          <a:off x="4918352" y="2167526"/>
          <a:ext cx="1444229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296" name="Equation" r:id="rId27" imgW="914400" imgH="241200" progId="Equation.DSMT4">
                  <p:embed/>
                </p:oleObj>
              </mc:Choice>
              <mc:Fallback>
                <p:oleObj name="Equation" r:id="rId27" imgW="914400" imgH="2412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352" y="2167526"/>
                        <a:ext cx="1444229" cy="390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C0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6193861" y="1398319"/>
            <a:ext cx="1770927" cy="177092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0"/>
                  <a:lumOff val="100000"/>
                  <a:alpha val="84000"/>
                </a:schemeClr>
              </a:gs>
              <a:gs pos="0">
                <a:srgbClr val="FAFBFF">
                  <a:lumMod val="0"/>
                  <a:lumOff val="100000"/>
                </a:srgbClr>
              </a:gs>
              <a:gs pos="36000">
                <a:srgbClr val="D4DEFF">
                  <a:alpha val="74000"/>
                </a:srgbClr>
              </a:gs>
              <a:gs pos="91000">
                <a:schemeClr val="accent1">
                  <a:lumMod val="92000"/>
                  <a:lumOff val="8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269324" y="1473782"/>
            <a:ext cx="1620000" cy="1620000"/>
            <a:chOff x="6485932" y="2346109"/>
            <a:chExt cx="1620000" cy="1620000"/>
          </a:xfrm>
        </p:grpSpPr>
        <p:sp>
          <p:nvSpPr>
            <p:cNvPr id="4" name="椭圆 3"/>
            <p:cNvSpPr>
              <a:spLocks noChangeAspect="1"/>
            </p:cNvSpPr>
            <p:nvPr/>
          </p:nvSpPr>
          <p:spPr>
            <a:xfrm>
              <a:off x="6485932" y="2346109"/>
              <a:ext cx="1620000" cy="16200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9" name="椭圆 8"/>
            <p:cNvSpPr>
              <a:spLocks noChangeAspect="1"/>
            </p:cNvSpPr>
            <p:nvPr/>
          </p:nvSpPr>
          <p:spPr>
            <a:xfrm>
              <a:off x="6553432" y="2413609"/>
              <a:ext cx="1485000" cy="14850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6620932" y="2481109"/>
              <a:ext cx="1350000" cy="13500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6688432" y="2548609"/>
              <a:ext cx="1215000" cy="12150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2" name="椭圆 11"/>
            <p:cNvSpPr>
              <a:spLocks noChangeAspect="1"/>
            </p:cNvSpPr>
            <p:nvPr/>
          </p:nvSpPr>
          <p:spPr>
            <a:xfrm>
              <a:off x="6755932" y="2616109"/>
              <a:ext cx="1080000" cy="10800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3" name="椭圆 12"/>
            <p:cNvSpPr>
              <a:spLocks noChangeAspect="1"/>
            </p:cNvSpPr>
            <p:nvPr/>
          </p:nvSpPr>
          <p:spPr>
            <a:xfrm>
              <a:off x="6823432" y="2683609"/>
              <a:ext cx="945000" cy="9450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4" name="椭圆 13"/>
            <p:cNvSpPr>
              <a:spLocks noChangeAspect="1"/>
            </p:cNvSpPr>
            <p:nvPr/>
          </p:nvSpPr>
          <p:spPr>
            <a:xfrm>
              <a:off x="6894532" y="2754709"/>
              <a:ext cx="802800" cy="8028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0" name="椭圆 29"/>
            <p:cNvSpPr>
              <a:spLocks noChangeAspect="1"/>
            </p:cNvSpPr>
            <p:nvPr/>
          </p:nvSpPr>
          <p:spPr>
            <a:xfrm>
              <a:off x="6973136" y="2833313"/>
              <a:ext cx="645592" cy="645592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1" name="椭圆 30"/>
            <p:cNvSpPr>
              <a:spLocks noChangeAspect="1"/>
            </p:cNvSpPr>
            <p:nvPr/>
          </p:nvSpPr>
          <p:spPr>
            <a:xfrm>
              <a:off x="7047329" y="2907506"/>
              <a:ext cx="497206" cy="497206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2" name="椭圆 31"/>
            <p:cNvSpPr>
              <a:spLocks noChangeAspect="1"/>
            </p:cNvSpPr>
            <p:nvPr/>
          </p:nvSpPr>
          <p:spPr>
            <a:xfrm>
              <a:off x="7119502" y="2979680"/>
              <a:ext cx="352860" cy="35285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7182531" y="3042709"/>
              <a:ext cx="226802" cy="2268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4" name="椭圆 33"/>
            <p:cNvSpPr>
              <a:spLocks noChangeAspect="1"/>
            </p:cNvSpPr>
            <p:nvPr/>
          </p:nvSpPr>
          <p:spPr>
            <a:xfrm>
              <a:off x="7250932" y="3111109"/>
              <a:ext cx="90000" cy="900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515736"/>
              </p:ext>
            </p:extLst>
          </p:nvPr>
        </p:nvGraphicFramePr>
        <p:xfrm>
          <a:off x="1205242" y="2307651"/>
          <a:ext cx="1244204" cy="370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02" name="Equation" r:id="rId3" imgW="787320" imgH="228600" progId="Equation.DSMT4">
                  <p:embed/>
                </p:oleObj>
              </mc:Choice>
              <mc:Fallback>
                <p:oleObj name="Equation" r:id="rId3" imgW="787320" imgH="228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242" y="2307651"/>
                        <a:ext cx="1244204" cy="3702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同心圆 16"/>
          <p:cNvSpPr/>
          <p:nvPr/>
        </p:nvSpPr>
        <p:spPr>
          <a:xfrm>
            <a:off x="6404324" y="1608782"/>
            <a:ext cx="1350000" cy="1350000"/>
          </a:xfrm>
          <a:prstGeom prst="donut">
            <a:avLst>
              <a:gd name="adj" fmla="val 4749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869621"/>
              </p:ext>
            </p:extLst>
          </p:nvPr>
        </p:nvGraphicFramePr>
        <p:xfrm>
          <a:off x="2479988" y="2173935"/>
          <a:ext cx="1526381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03" name="Equation" r:id="rId5" imgW="965160" imgH="393480" progId="Equation.DSMT4">
                  <p:embed/>
                </p:oleObj>
              </mc:Choice>
              <mc:Fallback>
                <p:oleObj name="Equation" r:id="rId5" imgW="965160" imgH="39348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988" y="2173935"/>
                        <a:ext cx="1526381" cy="638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429081"/>
              </p:ext>
            </p:extLst>
          </p:nvPr>
        </p:nvGraphicFramePr>
        <p:xfrm>
          <a:off x="4046717" y="2194084"/>
          <a:ext cx="138588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04" name="Equation" r:id="rId7" imgW="876240" imgH="393480" progId="Equation.DSMT4">
                  <p:embed/>
                </p:oleObj>
              </mc:Choice>
              <mc:Fallback>
                <p:oleObj name="Equation" r:id="rId7" imgW="876240" imgH="39348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717" y="2194084"/>
                        <a:ext cx="1385888" cy="638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000017"/>
              </p:ext>
            </p:extLst>
          </p:nvPr>
        </p:nvGraphicFramePr>
        <p:xfrm>
          <a:off x="1589998" y="2794269"/>
          <a:ext cx="279201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05" name="Equation" r:id="rId9" imgW="1765080" imgH="393480" progId="Equation.DSMT4">
                  <p:embed/>
                </p:oleObj>
              </mc:Choice>
              <mc:Fallback>
                <p:oleObj name="Equation" r:id="rId9" imgW="1765080" imgH="39348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998" y="2794269"/>
                        <a:ext cx="2792015" cy="638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136111"/>
              </p:ext>
            </p:extLst>
          </p:nvPr>
        </p:nvGraphicFramePr>
        <p:xfrm>
          <a:off x="4403498" y="3615398"/>
          <a:ext cx="1064419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06" name="Equation" r:id="rId11" imgW="672840" imgH="241200" progId="Equation.DSMT4">
                  <p:embed/>
                </p:oleObj>
              </mc:Choice>
              <mc:Fallback>
                <p:oleObj name="Equation" r:id="rId11" imgW="672840" imgH="2412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498" y="3615398"/>
                        <a:ext cx="1064419" cy="390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419502"/>
              </p:ext>
            </p:extLst>
          </p:nvPr>
        </p:nvGraphicFramePr>
        <p:xfrm>
          <a:off x="1585070" y="3477175"/>
          <a:ext cx="24098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07" name="Equation" r:id="rId13" imgW="1523880" imgH="393480" progId="Equation.DSMT4">
                  <p:embed/>
                </p:oleObj>
              </mc:Choice>
              <mc:Fallback>
                <p:oleObj name="Equation" r:id="rId13" imgW="1523880" imgH="39348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070" y="3477175"/>
                        <a:ext cx="2409825" cy="638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148257"/>
              </p:ext>
            </p:extLst>
          </p:nvPr>
        </p:nvGraphicFramePr>
        <p:xfrm>
          <a:off x="1568035" y="4240640"/>
          <a:ext cx="11239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08" name="Equation" r:id="rId15" imgW="711000" imgH="241200" progId="Equation.DSMT4">
                  <p:embed/>
                </p:oleObj>
              </mc:Choice>
              <mc:Fallback>
                <p:oleObj name="Equation" r:id="rId15" imgW="711000" imgH="2412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035" y="4240640"/>
                        <a:ext cx="1123950" cy="390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262002"/>
              </p:ext>
            </p:extLst>
          </p:nvPr>
        </p:nvGraphicFramePr>
        <p:xfrm>
          <a:off x="3423166" y="1285499"/>
          <a:ext cx="1444229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09" name="Equation" r:id="rId17" imgW="914400" imgH="241200" progId="Equation.DSMT4">
                  <p:embed/>
                </p:oleObj>
              </mc:Choice>
              <mc:Fallback>
                <p:oleObj name="Equation" r:id="rId17" imgW="914400" imgH="2412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3166" y="1285499"/>
                        <a:ext cx="1444229" cy="390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084528"/>
              </p:ext>
            </p:extLst>
          </p:nvPr>
        </p:nvGraphicFramePr>
        <p:xfrm>
          <a:off x="1312828" y="1173492"/>
          <a:ext cx="1063229" cy="636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10" name="Equation" r:id="rId19" imgW="672840" imgH="393480" progId="Equation.DSMT4">
                  <p:embed/>
                </p:oleObj>
              </mc:Choice>
              <mc:Fallback>
                <p:oleObj name="Equation" r:id="rId19" imgW="672840" imgH="39348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28" y="1173492"/>
                        <a:ext cx="1063229" cy="63698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燕尾形箭头 26"/>
          <p:cNvSpPr/>
          <p:nvPr/>
        </p:nvSpPr>
        <p:spPr>
          <a:xfrm>
            <a:off x="2608961" y="1422142"/>
            <a:ext cx="540727" cy="138479"/>
          </a:xfrm>
          <a:prstGeom prst="notchedRightArrow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2889" y="343187"/>
            <a:ext cx="2506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en-US" altLang="zh-CN" sz="2400" b="1" smtClean="0">
                <a:solidFill>
                  <a:srgbClr val="990000"/>
                </a:solidFill>
                <a:latin typeface="Times New Roman" pitchFamily="18" charset="0"/>
              </a:rPr>
              <a:t>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球壳体积</a:t>
            </a:r>
            <a:endParaRPr lang="zh-CN" altLang="en-US" sz="2400" b="1" dirty="0">
              <a:solidFill>
                <a:prstClr val="black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33862410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202" name="Object 2"/>
          <p:cNvGraphicFramePr>
            <a:graphicFrameLocks noChangeAspect="1"/>
          </p:cNvGraphicFramePr>
          <p:nvPr/>
        </p:nvGraphicFramePr>
        <p:xfrm>
          <a:off x="6094810" y="2657475"/>
          <a:ext cx="397669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72" name="公式" r:id="rId3" imgW="241200" imgH="164880" progId="Equation.3">
                  <p:embed/>
                </p:oleObj>
              </mc:Choice>
              <mc:Fallback>
                <p:oleObj name="公式" r:id="rId3" imgW="241200" imgH="1648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810" y="2657475"/>
                        <a:ext cx="397669" cy="27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3" name="Object 3"/>
          <p:cNvGraphicFramePr>
            <a:graphicFrameLocks noChangeAspect="1"/>
          </p:cNvGraphicFramePr>
          <p:nvPr/>
        </p:nvGraphicFramePr>
        <p:xfrm>
          <a:off x="5305425" y="2646760"/>
          <a:ext cx="397669" cy="292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73" name="公式" r:id="rId5" imgW="241200" imgH="177480" progId="Equation.3">
                  <p:embed/>
                </p:oleObj>
              </mc:Choice>
              <mc:Fallback>
                <p:oleObj name="公式" r:id="rId5" imgW="24120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2646760"/>
                        <a:ext cx="397669" cy="2928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4" name="Rectangle 4"/>
          <p:cNvSpPr>
            <a:spLocks noChangeArrowheads="1"/>
          </p:cNvSpPr>
          <p:nvPr/>
        </p:nvSpPr>
        <p:spPr bwMode="auto">
          <a:xfrm>
            <a:off x="6226969" y="2994423"/>
            <a:ext cx="114300" cy="135969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graphicFrame>
        <p:nvGraphicFramePr>
          <p:cNvPr id="179205" name="Object 5"/>
          <p:cNvGraphicFramePr>
            <a:graphicFrameLocks noChangeAspect="1"/>
          </p:cNvGraphicFramePr>
          <p:nvPr/>
        </p:nvGraphicFramePr>
        <p:xfrm>
          <a:off x="5694760" y="3954066"/>
          <a:ext cx="50601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74" name="公式" r:id="rId7" imgW="215640" imgH="177480" progId="Equation.3">
                  <p:embed/>
                </p:oleObj>
              </mc:Choice>
              <mc:Fallback>
                <p:oleObj name="公式" r:id="rId7" imgW="215640" imgH="177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4760" y="3954066"/>
                        <a:ext cx="50601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6" name="Rectangle 6"/>
          <p:cNvSpPr>
            <a:spLocks noChangeArrowheads="1"/>
          </p:cNvSpPr>
          <p:nvPr/>
        </p:nvSpPr>
        <p:spPr bwMode="auto">
          <a:xfrm>
            <a:off x="5579269" y="2994423"/>
            <a:ext cx="114300" cy="135969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sp>
        <p:nvSpPr>
          <p:cNvPr id="179207" name="Line 7"/>
          <p:cNvSpPr>
            <a:spLocks noChangeShapeType="1"/>
          </p:cNvSpPr>
          <p:nvPr/>
        </p:nvSpPr>
        <p:spPr bwMode="auto">
          <a:xfrm>
            <a:off x="5689997" y="3945731"/>
            <a:ext cx="5369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graphicFrame>
        <p:nvGraphicFramePr>
          <p:cNvPr id="1792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125622"/>
              </p:ext>
            </p:extLst>
          </p:nvPr>
        </p:nvGraphicFramePr>
        <p:xfrm>
          <a:off x="3007281" y="2636044"/>
          <a:ext cx="397669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75" name="公式" r:id="rId9" imgW="241200" imgH="164880" progId="Equation.3">
                  <p:embed/>
                </p:oleObj>
              </mc:Choice>
              <mc:Fallback>
                <p:oleObj name="公式" r:id="rId9" imgW="241200" imgH="164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281" y="2636044"/>
                        <a:ext cx="397669" cy="27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157725"/>
              </p:ext>
            </p:extLst>
          </p:nvPr>
        </p:nvGraphicFramePr>
        <p:xfrm>
          <a:off x="2321481" y="2625328"/>
          <a:ext cx="397669" cy="292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76" name="公式" r:id="rId11" imgW="241200" imgH="177480" progId="Equation.3">
                  <p:embed/>
                </p:oleObj>
              </mc:Choice>
              <mc:Fallback>
                <p:oleObj name="公式" r:id="rId11" imgW="241200" imgH="177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481" y="2625328"/>
                        <a:ext cx="397669" cy="2928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0" name="Rectangle 10"/>
          <p:cNvSpPr>
            <a:spLocks noChangeArrowheads="1"/>
          </p:cNvSpPr>
          <p:nvPr/>
        </p:nvSpPr>
        <p:spPr bwMode="auto">
          <a:xfrm>
            <a:off x="3068003" y="2974182"/>
            <a:ext cx="114300" cy="135969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graphicFrame>
        <p:nvGraphicFramePr>
          <p:cNvPr id="1792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256533"/>
              </p:ext>
            </p:extLst>
          </p:nvPr>
        </p:nvGraphicFramePr>
        <p:xfrm>
          <a:off x="2729866" y="3264694"/>
          <a:ext cx="44053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77" name="公式" r:id="rId13" imgW="139680" imgH="177480" progId="Equation.3">
                  <p:embed/>
                </p:oleObj>
              </mc:Choice>
              <mc:Fallback>
                <p:oleObj name="公式" r:id="rId13" imgW="13968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9866" y="3264694"/>
                        <a:ext cx="440531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2" name="Rectangle 12"/>
          <p:cNvSpPr>
            <a:spLocks noChangeArrowheads="1"/>
          </p:cNvSpPr>
          <p:nvPr/>
        </p:nvSpPr>
        <p:spPr bwMode="auto">
          <a:xfrm>
            <a:off x="2666762" y="2974182"/>
            <a:ext cx="114300" cy="135969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sp>
        <p:nvSpPr>
          <p:cNvPr id="179213" name="Line 13"/>
          <p:cNvSpPr>
            <a:spLocks noChangeShapeType="1"/>
          </p:cNvSpPr>
          <p:nvPr/>
        </p:nvSpPr>
        <p:spPr bwMode="auto">
          <a:xfrm>
            <a:off x="2777490" y="3925490"/>
            <a:ext cx="266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sp>
        <p:nvSpPr>
          <p:cNvPr id="179214" name="AutoShape 14"/>
          <p:cNvSpPr>
            <a:spLocks noChangeArrowheads="1"/>
          </p:cNvSpPr>
          <p:nvPr/>
        </p:nvSpPr>
        <p:spPr bwMode="auto">
          <a:xfrm>
            <a:off x="3565684" y="3432572"/>
            <a:ext cx="659606" cy="457200"/>
          </a:xfrm>
          <a:prstGeom prst="wedgeEllipseCallout">
            <a:avLst>
              <a:gd name="adj1" fmla="val -91157"/>
              <a:gd name="adj2" fmla="val 1565"/>
            </a:avLst>
          </a:prstGeom>
          <a:solidFill>
            <a:srgbClr val="FFFFFF"/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zh-CN" altLang="en-US" b="1">
                <a:solidFill>
                  <a:srgbClr val="000000"/>
                </a:solidFill>
                <a:latin typeface="Times New Roman" pitchFamily="18" charset="0"/>
              </a:rPr>
              <a:t>初态</a:t>
            </a:r>
          </a:p>
        </p:txBody>
      </p:sp>
      <p:sp>
        <p:nvSpPr>
          <p:cNvPr id="179215" name="AutoShape 15"/>
          <p:cNvSpPr>
            <a:spLocks noChangeArrowheads="1"/>
          </p:cNvSpPr>
          <p:nvPr/>
        </p:nvSpPr>
        <p:spPr bwMode="auto">
          <a:xfrm>
            <a:off x="6811566" y="3432572"/>
            <a:ext cx="679847" cy="457200"/>
          </a:xfrm>
          <a:prstGeom prst="wedgeEllipseCallout">
            <a:avLst>
              <a:gd name="adj1" fmla="val -98685"/>
              <a:gd name="adj2" fmla="val 17449"/>
            </a:avLst>
          </a:prstGeom>
          <a:solidFill>
            <a:srgbClr val="FFFFFF"/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zh-CN" altLang="en-US" b="1">
                <a:solidFill>
                  <a:srgbClr val="000000"/>
                </a:solidFill>
                <a:latin typeface="Times New Roman" pitchFamily="18" charset="0"/>
              </a:rPr>
              <a:t>末态</a:t>
            </a:r>
          </a:p>
        </p:txBody>
      </p:sp>
      <p:sp>
        <p:nvSpPr>
          <p:cNvPr id="179216" name="Rectangle 16"/>
          <p:cNvSpPr>
            <a:spLocks noChangeArrowheads="1"/>
          </p:cNvSpPr>
          <p:nvPr/>
        </p:nvSpPr>
        <p:spPr bwMode="auto">
          <a:xfrm>
            <a:off x="832842" y="1431168"/>
            <a:ext cx="5325666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b="1">
                <a:solidFill>
                  <a:srgbClr val="990000"/>
                </a:solidFill>
                <a:latin typeface="Times New Roman" pitchFamily="18" charset="0"/>
              </a:rPr>
              <a:t>求：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</a:rPr>
              <a:t>1. 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</a:rPr>
              <a:t>外力克服电场力所做的功。</a:t>
            </a:r>
          </a:p>
          <a:p>
            <a:pPr>
              <a:lnSpc>
                <a:spcPct val="120000"/>
              </a:lnSpc>
            </a:pP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  <a:sym typeface="Monotype Sorts" pitchFamily="2" charset="2"/>
              </a:rPr>
              <a:t>        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  <a:sym typeface="Monotype Sorts" pitchFamily="2" charset="2"/>
              </a:rPr>
              <a:t>2. </a:t>
            </a:r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  <a:sym typeface="Monotype Sorts" pitchFamily="2" charset="2"/>
              </a:rPr>
              <a:t>两极板间的相互作用力？</a:t>
            </a:r>
          </a:p>
        </p:txBody>
      </p:sp>
      <p:sp>
        <p:nvSpPr>
          <p:cNvPr id="179217" name="Text Box 17"/>
          <p:cNvSpPr txBox="1">
            <a:spLocks noChangeArrowheads="1"/>
          </p:cNvSpPr>
          <p:nvPr/>
        </p:nvSpPr>
        <p:spPr bwMode="auto">
          <a:xfrm>
            <a:off x="899160" y="541158"/>
            <a:ext cx="798576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100" b="1" dirty="0">
                <a:solidFill>
                  <a:srgbClr val="990000"/>
                </a:solidFill>
                <a:latin typeface="Times New Roman" pitchFamily="18" charset="0"/>
              </a:rPr>
              <a:t>例</a:t>
            </a:r>
            <a:r>
              <a:rPr lang="en-US" altLang="zh-CN" sz="2100" b="1" dirty="0">
                <a:solidFill>
                  <a:srgbClr val="990000"/>
                </a:solidFill>
                <a:latin typeface="Times New Roman" pitchFamily="18" charset="0"/>
              </a:rPr>
              <a:t>2  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一平板电容器面积为</a:t>
            </a:r>
            <a:r>
              <a:rPr lang="en-US" altLang="en-US" sz="2100" b="1" i="1" dirty="0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，间距</a:t>
            </a:r>
            <a:r>
              <a:rPr lang="en-US" altLang="en-US" sz="2100" b="1" i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，用电源充电后，两极板分别带电为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  <a:r>
              <a:rPr lang="en-US" altLang="en-US" sz="2100" b="1" i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和</a:t>
            </a:r>
            <a:r>
              <a:rPr lang="en-US" altLang="zh-CN" sz="21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en-US" sz="2100" b="1" i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，断开电源，再把两极板拉至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.  (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忽略边缘效应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kumimoji="1" lang="en-US" altLang="zh-CN" sz="21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9" name="灯片编号占位符 1"/>
          <p:cNvSpPr txBox="1">
            <a:spLocks/>
          </p:cNvSpPr>
          <p:nvPr/>
        </p:nvSpPr>
        <p:spPr>
          <a:xfrm>
            <a:off x="7543800" y="4843462"/>
            <a:ext cx="1600200" cy="357188"/>
          </a:xfrm>
          <a:prstGeom prst="rect">
            <a:avLst/>
          </a:prstGeom>
        </p:spPr>
        <p:txBody>
          <a:bodyPr/>
          <a:lstStyle/>
          <a:p>
            <a:pPr algn="r" defTabSz="685800">
              <a:defRPr/>
            </a:pPr>
            <a:fld id="{E15877ED-4F25-4708-8F48-BEB3F23BCEA9}" type="slidenum">
              <a:rPr lang="en-US" altLang="zh-CN" sz="1050">
                <a:solidFill>
                  <a:srgbClr val="000000"/>
                </a:solidFill>
              </a:rPr>
              <a:pPr algn="r" defTabSz="685800">
                <a:defRPr/>
              </a:pPr>
              <a:t>8</a:t>
            </a:fld>
            <a:endParaRPr lang="en-US" altLang="zh-CN" sz="105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4" grpId="0" animBg="1" autoUpdateAnimBg="0"/>
      <p:bldP spid="179215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/>
          <p:cNvSpPr txBox="1">
            <a:spLocks noChangeArrowheads="1"/>
          </p:cNvSpPr>
          <p:nvPr/>
        </p:nvSpPr>
        <p:spPr bwMode="auto">
          <a:xfrm>
            <a:off x="990600" y="333375"/>
            <a:ext cx="747522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100" b="1" dirty="0">
                <a:solidFill>
                  <a:srgbClr val="A50021"/>
                </a:solidFill>
                <a:latin typeface="Times New Roman" pitchFamily="18" charset="0"/>
              </a:rPr>
              <a:t>解</a:t>
            </a:r>
            <a:r>
              <a:rPr kumimoji="1" lang="en-US" altLang="zh-CN" sz="2100" b="1" dirty="0">
                <a:solidFill>
                  <a:srgbClr val="A50021"/>
                </a:solidFill>
                <a:latin typeface="Times New Roman" pitchFamily="18" charset="0"/>
                <a:sym typeface="Wingdings" pitchFamily="2" charset="2"/>
              </a:rPr>
              <a:t>:(1)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根据功能原理可知，电容器</a:t>
            </a: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末态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与</a:t>
            </a: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初态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存贮的能量</a:t>
            </a:r>
            <a:r>
              <a:rPr kumimoji="1" lang="zh-CN" altLang="en-US" sz="2100" b="1">
                <a:solidFill>
                  <a:srgbClr val="000000"/>
                </a:solidFill>
                <a:latin typeface="Times New Roman" pitchFamily="18" charset="0"/>
              </a:rPr>
              <a:t>之</a:t>
            </a:r>
            <a:r>
              <a:rPr kumimoji="1" lang="zh-CN" altLang="en-US" sz="2100" b="1" smtClean="0">
                <a:solidFill>
                  <a:srgbClr val="000000"/>
                </a:solidFill>
                <a:latin typeface="Times New Roman" pitchFamily="18" charset="0"/>
              </a:rPr>
              <a:t>差 </a:t>
            </a:r>
            <a:r>
              <a:rPr kumimoji="1" lang="en-US" altLang="zh-CN" sz="2100" b="1" smtClean="0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kumimoji="1" lang="en-US" altLang="zh-CN" sz="2100" b="1" smtClean="0">
                <a:solidFill>
                  <a:srgbClr val="000000"/>
                </a:solidFill>
                <a:latin typeface="Times New Roman" pitchFamily="18" charset="0"/>
              </a:rPr>
            </a:br>
            <a:r>
              <a:rPr kumimoji="1" lang="en-US" altLang="zh-CN" sz="2100" b="1" smtClean="0">
                <a:solidFill>
                  <a:srgbClr val="000000"/>
                </a:solidFill>
                <a:latin typeface="Times New Roman" pitchFamily="18" charset="0"/>
              </a:rPr>
              <a:t>            </a:t>
            </a:r>
            <a:r>
              <a:rPr kumimoji="1" lang="zh-CN" altLang="en-US" sz="2100" b="1" smtClean="0">
                <a:solidFill>
                  <a:srgbClr val="000000"/>
                </a:solidFill>
                <a:latin typeface="Times New Roman" pitchFamily="18" charset="0"/>
              </a:rPr>
              <a:t>等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于外力的功：</a:t>
            </a:r>
          </a:p>
        </p:txBody>
      </p:sp>
      <p:graphicFrame>
        <p:nvGraphicFramePr>
          <p:cNvPr id="180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908272"/>
              </p:ext>
            </p:extLst>
          </p:nvPr>
        </p:nvGraphicFramePr>
        <p:xfrm>
          <a:off x="1785412" y="1268106"/>
          <a:ext cx="2272238" cy="78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826" name="Equation" r:id="rId4" imgW="1320480" imgH="457200" progId="Equation.DSMT4">
                  <p:embed/>
                </p:oleObj>
              </mc:Choice>
              <mc:Fallback>
                <p:oleObj name="Equation" r:id="rId4" imgW="1320480" imgH="457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412" y="1268106"/>
                        <a:ext cx="2272238" cy="7870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29" name="Text Box 5"/>
          <p:cNvSpPr txBox="1">
            <a:spLocks noChangeArrowheads="1"/>
          </p:cNvSpPr>
          <p:nvPr/>
        </p:nvSpPr>
        <p:spPr bwMode="auto">
          <a:xfrm>
            <a:off x="212943" y="4052173"/>
            <a:ext cx="9030534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可见，若把电容器极板拉开一倍的距离，电容器的 </a:t>
            </a:r>
            <a:r>
              <a:rPr kumimoji="1" lang="zh-CN" altLang="en-US" sz="2100" b="1" dirty="0">
                <a:solidFill>
                  <a:srgbClr val="A50021"/>
                </a:solidFill>
                <a:latin typeface="Times New Roman" pitchFamily="18" charset="0"/>
              </a:rPr>
              <a:t>能量的增加一倍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7563803" y="4877717"/>
            <a:ext cx="1600200" cy="357188"/>
          </a:xfrm>
          <a:prstGeom prst="rect">
            <a:avLst/>
          </a:prstGeom>
        </p:spPr>
        <p:txBody>
          <a:bodyPr/>
          <a:lstStyle/>
          <a:p>
            <a:pPr algn="r" defTabSz="685800">
              <a:defRPr/>
            </a:pPr>
            <a:fld id="{E15877ED-4F25-4708-8F48-BEB3F23BCEA9}" type="slidenum">
              <a:rPr lang="en-US" altLang="zh-CN" sz="1050">
                <a:solidFill>
                  <a:srgbClr val="000000"/>
                </a:solidFill>
              </a:rPr>
              <a:pPr algn="r" defTabSz="685800">
                <a:defRPr/>
              </a:pPr>
              <a:t>9</a:t>
            </a:fld>
            <a:endParaRPr lang="en-US" altLang="zh-CN" sz="1050" dirty="0">
              <a:solidFill>
                <a:srgbClr val="000000"/>
              </a:solidFill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665661"/>
              </p:ext>
            </p:extLst>
          </p:nvPr>
        </p:nvGraphicFramePr>
        <p:xfrm>
          <a:off x="5316498" y="1318974"/>
          <a:ext cx="2168604" cy="685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827" name="Equation" r:id="rId6" imgW="1117440" imgH="393480" progId="Equation.DSMT4">
                  <p:embed/>
                </p:oleObj>
              </mc:Choice>
              <mc:Fallback>
                <p:oleObj name="Equation" r:id="rId6" imgW="1117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498" y="1318974"/>
                        <a:ext cx="2168604" cy="68526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644388"/>
              </p:ext>
            </p:extLst>
          </p:nvPr>
        </p:nvGraphicFramePr>
        <p:xfrm>
          <a:off x="2094310" y="2164658"/>
          <a:ext cx="984023" cy="787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828" name="Equation" r:id="rId8" imgW="571320" imgH="457200" progId="Equation.DSMT4">
                  <p:embed/>
                </p:oleObj>
              </mc:Choice>
              <mc:Fallback>
                <p:oleObj name="Equation" r:id="rId8" imgW="571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310" y="2164658"/>
                        <a:ext cx="984023" cy="787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74390"/>
              </p:ext>
            </p:extLst>
          </p:nvPr>
        </p:nvGraphicFramePr>
        <p:xfrm>
          <a:off x="2094310" y="3061210"/>
          <a:ext cx="700399" cy="787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829" name="Equation" r:id="rId10" imgW="406080" imgH="457200" progId="Equation.DSMT4">
                  <p:embed/>
                </p:oleObj>
              </mc:Choice>
              <mc:Fallback>
                <p:oleObj name="Equation" r:id="rId10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310" y="3061210"/>
                        <a:ext cx="700399" cy="787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2"/>
          <p:cNvSpPr txBox="1">
            <a:spLocks noChangeArrowheads="1"/>
          </p:cNvSpPr>
          <p:nvPr/>
        </p:nvSpPr>
        <p:spPr bwMode="auto">
          <a:xfrm>
            <a:off x="1643063" y="390525"/>
            <a:ext cx="53899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rgbClr val="A50021"/>
                </a:solidFill>
                <a:latin typeface="Times New Roman" pitchFamily="18" charset="0"/>
              </a:rPr>
              <a:t>(2)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外力反抗极板间的电场力作功</a:t>
            </a:r>
          </a:p>
        </p:txBody>
      </p:sp>
      <p:graphicFrame>
        <p:nvGraphicFramePr>
          <p:cNvPr id="1812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988279"/>
              </p:ext>
            </p:extLst>
          </p:nvPr>
        </p:nvGraphicFramePr>
        <p:xfrm>
          <a:off x="2216944" y="1074837"/>
          <a:ext cx="1283494" cy="388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29" name="Equation" r:id="rId3" imgW="685800" imgH="203040" progId="Equation.DSMT4">
                  <p:embed/>
                </p:oleObj>
              </mc:Choice>
              <mc:Fallback>
                <p:oleObj name="Equation" r:id="rId3" imgW="68580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944" y="1074837"/>
                        <a:ext cx="1283494" cy="388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508137"/>
              </p:ext>
            </p:extLst>
          </p:nvPr>
        </p:nvGraphicFramePr>
        <p:xfrm>
          <a:off x="2193131" y="1744266"/>
          <a:ext cx="1925241" cy="765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30" name="Equation" r:id="rId5" imgW="1028520" imgH="457200" progId="Equation.DSMT4">
                  <p:embed/>
                </p:oleObj>
              </mc:Choice>
              <mc:Fallback>
                <p:oleObj name="Equation" r:id="rId5" imgW="1028520" imgH="457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131" y="1744266"/>
                        <a:ext cx="1925241" cy="765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766888" y="2892030"/>
            <a:ext cx="5403056" cy="1829992"/>
            <a:chOff x="492" y="2349"/>
            <a:chExt cx="4538" cy="1537"/>
          </a:xfrm>
        </p:grpSpPr>
        <p:sp>
          <p:nvSpPr>
            <p:cNvPr id="181254" name="Rectangle 6"/>
            <p:cNvSpPr>
              <a:spLocks noChangeArrowheads="1"/>
            </p:cNvSpPr>
            <p:nvPr/>
          </p:nvSpPr>
          <p:spPr bwMode="auto">
            <a:xfrm>
              <a:off x="492" y="2521"/>
              <a:ext cx="453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</a:rPr>
                <a:t>另外：</a:t>
              </a:r>
            </a:p>
          </p:txBody>
        </p:sp>
        <p:graphicFrame>
          <p:nvGraphicFramePr>
            <p:cNvPr id="18125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9686917"/>
                </p:ext>
              </p:extLst>
            </p:nvPr>
          </p:nvGraphicFramePr>
          <p:xfrm>
            <a:off x="1291" y="2349"/>
            <a:ext cx="1247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931" name="Equation" r:id="rId7" imgW="787320" imgH="431640" progId="Equation.DSMT4">
                    <p:embed/>
                  </p:oleObj>
                </mc:Choice>
                <mc:Fallback>
                  <p:oleObj name="Equation" r:id="rId7" imgW="787320" imgH="43164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1" y="2349"/>
                          <a:ext cx="1247" cy="7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125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5201743"/>
                </p:ext>
              </p:extLst>
            </p:nvPr>
          </p:nvGraphicFramePr>
          <p:xfrm>
            <a:off x="981" y="3166"/>
            <a:ext cx="1786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932" name="Equation" r:id="rId9" imgW="1015920" imgH="457200" progId="Equation.DSMT4">
                    <p:embed/>
                  </p:oleObj>
                </mc:Choice>
                <mc:Fallback>
                  <p:oleObj name="Equation" r:id="rId9" imgW="1015920" imgH="45720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1" y="3166"/>
                          <a:ext cx="1786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191001" y="2171700"/>
            <a:ext cx="3287316" cy="2122885"/>
            <a:chOff x="2560" y="1824"/>
            <a:chExt cx="2761" cy="1783"/>
          </a:xfrm>
        </p:grpSpPr>
        <p:sp>
          <p:nvSpPr>
            <p:cNvPr id="181258" name="Line 10"/>
            <p:cNvSpPr>
              <a:spLocks noChangeShapeType="1"/>
            </p:cNvSpPr>
            <p:nvPr/>
          </p:nvSpPr>
          <p:spPr bwMode="auto">
            <a:xfrm flipH="1" flipV="1">
              <a:off x="2560" y="1824"/>
              <a:ext cx="1416" cy="1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81259" name="Line 11"/>
            <p:cNvSpPr>
              <a:spLocks noChangeShapeType="1"/>
            </p:cNvSpPr>
            <p:nvPr/>
          </p:nvSpPr>
          <p:spPr bwMode="auto">
            <a:xfrm flipH="1">
              <a:off x="2923" y="3127"/>
              <a:ext cx="1053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81260" name="Rectangle 12"/>
            <p:cNvSpPr>
              <a:spLocks noChangeArrowheads="1"/>
            </p:cNvSpPr>
            <p:nvPr/>
          </p:nvSpPr>
          <p:spPr bwMode="auto">
            <a:xfrm>
              <a:off x="3968" y="2919"/>
              <a:ext cx="1353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zh-CN" altLang="en-US" sz="2100" b="1">
                  <a:solidFill>
                    <a:srgbClr val="FF0000"/>
                  </a:solidFill>
                  <a:latin typeface="Times New Roman" pitchFamily="18" charset="0"/>
                </a:rPr>
                <a:t>哪个对？</a:t>
              </a:r>
            </a:p>
          </p:txBody>
        </p:sp>
      </p:grpSp>
      <p:sp>
        <p:nvSpPr>
          <p:cNvPr id="14" name="灯片编号占位符 1"/>
          <p:cNvSpPr txBox="1">
            <a:spLocks/>
          </p:cNvSpPr>
          <p:nvPr/>
        </p:nvSpPr>
        <p:spPr>
          <a:xfrm>
            <a:off x="7543800" y="4886325"/>
            <a:ext cx="1600200" cy="357188"/>
          </a:xfrm>
          <a:prstGeom prst="rect">
            <a:avLst/>
          </a:prstGeom>
        </p:spPr>
        <p:txBody>
          <a:bodyPr/>
          <a:lstStyle/>
          <a:p>
            <a:pPr algn="r" defTabSz="685800">
              <a:defRPr/>
            </a:pPr>
            <a:fld id="{E15877ED-4F25-4708-8F48-BEB3F23BCEA9}" type="slidenum">
              <a:rPr lang="en-US" altLang="zh-CN" sz="1050">
                <a:solidFill>
                  <a:srgbClr val="000000"/>
                </a:solidFill>
              </a:rPr>
              <a:pPr algn="r" defTabSz="685800">
                <a:defRPr/>
              </a:pPr>
              <a:t>10</a:t>
            </a:fld>
            <a:endParaRPr lang="en-US" altLang="zh-CN" sz="1050" dirty="0">
              <a:solidFill>
                <a:srgbClr val="000000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137887"/>
              </p:ext>
            </p:extLst>
          </p:nvPr>
        </p:nvGraphicFramePr>
        <p:xfrm>
          <a:off x="6399015" y="214312"/>
          <a:ext cx="1268015" cy="78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33" name="Equation" r:id="rId11" imgW="736560" imgH="457200" progId="Equation.DSMT4">
                  <p:embed/>
                </p:oleObj>
              </mc:Choice>
              <mc:Fallback>
                <p:oleObj name="Equation" r:id="rId11" imgW="73656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9015" y="214312"/>
                        <a:ext cx="1268015" cy="787004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877ED-4F25-4708-8F48-BEB3F23BCEA9}" type="slidenum">
              <a:rPr lang="en-US" altLang="zh-CN">
                <a:solidFill>
                  <a:srgbClr val="000000"/>
                </a:solidFill>
              </a:rPr>
              <a:pPr/>
              <a:t>11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1744267" y="308373"/>
            <a:ext cx="57638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高斯定理求电场强度</a:t>
            </a:r>
            <a:r>
              <a:rPr lang="zh-CN" altLang="en-US" sz="2400" b="1">
                <a:solidFill>
                  <a:srgbClr val="000000"/>
                </a:solidFill>
              </a:rPr>
              <a:t>需要注意的问题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161795" name="Text Box 3"/>
          <p:cNvSpPr txBox="1">
            <a:spLocks noChangeArrowheads="1"/>
          </p:cNvSpPr>
          <p:nvPr/>
        </p:nvSpPr>
        <p:spPr bwMode="auto">
          <a:xfrm>
            <a:off x="1553766" y="916781"/>
            <a:ext cx="622935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57175" indent="-257175">
              <a:lnSpc>
                <a:spcPct val="120000"/>
              </a:lnSpc>
              <a:buFontTx/>
              <a:buAutoNum type="arabicPeriod"/>
            </a:pPr>
            <a:r>
              <a:rPr lang="zh-CN" altLang="en-US" sz="2100" b="1">
                <a:solidFill>
                  <a:srgbClr val="990000"/>
                </a:solidFill>
                <a:latin typeface="Times New Roman" pitchFamily="18" charset="0"/>
              </a:rPr>
              <a:t>根据电荷分布的对称性，选择合适的高斯面，    使得</a:t>
            </a:r>
            <a:r>
              <a:rPr lang="zh-CN" altLang="en-US" sz="2100" b="1">
                <a:solidFill>
                  <a:srgbClr val="0000FF"/>
                </a:solidFill>
                <a:latin typeface="Times New Roman" pitchFamily="18" charset="0"/>
              </a:rPr>
              <a:t>高斯面上处处</a:t>
            </a:r>
            <a:r>
              <a:rPr lang="en-US" altLang="zh-CN" sz="2100" b="1">
                <a:solidFill>
                  <a:srgbClr val="0000FF"/>
                </a:solidFill>
                <a:latin typeface="Times New Roman" pitchFamily="18" charset="0"/>
              </a:rPr>
              <a:t>(</a:t>
            </a:r>
            <a:r>
              <a:rPr lang="zh-CN" altLang="en-US" sz="2100" b="1">
                <a:solidFill>
                  <a:srgbClr val="0000FF"/>
                </a:solidFill>
                <a:latin typeface="Times New Roman" pitchFamily="18" charset="0"/>
              </a:rPr>
              <a:t>某区域</a:t>
            </a:r>
            <a:r>
              <a:rPr lang="en-US" altLang="zh-CN" sz="2100" b="1">
                <a:solidFill>
                  <a:srgbClr val="0000FF"/>
                </a:solidFill>
                <a:latin typeface="Times New Roman" pitchFamily="18" charset="0"/>
              </a:rPr>
              <a:t>)</a:t>
            </a:r>
            <a:r>
              <a:rPr lang="zh-CN" altLang="en-US" sz="2100" b="1">
                <a:solidFill>
                  <a:srgbClr val="0000FF"/>
                </a:solidFill>
                <a:latin typeface="Times New Roman" pitchFamily="18" charset="0"/>
              </a:rPr>
              <a:t>场强大小相等</a:t>
            </a:r>
            <a:r>
              <a:rPr lang="zh-CN" altLang="en-US" sz="2100" b="1">
                <a:solidFill>
                  <a:srgbClr val="990000"/>
                </a:solidFill>
                <a:latin typeface="Times New Roman" pitchFamily="18" charset="0"/>
              </a:rPr>
              <a:t>。               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53756" y="2592467"/>
            <a:ext cx="1539479" cy="2031206"/>
            <a:chOff x="276" y="2389"/>
            <a:chExt cx="1293" cy="1706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76" y="2389"/>
              <a:ext cx="1293" cy="1706"/>
              <a:chOff x="276" y="2389"/>
              <a:chExt cx="1293" cy="1706"/>
            </a:xfrm>
          </p:grpSpPr>
          <p:sp>
            <p:nvSpPr>
              <p:cNvPr id="161798" name="Text Box 6"/>
              <p:cNvSpPr txBox="1">
                <a:spLocks noChangeArrowheads="1"/>
              </p:cNvSpPr>
              <p:nvPr/>
            </p:nvSpPr>
            <p:spPr bwMode="auto">
              <a:xfrm>
                <a:off x="276" y="3746"/>
                <a:ext cx="1293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100" b="1">
                    <a:solidFill>
                      <a:srgbClr val="000000"/>
                    </a:solidFill>
                    <a:latin typeface="Times New Roman" pitchFamily="18" charset="0"/>
                  </a:rPr>
                  <a:t>均匀带电</a:t>
                </a:r>
                <a:r>
                  <a:rPr kumimoji="1" lang="zh-CN" altLang="en-US" sz="2100" b="1">
                    <a:solidFill>
                      <a:srgbClr val="FF0000"/>
                    </a:solidFill>
                    <a:latin typeface="Times New Roman" pitchFamily="18" charset="0"/>
                  </a:rPr>
                  <a:t>球</a:t>
                </a:r>
                <a:endParaRPr kumimoji="1" lang="en-US" altLang="zh-CN" sz="2100" b="1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1799" name="Oval 7"/>
              <p:cNvSpPr>
                <a:spLocks noChangeArrowheads="1"/>
              </p:cNvSpPr>
              <p:nvPr/>
            </p:nvSpPr>
            <p:spPr bwMode="auto">
              <a:xfrm>
                <a:off x="479" y="2389"/>
                <a:ext cx="884" cy="842"/>
              </a:xfrm>
              <a:prstGeom prst="ellipse">
                <a:avLst/>
              </a:prstGeom>
              <a:gradFill rotWithShape="1">
                <a:gsLst>
                  <a:gs pos="0">
                    <a:srgbClr val="FFFFCC">
                      <a:alpha val="33000"/>
                    </a:srgbClr>
                  </a:gs>
                  <a:gs pos="100000">
                    <a:srgbClr val="FFCC99"/>
                  </a:gs>
                </a:gsLst>
                <a:path path="shape">
                  <a:fillToRect l="50000" t="50000" r="50000" b="50000"/>
                </a:path>
              </a:gradFill>
              <a:ln w="3810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161800" name="Object 8"/>
            <p:cNvGraphicFramePr>
              <a:graphicFrameLocks noChangeAspect="1"/>
            </p:cNvGraphicFramePr>
            <p:nvPr/>
          </p:nvGraphicFramePr>
          <p:xfrm>
            <a:off x="822" y="2492"/>
            <a:ext cx="24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74" name="公式" r:id="rId3" imgW="164880" imgH="203040" progId="Equation.3">
                    <p:embed/>
                  </p:oleObj>
                </mc:Choice>
                <mc:Fallback>
                  <p:oleObj name="公式" r:id="rId3" imgW="164880" imgH="2030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" y="2492"/>
                          <a:ext cx="24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3323033" y="2050256"/>
            <a:ext cx="1809750" cy="2572942"/>
            <a:chOff x="1846" y="2036"/>
            <a:chExt cx="1520" cy="2161"/>
          </a:xfrm>
        </p:grpSpPr>
        <p:sp>
          <p:nvSpPr>
            <p:cNvPr id="161802" name="Text Box 10"/>
            <p:cNvSpPr txBox="1">
              <a:spLocks noChangeArrowheads="1"/>
            </p:cNvSpPr>
            <p:nvPr/>
          </p:nvSpPr>
          <p:spPr bwMode="auto">
            <a:xfrm>
              <a:off x="1846" y="3848"/>
              <a:ext cx="152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</a:rPr>
                <a:t>均匀带电</a:t>
              </a:r>
              <a:r>
                <a:rPr kumimoji="1" lang="zh-CN" altLang="en-US" sz="2100" b="1">
                  <a:solidFill>
                    <a:srgbClr val="FF0000"/>
                  </a:solidFill>
                  <a:latin typeface="Times New Roman" pitchFamily="18" charset="0"/>
                </a:rPr>
                <a:t>细棒</a:t>
              </a:r>
              <a:endParaRPr kumimoji="1" lang="zh-CN" altLang="en-US" sz="21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61803" name="Oval 11"/>
            <p:cNvSpPr>
              <a:spLocks noChangeArrowheads="1"/>
            </p:cNvSpPr>
            <p:nvPr/>
          </p:nvSpPr>
          <p:spPr bwMode="auto">
            <a:xfrm>
              <a:off x="2369" y="2036"/>
              <a:ext cx="369" cy="175"/>
            </a:xfrm>
            <a:prstGeom prst="ellipse">
              <a:avLst/>
            </a:prstGeom>
            <a:gradFill rotWithShape="1">
              <a:gsLst>
                <a:gs pos="0">
                  <a:srgbClr val="333333"/>
                </a:gs>
                <a:gs pos="100000">
                  <a:srgbClr val="333333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round/>
              <a:headEnd/>
              <a:tailEnd/>
            </a:ln>
            <a:effectLst/>
            <a:scene3d>
              <a:camera prst="legacyPerspectiveBottomLeft">
                <a:rot lat="18300000" lon="300000" rev="0"/>
              </a:camera>
              <a:lightRig rig="legacyFlat3" dir="t"/>
            </a:scene3d>
            <a:sp3d extrusionH="2513000" prstMaterial="legacyMatte">
              <a:bevelT w="13500" h="13500" prst="angle"/>
              <a:bevelB w="13500" h="13500" prst="angle"/>
              <a:extrusionClr>
                <a:schemeClr val="bg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61804" name="Object 12"/>
            <p:cNvGraphicFramePr>
              <a:graphicFrameLocks noChangeAspect="1"/>
            </p:cNvGraphicFramePr>
            <p:nvPr/>
          </p:nvGraphicFramePr>
          <p:xfrm>
            <a:off x="2827" y="2523"/>
            <a:ext cx="258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75" name="Equation" r:id="rId5" imgW="139680" imgH="177480" progId="Equation.DSMT4">
                    <p:embed/>
                  </p:oleObj>
                </mc:Choice>
                <mc:Fallback>
                  <p:oleObj name="Equation" r:id="rId5" imgW="139680" imgH="17748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" y="2523"/>
                          <a:ext cx="258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1805" name="Text Box 13"/>
          <p:cNvSpPr txBox="1">
            <a:spLocks noChangeArrowheads="1"/>
          </p:cNvSpPr>
          <p:nvPr/>
        </p:nvSpPr>
        <p:spPr bwMode="auto">
          <a:xfrm>
            <a:off x="5431331" y="4207670"/>
            <a:ext cx="262283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100" b="1">
                <a:solidFill>
                  <a:srgbClr val="000000"/>
                </a:solidFill>
                <a:latin typeface="Times New Roman" pitchFamily="18" charset="0"/>
              </a:rPr>
              <a:t>均匀带电无限大</a:t>
            </a:r>
            <a:r>
              <a:rPr kumimoji="1" lang="zh-CN" altLang="en-US" sz="2100" b="1">
                <a:solidFill>
                  <a:srgbClr val="FF0000"/>
                </a:solidFill>
                <a:latin typeface="Times New Roman" pitchFamily="18" charset="0"/>
              </a:rPr>
              <a:t>平面</a:t>
            </a:r>
          </a:p>
        </p:txBody>
      </p:sp>
      <p:sp>
        <p:nvSpPr>
          <p:cNvPr id="161806" name="Line 14"/>
          <p:cNvSpPr>
            <a:spLocks noChangeShapeType="1"/>
          </p:cNvSpPr>
          <p:nvPr/>
        </p:nvSpPr>
        <p:spPr bwMode="auto">
          <a:xfrm flipV="1">
            <a:off x="6140054" y="2050733"/>
            <a:ext cx="971550" cy="635794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sp>
        <p:nvSpPr>
          <p:cNvPr id="161807" name="Line 15"/>
          <p:cNvSpPr>
            <a:spLocks noChangeShapeType="1"/>
          </p:cNvSpPr>
          <p:nvPr/>
        </p:nvSpPr>
        <p:spPr bwMode="auto">
          <a:xfrm flipV="1">
            <a:off x="6397229" y="3440192"/>
            <a:ext cx="457200" cy="29884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sp>
        <p:nvSpPr>
          <p:cNvPr id="161808" name="Line 16"/>
          <p:cNvSpPr>
            <a:spLocks noChangeShapeType="1"/>
          </p:cNvSpPr>
          <p:nvPr/>
        </p:nvSpPr>
        <p:spPr bwMode="auto">
          <a:xfrm flipV="1">
            <a:off x="6425804" y="2200752"/>
            <a:ext cx="457200" cy="29884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755606" y="2050733"/>
            <a:ext cx="1191" cy="1779985"/>
            <a:chOff x="4831" y="1706"/>
            <a:chExt cx="1" cy="1495"/>
          </a:xfrm>
        </p:grpSpPr>
        <p:sp>
          <p:nvSpPr>
            <p:cNvPr id="161810" name="Line 18"/>
            <p:cNvSpPr>
              <a:spLocks noChangeShapeType="1"/>
            </p:cNvSpPr>
            <p:nvPr/>
          </p:nvSpPr>
          <p:spPr bwMode="auto">
            <a:xfrm>
              <a:off x="4831" y="1922"/>
              <a:ext cx="0" cy="9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61811" name="Line 19"/>
            <p:cNvSpPr>
              <a:spLocks noChangeShapeType="1"/>
            </p:cNvSpPr>
            <p:nvPr/>
          </p:nvSpPr>
          <p:spPr bwMode="auto">
            <a:xfrm>
              <a:off x="4832" y="1706"/>
              <a:ext cx="0" cy="3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61812" name="Line 20"/>
            <p:cNvSpPr>
              <a:spLocks noChangeShapeType="1"/>
            </p:cNvSpPr>
            <p:nvPr/>
          </p:nvSpPr>
          <p:spPr bwMode="auto">
            <a:xfrm>
              <a:off x="4831" y="2842"/>
              <a:ext cx="0" cy="3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</p:grpSp>
      <p:sp>
        <p:nvSpPr>
          <p:cNvPr id="161813" name="Line 21"/>
          <p:cNvSpPr>
            <a:spLocks noChangeShapeType="1"/>
          </p:cNvSpPr>
          <p:nvPr/>
        </p:nvSpPr>
        <p:spPr bwMode="auto">
          <a:xfrm flipV="1">
            <a:off x="6140054" y="3273505"/>
            <a:ext cx="971550" cy="634603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graphicFrame>
        <p:nvGraphicFramePr>
          <p:cNvPr id="1618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702588"/>
              </p:ext>
            </p:extLst>
          </p:nvPr>
        </p:nvGraphicFramePr>
        <p:xfrm>
          <a:off x="6826985" y="2276356"/>
          <a:ext cx="334566" cy="308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76" name="Equation" r:id="rId7" imgW="152280" imgH="139680" progId="Equation.DSMT4">
                  <p:embed/>
                </p:oleObj>
              </mc:Choice>
              <mc:Fallback>
                <p:oleObj name="Equation" r:id="rId7" imgW="152280" imgH="1396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985" y="2276356"/>
                        <a:ext cx="334566" cy="308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15" name="Oval 23"/>
          <p:cNvSpPr>
            <a:spLocks noChangeArrowheads="1"/>
          </p:cNvSpPr>
          <p:nvPr/>
        </p:nvSpPr>
        <p:spPr bwMode="auto">
          <a:xfrm>
            <a:off x="1490663" y="2354342"/>
            <a:ext cx="1485900" cy="14859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</a:endParaRPr>
          </a:p>
        </p:txBody>
      </p: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6101954" y="2728199"/>
            <a:ext cx="892969" cy="425053"/>
            <a:chOff x="4180" y="2358"/>
            <a:chExt cx="750" cy="357"/>
          </a:xfrm>
        </p:grpSpPr>
        <p:sp>
          <p:nvSpPr>
            <p:cNvPr id="161820" name="AutoShape 28"/>
            <p:cNvSpPr>
              <a:spLocks noChangeArrowheads="1"/>
            </p:cNvSpPr>
            <p:nvPr/>
          </p:nvSpPr>
          <p:spPr bwMode="auto">
            <a:xfrm rot="5400000">
              <a:off x="4380" y="2158"/>
              <a:ext cx="349" cy="750"/>
            </a:xfrm>
            <a:prstGeom prst="can">
              <a:avLst>
                <a:gd name="adj" fmla="val 3638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61821" name="Oval 29"/>
            <p:cNvSpPr>
              <a:spLocks noChangeArrowheads="1"/>
            </p:cNvSpPr>
            <p:nvPr/>
          </p:nvSpPr>
          <p:spPr bwMode="auto">
            <a:xfrm>
              <a:off x="4537" y="2358"/>
              <a:ext cx="113" cy="3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61822" name="Text Box 30"/>
            <p:cNvSpPr txBox="1">
              <a:spLocks noChangeArrowheads="1"/>
            </p:cNvSpPr>
            <p:nvPr/>
          </p:nvSpPr>
          <p:spPr bwMode="auto">
            <a:xfrm>
              <a:off x="4609" y="2366"/>
              <a:ext cx="116" cy="349"/>
            </a:xfrm>
            <a:prstGeom prst="rect">
              <a:avLst/>
            </a:prstGeom>
            <a:solidFill>
              <a:schemeClr val="accent1">
                <a:alpha val="84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21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6418660" y="2162651"/>
            <a:ext cx="0" cy="1782366"/>
            <a:chOff x="4427" y="1800"/>
            <a:chExt cx="0" cy="1497"/>
          </a:xfrm>
        </p:grpSpPr>
        <p:sp>
          <p:nvSpPr>
            <p:cNvPr id="161824" name="Line 32"/>
            <p:cNvSpPr>
              <a:spLocks noChangeShapeType="1"/>
            </p:cNvSpPr>
            <p:nvPr/>
          </p:nvSpPr>
          <p:spPr bwMode="auto">
            <a:xfrm>
              <a:off x="4427" y="1800"/>
              <a:ext cx="0" cy="3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61825" name="Line 33"/>
            <p:cNvSpPr>
              <a:spLocks noChangeShapeType="1"/>
            </p:cNvSpPr>
            <p:nvPr/>
          </p:nvSpPr>
          <p:spPr bwMode="auto">
            <a:xfrm>
              <a:off x="4427" y="2938"/>
              <a:ext cx="0" cy="3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61826" name="Line 34"/>
            <p:cNvSpPr>
              <a:spLocks noChangeShapeType="1"/>
            </p:cNvSpPr>
            <p:nvPr/>
          </p:nvSpPr>
          <p:spPr bwMode="auto">
            <a:xfrm>
              <a:off x="4427" y="2185"/>
              <a:ext cx="0" cy="9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786188" y="2277666"/>
            <a:ext cx="717947" cy="1246586"/>
            <a:chOff x="3524250" y="3036888"/>
            <a:chExt cx="957263" cy="1662114"/>
          </a:xfrm>
        </p:grpSpPr>
        <p:sp>
          <p:nvSpPr>
            <p:cNvPr id="161817" name="AutoShape 25"/>
            <p:cNvSpPr>
              <a:spLocks noChangeArrowheads="1"/>
            </p:cNvSpPr>
            <p:nvPr/>
          </p:nvSpPr>
          <p:spPr bwMode="auto">
            <a:xfrm>
              <a:off x="3524250" y="3113089"/>
              <a:ext cx="957263" cy="1585913"/>
            </a:xfrm>
            <a:prstGeom prst="can">
              <a:avLst>
                <a:gd name="adj" fmla="val 41418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9"/>
            <a:srcRect l="4512" r="5026"/>
            <a:stretch/>
          </p:blipFill>
          <p:spPr>
            <a:xfrm>
              <a:off x="3742691" y="3036888"/>
              <a:ext cx="560070" cy="20955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6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6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6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6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6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/>
      <p:bldP spid="161805" grpId="0"/>
      <p:bldP spid="161806" grpId="0" animBg="1"/>
      <p:bldP spid="161807" grpId="0" animBg="1"/>
      <p:bldP spid="161808" grpId="0" animBg="1"/>
      <p:bldP spid="161813" grpId="0" animBg="1"/>
      <p:bldP spid="1618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737006-C87D-44F9-B8C1-4F3E86059E2B}" type="slidenum">
              <a:rPr lang="en-US" altLang="zh-CN">
                <a:solidFill>
                  <a:srgbClr val="000000"/>
                </a:solidFill>
              </a:rPr>
              <a:pPr/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1341835" y="184547"/>
            <a:ext cx="645795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100" b="1">
                <a:solidFill>
                  <a:srgbClr val="990000"/>
                </a:solidFill>
                <a:latin typeface="Times New Roman" pitchFamily="18" charset="0"/>
              </a:rPr>
              <a:t>2. </a:t>
            </a:r>
            <a:r>
              <a:rPr lang="zh-CN" altLang="en-US" sz="2100" b="1">
                <a:solidFill>
                  <a:srgbClr val="990000"/>
                </a:solidFill>
                <a:latin typeface="Times New Roman" pitchFamily="18" charset="0"/>
              </a:rPr>
              <a:t>所有电场中的导体，都已经达到了静电平衡状态。</a:t>
            </a:r>
          </a:p>
          <a:p>
            <a:pPr>
              <a:lnSpc>
                <a:spcPct val="120000"/>
              </a:lnSpc>
            </a:pPr>
            <a:r>
              <a:rPr lang="zh-CN" altLang="en-US" sz="2100" b="1">
                <a:solidFill>
                  <a:srgbClr val="990000"/>
                </a:solidFill>
                <a:latin typeface="Times New Roman" pitchFamily="18" charset="0"/>
              </a:rPr>
              <a:t>    静电平衡是一瞬间就能完成的。</a:t>
            </a:r>
            <a:r>
              <a:rPr lang="zh-CN" altLang="en-US" sz="2100" b="1">
                <a:solidFill>
                  <a:srgbClr val="0000FF"/>
                </a:solidFill>
                <a:latin typeface="Times New Roman" pitchFamily="18" charset="0"/>
              </a:rPr>
              <a:t>与均匀带电体不同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087752" y="1451377"/>
            <a:ext cx="3494486" cy="517923"/>
            <a:chOff x="7" y="1432"/>
            <a:chExt cx="2935" cy="435"/>
          </a:xfrm>
        </p:grpSpPr>
        <p:sp>
          <p:nvSpPr>
            <p:cNvPr id="163844" name="Text Box 4"/>
            <p:cNvSpPr txBox="1">
              <a:spLocks noChangeArrowheads="1"/>
            </p:cNvSpPr>
            <p:nvPr/>
          </p:nvSpPr>
          <p:spPr bwMode="auto">
            <a:xfrm>
              <a:off x="7" y="1432"/>
              <a:ext cx="2106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000000"/>
                  </a:solidFill>
                </a:rPr>
                <a:t>金</a:t>
              </a:r>
              <a:r>
                <a:rPr lang="zh-CN" altLang="en-US" sz="2100" b="1">
                  <a:solidFill>
                    <a:srgbClr val="000000"/>
                  </a:solidFill>
                </a:rPr>
                <a:t>属</a:t>
              </a:r>
              <a:r>
                <a:rPr lang="en-US" altLang="zh-CN" sz="2100" b="1" smtClean="0">
                  <a:solidFill>
                    <a:srgbClr val="000000"/>
                  </a:solidFill>
                </a:rPr>
                <a:t>: </a:t>
              </a:r>
              <a:r>
                <a:rPr lang="zh-CN" altLang="en-US" sz="2100" b="1" smtClean="0">
                  <a:solidFill>
                    <a:srgbClr val="0000FF"/>
                  </a:solidFill>
                  <a:latin typeface="Times New Roman" pitchFamily="18" charset="0"/>
                </a:rPr>
                <a:t>电荷在表面</a:t>
              </a:r>
              <a:endParaRPr lang="zh-CN" altLang="en-US" sz="21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16384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4151539"/>
                </p:ext>
              </p:extLst>
            </p:nvPr>
          </p:nvGraphicFramePr>
          <p:xfrm>
            <a:off x="2187" y="1448"/>
            <a:ext cx="755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52" name="Equation" r:id="rId3" imgW="457200" imgH="253800" progId="Equation.DSMT4">
                    <p:embed/>
                  </p:oleObj>
                </mc:Choice>
                <mc:Fallback>
                  <p:oleObj name="Equation" r:id="rId3" imgW="457200" imgH="253800" progId="Equation.DSMT4">
                    <p:embed/>
                    <p:pic>
                      <p:nvPicPr>
                        <p:cNvPr id="0" name="Picture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7" y="1448"/>
                          <a:ext cx="755" cy="4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5715993" y="1117081"/>
            <a:ext cx="1217708" cy="1146025"/>
            <a:chOff x="2083" y="1081"/>
            <a:chExt cx="1342" cy="1263"/>
          </a:xfrm>
        </p:grpSpPr>
        <p:graphicFrame>
          <p:nvGraphicFramePr>
            <p:cNvPr id="16385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9931540"/>
                </p:ext>
              </p:extLst>
            </p:nvPr>
          </p:nvGraphicFramePr>
          <p:xfrm>
            <a:off x="3248" y="1633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53" name="公式" r:id="rId5" imgW="139680" imgH="139680" progId="Equation.3">
                    <p:embed/>
                  </p:oleObj>
                </mc:Choice>
                <mc:Fallback>
                  <p:oleObj name="公式" r:id="rId5" imgW="139680" imgH="139680" progId="Equation.3">
                    <p:embed/>
                    <p:pic>
                      <p:nvPicPr>
                        <p:cNvPr id="0" name="Picture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8" y="1633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2083" y="1081"/>
              <a:ext cx="1181" cy="1263"/>
              <a:chOff x="2147" y="1081"/>
              <a:chExt cx="1181" cy="1263"/>
            </a:xfrm>
          </p:grpSpPr>
          <p:sp>
            <p:nvSpPr>
              <p:cNvPr id="163852" name="Oval 12"/>
              <p:cNvSpPr>
                <a:spLocks noChangeArrowheads="1"/>
              </p:cNvSpPr>
              <p:nvPr/>
            </p:nvSpPr>
            <p:spPr bwMode="auto">
              <a:xfrm>
                <a:off x="2324" y="1244"/>
                <a:ext cx="965" cy="965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44ACAA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163853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39420190"/>
                  </p:ext>
                </p:extLst>
              </p:nvPr>
            </p:nvGraphicFramePr>
            <p:xfrm>
              <a:off x="2751" y="1081"/>
              <a:ext cx="177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5054" name="公式" r:id="rId7" imgW="139680" imgH="139680" progId="Equation.3">
                      <p:embed/>
                    </p:oleObj>
                  </mc:Choice>
                  <mc:Fallback>
                    <p:oleObj name="公式" r:id="rId7" imgW="139680" imgH="139680" progId="Equation.3">
                      <p:embed/>
                      <p:pic>
                        <p:nvPicPr>
                          <p:cNvPr id="0" name="Picture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1" y="1081"/>
                            <a:ext cx="177" cy="17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854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3649586"/>
                  </p:ext>
                </p:extLst>
              </p:nvPr>
            </p:nvGraphicFramePr>
            <p:xfrm>
              <a:off x="3127" y="1288"/>
              <a:ext cx="177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5055" name="公式" r:id="rId9" imgW="139680" imgH="139680" progId="Equation.3">
                      <p:embed/>
                    </p:oleObj>
                  </mc:Choice>
                  <mc:Fallback>
                    <p:oleObj name="公式" r:id="rId9" imgW="139680" imgH="139680" progId="Equation.3">
                      <p:embed/>
                      <p:pic>
                        <p:nvPicPr>
                          <p:cNvPr id="0" name="Picture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7" y="1288"/>
                            <a:ext cx="177" cy="17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855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8509655"/>
                  </p:ext>
                </p:extLst>
              </p:nvPr>
            </p:nvGraphicFramePr>
            <p:xfrm>
              <a:off x="3151" y="1990"/>
              <a:ext cx="177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5056" name="公式" r:id="rId11" imgW="139680" imgH="139680" progId="Equation.3">
                      <p:embed/>
                    </p:oleObj>
                  </mc:Choice>
                  <mc:Fallback>
                    <p:oleObj name="公式" r:id="rId11" imgW="139680" imgH="139680" progId="Equation.3">
                      <p:embed/>
                      <p:pic>
                        <p:nvPicPr>
                          <p:cNvPr id="0" name="Picture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1" y="1990"/>
                            <a:ext cx="177" cy="17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856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4416664"/>
                  </p:ext>
                </p:extLst>
              </p:nvPr>
            </p:nvGraphicFramePr>
            <p:xfrm>
              <a:off x="2751" y="2167"/>
              <a:ext cx="177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5057" name="公式" r:id="rId13" imgW="139680" imgH="139680" progId="Equation.3">
                      <p:embed/>
                    </p:oleObj>
                  </mc:Choice>
                  <mc:Fallback>
                    <p:oleObj name="公式" r:id="rId13" imgW="139680" imgH="139680" progId="Equation.3">
                      <p:embed/>
                      <p:pic>
                        <p:nvPicPr>
                          <p:cNvPr id="0" name="Picture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1" y="2167"/>
                            <a:ext cx="177" cy="17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857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3314375"/>
                  </p:ext>
                </p:extLst>
              </p:nvPr>
            </p:nvGraphicFramePr>
            <p:xfrm>
              <a:off x="2329" y="2032"/>
              <a:ext cx="177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5058" name="公式" r:id="rId15" imgW="139680" imgH="139680" progId="Equation.3">
                      <p:embed/>
                    </p:oleObj>
                  </mc:Choice>
                  <mc:Fallback>
                    <p:oleObj name="公式" r:id="rId15" imgW="139680" imgH="139680" progId="Equation.3">
                      <p:embed/>
                      <p:pic>
                        <p:nvPicPr>
                          <p:cNvPr id="0" name="Picture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29" y="2032"/>
                            <a:ext cx="177" cy="17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858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0606275"/>
                  </p:ext>
                </p:extLst>
              </p:nvPr>
            </p:nvGraphicFramePr>
            <p:xfrm>
              <a:off x="2147" y="1633"/>
              <a:ext cx="177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5059" name="公式" r:id="rId17" imgW="139680" imgH="139680" progId="Equation.3">
                      <p:embed/>
                    </p:oleObj>
                  </mc:Choice>
                  <mc:Fallback>
                    <p:oleObj name="公式" r:id="rId17" imgW="139680" imgH="139680" progId="Equation.3">
                      <p:embed/>
                      <p:pic>
                        <p:nvPicPr>
                          <p:cNvPr id="0" name="Picture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7" y="1633"/>
                            <a:ext cx="177" cy="17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859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35712629"/>
                  </p:ext>
                </p:extLst>
              </p:nvPr>
            </p:nvGraphicFramePr>
            <p:xfrm>
              <a:off x="2329" y="1288"/>
              <a:ext cx="177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5060" name="公式" r:id="rId19" imgW="139680" imgH="139680" progId="Equation.3">
                      <p:embed/>
                    </p:oleObj>
                  </mc:Choice>
                  <mc:Fallback>
                    <p:oleObj name="公式" r:id="rId19" imgW="139680" imgH="139680" progId="Equation.3">
                      <p:embed/>
                      <p:pic>
                        <p:nvPicPr>
                          <p:cNvPr id="0" name="Picture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29" y="1288"/>
                            <a:ext cx="177" cy="17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5867501" y="2532039"/>
            <a:ext cx="961021" cy="944627"/>
            <a:chOff x="2725" y="2825"/>
            <a:chExt cx="1055" cy="1037"/>
          </a:xfrm>
        </p:grpSpPr>
        <p:sp>
          <p:nvSpPr>
            <p:cNvPr id="163871" name="Oval 31"/>
            <p:cNvSpPr>
              <a:spLocks noChangeArrowheads="1"/>
            </p:cNvSpPr>
            <p:nvPr/>
          </p:nvSpPr>
          <p:spPr bwMode="auto">
            <a:xfrm>
              <a:off x="2769" y="2881"/>
              <a:ext cx="965" cy="965"/>
            </a:xfrm>
            <a:prstGeom prst="ellipse">
              <a:avLst/>
            </a:prstGeom>
            <a:gradFill rotWithShape="1">
              <a:gsLst>
                <a:gs pos="0">
                  <a:srgbClr val="EDF6F7"/>
                </a:gs>
                <a:gs pos="100000">
                  <a:srgbClr val="9BD9D8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6387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1211359"/>
                </p:ext>
              </p:extLst>
            </p:nvPr>
          </p:nvGraphicFramePr>
          <p:xfrm>
            <a:off x="3163" y="282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61" name="公式" r:id="rId21" imgW="139680" imgH="139680" progId="Equation.3">
                    <p:embed/>
                  </p:oleObj>
                </mc:Choice>
                <mc:Fallback>
                  <p:oleObj name="公式" r:id="rId21" imgW="139680" imgH="139680" progId="Equation.3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282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3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4845792"/>
                </p:ext>
              </p:extLst>
            </p:nvPr>
          </p:nvGraphicFramePr>
          <p:xfrm>
            <a:off x="2929" y="28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62" name="公式" r:id="rId23" imgW="139680" imgH="139680" progId="Equation.3">
                    <p:embed/>
                  </p:oleObj>
                </mc:Choice>
                <mc:Fallback>
                  <p:oleObj name="公式" r:id="rId23" imgW="139680" imgH="139680" progId="Equation.3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9" y="28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5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1998431"/>
                </p:ext>
              </p:extLst>
            </p:nvPr>
          </p:nvGraphicFramePr>
          <p:xfrm>
            <a:off x="3163" y="327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63" name="公式" r:id="rId25" imgW="139680" imgH="139680" progId="Equation.3">
                    <p:embed/>
                  </p:oleObj>
                </mc:Choice>
                <mc:Fallback>
                  <p:oleObj name="公式" r:id="rId25" imgW="139680" imgH="139680" progId="Equation.3">
                    <p:embed/>
                    <p:pic>
                      <p:nvPicPr>
                        <p:cNvPr id="0" name="Picture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327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6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3917791"/>
                </p:ext>
              </p:extLst>
            </p:nvPr>
          </p:nvGraphicFramePr>
          <p:xfrm>
            <a:off x="2929" y="3631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64" name="公式" r:id="rId27" imgW="139680" imgH="139680" progId="Equation.3">
                    <p:embed/>
                  </p:oleObj>
                </mc:Choice>
                <mc:Fallback>
                  <p:oleObj name="公式" r:id="rId27" imgW="139680" imgH="139680" progId="Equation.3">
                    <p:embed/>
                    <p:pic>
                      <p:nvPicPr>
                        <p:cNvPr id="0" name="Picture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9" y="3631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7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4466146"/>
                </p:ext>
              </p:extLst>
            </p:nvPr>
          </p:nvGraphicFramePr>
          <p:xfrm>
            <a:off x="3163" y="3021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65" name="公式" r:id="rId29" imgW="139680" imgH="139680" progId="Equation.3">
                    <p:embed/>
                  </p:oleObj>
                </mc:Choice>
                <mc:Fallback>
                  <p:oleObj name="公式" r:id="rId29" imgW="139680" imgH="139680" progId="Equation.3">
                    <p:embed/>
                    <p:pic>
                      <p:nvPicPr>
                        <p:cNvPr id="0" name="Picture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3021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8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919049"/>
                </p:ext>
              </p:extLst>
            </p:nvPr>
          </p:nvGraphicFramePr>
          <p:xfrm>
            <a:off x="2777" y="306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66" name="公式" r:id="rId31" imgW="139680" imgH="139680" progId="Equation.3">
                    <p:embed/>
                  </p:oleObj>
                </mc:Choice>
                <mc:Fallback>
                  <p:oleObj name="公式" r:id="rId31" imgW="139680" imgH="139680" progId="Equation.3">
                    <p:embed/>
                    <p:pic>
                      <p:nvPicPr>
                        <p:cNvPr id="0" name="Picture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7" y="306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9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8261488"/>
                </p:ext>
              </p:extLst>
            </p:nvPr>
          </p:nvGraphicFramePr>
          <p:xfrm>
            <a:off x="2725" y="3241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67" name="公式" r:id="rId33" imgW="139680" imgH="139680" progId="Equation.3">
                    <p:embed/>
                  </p:oleObj>
                </mc:Choice>
                <mc:Fallback>
                  <p:oleObj name="公式" r:id="rId33" imgW="139680" imgH="139680" progId="Equation.3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5" y="3241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0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4079398"/>
                </p:ext>
              </p:extLst>
            </p:nvPr>
          </p:nvGraphicFramePr>
          <p:xfrm>
            <a:off x="2929" y="3386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68" name="公式" r:id="rId35" imgW="139680" imgH="139680" progId="Equation.3">
                    <p:embed/>
                  </p:oleObj>
                </mc:Choice>
                <mc:Fallback>
                  <p:oleObj name="公式" r:id="rId35" imgW="139680" imgH="139680" progId="Equation.3">
                    <p:embed/>
                    <p:pic>
                      <p:nvPicPr>
                        <p:cNvPr id="0" name="Picture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9" y="3386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1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9051727"/>
                </p:ext>
              </p:extLst>
            </p:nvPr>
          </p:nvGraphicFramePr>
          <p:xfrm>
            <a:off x="2777" y="3442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69" name="公式" r:id="rId37" imgW="139680" imgH="139680" progId="Equation.3">
                    <p:embed/>
                  </p:oleObj>
                </mc:Choice>
                <mc:Fallback>
                  <p:oleObj name="公式" r:id="rId37" imgW="139680" imgH="139680" progId="Equation.3">
                    <p:embed/>
                    <p:pic>
                      <p:nvPicPr>
                        <p:cNvPr id="0" name="Picture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7" y="3442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4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6727362"/>
                </p:ext>
              </p:extLst>
            </p:nvPr>
          </p:nvGraphicFramePr>
          <p:xfrm>
            <a:off x="2929" y="3142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0" name="公式" r:id="rId39" imgW="139680" imgH="139680" progId="Equation.3">
                    <p:embed/>
                  </p:oleObj>
                </mc:Choice>
                <mc:Fallback>
                  <p:oleObj name="公式" r:id="rId39" imgW="139680" imgH="139680" progId="Equation.3">
                    <p:embed/>
                    <p:pic>
                      <p:nvPicPr>
                        <p:cNvPr id="0" name="Picture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9" y="3142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6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9759291"/>
                </p:ext>
              </p:extLst>
            </p:nvPr>
          </p:nvGraphicFramePr>
          <p:xfrm>
            <a:off x="3163" y="3478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1" name="公式" r:id="rId41" imgW="139680" imgH="139680" progId="Equation.3">
                    <p:embed/>
                  </p:oleObj>
                </mc:Choice>
                <mc:Fallback>
                  <p:oleObj name="公式" r:id="rId41" imgW="139680" imgH="139680" progId="Equation.3">
                    <p:embed/>
                    <p:pic>
                      <p:nvPicPr>
                        <p:cNvPr id="0" name="Picture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3478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8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5338520"/>
                </p:ext>
              </p:extLst>
            </p:nvPr>
          </p:nvGraphicFramePr>
          <p:xfrm>
            <a:off x="3163" y="368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2" name="公式" r:id="rId43" imgW="139680" imgH="139680" progId="Equation.3">
                    <p:embed/>
                  </p:oleObj>
                </mc:Choice>
                <mc:Fallback>
                  <p:oleObj name="公式" r:id="rId43" imgW="139680" imgH="139680" progId="Equation.3">
                    <p:embed/>
                    <p:pic>
                      <p:nvPicPr>
                        <p:cNvPr id="0" name="Picture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368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2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4845792"/>
                </p:ext>
              </p:extLst>
            </p:nvPr>
          </p:nvGraphicFramePr>
          <p:xfrm>
            <a:off x="3382" y="28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3" name="公式" r:id="rId23" imgW="139680" imgH="139680" progId="Equation.3">
                    <p:embed/>
                  </p:oleObj>
                </mc:Choice>
                <mc:Fallback>
                  <p:oleObj name="公式" r:id="rId23" imgW="139680" imgH="139680" progId="Equation.3">
                    <p:embed/>
                    <p:pic>
                      <p:nvPicPr>
                        <p:cNvPr id="163873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2" y="28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3917791"/>
                </p:ext>
              </p:extLst>
            </p:nvPr>
          </p:nvGraphicFramePr>
          <p:xfrm>
            <a:off x="3382" y="3631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4" name="公式" r:id="rId27" imgW="139680" imgH="139680" progId="Equation.3">
                    <p:embed/>
                  </p:oleObj>
                </mc:Choice>
                <mc:Fallback>
                  <p:oleObj name="公式" r:id="rId27" imgW="139680" imgH="139680" progId="Equation.3">
                    <p:embed/>
                    <p:pic>
                      <p:nvPicPr>
                        <p:cNvPr id="163876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2" y="3631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4079398"/>
                </p:ext>
              </p:extLst>
            </p:nvPr>
          </p:nvGraphicFramePr>
          <p:xfrm>
            <a:off x="3382" y="3386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5" name="公式" r:id="rId35" imgW="139680" imgH="139680" progId="Equation.3">
                    <p:embed/>
                  </p:oleObj>
                </mc:Choice>
                <mc:Fallback>
                  <p:oleObj name="公式" r:id="rId35" imgW="139680" imgH="139680" progId="Equation.3">
                    <p:embed/>
                    <p:pic>
                      <p:nvPicPr>
                        <p:cNvPr id="16388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2" y="3386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5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6727362"/>
                </p:ext>
              </p:extLst>
            </p:nvPr>
          </p:nvGraphicFramePr>
          <p:xfrm>
            <a:off x="3382" y="3142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6" name="公式" r:id="rId39" imgW="139680" imgH="139680" progId="Equation.3">
                    <p:embed/>
                  </p:oleObj>
                </mc:Choice>
                <mc:Fallback>
                  <p:oleObj name="公式" r:id="rId39" imgW="139680" imgH="139680" progId="Equation.3">
                    <p:embed/>
                    <p:pic>
                      <p:nvPicPr>
                        <p:cNvPr id="163884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2" y="3142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8807737"/>
                </p:ext>
              </p:extLst>
            </p:nvPr>
          </p:nvGraphicFramePr>
          <p:xfrm>
            <a:off x="3540" y="306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7" name="公式" r:id="rId31" imgW="139680" imgH="139680" progId="Equation.3">
                    <p:embed/>
                  </p:oleObj>
                </mc:Choice>
                <mc:Fallback>
                  <p:oleObj name="公式" r:id="rId31" imgW="139680" imgH="139680" progId="Equation.3">
                    <p:embed/>
                    <p:pic>
                      <p:nvPicPr>
                        <p:cNvPr id="163878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0" y="306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5484934"/>
                </p:ext>
              </p:extLst>
            </p:nvPr>
          </p:nvGraphicFramePr>
          <p:xfrm>
            <a:off x="3603" y="3241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8" name="公式" r:id="rId33" imgW="139680" imgH="139680" progId="Equation.3">
                    <p:embed/>
                  </p:oleObj>
                </mc:Choice>
                <mc:Fallback>
                  <p:oleObj name="公式" r:id="rId33" imgW="139680" imgH="139680" progId="Equation.3">
                    <p:embed/>
                    <p:pic>
                      <p:nvPicPr>
                        <p:cNvPr id="163879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3241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8053122"/>
                </p:ext>
              </p:extLst>
            </p:nvPr>
          </p:nvGraphicFramePr>
          <p:xfrm>
            <a:off x="3540" y="3442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79" name="公式" r:id="rId37" imgW="139680" imgH="139680" progId="Equation.3">
                    <p:embed/>
                  </p:oleObj>
                </mc:Choice>
                <mc:Fallback>
                  <p:oleObj name="公式" r:id="rId37" imgW="139680" imgH="139680" progId="Equation.3">
                    <p:embed/>
                    <p:pic>
                      <p:nvPicPr>
                        <p:cNvPr id="163881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0" y="3442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0"/>
          <p:cNvGrpSpPr>
            <a:grpSpLocks/>
          </p:cNvGrpSpPr>
          <p:nvPr/>
        </p:nvGrpSpPr>
        <p:grpSpPr bwMode="auto">
          <a:xfrm>
            <a:off x="7416828" y="2468275"/>
            <a:ext cx="635823" cy="1072156"/>
            <a:chOff x="4430" y="2786"/>
            <a:chExt cx="698" cy="1177"/>
          </a:xfrm>
        </p:grpSpPr>
        <p:sp>
          <p:nvSpPr>
            <p:cNvPr id="163891" name="Rectangle 51"/>
            <p:cNvSpPr>
              <a:spLocks noChangeArrowheads="1"/>
            </p:cNvSpPr>
            <p:nvPr/>
          </p:nvSpPr>
          <p:spPr bwMode="auto">
            <a:xfrm>
              <a:off x="4447" y="2786"/>
              <a:ext cx="669" cy="117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63892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297791"/>
                </p:ext>
              </p:extLst>
            </p:nvPr>
          </p:nvGraphicFramePr>
          <p:xfrm>
            <a:off x="4430" y="284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0" name="公式" r:id="rId45" imgW="139680" imgH="139680" progId="Equation.3">
                    <p:embed/>
                  </p:oleObj>
                </mc:Choice>
                <mc:Fallback>
                  <p:oleObj name="公式" r:id="rId45" imgW="139680" imgH="13968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284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93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1429537"/>
                </p:ext>
              </p:extLst>
            </p:nvPr>
          </p:nvGraphicFramePr>
          <p:xfrm>
            <a:off x="4430" y="312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1" name="公式" r:id="rId47" imgW="139680" imgH="139680" progId="Equation.3">
                    <p:embed/>
                  </p:oleObj>
                </mc:Choice>
                <mc:Fallback>
                  <p:oleObj name="公式" r:id="rId47" imgW="139680" imgH="13968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312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94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0063688"/>
                </p:ext>
              </p:extLst>
            </p:nvPr>
          </p:nvGraphicFramePr>
          <p:xfrm>
            <a:off x="4430" y="33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2" name="公式" r:id="rId49" imgW="139680" imgH="139680" progId="Equation.3">
                    <p:embed/>
                  </p:oleObj>
                </mc:Choice>
                <mc:Fallback>
                  <p:oleObj name="公式" r:id="rId49" imgW="139680" imgH="13968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33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95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8736006"/>
                </p:ext>
              </p:extLst>
            </p:nvPr>
          </p:nvGraphicFramePr>
          <p:xfrm>
            <a:off x="4430" y="367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3" name="公式" r:id="rId51" imgW="139680" imgH="139680" progId="Equation.3">
                    <p:embed/>
                  </p:oleObj>
                </mc:Choice>
                <mc:Fallback>
                  <p:oleObj name="公式" r:id="rId51" imgW="139680" imgH="13968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367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96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3935502"/>
                </p:ext>
              </p:extLst>
            </p:nvPr>
          </p:nvGraphicFramePr>
          <p:xfrm>
            <a:off x="4607" y="284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4" name="公式" r:id="rId53" imgW="139680" imgH="139680" progId="Equation.3">
                    <p:embed/>
                  </p:oleObj>
                </mc:Choice>
                <mc:Fallback>
                  <p:oleObj name="公式" r:id="rId53" imgW="139680" imgH="13968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7" y="284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97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506900"/>
                </p:ext>
              </p:extLst>
            </p:nvPr>
          </p:nvGraphicFramePr>
          <p:xfrm>
            <a:off x="4607" y="312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5" name="公式" r:id="rId55" imgW="139680" imgH="139680" progId="Equation.3">
                    <p:embed/>
                  </p:oleObj>
                </mc:Choice>
                <mc:Fallback>
                  <p:oleObj name="公式" r:id="rId55" imgW="139680" imgH="13968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7" y="312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98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089456"/>
                </p:ext>
              </p:extLst>
            </p:nvPr>
          </p:nvGraphicFramePr>
          <p:xfrm>
            <a:off x="4607" y="33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6" name="公式" r:id="rId57" imgW="139680" imgH="139680" progId="Equation.3">
                    <p:embed/>
                  </p:oleObj>
                </mc:Choice>
                <mc:Fallback>
                  <p:oleObj name="公式" r:id="rId57" imgW="139680" imgH="13968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7" y="33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99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7339834"/>
                </p:ext>
              </p:extLst>
            </p:nvPr>
          </p:nvGraphicFramePr>
          <p:xfrm>
            <a:off x="4607" y="367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7" name="公式" r:id="rId59" imgW="139680" imgH="139680" progId="Equation.3">
                    <p:embed/>
                  </p:oleObj>
                </mc:Choice>
                <mc:Fallback>
                  <p:oleObj name="公式" r:id="rId59" imgW="139680" imgH="139680" progId="Equation.3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7" y="367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0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3798622"/>
                </p:ext>
              </p:extLst>
            </p:nvPr>
          </p:nvGraphicFramePr>
          <p:xfrm>
            <a:off x="4784" y="284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8" name="公式" r:id="rId61" imgW="139680" imgH="139680" progId="Equation.3">
                    <p:embed/>
                  </p:oleObj>
                </mc:Choice>
                <mc:Fallback>
                  <p:oleObj name="公式" r:id="rId61" imgW="139680" imgH="139680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4" y="284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1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9198690"/>
                </p:ext>
              </p:extLst>
            </p:nvPr>
          </p:nvGraphicFramePr>
          <p:xfrm>
            <a:off x="4784" y="312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89" name="公式" r:id="rId63" imgW="139680" imgH="139680" progId="Equation.3">
                    <p:embed/>
                  </p:oleObj>
                </mc:Choice>
                <mc:Fallback>
                  <p:oleObj name="公式" r:id="rId63" imgW="139680" imgH="139680" progId="Equation.3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4" y="312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2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8888251"/>
                </p:ext>
              </p:extLst>
            </p:nvPr>
          </p:nvGraphicFramePr>
          <p:xfrm>
            <a:off x="4784" y="33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0" name="公式" r:id="rId65" imgW="139680" imgH="139680" progId="Equation.3">
                    <p:embed/>
                  </p:oleObj>
                </mc:Choice>
                <mc:Fallback>
                  <p:oleObj name="公式" r:id="rId65" imgW="139680" imgH="139680" progId="Equation.3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4" y="33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3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9733166"/>
                </p:ext>
              </p:extLst>
            </p:nvPr>
          </p:nvGraphicFramePr>
          <p:xfrm>
            <a:off x="4784" y="367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1" name="公式" r:id="rId67" imgW="139680" imgH="139680" progId="Equation.3">
                    <p:embed/>
                  </p:oleObj>
                </mc:Choice>
                <mc:Fallback>
                  <p:oleObj name="公式" r:id="rId67" imgW="139680" imgH="139680" progId="Equation.3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4" y="367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4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0157720"/>
                </p:ext>
              </p:extLst>
            </p:nvPr>
          </p:nvGraphicFramePr>
          <p:xfrm>
            <a:off x="4951" y="284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2" name="公式" r:id="rId69" imgW="139680" imgH="139680" progId="Equation.3">
                    <p:embed/>
                  </p:oleObj>
                </mc:Choice>
                <mc:Fallback>
                  <p:oleObj name="公式" r:id="rId69" imgW="139680" imgH="139680" progId="Equation.3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1" y="284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5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7139046"/>
                </p:ext>
              </p:extLst>
            </p:nvPr>
          </p:nvGraphicFramePr>
          <p:xfrm>
            <a:off x="4951" y="312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3" name="公式" r:id="rId71" imgW="139680" imgH="139680" progId="Equation.3">
                    <p:embed/>
                  </p:oleObj>
                </mc:Choice>
                <mc:Fallback>
                  <p:oleObj name="公式" r:id="rId71" imgW="139680" imgH="139680" progId="Equation.3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1" y="312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6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0871142"/>
                </p:ext>
              </p:extLst>
            </p:nvPr>
          </p:nvGraphicFramePr>
          <p:xfrm>
            <a:off x="4951" y="33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4" name="公式" r:id="rId73" imgW="139680" imgH="139680" progId="Equation.3">
                    <p:embed/>
                  </p:oleObj>
                </mc:Choice>
                <mc:Fallback>
                  <p:oleObj name="公式" r:id="rId73" imgW="139680" imgH="139680" progId="Equation.3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1" y="33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7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9251532"/>
                </p:ext>
              </p:extLst>
            </p:nvPr>
          </p:nvGraphicFramePr>
          <p:xfrm>
            <a:off x="4951" y="367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5" name="公式" r:id="rId75" imgW="139680" imgH="139680" progId="Equation.3">
                    <p:embed/>
                  </p:oleObj>
                </mc:Choice>
                <mc:Fallback>
                  <p:oleObj name="公式" r:id="rId75" imgW="139680" imgH="139680" progId="Equation.3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1" y="367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68"/>
          <p:cNvGrpSpPr>
            <a:grpSpLocks/>
          </p:cNvGrpSpPr>
          <p:nvPr/>
        </p:nvGrpSpPr>
        <p:grpSpPr bwMode="auto">
          <a:xfrm>
            <a:off x="7387196" y="1156099"/>
            <a:ext cx="684167" cy="1067990"/>
            <a:chOff x="4797" y="1133"/>
            <a:chExt cx="754" cy="1177"/>
          </a:xfrm>
        </p:grpSpPr>
        <p:sp>
          <p:nvSpPr>
            <p:cNvPr id="163909" name="Rectangle 69"/>
            <p:cNvSpPr>
              <a:spLocks noChangeArrowheads="1"/>
            </p:cNvSpPr>
            <p:nvPr/>
          </p:nvSpPr>
          <p:spPr bwMode="auto">
            <a:xfrm>
              <a:off x="4934" y="1133"/>
              <a:ext cx="440" cy="117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63910" name="Object 70"/>
            <p:cNvGraphicFramePr>
              <a:graphicFrameLocks noChangeAspect="1"/>
            </p:cNvGraphicFramePr>
            <p:nvPr/>
          </p:nvGraphicFramePr>
          <p:xfrm>
            <a:off x="4797" y="116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6" name="公式" r:id="rId77" imgW="139680" imgH="139680" progId="Equation.3">
                    <p:embed/>
                  </p:oleObj>
                </mc:Choice>
                <mc:Fallback>
                  <p:oleObj name="公式" r:id="rId77" imgW="139680" imgH="13968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7" y="116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1" name="Object 71"/>
            <p:cNvGraphicFramePr>
              <a:graphicFrameLocks noChangeAspect="1"/>
            </p:cNvGraphicFramePr>
            <p:nvPr/>
          </p:nvGraphicFramePr>
          <p:xfrm>
            <a:off x="4797" y="144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7" name="公式" r:id="rId79" imgW="139680" imgH="139680" progId="Equation.3">
                    <p:embed/>
                  </p:oleObj>
                </mc:Choice>
                <mc:Fallback>
                  <p:oleObj name="公式" r:id="rId79" imgW="139680" imgH="13968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7" y="144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2" name="Object 72"/>
            <p:cNvGraphicFramePr>
              <a:graphicFrameLocks noChangeAspect="1"/>
            </p:cNvGraphicFramePr>
            <p:nvPr/>
          </p:nvGraphicFramePr>
          <p:xfrm>
            <a:off x="4797" y="171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8" name="公式" r:id="rId81" imgW="139680" imgH="139680" progId="Equation.3">
                    <p:embed/>
                  </p:oleObj>
                </mc:Choice>
                <mc:Fallback>
                  <p:oleObj name="公式" r:id="rId81" imgW="139680" imgH="13968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7" y="171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3" name="Object 73"/>
            <p:cNvGraphicFramePr>
              <a:graphicFrameLocks noChangeAspect="1"/>
            </p:cNvGraphicFramePr>
            <p:nvPr/>
          </p:nvGraphicFramePr>
          <p:xfrm>
            <a:off x="4797" y="199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99" name="公式" r:id="rId83" imgW="139680" imgH="139680" progId="Equation.3">
                    <p:embed/>
                  </p:oleObj>
                </mc:Choice>
                <mc:Fallback>
                  <p:oleObj name="公式" r:id="rId83" imgW="139680" imgH="13968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7" y="199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4" name="Object 74"/>
            <p:cNvGraphicFramePr>
              <a:graphicFrameLocks noChangeAspect="1"/>
            </p:cNvGraphicFramePr>
            <p:nvPr/>
          </p:nvGraphicFramePr>
          <p:xfrm>
            <a:off x="5374" y="1162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0" name="公式" r:id="rId85" imgW="139680" imgH="139680" progId="Equation.3">
                    <p:embed/>
                  </p:oleObj>
                </mc:Choice>
                <mc:Fallback>
                  <p:oleObj name="公式" r:id="rId85" imgW="139680" imgH="13968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4" y="1162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5" name="Object 75"/>
            <p:cNvGraphicFramePr>
              <a:graphicFrameLocks noChangeAspect="1"/>
            </p:cNvGraphicFramePr>
            <p:nvPr/>
          </p:nvGraphicFramePr>
          <p:xfrm>
            <a:off x="5374" y="1438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1" name="公式" r:id="rId87" imgW="139680" imgH="139680" progId="Equation.3">
                    <p:embed/>
                  </p:oleObj>
                </mc:Choice>
                <mc:Fallback>
                  <p:oleObj name="公式" r:id="rId87" imgW="139680" imgH="13968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4" y="1438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6" name="Object 76"/>
            <p:cNvGraphicFramePr>
              <a:graphicFrameLocks noChangeAspect="1"/>
            </p:cNvGraphicFramePr>
            <p:nvPr/>
          </p:nvGraphicFramePr>
          <p:xfrm>
            <a:off x="5374" y="171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2" name="公式" r:id="rId89" imgW="139680" imgH="139680" progId="Equation.3">
                    <p:embed/>
                  </p:oleObj>
                </mc:Choice>
                <mc:Fallback>
                  <p:oleObj name="公式" r:id="rId89" imgW="139680" imgH="13968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4" y="171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7" name="Object 77"/>
            <p:cNvGraphicFramePr>
              <a:graphicFrameLocks noChangeAspect="1"/>
            </p:cNvGraphicFramePr>
            <p:nvPr/>
          </p:nvGraphicFramePr>
          <p:xfrm>
            <a:off x="5374" y="1992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3" name="公式" r:id="rId91" imgW="139680" imgH="139680" progId="Equation.3">
                    <p:embed/>
                  </p:oleObj>
                </mc:Choice>
                <mc:Fallback>
                  <p:oleObj name="公式" r:id="rId91" imgW="139680" imgH="13968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4" y="1992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1" name="直接连接符 10"/>
          <p:cNvCxnSpPr/>
          <p:nvPr/>
        </p:nvCxnSpPr>
        <p:spPr>
          <a:xfrm>
            <a:off x="1143000" y="2377406"/>
            <a:ext cx="6858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1143000" y="3665186"/>
            <a:ext cx="6858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30"/>
          <p:cNvGrpSpPr>
            <a:grpSpLocks/>
          </p:cNvGrpSpPr>
          <p:nvPr/>
        </p:nvGrpSpPr>
        <p:grpSpPr bwMode="auto">
          <a:xfrm>
            <a:off x="5867053" y="3911774"/>
            <a:ext cx="944626" cy="933696"/>
            <a:chOff x="2725" y="2837"/>
            <a:chExt cx="1037" cy="1025"/>
          </a:xfrm>
        </p:grpSpPr>
        <p:sp>
          <p:nvSpPr>
            <p:cNvPr id="101" name="Oval 31"/>
            <p:cNvSpPr>
              <a:spLocks noChangeArrowheads="1"/>
            </p:cNvSpPr>
            <p:nvPr/>
          </p:nvSpPr>
          <p:spPr bwMode="auto">
            <a:xfrm>
              <a:off x="2769" y="2881"/>
              <a:ext cx="965" cy="965"/>
            </a:xfrm>
            <a:prstGeom prst="ellipse">
              <a:avLst/>
            </a:prstGeom>
            <a:gradFill rotWithShape="1">
              <a:gsLst>
                <a:gs pos="0">
                  <a:srgbClr val="EDF6F7"/>
                </a:gs>
                <a:gs pos="100000">
                  <a:srgbClr val="9BD9D8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0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578596"/>
                </p:ext>
              </p:extLst>
            </p:nvPr>
          </p:nvGraphicFramePr>
          <p:xfrm>
            <a:off x="3163" y="283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4" name="公式" r:id="rId21" imgW="139680" imgH="139680" progId="Equation.3">
                    <p:embed/>
                  </p:oleObj>
                </mc:Choice>
                <mc:Fallback>
                  <p:oleObj name="公式" r:id="rId21" imgW="139680" imgH="139680" progId="Equation.3">
                    <p:embed/>
                    <p:pic>
                      <p:nvPicPr>
                        <p:cNvPr id="163872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283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7055034"/>
                </p:ext>
              </p:extLst>
            </p:nvPr>
          </p:nvGraphicFramePr>
          <p:xfrm>
            <a:off x="3305" y="3348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5" name="公式" r:id="rId93" imgW="139680" imgH="139680" progId="Equation.3">
                    <p:embed/>
                  </p:oleObj>
                </mc:Choice>
                <mc:Fallback>
                  <p:oleObj name="公式" r:id="rId93" imgW="139680" imgH="139680" progId="Equation.3">
                    <p:embed/>
                    <p:pic>
                      <p:nvPicPr>
                        <p:cNvPr id="163874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5" y="3348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3011316"/>
                </p:ext>
              </p:extLst>
            </p:nvPr>
          </p:nvGraphicFramePr>
          <p:xfrm>
            <a:off x="3163" y="327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6" name="公式" r:id="rId25" imgW="139680" imgH="139680" progId="Equation.3">
                    <p:embed/>
                  </p:oleObj>
                </mc:Choice>
                <mc:Fallback>
                  <p:oleObj name="公式" r:id="rId25" imgW="139680" imgH="139680" progId="Equation.3">
                    <p:embed/>
                    <p:pic>
                      <p:nvPicPr>
                        <p:cNvPr id="163875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327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4371085"/>
                </p:ext>
              </p:extLst>
            </p:nvPr>
          </p:nvGraphicFramePr>
          <p:xfrm>
            <a:off x="3163" y="3139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7" name="公式" r:id="rId29" imgW="139680" imgH="139680" progId="Equation.3">
                    <p:embed/>
                  </p:oleObj>
                </mc:Choice>
                <mc:Fallback>
                  <p:oleObj name="公式" r:id="rId29" imgW="139680" imgH="139680" progId="Equation.3">
                    <p:embed/>
                    <p:pic>
                      <p:nvPicPr>
                        <p:cNvPr id="163877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3139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2382684"/>
                </p:ext>
              </p:extLst>
            </p:nvPr>
          </p:nvGraphicFramePr>
          <p:xfrm>
            <a:off x="2725" y="327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8" name="公式" r:id="rId33" imgW="139680" imgH="139680" progId="Equation.3">
                    <p:embed/>
                  </p:oleObj>
                </mc:Choice>
                <mc:Fallback>
                  <p:oleObj name="公式" r:id="rId33" imgW="139680" imgH="139680" progId="Equation.3">
                    <p:embed/>
                    <p:pic>
                      <p:nvPicPr>
                        <p:cNvPr id="163879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5" y="327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9592240"/>
                </p:ext>
              </p:extLst>
            </p:nvPr>
          </p:nvGraphicFramePr>
          <p:xfrm>
            <a:off x="3035" y="3348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09" name="公式" r:id="rId35" imgW="139680" imgH="139680" progId="Equation.3">
                    <p:embed/>
                  </p:oleObj>
                </mc:Choice>
                <mc:Fallback>
                  <p:oleObj name="公式" r:id="rId35" imgW="139680" imgH="139680" progId="Equation.3">
                    <p:embed/>
                    <p:pic>
                      <p:nvPicPr>
                        <p:cNvPr id="16388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5" y="3348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4274044"/>
                </p:ext>
              </p:extLst>
            </p:nvPr>
          </p:nvGraphicFramePr>
          <p:xfrm>
            <a:off x="3585" y="327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0" name="公式" r:id="rId95" imgW="139680" imgH="139680" progId="Equation.3">
                    <p:embed/>
                  </p:oleObj>
                </mc:Choice>
                <mc:Fallback>
                  <p:oleObj name="公式" r:id="rId95" imgW="139680" imgH="139680" progId="Equation.3">
                    <p:embed/>
                    <p:pic>
                      <p:nvPicPr>
                        <p:cNvPr id="163883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5" y="327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2869910"/>
                </p:ext>
              </p:extLst>
            </p:nvPr>
          </p:nvGraphicFramePr>
          <p:xfrm>
            <a:off x="3035" y="320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1" name="公式" r:id="rId39" imgW="139680" imgH="139680" progId="Equation.3">
                    <p:embed/>
                  </p:oleObj>
                </mc:Choice>
                <mc:Fallback>
                  <p:oleObj name="公式" r:id="rId39" imgW="139680" imgH="139680" progId="Equation.3">
                    <p:embed/>
                    <p:pic>
                      <p:nvPicPr>
                        <p:cNvPr id="163884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5" y="320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392760"/>
                </p:ext>
              </p:extLst>
            </p:nvPr>
          </p:nvGraphicFramePr>
          <p:xfrm>
            <a:off x="3163" y="3406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2" name="公式" r:id="rId41" imgW="139680" imgH="139680" progId="Equation.3">
                    <p:embed/>
                  </p:oleObj>
                </mc:Choice>
                <mc:Fallback>
                  <p:oleObj name="公式" r:id="rId41" imgW="139680" imgH="139680" progId="Equation.3">
                    <p:embed/>
                    <p:pic>
                      <p:nvPicPr>
                        <p:cNvPr id="163886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3406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8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7159113"/>
                </p:ext>
              </p:extLst>
            </p:nvPr>
          </p:nvGraphicFramePr>
          <p:xfrm>
            <a:off x="3163" y="368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3" name="公式" r:id="rId43" imgW="139680" imgH="139680" progId="Equation.3">
                    <p:embed/>
                  </p:oleObj>
                </mc:Choice>
                <mc:Fallback>
                  <p:oleObj name="公式" r:id="rId43" imgW="139680" imgH="139680" progId="Equation.3">
                    <p:embed/>
                    <p:pic>
                      <p:nvPicPr>
                        <p:cNvPr id="163888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368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9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3777538"/>
                </p:ext>
              </p:extLst>
            </p:nvPr>
          </p:nvGraphicFramePr>
          <p:xfrm>
            <a:off x="3305" y="320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4" name="公式" r:id="rId97" imgW="139680" imgH="139680" progId="Equation.3">
                    <p:embed/>
                  </p:oleObj>
                </mc:Choice>
                <mc:Fallback>
                  <p:oleObj name="公式" r:id="rId97" imgW="139680" imgH="139680" progId="Equation.3">
                    <p:embed/>
                    <p:pic>
                      <p:nvPicPr>
                        <p:cNvPr id="163889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5" y="320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0" name="Group 50"/>
          <p:cNvGrpSpPr>
            <a:grpSpLocks/>
          </p:cNvGrpSpPr>
          <p:nvPr/>
        </p:nvGrpSpPr>
        <p:grpSpPr bwMode="auto">
          <a:xfrm>
            <a:off x="7401349" y="3837078"/>
            <a:ext cx="655862" cy="1072156"/>
            <a:chOff x="4430" y="2786"/>
            <a:chExt cx="720" cy="1177"/>
          </a:xfrm>
        </p:grpSpPr>
        <p:sp>
          <p:nvSpPr>
            <p:cNvPr id="121" name="Rectangle 51"/>
            <p:cNvSpPr>
              <a:spLocks noChangeArrowheads="1"/>
            </p:cNvSpPr>
            <p:nvPr/>
          </p:nvSpPr>
          <p:spPr bwMode="auto">
            <a:xfrm>
              <a:off x="4447" y="2786"/>
              <a:ext cx="669" cy="117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22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2814000"/>
                </p:ext>
              </p:extLst>
            </p:nvPr>
          </p:nvGraphicFramePr>
          <p:xfrm>
            <a:off x="4430" y="284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5" name="公式" r:id="rId45" imgW="139680" imgH="139680" progId="Equation.3">
                    <p:embed/>
                  </p:oleObj>
                </mc:Choice>
                <mc:Fallback>
                  <p:oleObj name="公式" r:id="rId45" imgW="139680" imgH="139680" progId="Equation.3">
                    <p:embed/>
                    <p:pic>
                      <p:nvPicPr>
                        <p:cNvPr id="163892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284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1650860"/>
                </p:ext>
              </p:extLst>
            </p:nvPr>
          </p:nvGraphicFramePr>
          <p:xfrm>
            <a:off x="4430" y="312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6" name="公式" r:id="rId47" imgW="139680" imgH="139680" progId="Equation.3">
                    <p:embed/>
                  </p:oleObj>
                </mc:Choice>
                <mc:Fallback>
                  <p:oleObj name="公式" r:id="rId47" imgW="139680" imgH="139680" progId="Equation.3">
                    <p:embed/>
                    <p:pic>
                      <p:nvPicPr>
                        <p:cNvPr id="163893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312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4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9715584"/>
                </p:ext>
              </p:extLst>
            </p:nvPr>
          </p:nvGraphicFramePr>
          <p:xfrm>
            <a:off x="4430" y="33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7" name="公式" r:id="rId49" imgW="139680" imgH="139680" progId="Equation.3">
                    <p:embed/>
                  </p:oleObj>
                </mc:Choice>
                <mc:Fallback>
                  <p:oleObj name="公式" r:id="rId49" imgW="139680" imgH="139680" progId="Equation.3">
                    <p:embed/>
                    <p:pic>
                      <p:nvPicPr>
                        <p:cNvPr id="163894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33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5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2795246"/>
                </p:ext>
              </p:extLst>
            </p:nvPr>
          </p:nvGraphicFramePr>
          <p:xfrm>
            <a:off x="4430" y="367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8" name="公式" r:id="rId51" imgW="139680" imgH="139680" progId="Equation.3">
                    <p:embed/>
                  </p:oleObj>
                </mc:Choice>
                <mc:Fallback>
                  <p:oleObj name="公式" r:id="rId51" imgW="139680" imgH="139680" progId="Equation.3">
                    <p:embed/>
                    <p:pic>
                      <p:nvPicPr>
                        <p:cNvPr id="163895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367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6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4053302"/>
                </p:ext>
              </p:extLst>
            </p:nvPr>
          </p:nvGraphicFramePr>
          <p:xfrm>
            <a:off x="4689" y="284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19" name="公式" r:id="rId53" imgW="139680" imgH="139680" progId="Equation.3">
                    <p:embed/>
                  </p:oleObj>
                </mc:Choice>
                <mc:Fallback>
                  <p:oleObj name="公式" r:id="rId53" imgW="139680" imgH="139680" progId="Equation.3">
                    <p:embed/>
                    <p:pic>
                      <p:nvPicPr>
                        <p:cNvPr id="163896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" y="284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7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0496056"/>
                </p:ext>
              </p:extLst>
            </p:nvPr>
          </p:nvGraphicFramePr>
          <p:xfrm>
            <a:off x="4689" y="312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0" name="公式" r:id="rId55" imgW="139680" imgH="139680" progId="Equation.3">
                    <p:embed/>
                  </p:oleObj>
                </mc:Choice>
                <mc:Fallback>
                  <p:oleObj name="公式" r:id="rId55" imgW="139680" imgH="139680" progId="Equation.3">
                    <p:embed/>
                    <p:pic>
                      <p:nvPicPr>
                        <p:cNvPr id="163897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" y="312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8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8864058"/>
                </p:ext>
              </p:extLst>
            </p:nvPr>
          </p:nvGraphicFramePr>
          <p:xfrm>
            <a:off x="4689" y="33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1" name="公式" r:id="rId57" imgW="139680" imgH="139680" progId="Equation.3">
                    <p:embed/>
                  </p:oleObj>
                </mc:Choice>
                <mc:Fallback>
                  <p:oleObj name="公式" r:id="rId57" imgW="139680" imgH="139680" progId="Equation.3">
                    <p:embed/>
                    <p:pic>
                      <p:nvPicPr>
                        <p:cNvPr id="163898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" y="33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9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1757360"/>
                </p:ext>
              </p:extLst>
            </p:nvPr>
          </p:nvGraphicFramePr>
          <p:xfrm>
            <a:off x="4689" y="367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2" name="公式" r:id="rId59" imgW="139680" imgH="139680" progId="Equation.3">
                    <p:embed/>
                  </p:oleObj>
                </mc:Choice>
                <mc:Fallback>
                  <p:oleObj name="公式" r:id="rId59" imgW="139680" imgH="139680" progId="Equation.3">
                    <p:embed/>
                    <p:pic>
                      <p:nvPicPr>
                        <p:cNvPr id="163899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" y="367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0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5346311"/>
                </p:ext>
              </p:extLst>
            </p:nvPr>
          </p:nvGraphicFramePr>
          <p:xfrm>
            <a:off x="4860" y="284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3" name="公式" r:id="rId61" imgW="139680" imgH="139680" progId="Equation.3">
                    <p:embed/>
                  </p:oleObj>
                </mc:Choice>
                <mc:Fallback>
                  <p:oleObj name="公式" r:id="rId61" imgW="139680" imgH="139680" progId="Equation.3">
                    <p:embed/>
                    <p:pic>
                      <p:nvPicPr>
                        <p:cNvPr id="16390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" y="284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1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1002273"/>
                </p:ext>
              </p:extLst>
            </p:nvPr>
          </p:nvGraphicFramePr>
          <p:xfrm>
            <a:off x="4860" y="312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4" name="公式" r:id="rId63" imgW="139680" imgH="139680" progId="Equation.3">
                    <p:embed/>
                  </p:oleObj>
                </mc:Choice>
                <mc:Fallback>
                  <p:oleObj name="公式" r:id="rId63" imgW="139680" imgH="139680" progId="Equation.3">
                    <p:embed/>
                    <p:pic>
                      <p:nvPicPr>
                        <p:cNvPr id="163901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" y="312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8781921"/>
                </p:ext>
              </p:extLst>
            </p:nvPr>
          </p:nvGraphicFramePr>
          <p:xfrm>
            <a:off x="4860" y="33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5" name="公式" r:id="rId65" imgW="139680" imgH="139680" progId="Equation.3">
                    <p:embed/>
                  </p:oleObj>
                </mc:Choice>
                <mc:Fallback>
                  <p:oleObj name="公式" r:id="rId65" imgW="139680" imgH="139680" progId="Equation.3">
                    <p:embed/>
                    <p:pic>
                      <p:nvPicPr>
                        <p:cNvPr id="163902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" y="33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777814"/>
                </p:ext>
              </p:extLst>
            </p:nvPr>
          </p:nvGraphicFramePr>
          <p:xfrm>
            <a:off x="4860" y="367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6" name="公式" r:id="rId67" imgW="139680" imgH="139680" progId="Equation.3">
                    <p:embed/>
                  </p:oleObj>
                </mc:Choice>
                <mc:Fallback>
                  <p:oleObj name="公式" r:id="rId67" imgW="139680" imgH="139680" progId="Equation.3">
                    <p:embed/>
                    <p:pic>
                      <p:nvPicPr>
                        <p:cNvPr id="163903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" y="367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8372256"/>
                </p:ext>
              </p:extLst>
            </p:nvPr>
          </p:nvGraphicFramePr>
          <p:xfrm>
            <a:off x="4973" y="2845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7" name="公式" r:id="rId69" imgW="139680" imgH="139680" progId="Equation.3">
                    <p:embed/>
                  </p:oleObj>
                </mc:Choice>
                <mc:Fallback>
                  <p:oleObj name="公式" r:id="rId69" imgW="139680" imgH="139680" progId="Equation.3">
                    <p:embed/>
                    <p:pic>
                      <p:nvPicPr>
                        <p:cNvPr id="163904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3" y="2845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4741920"/>
                </p:ext>
              </p:extLst>
            </p:nvPr>
          </p:nvGraphicFramePr>
          <p:xfrm>
            <a:off x="4973" y="3120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8" name="公式" r:id="rId71" imgW="139680" imgH="139680" progId="Equation.3">
                    <p:embed/>
                  </p:oleObj>
                </mc:Choice>
                <mc:Fallback>
                  <p:oleObj name="公式" r:id="rId71" imgW="139680" imgH="139680" progId="Equation.3">
                    <p:embed/>
                    <p:pic>
                      <p:nvPicPr>
                        <p:cNvPr id="163905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3" y="3120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1712403"/>
                </p:ext>
              </p:extLst>
            </p:nvPr>
          </p:nvGraphicFramePr>
          <p:xfrm>
            <a:off x="4973" y="3397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29" name="公式" r:id="rId73" imgW="139680" imgH="139680" progId="Equation.3">
                    <p:embed/>
                  </p:oleObj>
                </mc:Choice>
                <mc:Fallback>
                  <p:oleObj name="公式" r:id="rId73" imgW="139680" imgH="139680" progId="Equation.3">
                    <p:embed/>
                    <p:pic>
                      <p:nvPicPr>
                        <p:cNvPr id="163906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3" y="3397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8969910"/>
                </p:ext>
              </p:extLst>
            </p:nvPr>
          </p:nvGraphicFramePr>
          <p:xfrm>
            <a:off x="4973" y="3674"/>
            <a:ext cx="17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30" name="公式" r:id="rId75" imgW="139680" imgH="139680" progId="Equation.3">
                    <p:embed/>
                  </p:oleObj>
                </mc:Choice>
                <mc:Fallback>
                  <p:oleObj name="公式" r:id="rId75" imgW="139680" imgH="139680" progId="Equation.3">
                    <p:embed/>
                    <p:pic>
                      <p:nvPicPr>
                        <p:cNvPr id="163907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3" y="3674"/>
                          <a:ext cx="17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" name="Group 6"/>
          <p:cNvGrpSpPr>
            <a:grpSpLocks/>
          </p:cNvGrpSpPr>
          <p:nvPr/>
        </p:nvGrpSpPr>
        <p:grpSpPr bwMode="auto">
          <a:xfrm>
            <a:off x="1087752" y="4035991"/>
            <a:ext cx="4002884" cy="544115"/>
            <a:chOff x="248" y="2834"/>
            <a:chExt cx="3362" cy="457"/>
          </a:xfrm>
        </p:grpSpPr>
        <p:sp>
          <p:nvSpPr>
            <p:cNvPr id="139" name="Text Box 7"/>
            <p:cNvSpPr txBox="1">
              <a:spLocks noChangeArrowheads="1"/>
            </p:cNvSpPr>
            <p:nvPr/>
          </p:nvSpPr>
          <p:spPr bwMode="auto">
            <a:xfrm>
              <a:off x="248" y="2834"/>
              <a:ext cx="2157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>
                  <a:solidFill>
                    <a:srgbClr val="FF0000"/>
                  </a:solidFill>
                </a:rPr>
                <a:t>非</a:t>
              </a:r>
              <a:r>
                <a:rPr lang="zh-CN" altLang="en-US" sz="2100" b="1">
                  <a:solidFill>
                    <a:srgbClr val="000000"/>
                  </a:solidFill>
                </a:rPr>
                <a:t>均</a:t>
              </a:r>
              <a:r>
                <a:rPr lang="zh-CN" altLang="en-US" sz="2100" b="1" dirty="0">
                  <a:solidFill>
                    <a:srgbClr val="000000"/>
                  </a:solidFill>
                </a:rPr>
                <a:t>匀</a:t>
              </a:r>
              <a:r>
                <a:rPr lang="zh-CN" altLang="en-US" sz="2100" b="1">
                  <a:solidFill>
                    <a:srgbClr val="000000"/>
                  </a:solidFill>
                </a:rPr>
                <a:t>带电</a:t>
              </a:r>
              <a:r>
                <a:rPr lang="en-US" altLang="zh-CN" sz="2100" b="1">
                  <a:solidFill>
                    <a:srgbClr val="000000"/>
                  </a:solidFill>
                </a:rPr>
                <a:t>:</a:t>
              </a:r>
              <a:endParaRPr lang="zh-CN" altLang="en-US" sz="21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14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518050"/>
                </p:ext>
              </p:extLst>
            </p:nvPr>
          </p:nvGraphicFramePr>
          <p:xfrm>
            <a:off x="2855" y="2872"/>
            <a:ext cx="755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31" name="Equation" r:id="rId99" imgW="457200" imgH="253800" progId="Equation.DSMT4">
                    <p:embed/>
                  </p:oleObj>
                </mc:Choice>
                <mc:Fallback>
                  <p:oleObj name="Equation" r:id="rId99" imgW="457200" imgH="253800" progId="Equation.DSMT4">
                    <p:embed/>
                    <p:pic>
                      <p:nvPicPr>
                        <p:cNvPr id="16384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5" y="2872"/>
                          <a:ext cx="755" cy="4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147666"/>
              </p:ext>
            </p:extLst>
          </p:nvPr>
        </p:nvGraphicFramePr>
        <p:xfrm>
          <a:off x="2649207" y="4018095"/>
          <a:ext cx="1325166" cy="746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32" name="Equation" r:id="rId101" imgW="698400" imgH="393480" progId="Equation.DSMT4">
                  <p:embed/>
                </p:oleObj>
              </mc:Choice>
              <mc:Fallback>
                <p:oleObj name="Equation" r:id="rId101" imgW="698400" imgH="393480" progId="Equation.DSMT4">
                  <p:embed/>
                  <p:pic>
                    <p:nvPicPr>
                      <p:cNvPr id="14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207" y="4018095"/>
                        <a:ext cx="1325166" cy="74655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1087752" y="2745395"/>
            <a:ext cx="3498536" cy="543272"/>
            <a:chOff x="558793" y="3660519"/>
            <a:chExt cx="4664714" cy="724361"/>
          </a:xfrm>
        </p:grpSpPr>
        <p:sp>
          <p:nvSpPr>
            <p:cNvPr id="163847" name="Text Box 7"/>
            <p:cNvSpPr txBox="1">
              <a:spLocks noChangeArrowheads="1"/>
            </p:cNvSpPr>
            <p:nvPr/>
          </p:nvSpPr>
          <p:spPr bwMode="auto">
            <a:xfrm>
              <a:off x="558793" y="3660519"/>
              <a:ext cx="3424238" cy="640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>
                  <a:solidFill>
                    <a:srgbClr val="000000"/>
                  </a:solidFill>
                </a:rPr>
                <a:t>均</a:t>
              </a:r>
              <a:r>
                <a:rPr lang="zh-CN" altLang="en-US" sz="2100" b="1" dirty="0">
                  <a:solidFill>
                    <a:srgbClr val="000000"/>
                  </a:solidFill>
                </a:rPr>
                <a:t>匀</a:t>
              </a:r>
              <a:r>
                <a:rPr lang="zh-CN" altLang="en-US" sz="2100" b="1">
                  <a:solidFill>
                    <a:srgbClr val="000000"/>
                  </a:solidFill>
                </a:rPr>
                <a:t>带电</a:t>
              </a:r>
              <a:r>
                <a:rPr lang="en-US" altLang="zh-CN" sz="2100" b="1">
                  <a:solidFill>
                    <a:srgbClr val="000000"/>
                  </a:solidFill>
                </a:rPr>
                <a:t>:</a:t>
              </a:r>
              <a:endParaRPr lang="zh-CN" altLang="en-US" sz="21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141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8679560"/>
                </p:ext>
              </p:extLst>
            </p:nvPr>
          </p:nvGraphicFramePr>
          <p:xfrm>
            <a:off x="2316797" y="3753780"/>
            <a:ext cx="1330325" cy="531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33" name="Equation" r:id="rId103" imgW="507960" imgH="203040" progId="Equation.DSMT4">
                    <p:embed/>
                  </p:oleObj>
                </mc:Choice>
                <mc:Fallback>
                  <p:oleObj name="Equation" r:id="rId103" imgW="507960" imgH="203040" progId="Equation.DSMT4">
                    <p:embed/>
                    <p:pic>
                      <p:nvPicPr>
                        <p:cNvPr id="16384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6797" y="3753780"/>
                          <a:ext cx="1330325" cy="5318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4792632"/>
                </p:ext>
              </p:extLst>
            </p:nvPr>
          </p:nvGraphicFramePr>
          <p:xfrm>
            <a:off x="4027590" y="3720248"/>
            <a:ext cx="1195917" cy="664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34" name="Equation" r:id="rId105" imgW="457200" imgH="253800" progId="Equation.DSMT4">
                    <p:embed/>
                  </p:oleObj>
                </mc:Choice>
                <mc:Fallback>
                  <p:oleObj name="Equation" r:id="rId105" imgW="457200" imgH="253800" progId="Equation.DSMT4">
                    <p:embed/>
                    <p:pic>
                      <p:nvPicPr>
                        <p:cNvPr id="16384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7590" y="3720248"/>
                          <a:ext cx="1195917" cy="6646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0B6CD-40DC-47B4-8758-B463CB14DB8B}" type="slidenum">
              <a:rPr lang="en-US" altLang="zh-CN">
                <a:solidFill>
                  <a:srgbClr val="000000"/>
                </a:solidFill>
              </a:rPr>
              <a:pPr/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62818" name="Text Box 2"/>
          <p:cNvSpPr txBox="1">
            <a:spLocks noChangeArrowheads="1"/>
          </p:cNvSpPr>
          <p:nvPr/>
        </p:nvSpPr>
        <p:spPr bwMode="auto">
          <a:xfrm>
            <a:off x="1341835" y="265510"/>
            <a:ext cx="645795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100" b="1">
                <a:solidFill>
                  <a:srgbClr val="990000"/>
                </a:solidFill>
                <a:latin typeface="Times New Roman" pitchFamily="18" charset="0"/>
              </a:rPr>
              <a:t>3. </a:t>
            </a:r>
            <a:r>
              <a:rPr lang="zh-CN" altLang="en-US" sz="2100" b="1">
                <a:solidFill>
                  <a:srgbClr val="990000"/>
                </a:solidFill>
                <a:latin typeface="Times New Roman" pitchFamily="18" charset="0"/>
              </a:rPr>
              <a:t>经过分析，电场不很对称时，需要用高斯定理  </a:t>
            </a:r>
          </a:p>
          <a:p>
            <a:pPr>
              <a:lnSpc>
                <a:spcPct val="120000"/>
              </a:lnSpc>
            </a:pPr>
            <a:r>
              <a:rPr lang="zh-CN" altLang="en-US" sz="2100" b="1">
                <a:solidFill>
                  <a:srgbClr val="990000"/>
                </a:solidFill>
                <a:latin typeface="Times New Roman" pitchFamily="18" charset="0"/>
              </a:rPr>
              <a:t>    分别求电场强度，然后再叠加。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674394" y="1739504"/>
            <a:ext cx="2597944" cy="1551384"/>
            <a:chOff x="2894" y="1461"/>
            <a:chExt cx="2182" cy="1303"/>
          </a:xfrm>
        </p:grpSpPr>
        <p:sp>
          <p:nvSpPr>
            <p:cNvPr id="162820" name="Oval 4"/>
            <p:cNvSpPr>
              <a:spLocks noChangeArrowheads="1"/>
            </p:cNvSpPr>
            <p:nvPr/>
          </p:nvSpPr>
          <p:spPr bwMode="auto">
            <a:xfrm>
              <a:off x="3525" y="2050"/>
              <a:ext cx="127" cy="127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62821" name="Oval 5"/>
            <p:cNvSpPr>
              <a:spLocks noChangeArrowheads="1"/>
            </p:cNvSpPr>
            <p:nvPr/>
          </p:nvSpPr>
          <p:spPr bwMode="auto">
            <a:xfrm>
              <a:off x="4321" y="2050"/>
              <a:ext cx="127" cy="127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894" y="1461"/>
              <a:ext cx="2182" cy="1303"/>
              <a:chOff x="2742" y="1254"/>
              <a:chExt cx="2689" cy="1718"/>
            </a:xfrm>
          </p:grpSpPr>
          <p:sp>
            <p:nvSpPr>
              <p:cNvPr id="162823" name="Freeform 7"/>
              <p:cNvSpPr>
                <a:spLocks/>
              </p:cNvSpPr>
              <p:nvPr/>
            </p:nvSpPr>
            <p:spPr bwMode="auto">
              <a:xfrm flipV="1">
                <a:off x="3756" y="2217"/>
                <a:ext cx="645" cy="179"/>
              </a:xfrm>
              <a:custGeom>
                <a:avLst/>
                <a:gdLst/>
                <a:ahLst/>
                <a:cxnLst>
                  <a:cxn ang="0">
                    <a:pos x="0" y="179"/>
                  </a:cxn>
                  <a:cxn ang="0">
                    <a:pos x="161" y="69"/>
                  </a:cxn>
                  <a:cxn ang="0">
                    <a:pos x="415" y="1"/>
                  </a:cxn>
                  <a:cxn ang="0">
                    <a:pos x="644" y="60"/>
                  </a:cxn>
                  <a:cxn ang="0">
                    <a:pos x="839" y="173"/>
                  </a:cxn>
                </a:cxnLst>
                <a:rect l="0" t="0" r="r" b="b"/>
                <a:pathLst>
                  <a:path w="839" h="179">
                    <a:moveTo>
                      <a:pt x="0" y="179"/>
                    </a:moveTo>
                    <a:cubicBezTo>
                      <a:pt x="27" y="161"/>
                      <a:pt x="92" y="99"/>
                      <a:pt x="161" y="69"/>
                    </a:cubicBezTo>
                    <a:cubicBezTo>
                      <a:pt x="230" y="39"/>
                      <a:pt x="335" y="2"/>
                      <a:pt x="415" y="1"/>
                    </a:cubicBezTo>
                    <a:cubicBezTo>
                      <a:pt x="495" y="0"/>
                      <a:pt x="573" y="31"/>
                      <a:pt x="644" y="60"/>
                    </a:cubicBezTo>
                    <a:cubicBezTo>
                      <a:pt x="715" y="89"/>
                      <a:pt x="799" y="150"/>
                      <a:pt x="839" y="17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24" name="Line 8"/>
              <p:cNvSpPr>
                <a:spLocks noChangeShapeType="1"/>
              </p:cNvSpPr>
              <p:nvPr/>
            </p:nvSpPr>
            <p:spPr bwMode="auto">
              <a:xfrm>
                <a:off x="3760" y="2113"/>
                <a:ext cx="6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25" name="Freeform 9"/>
              <p:cNvSpPr>
                <a:spLocks/>
              </p:cNvSpPr>
              <p:nvPr/>
            </p:nvSpPr>
            <p:spPr bwMode="auto">
              <a:xfrm>
                <a:off x="3668" y="1466"/>
                <a:ext cx="821" cy="444"/>
              </a:xfrm>
              <a:custGeom>
                <a:avLst/>
                <a:gdLst/>
                <a:ahLst/>
                <a:cxnLst>
                  <a:cxn ang="0">
                    <a:pos x="0" y="179"/>
                  </a:cxn>
                  <a:cxn ang="0">
                    <a:pos x="161" y="69"/>
                  </a:cxn>
                  <a:cxn ang="0">
                    <a:pos x="415" y="1"/>
                  </a:cxn>
                  <a:cxn ang="0">
                    <a:pos x="644" y="60"/>
                  </a:cxn>
                  <a:cxn ang="0">
                    <a:pos x="839" y="173"/>
                  </a:cxn>
                </a:cxnLst>
                <a:rect l="0" t="0" r="r" b="b"/>
                <a:pathLst>
                  <a:path w="839" h="179">
                    <a:moveTo>
                      <a:pt x="0" y="179"/>
                    </a:moveTo>
                    <a:cubicBezTo>
                      <a:pt x="27" y="161"/>
                      <a:pt x="92" y="99"/>
                      <a:pt x="161" y="69"/>
                    </a:cubicBezTo>
                    <a:cubicBezTo>
                      <a:pt x="230" y="39"/>
                      <a:pt x="335" y="2"/>
                      <a:pt x="415" y="1"/>
                    </a:cubicBezTo>
                    <a:cubicBezTo>
                      <a:pt x="495" y="0"/>
                      <a:pt x="573" y="31"/>
                      <a:pt x="644" y="60"/>
                    </a:cubicBezTo>
                    <a:cubicBezTo>
                      <a:pt x="715" y="89"/>
                      <a:pt x="799" y="150"/>
                      <a:pt x="839" y="17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26" name="Freeform 10"/>
              <p:cNvSpPr>
                <a:spLocks/>
              </p:cNvSpPr>
              <p:nvPr/>
            </p:nvSpPr>
            <p:spPr bwMode="auto">
              <a:xfrm>
                <a:off x="3756" y="1830"/>
                <a:ext cx="645" cy="179"/>
              </a:xfrm>
              <a:custGeom>
                <a:avLst/>
                <a:gdLst/>
                <a:ahLst/>
                <a:cxnLst>
                  <a:cxn ang="0">
                    <a:pos x="0" y="179"/>
                  </a:cxn>
                  <a:cxn ang="0">
                    <a:pos x="161" y="69"/>
                  </a:cxn>
                  <a:cxn ang="0">
                    <a:pos x="415" y="1"/>
                  </a:cxn>
                  <a:cxn ang="0">
                    <a:pos x="644" y="60"/>
                  </a:cxn>
                  <a:cxn ang="0">
                    <a:pos x="839" y="173"/>
                  </a:cxn>
                </a:cxnLst>
                <a:rect l="0" t="0" r="r" b="b"/>
                <a:pathLst>
                  <a:path w="839" h="179">
                    <a:moveTo>
                      <a:pt x="0" y="179"/>
                    </a:moveTo>
                    <a:cubicBezTo>
                      <a:pt x="27" y="161"/>
                      <a:pt x="92" y="99"/>
                      <a:pt x="161" y="69"/>
                    </a:cubicBezTo>
                    <a:cubicBezTo>
                      <a:pt x="230" y="39"/>
                      <a:pt x="335" y="2"/>
                      <a:pt x="415" y="1"/>
                    </a:cubicBezTo>
                    <a:cubicBezTo>
                      <a:pt x="495" y="0"/>
                      <a:pt x="573" y="31"/>
                      <a:pt x="644" y="60"/>
                    </a:cubicBezTo>
                    <a:cubicBezTo>
                      <a:pt x="715" y="89"/>
                      <a:pt x="799" y="150"/>
                      <a:pt x="839" y="17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27" name="Freeform 11"/>
              <p:cNvSpPr>
                <a:spLocks/>
              </p:cNvSpPr>
              <p:nvPr/>
            </p:nvSpPr>
            <p:spPr bwMode="auto">
              <a:xfrm flipV="1">
                <a:off x="3668" y="2317"/>
                <a:ext cx="821" cy="444"/>
              </a:xfrm>
              <a:custGeom>
                <a:avLst/>
                <a:gdLst/>
                <a:ahLst/>
                <a:cxnLst>
                  <a:cxn ang="0">
                    <a:pos x="0" y="179"/>
                  </a:cxn>
                  <a:cxn ang="0">
                    <a:pos x="161" y="69"/>
                  </a:cxn>
                  <a:cxn ang="0">
                    <a:pos x="415" y="1"/>
                  </a:cxn>
                  <a:cxn ang="0">
                    <a:pos x="644" y="60"/>
                  </a:cxn>
                  <a:cxn ang="0">
                    <a:pos x="839" y="173"/>
                  </a:cxn>
                </a:cxnLst>
                <a:rect l="0" t="0" r="r" b="b"/>
                <a:pathLst>
                  <a:path w="839" h="179">
                    <a:moveTo>
                      <a:pt x="0" y="179"/>
                    </a:moveTo>
                    <a:cubicBezTo>
                      <a:pt x="27" y="161"/>
                      <a:pt x="92" y="99"/>
                      <a:pt x="161" y="69"/>
                    </a:cubicBezTo>
                    <a:cubicBezTo>
                      <a:pt x="230" y="39"/>
                      <a:pt x="335" y="2"/>
                      <a:pt x="415" y="1"/>
                    </a:cubicBezTo>
                    <a:cubicBezTo>
                      <a:pt x="495" y="0"/>
                      <a:pt x="573" y="31"/>
                      <a:pt x="644" y="60"/>
                    </a:cubicBezTo>
                    <a:cubicBezTo>
                      <a:pt x="715" y="89"/>
                      <a:pt x="799" y="150"/>
                      <a:pt x="839" y="17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28" name="Freeform 12"/>
              <p:cNvSpPr>
                <a:spLocks/>
              </p:cNvSpPr>
              <p:nvPr/>
            </p:nvSpPr>
            <p:spPr bwMode="auto">
              <a:xfrm rot="395115">
                <a:off x="3620" y="1254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29" name="Freeform 13"/>
              <p:cNvSpPr>
                <a:spLocks/>
              </p:cNvSpPr>
              <p:nvPr/>
            </p:nvSpPr>
            <p:spPr bwMode="auto">
              <a:xfrm rot="21204885" flipV="1">
                <a:off x="3616" y="2310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0" name="Freeform 14"/>
              <p:cNvSpPr>
                <a:spLocks/>
              </p:cNvSpPr>
              <p:nvPr/>
            </p:nvSpPr>
            <p:spPr bwMode="auto">
              <a:xfrm rot="21204885" flipH="1">
                <a:off x="3355" y="1311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1" name="Freeform 15"/>
              <p:cNvSpPr>
                <a:spLocks/>
              </p:cNvSpPr>
              <p:nvPr/>
            </p:nvSpPr>
            <p:spPr bwMode="auto">
              <a:xfrm rot="395115" flipH="1" flipV="1">
                <a:off x="3359" y="2279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2" name="Freeform 16"/>
              <p:cNvSpPr>
                <a:spLocks/>
              </p:cNvSpPr>
              <p:nvPr/>
            </p:nvSpPr>
            <p:spPr bwMode="auto">
              <a:xfrm rot="18941491" flipH="1">
                <a:off x="3109" y="1508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3" name="Freeform 17"/>
              <p:cNvSpPr>
                <a:spLocks/>
              </p:cNvSpPr>
              <p:nvPr/>
            </p:nvSpPr>
            <p:spPr bwMode="auto">
              <a:xfrm rot="2658509" flipH="1" flipV="1">
                <a:off x="3108" y="2069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4" name="Line 18"/>
              <p:cNvSpPr>
                <a:spLocks noChangeShapeType="1"/>
              </p:cNvSpPr>
              <p:nvPr/>
            </p:nvSpPr>
            <p:spPr bwMode="auto">
              <a:xfrm flipH="1">
                <a:off x="2742" y="2106"/>
                <a:ext cx="6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5" name="Freeform 19"/>
              <p:cNvSpPr>
                <a:spLocks/>
              </p:cNvSpPr>
              <p:nvPr/>
            </p:nvSpPr>
            <p:spPr bwMode="auto">
              <a:xfrm rot="21204885" flipH="1">
                <a:off x="4433" y="1256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6" name="Freeform 20"/>
              <p:cNvSpPr>
                <a:spLocks/>
              </p:cNvSpPr>
              <p:nvPr/>
            </p:nvSpPr>
            <p:spPr bwMode="auto">
              <a:xfrm rot="395115" flipH="1" flipV="1">
                <a:off x="4437" y="2320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7" name="Freeform 21"/>
              <p:cNvSpPr>
                <a:spLocks/>
              </p:cNvSpPr>
              <p:nvPr/>
            </p:nvSpPr>
            <p:spPr bwMode="auto">
              <a:xfrm rot="395115">
                <a:off x="4698" y="1289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8" name="Freeform 22"/>
              <p:cNvSpPr>
                <a:spLocks/>
              </p:cNvSpPr>
              <p:nvPr/>
            </p:nvSpPr>
            <p:spPr bwMode="auto">
              <a:xfrm rot="21204885" flipV="1">
                <a:off x="4694" y="2281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39" name="Freeform 23"/>
              <p:cNvSpPr>
                <a:spLocks/>
              </p:cNvSpPr>
              <p:nvPr/>
            </p:nvSpPr>
            <p:spPr bwMode="auto">
              <a:xfrm rot="2658509">
                <a:off x="4944" y="1502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40" name="Freeform 24"/>
              <p:cNvSpPr>
                <a:spLocks/>
              </p:cNvSpPr>
              <p:nvPr/>
            </p:nvSpPr>
            <p:spPr bwMode="auto">
              <a:xfrm rot="18941491" flipV="1">
                <a:off x="4945" y="2063"/>
                <a:ext cx="120" cy="652"/>
              </a:xfrm>
              <a:custGeom>
                <a:avLst/>
                <a:gdLst/>
                <a:ahLst/>
                <a:cxnLst>
                  <a:cxn ang="0">
                    <a:pos x="10" y="652"/>
                  </a:cxn>
                  <a:cxn ang="0">
                    <a:pos x="18" y="288"/>
                  </a:cxn>
                  <a:cxn ang="0">
                    <a:pos x="120" y="0"/>
                  </a:cxn>
                </a:cxnLst>
                <a:rect l="0" t="0" r="r" b="b"/>
                <a:pathLst>
                  <a:path w="120" h="652">
                    <a:moveTo>
                      <a:pt x="10" y="652"/>
                    </a:moveTo>
                    <a:cubicBezTo>
                      <a:pt x="5" y="524"/>
                      <a:pt x="0" y="397"/>
                      <a:pt x="18" y="288"/>
                    </a:cubicBezTo>
                    <a:cubicBezTo>
                      <a:pt x="36" y="179"/>
                      <a:pt x="78" y="89"/>
                      <a:pt x="1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841" name="Line 25"/>
              <p:cNvSpPr>
                <a:spLocks noChangeShapeType="1"/>
              </p:cNvSpPr>
              <p:nvPr/>
            </p:nvSpPr>
            <p:spPr bwMode="auto">
              <a:xfrm>
                <a:off x="4762" y="2100"/>
                <a:ext cx="6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</p:grpSp>
      </p:grpSp>
      <p:graphicFrame>
        <p:nvGraphicFramePr>
          <p:cNvPr id="162842" name="Object 26"/>
          <p:cNvGraphicFramePr>
            <a:graphicFrameLocks noChangeAspect="1"/>
          </p:cNvGraphicFramePr>
          <p:nvPr/>
        </p:nvGraphicFramePr>
        <p:xfrm>
          <a:off x="1557338" y="3846594"/>
          <a:ext cx="1554546" cy="76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72" name="公式" r:id="rId3" imgW="901440" imgH="444240" progId="Equation.3">
                  <p:embed/>
                </p:oleObj>
              </mc:Choice>
              <mc:Fallback>
                <p:oleObj name="公式" r:id="rId3" imgW="901440" imgH="444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8" y="3846594"/>
                        <a:ext cx="1554546" cy="7670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151460" y="1260872"/>
            <a:ext cx="1287065" cy="2300288"/>
            <a:chOff x="847" y="1059"/>
            <a:chExt cx="1081" cy="1932"/>
          </a:xfrm>
        </p:grpSpPr>
        <p:grpSp>
          <p:nvGrpSpPr>
            <p:cNvPr id="5" name="Group 28"/>
            <p:cNvGrpSpPr>
              <a:grpSpLocks/>
            </p:cNvGrpSpPr>
            <p:nvPr/>
          </p:nvGrpSpPr>
          <p:grpSpPr bwMode="auto">
            <a:xfrm>
              <a:off x="847" y="1059"/>
              <a:ext cx="1081" cy="1932"/>
              <a:chOff x="879" y="1059"/>
              <a:chExt cx="1081" cy="1932"/>
            </a:xfrm>
          </p:grpSpPr>
          <p:sp>
            <p:nvSpPr>
              <p:cNvPr id="162845" name="AutoShape 29"/>
              <p:cNvSpPr>
                <a:spLocks noChangeArrowheads="1"/>
              </p:cNvSpPr>
              <p:nvPr/>
            </p:nvSpPr>
            <p:spPr bwMode="auto">
              <a:xfrm>
                <a:off x="1881" y="1458"/>
                <a:ext cx="79" cy="1533"/>
              </a:xfrm>
              <a:prstGeom prst="can">
                <a:avLst>
                  <a:gd name="adj" fmla="val 45548"/>
                </a:avLst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162846" name="Object 30"/>
              <p:cNvGraphicFramePr>
                <a:graphicFrameLocks noChangeAspect="1"/>
              </p:cNvGraphicFramePr>
              <p:nvPr/>
            </p:nvGraphicFramePr>
            <p:xfrm>
              <a:off x="879" y="1059"/>
              <a:ext cx="279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773" name="公式" r:id="rId5" imgW="266400" imgH="177480" progId="Equation.3">
                      <p:embed/>
                    </p:oleObj>
                  </mc:Choice>
                  <mc:Fallback>
                    <p:oleObj name="公式" r:id="rId5" imgW="266400" imgH="17748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79" y="1059"/>
                            <a:ext cx="279" cy="2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847" name="Object 31"/>
              <p:cNvGraphicFramePr>
                <a:graphicFrameLocks noChangeAspect="1"/>
              </p:cNvGraphicFramePr>
              <p:nvPr/>
            </p:nvGraphicFramePr>
            <p:xfrm>
              <a:off x="1695" y="1059"/>
              <a:ext cx="265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774" name="公式" r:id="rId7" imgW="253800" imgH="177480" progId="Equation.3">
                      <p:embed/>
                    </p:oleObj>
                  </mc:Choice>
                  <mc:Fallback>
                    <p:oleObj name="公式" r:id="rId7" imgW="253800" imgH="17748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95" y="1059"/>
                            <a:ext cx="265" cy="2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2848" name="AutoShape 32"/>
              <p:cNvSpPr>
                <a:spLocks noChangeArrowheads="1"/>
              </p:cNvSpPr>
              <p:nvPr/>
            </p:nvSpPr>
            <p:spPr bwMode="auto">
              <a:xfrm>
                <a:off x="1079" y="1458"/>
                <a:ext cx="79" cy="1533"/>
              </a:xfrm>
              <a:prstGeom prst="can">
                <a:avLst>
                  <a:gd name="adj" fmla="val 45548"/>
                </a:avLst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62849" name="Line 33"/>
            <p:cNvSpPr>
              <a:spLocks noChangeShapeType="1"/>
            </p:cNvSpPr>
            <p:nvPr/>
          </p:nvSpPr>
          <p:spPr bwMode="auto">
            <a:xfrm>
              <a:off x="1126" y="2243"/>
              <a:ext cx="4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62850" name="Object 34"/>
            <p:cNvGraphicFramePr>
              <a:graphicFrameLocks noChangeAspect="1"/>
            </p:cNvGraphicFramePr>
            <p:nvPr/>
          </p:nvGraphicFramePr>
          <p:xfrm>
            <a:off x="1255" y="2033"/>
            <a:ext cx="22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775" name="公式" r:id="rId9" imgW="139680" imgH="139680" progId="Equation.3">
                    <p:embed/>
                  </p:oleObj>
                </mc:Choice>
                <mc:Fallback>
                  <p:oleObj name="公式" r:id="rId9" imgW="139680" imgH="13968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5" y="2033"/>
                          <a:ext cx="220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2851" name="Line 35"/>
            <p:cNvSpPr>
              <a:spLocks noChangeShapeType="1"/>
            </p:cNvSpPr>
            <p:nvPr/>
          </p:nvSpPr>
          <p:spPr bwMode="auto">
            <a:xfrm>
              <a:off x="1126" y="2856"/>
              <a:ext cx="723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62852" name="Object 36"/>
            <p:cNvGraphicFramePr>
              <a:graphicFrameLocks noChangeAspect="1"/>
            </p:cNvGraphicFramePr>
            <p:nvPr/>
          </p:nvGraphicFramePr>
          <p:xfrm>
            <a:off x="1377" y="2624"/>
            <a:ext cx="22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776" name="公式" r:id="rId11" imgW="139680" imgH="177480" progId="Equation.3">
                    <p:embed/>
                  </p:oleObj>
                </mc:Choice>
                <mc:Fallback>
                  <p:oleObj name="公式" r:id="rId11" imgW="139680" imgH="17748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7" y="2624"/>
                          <a:ext cx="220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2853" name="Oval 37"/>
            <p:cNvSpPr>
              <a:spLocks noChangeArrowheads="1"/>
            </p:cNvSpPr>
            <p:nvPr/>
          </p:nvSpPr>
          <p:spPr bwMode="auto">
            <a:xfrm>
              <a:off x="1607" y="2211"/>
              <a:ext cx="56" cy="5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162854" name="Object 38"/>
          <p:cNvGraphicFramePr>
            <a:graphicFrameLocks noChangeAspect="1"/>
          </p:cNvGraphicFramePr>
          <p:nvPr/>
        </p:nvGraphicFramePr>
        <p:xfrm>
          <a:off x="3285865" y="3846594"/>
          <a:ext cx="2080798" cy="76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77" name="公式" r:id="rId13" imgW="1206360" imgH="444240" progId="Equation.3">
                  <p:embed/>
                </p:oleObj>
              </mc:Choice>
              <mc:Fallback>
                <p:oleObj name="公式" r:id="rId13" imgW="1206360" imgH="4442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5865" y="3846594"/>
                        <a:ext cx="2080798" cy="7670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55" name="Object 39"/>
          <p:cNvGraphicFramePr>
            <a:graphicFrameLocks noChangeAspect="1"/>
          </p:cNvGraphicFramePr>
          <p:nvPr/>
        </p:nvGraphicFramePr>
        <p:xfrm>
          <a:off x="5922184" y="4020561"/>
          <a:ext cx="1582579" cy="438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78" name="公式" r:id="rId15" imgW="825480" imgH="228600" progId="Equation.3">
                  <p:embed/>
                </p:oleObj>
              </mc:Choice>
              <mc:Fallback>
                <p:oleObj name="公式" r:id="rId15" imgW="82548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184" y="4020561"/>
                        <a:ext cx="1582579" cy="4383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2802016" y="168686"/>
            <a:ext cx="3714750" cy="5539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defTabSz="685800" eaLnBrk="0" hangingPunct="0">
              <a:defRPr/>
            </a:pPr>
            <a:r>
              <a:rPr lang="zh-CN" altLang="en-US" sz="3000" b="1" dirty="0">
                <a:solidFill>
                  <a:srgbClr val="333333"/>
                </a:solidFill>
                <a:latin typeface="Times New Roman" pitchFamily="18" charset="0"/>
              </a:rPr>
              <a:t>电学部分小结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298481" y="824274"/>
            <a:ext cx="4391879" cy="1263844"/>
            <a:chOff x="1540642" y="1099032"/>
            <a:chExt cx="5855838" cy="1685125"/>
          </a:xfrm>
        </p:grpSpPr>
        <p:sp>
          <p:nvSpPr>
            <p:cNvPr id="95" name="Text Box 116"/>
            <p:cNvSpPr txBox="1">
              <a:spLocks noChangeArrowheads="1"/>
            </p:cNvSpPr>
            <p:nvPr/>
          </p:nvSpPr>
          <p:spPr bwMode="auto">
            <a:xfrm>
              <a:off x="1870523" y="1664596"/>
              <a:ext cx="4677730" cy="553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defRPr/>
              </a:pPr>
              <a:r>
                <a:rPr lang="en-US" altLang="zh-CN" sz="2100" b="1">
                  <a:solidFill>
                    <a:srgbClr val="C00000"/>
                  </a:solidFill>
                  <a:latin typeface="Times New Roman" pitchFamily="18" charset="0"/>
                </a:rPr>
                <a:t>1. </a:t>
              </a:r>
              <a:r>
                <a:rPr lang="zh-CN" altLang="en-US" sz="2100" b="1">
                  <a:solidFill>
                    <a:srgbClr val="C00000"/>
                  </a:solidFill>
                  <a:latin typeface="Times New Roman" pitchFamily="18" charset="0"/>
                </a:rPr>
                <a:t>电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场力、电场强度</a:t>
              </a:r>
            </a:p>
          </p:txBody>
        </p:sp>
        <p:sp>
          <p:nvSpPr>
            <p:cNvPr id="96" name="Text Box 116"/>
            <p:cNvSpPr txBox="1">
              <a:spLocks noChangeArrowheads="1"/>
            </p:cNvSpPr>
            <p:nvPr/>
          </p:nvSpPr>
          <p:spPr bwMode="auto">
            <a:xfrm>
              <a:off x="1870523" y="2230160"/>
              <a:ext cx="4464369" cy="553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defRPr/>
              </a:pPr>
              <a:r>
                <a:rPr lang="en-US" altLang="zh-CN" sz="2100" b="1">
                  <a:solidFill>
                    <a:srgbClr val="C00000"/>
                  </a:solidFill>
                  <a:latin typeface="Times New Roman" pitchFamily="18" charset="0"/>
                </a:rPr>
                <a:t>2. </a:t>
              </a:r>
              <a:r>
                <a:rPr lang="zh-CN" altLang="en-US" sz="2100" b="1">
                  <a:solidFill>
                    <a:srgbClr val="C00000"/>
                  </a:solidFill>
                  <a:latin typeface="Times New Roman" pitchFamily="18" charset="0"/>
                </a:rPr>
                <a:t>求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电场强度的方法</a:t>
              </a:r>
            </a:p>
          </p:txBody>
        </p:sp>
        <p:sp>
          <p:nvSpPr>
            <p:cNvPr id="8" name="Text Box 116"/>
            <p:cNvSpPr txBox="1">
              <a:spLocks noChangeArrowheads="1"/>
            </p:cNvSpPr>
            <p:nvPr/>
          </p:nvSpPr>
          <p:spPr bwMode="auto">
            <a:xfrm>
              <a:off x="1540642" y="1099032"/>
              <a:ext cx="5855838" cy="553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defRPr/>
              </a:pPr>
              <a:r>
                <a:rPr lang="zh-CN" altLang="en-US" sz="2100" b="1">
                  <a:solidFill>
                    <a:srgbClr val="C00000"/>
                  </a:solidFill>
                  <a:latin typeface="Times New Roman" pitchFamily="18" charset="0"/>
                </a:rPr>
                <a:t>一、描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述电场</a:t>
              </a:r>
              <a:r>
                <a:rPr lang="en-US" altLang="zh-CN" sz="2100" b="1" dirty="0">
                  <a:solidFill>
                    <a:srgbClr val="C00000"/>
                  </a:solidFill>
                  <a:latin typeface="Times New Roman" pitchFamily="18" charset="0"/>
                </a:rPr>
                <a:t>——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力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298482" y="2096793"/>
            <a:ext cx="4713977" cy="1263844"/>
            <a:chOff x="1540642" y="2795724"/>
            <a:chExt cx="6285303" cy="1685125"/>
          </a:xfrm>
        </p:grpSpPr>
        <p:sp>
          <p:nvSpPr>
            <p:cNvPr id="97" name="Text Box 116"/>
            <p:cNvSpPr txBox="1">
              <a:spLocks noChangeArrowheads="1"/>
            </p:cNvSpPr>
            <p:nvPr/>
          </p:nvSpPr>
          <p:spPr bwMode="auto">
            <a:xfrm>
              <a:off x="1890843" y="3361288"/>
              <a:ext cx="5935102" cy="553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defRPr/>
              </a:pPr>
              <a:r>
                <a:rPr lang="en-US" altLang="zh-CN" sz="2100" b="1">
                  <a:solidFill>
                    <a:srgbClr val="C00000"/>
                  </a:solidFill>
                  <a:latin typeface="Times New Roman" pitchFamily="18" charset="0"/>
                </a:rPr>
                <a:t>1. </a:t>
              </a:r>
              <a:r>
                <a:rPr lang="zh-CN" altLang="en-US" sz="2100" b="1">
                  <a:solidFill>
                    <a:srgbClr val="C00000"/>
                  </a:solidFill>
                  <a:latin typeface="Times New Roman" pitchFamily="18" charset="0"/>
                </a:rPr>
                <a:t>电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势能、电势</a:t>
              </a:r>
            </a:p>
          </p:txBody>
        </p:sp>
        <p:sp>
          <p:nvSpPr>
            <p:cNvPr id="98" name="Text Box 116"/>
            <p:cNvSpPr txBox="1">
              <a:spLocks noChangeArrowheads="1"/>
            </p:cNvSpPr>
            <p:nvPr/>
          </p:nvSpPr>
          <p:spPr bwMode="auto">
            <a:xfrm>
              <a:off x="1890843" y="3926852"/>
              <a:ext cx="3715094" cy="553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defRPr/>
              </a:pPr>
              <a:r>
                <a:rPr lang="en-US" altLang="zh-CN" sz="2100" b="1">
                  <a:solidFill>
                    <a:srgbClr val="C00000"/>
                  </a:solidFill>
                  <a:latin typeface="Times New Roman" pitchFamily="18" charset="0"/>
                </a:rPr>
                <a:t>2. </a:t>
              </a:r>
              <a:r>
                <a:rPr lang="zh-CN" altLang="en-US" sz="2100" b="1">
                  <a:solidFill>
                    <a:srgbClr val="C00000"/>
                  </a:solidFill>
                  <a:latin typeface="Times New Roman" pitchFamily="18" charset="0"/>
                </a:rPr>
                <a:t>求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电势的方法</a:t>
              </a:r>
            </a:p>
          </p:txBody>
        </p:sp>
        <p:sp>
          <p:nvSpPr>
            <p:cNvPr id="9" name="Text Box 116"/>
            <p:cNvSpPr txBox="1">
              <a:spLocks noChangeArrowheads="1"/>
            </p:cNvSpPr>
            <p:nvPr/>
          </p:nvSpPr>
          <p:spPr bwMode="auto">
            <a:xfrm>
              <a:off x="1540642" y="2795724"/>
              <a:ext cx="5855838" cy="553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defRPr/>
              </a:pPr>
              <a:r>
                <a:rPr lang="zh-CN" altLang="en-US" sz="2100" b="1">
                  <a:solidFill>
                    <a:srgbClr val="C00000"/>
                  </a:solidFill>
                  <a:latin typeface="Times New Roman" pitchFamily="18" charset="0"/>
                </a:rPr>
                <a:t>二、描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述电场</a:t>
              </a:r>
              <a:r>
                <a:rPr lang="en-US" altLang="zh-CN" sz="2100" b="1" dirty="0">
                  <a:solidFill>
                    <a:srgbClr val="C00000"/>
                  </a:solidFill>
                  <a:latin typeface="Times New Roman" pitchFamily="18" charset="0"/>
                </a:rPr>
                <a:t>——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能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298481" y="3369313"/>
            <a:ext cx="5237699" cy="1263846"/>
            <a:chOff x="1540642" y="4492416"/>
            <a:chExt cx="6983598" cy="1685127"/>
          </a:xfrm>
        </p:grpSpPr>
        <p:sp>
          <p:nvSpPr>
            <p:cNvPr id="10" name="Text Box 116"/>
            <p:cNvSpPr txBox="1">
              <a:spLocks noChangeArrowheads="1"/>
            </p:cNvSpPr>
            <p:nvPr/>
          </p:nvSpPr>
          <p:spPr bwMode="auto">
            <a:xfrm>
              <a:off x="1540642" y="4492416"/>
              <a:ext cx="6983598" cy="553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defRPr/>
              </a:pPr>
              <a:r>
                <a:rPr lang="zh-CN" altLang="en-US" sz="2100" b="1">
                  <a:solidFill>
                    <a:srgbClr val="C00000"/>
                  </a:solidFill>
                  <a:latin typeface="Times New Roman" pitchFamily="18" charset="0"/>
                </a:rPr>
                <a:t>三、电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场与物质的作用</a:t>
              </a:r>
              <a:r>
                <a:rPr lang="en-US" altLang="zh-CN" sz="2100" b="1" dirty="0">
                  <a:solidFill>
                    <a:srgbClr val="C00000"/>
                  </a:solidFill>
                  <a:latin typeface="Times New Roman" pitchFamily="18" charset="0"/>
                </a:rPr>
                <a:t>——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导体和电介质</a:t>
              </a:r>
            </a:p>
          </p:txBody>
        </p:sp>
        <p:sp>
          <p:nvSpPr>
            <p:cNvPr id="11" name="Text Box 116"/>
            <p:cNvSpPr txBox="1">
              <a:spLocks noChangeArrowheads="1"/>
            </p:cNvSpPr>
            <p:nvPr/>
          </p:nvSpPr>
          <p:spPr bwMode="auto">
            <a:xfrm>
              <a:off x="1901003" y="5057980"/>
              <a:ext cx="5935102" cy="553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defRPr/>
              </a:pPr>
              <a:r>
                <a:rPr lang="en-US" altLang="zh-CN" sz="2100" b="1">
                  <a:solidFill>
                    <a:srgbClr val="C00000"/>
                  </a:solidFill>
                  <a:latin typeface="Times New Roman" pitchFamily="18" charset="0"/>
                </a:rPr>
                <a:t>1. </a:t>
              </a:r>
              <a:r>
                <a:rPr lang="zh-CN" altLang="en-US" sz="2100" b="1">
                  <a:solidFill>
                    <a:srgbClr val="C00000"/>
                  </a:solidFill>
                  <a:latin typeface="Times New Roman" pitchFamily="18" charset="0"/>
                </a:rPr>
                <a:t>电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场中的导体</a:t>
              </a:r>
            </a:p>
          </p:txBody>
        </p:sp>
        <p:sp>
          <p:nvSpPr>
            <p:cNvPr id="12" name="Text Box 116"/>
            <p:cNvSpPr txBox="1">
              <a:spLocks noChangeArrowheads="1"/>
            </p:cNvSpPr>
            <p:nvPr/>
          </p:nvSpPr>
          <p:spPr bwMode="auto">
            <a:xfrm>
              <a:off x="1901003" y="5623546"/>
              <a:ext cx="3715093" cy="553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defRPr/>
              </a:pPr>
              <a:r>
                <a:rPr lang="en-US" altLang="zh-CN" sz="2100" b="1">
                  <a:solidFill>
                    <a:srgbClr val="C00000"/>
                  </a:solidFill>
                  <a:latin typeface="Times New Roman" pitchFamily="18" charset="0"/>
                </a:rPr>
                <a:t>2. </a:t>
              </a:r>
              <a:r>
                <a:rPr lang="zh-CN" altLang="en-US" sz="2100" b="1">
                  <a:solidFill>
                    <a:srgbClr val="C00000"/>
                  </a:solidFill>
                  <a:latin typeface="Times New Roman" pitchFamily="18" charset="0"/>
                </a:rPr>
                <a:t>电</a:t>
              </a:r>
              <a:r>
                <a:rPr lang="zh-CN" altLang="en-US" sz="2100" b="1" dirty="0">
                  <a:solidFill>
                    <a:srgbClr val="C00000"/>
                  </a:solidFill>
                  <a:latin typeface="Times New Roman" pitchFamily="18" charset="0"/>
                </a:rPr>
                <a:t>场中的电介质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795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15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582032" y="798863"/>
            <a:ext cx="3508298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1.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场力、电场强度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717785"/>
              </p:ext>
            </p:extLst>
          </p:nvPr>
        </p:nvGraphicFramePr>
        <p:xfrm>
          <a:off x="2249092" y="1494235"/>
          <a:ext cx="1919049" cy="842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62" name="Equation" r:id="rId3" imgW="914400" imgH="444500" progId="Equation.3">
                  <p:embed/>
                </p:oleObj>
              </mc:Choice>
              <mc:Fallback>
                <p:oleObj name="Equation" r:id="rId3" imgW="914400" imgH="4445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092" y="1494235"/>
                        <a:ext cx="1919049" cy="842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5"/>
          <p:cNvSpPr txBox="1">
            <a:spLocks noChangeArrowheads="1"/>
          </p:cNvSpPr>
          <p:nvPr/>
        </p:nvSpPr>
        <p:spPr bwMode="auto">
          <a:xfrm>
            <a:off x="4409347" y="1634252"/>
            <a:ext cx="306587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同号相斥，异号相吸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2537460" y="2666053"/>
            <a:ext cx="4236720" cy="553047"/>
            <a:chOff x="864" y="1248"/>
            <a:chExt cx="3984" cy="576"/>
          </a:xfrm>
        </p:grpSpPr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864" y="1344"/>
              <a:ext cx="768" cy="433"/>
            </a:xfrm>
            <a:prstGeom prst="rect">
              <a:avLst/>
            </a:prstGeom>
            <a:gradFill rotWithShape="0">
              <a:gsLst>
                <a:gs pos="0">
                  <a:srgbClr val="EBEBEB"/>
                </a:gs>
                <a:gs pos="50000">
                  <a:srgbClr val="FFFFFF"/>
                </a:gs>
                <a:gs pos="100000">
                  <a:srgbClr val="EBEBEB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685800">
                <a:spcBef>
                  <a:spcPct val="50000"/>
                </a:spcBef>
                <a:defRPr/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</a:rPr>
                <a:t>电荷</a:t>
              </a:r>
            </a:p>
          </p:txBody>
        </p:sp>
        <p:sp>
          <p:nvSpPr>
            <p:cNvPr id="9" name="AutoShape 14"/>
            <p:cNvSpPr>
              <a:spLocks noChangeArrowheads="1"/>
            </p:cNvSpPr>
            <p:nvPr/>
          </p:nvSpPr>
          <p:spPr bwMode="auto">
            <a:xfrm>
              <a:off x="1776" y="1344"/>
              <a:ext cx="576" cy="192"/>
            </a:xfrm>
            <a:prstGeom prst="rightArrow">
              <a:avLst>
                <a:gd name="adj1" fmla="val 50000"/>
                <a:gd name="adj2" fmla="val 75000"/>
              </a:avLst>
            </a:prstGeom>
            <a:gradFill rotWithShape="0">
              <a:gsLst>
                <a:gs pos="0">
                  <a:srgbClr val="A4D6DA"/>
                </a:gs>
                <a:gs pos="50000">
                  <a:srgbClr val="FFFFFF"/>
                </a:gs>
                <a:gs pos="100000">
                  <a:srgbClr val="A4D6D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0" name="AutoShape 15"/>
            <p:cNvSpPr>
              <a:spLocks noChangeArrowheads="1"/>
            </p:cNvSpPr>
            <p:nvPr/>
          </p:nvSpPr>
          <p:spPr bwMode="auto">
            <a:xfrm>
              <a:off x="1728" y="1536"/>
              <a:ext cx="576" cy="192"/>
            </a:xfrm>
            <a:prstGeom prst="leftArrow">
              <a:avLst>
                <a:gd name="adj1" fmla="val 50000"/>
                <a:gd name="adj2" fmla="val 75000"/>
              </a:avLst>
            </a:prstGeom>
            <a:gradFill rotWithShape="0">
              <a:gsLst>
                <a:gs pos="0">
                  <a:srgbClr val="6464CC"/>
                </a:gs>
                <a:gs pos="50000">
                  <a:srgbClr val="FFFFFF"/>
                </a:gs>
                <a:gs pos="100000">
                  <a:srgbClr val="6464CC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1" name="AutoShape 16"/>
            <p:cNvSpPr>
              <a:spLocks noChangeArrowheads="1"/>
            </p:cNvSpPr>
            <p:nvPr/>
          </p:nvSpPr>
          <p:spPr bwMode="auto">
            <a:xfrm>
              <a:off x="3408" y="1344"/>
              <a:ext cx="576" cy="192"/>
            </a:xfrm>
            <a:prstGeom prst="rightArrow">
              <a:avLst>
                <a:gd name="adj1" fmla="val 50000"/>
                <a:gd name="adj2" fmla="val 75000"/>
              </a:avLst>
            </a:prstGeom>
            <a:gradFill rotWithShape="0">
              <a:gsLst>
                <a:gs pos="0">
                  <a:srgbClr val="A4D6DA"/>
                </a:gs>
                <a:gs pos="50000">
                  <a:srgbClr val="FFFFFF"/>
                </a:gs>
                <a:gs pos="100000">
                  <a:srgbClr val="A4D6D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2" name="AutoShape 17"/>
            <p:cNvSpPr>
              <a:spLocks noChangeArrowheads="1"/>
            </p:cNvSpPr>
            <p:nvPr/>
          </p:nvSpPr>
          <p:spPr bwMode="auto">
            <a:xfrm>
              <a:off x="3360" y="1536"/>
              <a:ext cx="576" cy="192"/>
            </a:xfrm>
            <a:prstGeom prst="leftArrow">
              <a:avLst>
                <a:gd name="adj1" fmla="val 50000"/>
                <a:gd name="adj2" fmla="val 75000"/>
              </a:avLst>
            </a:prstGeom>
            <a:gradFill rotWithShape="0">
              <a:gsLst>
                <a:gs pos="0">
                  <a:srgbClr val="6464CC"/>
                </a:gs>
                <a:gs pos="50000">
                  <a:srgbClr val="FFFFFF"/>
                </a:gs>
                <a:gs pos="100000">
                  <a:srgbClr val="6464CC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3" name="Oval 18"/>
            <p:cNvSpPr>
              <a:spLocks noChangeArrowheads="1"/>
            </p:cNvSpPr>
            <p:nvPr/>
          </p:nvSpPr>
          <p:spPr bwMode="auto">
            <a:xfrm>
              <a:off x="2448" y="1248"/>
              <a:ext cx="816" cy="576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50000">
                  <a:schemeClr val="bg1"/>
                </a:gs>
                <a:gs pos="100000">
                  <a:srgbClr val="FFCCFF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defTabSz="685800">
                <a:defRPr/>
              </a:pPr>
              <a:r>
                <a:rPr kumimoji="1" lang="zh-CN" altLang="en-US" sz="2100" b="1">
                  <a:solidFill>
                    <a:srgbClr val="BD240F"/>
                  </a:solidFill>
                  <a:latin typeface="宋体" pitchFamily="2" charset="-122"/>
                </a:rPr>
                <a:t>电 场</a:t>
              </a:r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4080" y="1344"/>
              <a:ext cx="768" cy="433"/>
            </a:xfrm>
            <a:prstGeom prst="rect">
              <a:avLst/>
            </a:prstGeom>
            <a:gradFill rotWithShape="0">
              <a:gsLst>
                <a:gs pos="0">
                  <a:srgbClr val="EBEBEB"/>
                </a:gs>
                <a:gs pos="50000">
                  <a:srgbClr val="FFFFFF"/>
                </a:gs>
                <a:gs pos="100000">
                  <a:srgbClr val="EBEBEB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685800">
                <a:spcBef>
                  <a:spcPct val="50000"/>
                </a:spcBef>
                <a:defRPr/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</a:rPr>
                <a:t>电荷</a:t>
              </a:r>
            </a:p>
          </p:txBody>
        </p:sp>
      </p:grpSp>
      <p:graphicFrame>
        <p:nvGraphicFramePr>
          <p:cNvPr id="15" name="对象 14"/>
          <p:cNvGraphicFramePr>
            <a:graphicFrameLocks noChangeAspect="1"/>
          </p:cNvGraphicFramePr>
          <p:nvPr>
            <p:extLst/>
          </p:nvPr>
        </p:nvGraphicFramePr>
        <p:xfrm>
          <a:off x="2303860" y="3654029"/>
          <a:ext cx="1169194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63" name="Equation" r:id="rId5" imgW="469800" imgH="431640" progId="Equation.DSMT4">
                  <p:embed/>
                </p:oleObj>
              </mc:Choice>
              <mc:Fallback>
                <p:oleObj name="Equation" r:id="rId5" imgW="469800" imgH="431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860" y="3654029"/>
                        <a:ext cx="1169194" cy="828675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/>
          </p:nvPr>
        </p:nvGraphicFramePr>
        <p:xfrm>
          <a:off x="4221939" y="3653076"/>
          <a:ext cx="1169194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64" name="Equation" r:id="rId7" imgW="469800" imgH="457200" progId="Equation.DSMT4">
                  <p:embed/>
                </p:oleObj>
              </mc:Choice>
              <mc:Fallback>
                <p:oleObj name="Equation" r:id="rId7" imgW="469800" imgH="4572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939" y="3653076"/>
                        <a:ext cx="1169194" cy="876300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35"/>
          <p:cNvSpPr txBox="1">
            <a:spLocks noChangeArrowheads="1"/>
          </p:cNvSpPr>
          <p:nvPr/>
        </p:nvSpPr>
        <p:spPr bwMode="auto">
          <a:xfrm>
            <a:off x="5583623" y="3866912"/>
            <a:ext cx="221163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正电荷受力方向</a:t>
            </a:r>
            <a:endParaRPr kumimoji="1" lang="en-US" altLang="zh-CN" sz="21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602444" y="4274569"/>
            <a:ext cx="2211638" cy="480283"/>
            <a:chOff x="5945925" y="5699423"/>
            <a:chExt cx="2948850" cy="640377"/>
          </a:xfrm>
        </p:grpSpPr>
        <p:sp>
          <p:nvSpPr>
            <p:cNvPr id="18" name="Text Box 35"/>
            <p:cNvSpPr txBox="1">
              <a:spLocks noChangeArrowheads="1"/>
            </p:cNvSpPr>
            <p:nvPr/>
          </p:nvSpPr>
          <p:spPr bwMode="auto">
            <a:xfrm>
              <a:off x="5945925" y="5785803"/>
              <a:ext cx="2948850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kumimoji="1" lang="zh-CN" altLang="en-US" sz="2100" b="1" dirty="0">
                  <a:solidFill>
                    <a:srgbClr val="FF0000"/>
                  </a:solidFill>
                  <a:latin typeface="Times New Roman" pitchFamily="18" charset="0"/>
                </a:rPr>
                <a:t>      正、负均可</a:t>
              </a:r>
              <a:endParaRPr kumimoji="1" lang="en-US" altLang="zh-CN" sz="21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/>
            </p:nvPr>
          </p:nvGraphicFramePr>
          <p:xfrm>
            <a:off x="6074320" y="5699423"/>
            <a:ext cx="547688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65"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4320" y="5699423"/>
                          <a:ext cx="547688" cy="584200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116"/>
          <p:cNvSpPr txBox="1">
            <a:spLocks noChangeArrowheads="1"/>
          </p:cNvSpPr>
          <p:nvPr/>
        </p:nvSpPr>
        <p:spPr bwMode="auto">
          <a:xfrm>
            <a:off x="1239301" y="123234"/>
            <a:ext cx="439187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一、描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述电场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力</a:t>
            </a:r>
          </a:p>
        </p:txBody>
      </p:sp>
    </p:spTree>
    <p:extLst>
      <p:ext uri="{BB962C8B-B14F-4D97-AF65-F5344CB8AC3E}">
        <p14:creationId xmlns:p14="http://schemas.microsoft.com/office/powerpoint/2010/main" val="367533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16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1475352" y="539783"/>
            <a:ext cx="5626488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2.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求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电场强度的方法</a:t>
            </a:r>
            <a:r>
              <a:rPr kumimoji="1" lang="zh-CN" altLang="en-US" sz="21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（三种方法）</a:t>
            </a:r>
          </a:p>
        </p:txBody>
      </p:sp>
      <p:sp>
        <p:nvSpPr>
          <p:cNvPr id="6" name="Text Box 116"/>
          <p:cNvSpPr txBox="1">
            <a:spLocks noChangeArrowheads="1"/>
          </p:cNvSpPr>
          <p:nvPr/>
        </p:nvSpPr>
        <p:spPr bwMode="auto">
          <a:xfrm>
            <a:off x="1239301" y="123234"/>
            <a:ext cx="439187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一、描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述电场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力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1675761" y="987148"/>
            <a:ext cx="515104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defTabSz="68580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利用电场强度叠加原理</a:t>
            </a:r>
            <a:endParaRPr kumimoji="1" lang="zh-CN" altLang="en-US" sz="21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6111240" y="364842"/>
            <a:ext cx="1694940" cy="1079039"/>
            <a:chOff x="4419600" y="3429000"/>
            <a:chExt cx="3729038" cy="2362200"/>
          </a:xfrm>
        </p:grpSpPr>
        <p:graphicFrame>
          <p:nvGraphicFramePr>
            <p:cNvPr id="25" name="Object 78"/>
            <p:cNvGraphicFramePr>
              <a:graphicFrameLocks noChangeAspect="1"/>
            </p:cNvGraphicFramePr>
            <p:nvPr>
              <p:extLst/>
            </p:nvPr>
          </p:nvGraphicFramePr>
          <p:xfrm>
            <a:off x="4648200" y="3429000"/>
            <a:ext cx="3746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76" name="Equation" r:id="rId3" imgW="177480" imgH="215640" progId="Equation.3">
                    <p:embed/>
                  </p:oleObj>
                </mc:Choice>
                <mc:Fallback>
                  <p:oleObj name="Equation" r:id="rId3" imgW="177480" imgH="215640" progId="Equation.3">
                    <p:embed/>
                    <p:pic>
                      <p:nvPicPr>
                        <p:cNvPr id="25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200" y="3429000"/>
                          <a:ext cx="37465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79"/>
            <p:cNvGraphicFramePr>
              <a:graphicFrameLocks noChangeAspect="1"/>
            </p:cNvGraphicFramePr>
            <p:nvPr>
              <p:extLst/>
            </p:nvPr>
          </p:nvGraphicFramePr>
          <p:xfrm>
            <a:off x="4419600" y="4394200"/>
            <a:ext cx="43021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77" name="Equation" r:id="rId5" imgW="203040" imgH="215640" progId="Equation.3">
                    <p:embed/>
                  </p:oleObj>
                </mc:Choice>
                <mc:Fallback>
                  <p:oleObj name="Equation" r:id="rId5" imgW="203040" imgH="215640" progId="Equation.3">
                    <p:embed/>
                    <p:pic>
                      <p:nvPicPr>
                        <p:cNvPr id="26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600" y="4394200"/>
                          <a:ext cx="430213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80"/>
            <p:cNvGraphicFramePr>
              <a:graphicFrameLocks noChangeAspect="1"/>
            </p:cNvGraphicFramePr>
            <p:nvPr>
              <p:extLst/>
            </p:nvPr>
          </p:nvGraphicFramePr>
          <p:xfrm>
            <a:off x="4648200" y="5257800"/>
            <a:ext cx="3778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78" name="Equation" r:id="rId7" imgW="190440" imgH="228600" progId="Equation.3">
                    <p:embed/>
                  </p:oleObj>
                </mc:Choice>
                <mc:Fallback>
                  <p:oleObj name="Equation" r:id="rId7" imgW="190440" imgH="228600" progId="Equation.3">
                    <p:embed/>
                    <p:pic>
                      <p:nvPicPr>
                        <p:cNvPr id="27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200" y="5257800"/>
                          <a:ext cx="377825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8" name="Picture 81" descr="BD14866_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876800" y="4597400"/>
              <a:ext cx="238125" cy="238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9" name="Object 82"/>
            <p:cNvGraphicFramePr>
              <a:graphicFrameLocks noChangeAspect="1"/>
            </p:cNvGraphicFramePr>
            <p:nvPr>
              <p:extLst/>
            </p:nvPr>
          </p:nvGraphicFramePr>
          <p:xfrm>
            <a:off x="5029200" y="3657600"/>
            <a:ext cx="22383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79" name="Clip" r:id="rId10" imgW="380852" imgH="390270" progId="">
                    <p:embed/>
                  </p:oleObj>
                </mc:Choice>
                <mc:Fallback>
                  <p:oleObj name="Clip" r:id="rId10" imgW="380852" imgH="390270" progId="">
                    <p:embed/>
                    <p:pic>
                      <p:nvPicPr>
                        <p:cNvPr id="29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9200" y="3657600"/>
                          <a:ext cx="223838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" name="Group 83"/>
            <p:cNvGrpSpPr>
              <a:grpSpLocks/>
            </p:cNvGrpSpPr>
            <p:nvPr/>
          </p:nvGrpSpPr>
          <p:grpSpPr bwMode="auto">
            <a:xfrm>
              <a:off x="6781800" y="3795713"/>
              <a:ext cx="1366838" cy="1995487"/>
              <a:chOff x="4272" y="2391"/>
              <a:chExt cx="861" cy="1257"/>
            </a:xfrm>
          </p:grpSpPr>
          <p:grpSp>
            <p:nvGrpSpPr>
              <p:cNvPr id="31" name="Group 84"/>
              <p:cNvGrpSpPr>
                <a:grpSpLocks/>
              </p:cNvGrpSpPr>
              <p:nvPr/>
            </p:nvGrpSpPr>
            <p:grpSpPr bwMode="auto">
              <a:xfrm>
                <a:off x="4272" y="2976"/>
                <a:ext cx="755" cy="672"/>
                <a:chOff x="4272" y="3360"/>
                <a:chExt cx="755" cy="672"/>
              </a:xfrm>
            </p:grpSpPr>
            <p:sp>
              <p:nvSpPr>
                <p:cNvPr id="38" name="Line 85"/>
                <p:cNvSpPr>
                  <a:spLocks noChangeShapeType="1"/>
                </p:cNvSpPr>
                <p:nvPr/>
              </p:nvSpPr>
              <p:spPr bwMode="auto">
                <a:xfrm>
                  <a:off x="4272" y="3360"/>
                  <a:ext cx="576" cy="336"/>
                </a:xfrm>
                <a:prstGeom prst="line">
                  <a:avLst/>
                </a:prstGeom>
                <a:noFill/>
                <a:ln w="28575">
                  <a:solidFill>
                    <a:srgbClr val="ED3921"/>
                  </a:solidFill>
                  <a:round/>
                  <a:headEnd/>
                  <a:tailEnd type="stealth" w="lg" len="lg"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39" name="Object 86"/>
                <p:cNvGraphicFramePr>
                  <a:graphicFrameLocks noChangeAspect="1"/>
                </p:cNvGraphicFramePr>
                <p:nvPr/>
              </p:nvGraphicFramePr>
              <p:xfrm>
                <a:off x="4771" y="3696"/>
                <a:ext cx="256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9180" name="Equation" r:id="rId12" imgW="164880" imgH="228600" progId="Equation.3">
                        <p:embed/>
                      </p:oleObj>
                    </mc:Choice>
                    <mc:Fallback>
                      <p:oleObj name="Equation" r:id="rId12" imgW="164880" imgH="228600" progId="Equation.3">
                        <p:embed/>
                        <p:pic>
                          <p:nvPicPr>
                            <p:cNvPr id="39" name="Object 8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71" y="3696"/>
                              <a:ext cx="256" cy="33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2" name="Group 87"/>
              <p:cNvGrpSpPr>
                <a:grpSpLocks/>
              </p:cNvGrpSpPr>
              <p:nvPr/>
            </p:nvGrpSpPr>
            <p:grpSpPr bwMode="auto">
              <a:xfrm>
                <a:off x="4272" y="2832"/>
                <a:ext cx="861" cy="336"/>
                <a:chOff x="4272" y="2352"/>
                <a:chExt cx="861" cy="336"/>
              </a:xfrm>
            </p:grpSpPr>
            <p:sp>
              <p:nvSpPr>
                <p:cNvPr id="36" name="Line 88"/>
                <p:cNvSpPr>
                  <a:spLocks noChangeShapeType="1"/>
                </p:cNvSpPr>
                <p:nvPr/>
              </p:nvSpPr>
              <p:spPr bwMode="auto">
                <a:xfrm>
                  <a:off x="4272" y="2496"/>
                  <a:ext cx="528" cy="0"/>
                </a:xfrm>
                <a:prstGeom prst="line">
                  <a:avLst/>
                </a:prstGeom>
                <a:noFill/>
                <a:ln w="28575">
                  <a:solidFill>
                    <a:srgbClr val="ED3921"/>
                  </a:solidFill>
                  <a:round/>
                  <a:headEnd/>
                  <a:tailEnd type="stealth" w="lg" len="lg"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37" name="Object 89"/>
                <p:cNvGraphicFramePr>
                  <a:graphicFrameLocks noChangeAspect="1"/>
                </p:cNvGraphicFramePr>
                <p:nvPr/>
              </p:nvGraphicFramePr>
              <p:xfrm>
                <a:off x="4858" y="2352"/>
                <a:ext cx="275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9181" name="Equation" r:id="rId14" imgW="177480" imgH="228600" progId="Equation.3">
                        <p:embed/>
                      </p:oleObj>
                    </mc:Choice>
                    <mc:Fallback>
                      <p:oleObj name="Equation" r:id="rId14" imgW="177480" imgH="228600" progId="Equation.3">
                        <p:embed/>
                        <p:pic>
                          <p:nvPicPr>
                            <p:cNvPr id="37" name="Object 8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58" y="2352"/>
                              <a:ext cx="275" cy="33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3" name="Group 90"/>
              <p:cNvGrpSpPr>
                <a:grpSpLocks/>
              </p:cNvGrpSpPr>
              <p:nvPr/>
            </p:nvGrpSpPr>
            <p:grpSpPr bwMode="auto">
              <a:xfrm>
                <a:off x="4272" y="2391"/>
                <a:ext cx="813" cy="585"/>
                <a:chOff x="4272" y="1344"/>
                <a:chExt cx="813" cy="585"/>
              </a:xfrm>
            </p:grpSpPr>
            <p:sp>
              <p:nvSpPr>
                <p:cNvPr id="34" name="Line 91"/>
                <p:cNvSpPr>
                  <a:spLocks noChangeShapeType="1"/>
                </p:cNvSpPr>
                <p:nvPr/>
              </p:nvSpPr>
              <p:spPr bwMode="auto">
                <a:xfrm flipV="1">
                  <a:off x="4272" y="1641"/>
                  <a:ext cx="480" cy="288"/>
                </a:xfrm>
                <a:prstGeom prst="line">
                  <a:avLst/>
                </a:prstGeom>
                <a:noFill/>
                <a:ln w="28575">
                  <a:solidFill>
                    <a:srgbClr val="ED3921"/>
                  </a:solidFill>
                  <a:round/>
                  <a:headEnd/>
                  <a:tailEnd type="stealth" w="lg" len="lg"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35" name="Object 92"/>
                <p:cNvGraphicFramePr>
                  <a:graphicFrameLocks noChangeAspect="1"/>
                </p:cNvGraphicFramePr>
                <p:nvPr/>
              </p:nvGraphicFramePr>
              <p:xfrm>
                <a:off x="4810" y="1344"/>
                <a:ext cx="275" cy="3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9182" name="Equation" r:id="rId16" imgW="177480" imgH="241200" progId="Equation.3">
                        <p:embed/>
                      </p:oleObj>
                    </mc:Choice>
                    <mc:Fallback>
                      <p:oleObj name="Equation" r:id="rId16" imgW="177480" imgH="241200" progId="Equation.3">
                        <p:embed/>
                        <p:pic>
                          <p:nvPicPr>
                            <p:cNvPr id="35" name="Object 9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10" y="1344"/>
                              <a:ext cx="275" cy="35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40" name="Group 93"/>
            <p:cNvGrpSpPr>
              <a:grpSpLocks/>
            </p:cNvGrpSpPr>
            <p:nvPr/>
          </p:nvGrpSpPr>
          <p:grpSpPr bwMode="auto">
            <a:xfrm>
              <a:off x="5105400" y="3581400"/>
              <a:ext cx="1905000" cy="2057400"/>
              <a:chOff x="3216" y="2256"/>
              <a:chExt cx="1200" cy="1296"/>
            </a:xfrm>
          </p:grpSpPr>
          <p:grpSp>
            <p:nvGrpSpPr>
              <p:cNvPr id="41" name="Group 94"/>
              <p:cNvGrpSpPr>
                <a:grpSpLocks/>
              </p:cNvGrpSpPr>
              <p:nvPr/>
            </p:nvGrpSpPr>
            <p:grpSpPr bwMode="auto">
              <a:xfrm>
                <a:off x="3264" y="2256"/>
                <a:ext cx="1008" cy="720"/>
                <a:chOff x="3264" y="1344"/>
                <a:chExt cx="1008" cy="720"/>
              </a:xfrm>
            </p:grpSpPr>
            <p:sp>
              <p:nvSpPr>
                <p:cNvPr id="53" name="Line 95"/>
                <p:cNvSpPr>
                  <a:spLocks noChangeShapeType="1"/>
                </p:cNvSpPr>
                <p:nvPr/>
              </p:nvSpPr>
              <p:spPr bwMode="auto">
                <a:xfrm>
                  <a:off x="3264" y="1488"/>
                  <a:ext cx="1008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54" name="Object 96"/>
                <p:cNvGraphicFramePr>
                  <a:graphicFrameLocks noChangeAspect="1"/>
                </p:cNvGraphicFramePr>
                <p:nvPr/>
              </p:nvGraphicFramePr>
              <p:xfrm>
                <a:off x="3803" y="1536"/>
                <a:ext cx="22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9183" name="Equation" r:id="rId18" imgW="126720" imgH="215640" progId="Equation.3">
                        <p:embed/>
                      </p:oleObj>
                    </mc:Choice>
                    <mc:Fallback>
                      <p:oleObj name="Equation" r:id="rId18" imgW="126720" imgH="215640" progId="Equation.3">
                        <p:embed/>
                        <p:pic>
                          <p:nvPicPr>
                            <p:cNvPr id="54" name="Object 9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03" y="1536"/>
                              <a:ext cx="228" cy="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5" name="Object 97"/>
                <p:cNvGraphicFramePr>
                  <a:graphicFrameLocks noChangeAspect="1"/>
                </p:cNvGraphicFramePr>
                <p:nvPr/>
              </p:nvGraphicFramePr>
              <p:xfrm>
                <a:off x="3512" y="1344"/>
                <a:ext cx="186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9184" name="Equation" r:id="rId20" imgW="139680" imgH="215640" progId="Equation.3">
                        <p:embed/>
                      </p:oleObj>
                    </mc:Choice>
                    <mc:Fallback>
                      <p:oleObj name="Equation" r:id="rId20" imgW="139680" imgH="215640" progId="Equation.3">
                        <p:embed/>
                        <p:pic>
                          <p:nvPicPr>
                            <p:cNvPr id="55" name="Object 9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12" y="1344"/>
                              <a:ext cx="186" cy="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6" name="Line 98"/>
                <p:cNvSpPr>
                  <a:spLocks noChangeShapeType="1"/>
                </p:cNvSpPr>
                <p:nvPr/>
              </p:nvSpPr>
              <p:spPr bwMode="auto">
                <a:xfrm>
                  <a:off x="3264" y="1488"/>
                  <a:ext cx="24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sm" len="lg"/>
                  <a:tailEnd type="stealth" w="lg" len="lg"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42" name="Group 99"/>
              <p:cNvGrpSpPr>
                <a:grpSpLocks/>
              </p:cNvGrpSpPr>
              <p:nvPr/>
            </p:nvGrpSpPr>
            <p:grpSpPr bwMode="auto">
              <a:xfrm>
                <a:off x="3216" y="2688"/>
                <a:ext cx="1056" cy="288"/>
                <a:chOff x="3216" y="1488"/>
                <a:chExt cx="1056" cy="288"/>
              </a:xfrm>
            </p:grpSpPr>
            <p:graphicFrame>
              <p:nvGraphicFramePr>
                <p:cNvPr id="49" name="Object 100"/>
                <p:cNvGraphicFramePr>
                  <a:graphicFrameLocks noChangeAspect="1"/>
                </p:cNvGraphicFramePr>
                <p:nvPr/>
              </p:nvGraphicFramePr>
              <p:xfrm>
                <a:off x="3600" y="1488"/>
                <a:ext cx="254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9185" name="Equation" r:id="rId22" imgW="139680" imgH="215640" progId="Equation.3">
                        <p:embed/>
                      </p:oleObj>
                    </mc:Choice>
                    <mc:Fallback>
                      <p:oleObj name="Equation" r:id="rId22" imgW="139680" imgH="215640" progId="Equation.3">
                        <p:embed/>
                        <p:pic>
                          <p:nvPicPr>
                            <p:cNvPr id="49" name="Object 10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00" y="1488"/>
                              <a:ext cx="254" cy="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0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3216" y="1776"/>
                  <a:ext cx="105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51" name="Object 102"/>
                <p:cNvGraphicFramePr>
                  <a:graphicFrameLocks noChangeAspect="1"/>
                </p:cNvGraphicFramePr>
                <p:nvPr/>
              </p:nvGraphicFramePr>
              <p:xfrm>
                <a:off x="3320" y="1488"/>
                <a:ext cx="203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9186" name="Equation" r:id="rId24" imgW="152280" imgH="215640" progId="Equation.3">
                        <p:embed/>
                      </p:oleObj>
                    </mc:Choice>
                    <mc:Fallback>
                      <p:oleObj name="Equation" r:id="rId24" imgW="152280" imgH="215640" progId="Equation.3">
                        <p:embed/>
                        <p:pic>
                          <p:nvPicPr>
                            <p:cNvPr id="51" name="Object 10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20" y="1488"/>
                              <a:ext cx="203" cy="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2" name="Line 103"/>
                <p:cNvSpPr>
                  <a:spLocks noChangeShapeType="1"/>
                </p:cNvSpPr>
                <p:nvPr/>
              </p:nvSpPr>
              <p:spPr bwMode="auto">
                <a:xfrm>
                  <a:off x="3216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sm" len="lg"/>
                  <a:tailEnd type="stealth" w="lg" len="lg"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43" name="Group 104"/>
              <p:cNvGrpSpPr>
                <a:grpSpLocks/>
              </p:cNvGrpSpPr>
              <p:nvPr/>
            </p:nvGrpSpPr>
            <p:grpSpPr bwMode="auto">
              <a:xfrm>
                <a:off x="3312" y="2976"/>
                <a:ext cx="960" cy="576"/>
                <a:chOff x="3312" y="1344"/>
                <a:chExt cx="960" cy="576"/>
              </a:xfrm>
            </p:grpSpPr>
            <p:sp>
              <p:nvSpPr>
                <p:cNvPr id="45" name="Line 105"/>
                <p:cNvSpPr>
                  <a:spLocks noChangeShapeType="1"/>
                </p:cNvSpPr>
                <p:nvPr/>
              </p:nvSpPr>
              <p:spPr bwMode="auto">
                <a:xfrm flipV="1">
                  <a:off x="3312" y="1344"/>
                  <a:ext cx="96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46" name="Object 106"/>
                <p:cNvGraphicFramePr>
                  <a:graphicFrameLocks noChangeAspect="1"/>
                </p:cNvGraphicFramePr>
                <p:nvPr/>
              </p:nvGraphicFramePr>
              <p:xfrm>
                <a:off x="3320" y="1488"/>
                <a:ext cx="203" cy="3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9187" name="Equation" r:id="rId26" imgW="152280" imgH="228600" progId="Equation.3">
                        <p:embed/>
                      </p:oleObj>
                    </mc:Choice>
                    <mc:Fallback>
                      <p:oleObj name="Equation" r:id="rId26" imgW="152280" imgH="228600" progId="Equation.3">
                        <p:embed/>
                        <p:pic>
                          <p:nvPicPr>
                            <p:cNvPr id="46" name="Object 10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20" y="1488"/>
                              <a:ext cx="203" cy="30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7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3408" y="1776"/>
                  <a:ext cx="144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sm" len="lg"/>
                  <a:tailEnd type="stealth" w="lg" len="lg"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48" name="Object 108"/>
                <p:cNvGraphicFramePr>
                  <a:graphicFrameLocks noChangeAspect="1"/>
                </p:cNvGraphicFramePr>
                <p:nvPr/>
              </p:nvGraphicFramePr>
              <p:xfrm>
                <a:off x="3552" y="1392"/>
                <a:ext cx="254" cy="3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9188" name="Equation" r:id="rId28" imgW="139680" imgH="228600" progId="Equation.3">
                        <p:embed/>
                      </p:oleObj>
                    </mc:Choice>
                    <mc:Fallback>
                      <p:oleObj name="Equation" r:id="rId28" imgW="139680" imgH="228600" progId="Equation.3">
                        <p:embed/>
                        <p:pic>
                          <p:nvPicPr>
                            <p:cNvPr id="48" name="Object 10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52" y="1392"/>
                              <a:ext cx="254" cy="30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4" name="Object 109"/>
              <p:cNvGraphicFramePr>
                <a:graphicFrameLocks noChangeAspect="1"/>
              </p:cNvGraphicFramePr>
              <p:nvPr/>
            </p:nvGraphicFramePr>
            <p:xfrm>
              <a:off x="4128" y="2928"/>
              <a:ext cx="288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9189" name="Equation" r:id="rId30" imgW="164880" imgH="228600" progId="Equation.3">
                      <p:embed/>
                    </p:oleObj>
                  </mc:Choice>
                  <mc:Fallback>
                    <p:oleObj name="Equation" r:id="rId30" imgW="164880" imgH="228600" progId="Equation.3">
                      <p:embed/>
                      <p:pic>
                        <p:nvPicPr>
                          <p:cNvPr id="44" name="Object 10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2928"/>
                            <a:ext cx="288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7" name="Object 110"/>
            <p:cNvGraphicFramePr>
              <a:graphicFrameLocks noChangeAspect="1"/>
            </p:cNvGraphicFramePr>
            <p:nvPr>
              <p:extLst/>
            </p:nvPr>
          </p:nvGraphicFramePr>
          <p:xfrm>
            <a:off x="5181600" y="5486400"/>
            <a:ext cx="22383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90" name="Clip" r:id="rId32" imgW="380852" imgH="390270" progId="">
                    <p:embed/>
                  </p:oleObj>
                </mc:Choice>
                <mc:Fallback>
                  <p:oleObj name="Clip" r:id="rId32" imgW="380852" imgH="390270" progId="">
                    <p:embed/>
                    <p:pic>
                      <p:nvPicPr>
                        <p:cNvPr id="57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600" y="5486400"/>
                          <a:ext cx="223838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111"/>
            <p:cNvGraphicFramePr>
              <a:graphicFrameLocks noChangeAspect="1"/>
            </p:cNvGraphicFramePr>
            <p:nvPr>
              <p:extLst/>
            </p:nvPr>
          </p:nvGraphicFramePr>
          <p:xfrm>
            <a:off x="6629400" y="4191000"/>
            <a:ext cx="422275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91" name="Equation" r:id="rId34" imgW="152280" imgH="164880" progId="Equation.3">
                    <p:embed/>
                  </p:oleObj>
                </mc:Choice>
                <mc:Fallback>
                  <p:oleObj name="Equation" r:id="rId34" imgW="152280" imgH="164880" progId="Equation.3">
                    <p:embed/>
                    <p:pic>
                      <p:nvPicPr>
                        <p:cNvPr id="58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9400" y="4191000"/>
                          <a:ext cx="422275" cy="441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Oval 112"/>
            <p:cNvSpPr>
              <a:spLocks noChangeArrowheads="1"/>
            </p:cNvSpPr>
            <p:nvPr/>
          </p:nvSpPr>
          <p:spPr bwMode="auto">
            <a:xfrm>
              <a:off x="6686550" y="4648200"/>
              <a:ext cx="133350" cy="127000"/>
            </a:xfrm>
            <a:prstGeom prst="ellipse">
              <a:avLst/>
            </a:prstGeom>
            <a:solidFill>
              <a:srgbClr val="ED39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1786450" y="1825744"/>
            <a:ext cx="1820034" cy="808280"/>
            <a:chOff x="4267200" y="3886200"/>
            <a:chExt cx="4117975" cy="1828800"/>
          </a:xfrm>
        </p:grpSpPr>
        <p:graphicFrame>
          <p:nvGraphicFramePr>
            <p:cNvPr id="61" name="Object 172"/>
            <p:cNvGraphicFramePr>
              <a:graphicFrameLocks noChangeAspect="1"/>
            </p:cNvGraphicFramePr>
            <p:nvPr>
              <p:extLst/>
            </p:nvPr>
          </p:nvGraphicFramePr>
          <p:xfrm>
            <a:off x="4267200" y="4953000"/>
            <a:ext cx="355600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92" name="Equation" r:id="rId36" imgW="177480" imgH="190440" progId="Equation.3">
                    <p:embed/>
                  </p:oleObj>
                </mc:Choice>
                <mc:Fallback>
                  <p:oleObj name="Equation" r:id="rId36" imgW="177480" imgH="190440" progId="Equation.3">
                    <p:embed/>
                    <p:pic>
                      <p:nvPicPr>
                        <p:cNvPr id="61" name="Object 17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7200" y="4953000"/>
                          <a:ext cx="355600" cy="357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1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2177560"/>
                </p:ext>
              </p:extLst>
            </p:nvPr>
          </p:nvGraphicFramePr>
          <p:xfrm>
            <a:off x="6921500" y="4363797"/>
            <a:ext cx="381001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93" name="Equation" r:id="rId38" imgW="152280" imgH="164880" progId="Equation.3">
                    <p:embed/>
                  </p:oleObj>
                </mc:Choice>
                <mc:Fallback>
                  <p:oleObj name="Equation" r:id="rId38" imgW="152280" imgH="164880" progId="Equation.3">
                    <p:embed/>
                    <p:pic>
                      <p:nvPicPr>
                        <p:cNvPr id="63" name="Object 1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1500" y="4363797"/>
                          <a:ext cx="381001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Oval 175"/>
            <p:cNvSpPr>
              <a:spLocks noChangeArrowheads="1"/>
            </p:cNvSpPr>
            <p:nvPr/>
          </p:nvSpPr>
          <p:spPr bwMode="auto">
            <a:xfrm>
              <a:off x="6997701" y="4768732"/>
              <a:ext cx="122179" cy="122179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69056" tIns="34529" rIns="69056" bIns="34529" anchor="ctr">
              <a:spAutoFit/>
            </a:bodyPr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65" name="Object 176"/>
            <p:cNvGraphicFramePr>
              <a:graphicFrameLocks noChangeAspect="1"/>
            </p:cNvGraphicFramePr>
            <p:nvPr>
              <p:extLst/>
            </p:nvPr>
          </p:nvGraphicFramePr>
          <p:xfrm>
            <a:off x="5065713" y="4800600"/>
            <a:ext cx="34448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94" name="Equation" r:id="rId40" imgW="126720" imgH="139680" progId="Equation.3">
                    <p:embed/>
                  </p:oleObj>
                </mc:Choice>
                <mc:Fallback>
                  <p:oleObj name="Equation" r:id="rId40" imgW="126720" imgH="139680" progId="Equation.3">
                    <p:embed/>
                    <p:pic>
                      <p:nvPicPr>
                        <p:cNvPr id="65" name="Object 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5713" y="4800600"/>
                          <a:ext cx="344487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177"/>
            <p:cNvGraphicFramePr>
              <a:graphicFrameLocks noChangeAspect="1"/>
            </p:cNvGraphicFramePr>
            <p:nvPr>
              <p:extLst/>
            </p:nvPr>
          </p:nvGraphicFramePr>
          <p:xfrm>
            <a:off x="6019800" y="4876800"/>
            <a:ext cx="3079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95" name="Equation" r:id="rId42" imgW="126720" imgH="139680" progId="Equation.3">
                    <p:embed/>
                  </p:oleObj>
                </mc:Choice>
                <mc:Fallback>
                  <p:oleObj name="Equation" r:id="rId42" imgW="126720" imgH="139680" progId="Equation.3">
                    <p:embed/>
                    <p:pic>
                      <p:nvPicPr>
                        <p:cNvPr id="66" name="Object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9800" y="4876800"/>
                          <a:ext cx="307975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Line 178"/>
            <p:cNvSpPr>
              <a:spLocks noChangeShapeType="1"/>
            </p:cNvSpPr>
            <p:nvPr/>
          </p:nvSpPr>
          <p:spPr bwMode="auto">
            <a:xfrm>
              <a:off x="4267200" y="48006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8" name="Line 179"/>
            <p:cNvSpPr>
              <a:spLocks noChangeShapeType="1"/>
            </p:cNvSpPr>
            <p:nvPr/>
          </p:nvSpPr>
          <p:spPr bwMode="auto">
            <a:xfrm>
              <a:off x="4800600" y="48006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69" name="Object 180"/>
            <p:cNvGraphicFramePr>
              <a:graphicFrameLocks noChangeAspect="1"/>
            </p:cNvGraphicFramePr>
            <p:nvPr>
              <p:extLst/>
            </p:nvPr>
          </p:nvGraphicFramePr>
          <p:xfrm>
            <a:off x="8077200" y="4876800"/>
            <a:ext cx="3079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96" name="Equation" r:id="rId44" imgW="126720" imgH="139680" progId="Equation.3">
                    <p:embed/>
                  </p:oleObj>
                </mc:Choice>
                <mc:Fallback>
                  <p:oleObj name="Equation" r:id="rId44" imgW="126720" imgH="139680" progId="Equation.3">
                    <p:embed/>
                    <p:pic>
                      <p:nvPicPr>
                        <p:cNvPr id="69" name="Object 1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77200" y="4876800"/>
                          <a:ext cx="307975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" name="Line 181"/>
            <p:cNvSpPr>
              <a:spLocks noChangeShapeType="1"/>
            </p:cNvSpPr>
            <p:nvPr/>
          </p:nvSpPr>
          <p:spPr bwMode="auto">
            <a:xfrm flipV="1">
              <a:off x="5257800" y="3962400"/>
              <a:ext cx="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71" name="Object 183"/>
            <p:cNvGraphicFramePr>
              <a:graphicFrameLocks noChangeAspect="1"/>
            </p:cNvGraphicFramePr>
            <p:nvPr>
              <p:extLst/>
            </p:nvPr>
          </p:nvGraphicFramePr>
          <p:xfrm>
            <a:off x="4876800" y="4267200"/>
            <a:ext cx="3810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97" name="Equation" r:id="rId45" imgW="152280" imgH="164880" progId="Equation.3">
                    <p:embed/>
                  </p:oleObj>
                </mc:Choice>
                <mc:Fallback>
                  <p:oleObj name="Equation" r:id="rId45" imgW="152280" imgH="164880" progId="Equation.3">
                    <p:embed/>
                    <p:pic>
                      <p:nvPicPr>
                        <p:cNvPr id="71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800" y="4267200"/>
                          <a:ext cx="381000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AutoShape 191" descr="宽上对角线"/>
            <p:cNvSpPr>
              <a:spLocks noChangeArrowheads="1"/>
            </p:cNvSpPr>
            <p:nvPr/>
          </p:nvSpPr>
          <p:spPr bwMode="auto">
            <a:xfrm>
              <a:off x="4648200" y="3886200"/>
              <a:ext cx="1143000" cy="182880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57" y="10800"/>
                  </a:moveTo>
                  <a:cubicBezTo>
                    <a:pt x="1157" y="16126"/>
                    <a:pt x="5474" y="20443"/>
                    <a:pt x="10800" y="20443"/>
                  </a:cubicBezTo>
                  <a:cubicBezTo>
                    <a:pt x="16126" y="20443"/>
                    <a:pt x="20443" y="16126"/>
                    <a:pt x="20443" y="10800"/>
                  </a:cubicBezTo>
                  <a:cubicBezTo>
                    <a:pt x="20443" y="5474"/>
                    <a:pt x="16126" y="1157"/>
                    <a:pt x="10800" y="1157"/>
                  </a:cubicBezTo>
                  <a:cubicBezTo>
                    <a:pt x="5474" y="1157"/>
                    <a:pt x="1157" y="5474"/>
                    <a:pt x="1157" y="10800"/>
                  </a:cubicBezTo>
                  <a:close/>
                </a:path>
              </a:pathLst>
            </a:custGeom>
            <a:pattFill prst="wdUpDiag">
              <a:fgClr>
                <a:schemeClr val="folHlink"/>
              </a:fgClr>
              <a:bgClr>
                <a:srgbClr val="FFFFFF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73" name="Line 182"/>
            <p:cNvSpPr>
              <a:spLocks noChangeShapeType="1"/>
            </p:cNvSpPr>
            <p:nvPr/>
          </p:nvSpPr>
          <p:spPr bwMode="auto">
            <a:xfrm>
              <a:off x="5257799" y="4829878"/>
              <a:ext cx="30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pic>
        <p:nvPicPr>
          <p:cNvPr id="379906" name="Picture 2"/>
          <p:cNvPicPr>
            <a:picLocks noChangeAspect="1" noChangeArrowheads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706" y="3013801"/>
            <a:ext cx="1128552" cy="1861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908" name="Picture 4"/>
          <p:cNvPicPr>
            <a:picLocks noChangeAspect="1" noChangeArrowheads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917" y="1571820"/>
            <a:ext cx="1694693" cy="1333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931" name="Picture 27"/>
          <p:cNvPicPr>
            <a:picLocks noChangeAspect="1" noChangeArrowheads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403" y="3311897"/>
            <a:ext cx="1568066" cy="1461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932" name="Picture 28"/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852" y="3233811"/>
            <a:ext cx="1616393" cy="1551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933" name="Picture 29"/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042" y="1825744"/>
            <a:ext cx="1388937" cy="791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085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9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9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Text Box 116"/>
          <p:cNvSpPr txBox="1">
            <a:spLocks noChangeArrowheads="1"/>
          </p:cNvSpPr>
          <p:nvPr/>
        </p:nvSpPr>
        <p:spPr bwMode="auto">
          <a:xfrm>
            <a:off x="1475352" y="539783"/>
            <a:ext cx="5626488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2.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求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电场强度的方法</a:t>
            </a:r>
            <a:r>
              <a:rPr kumimoji="1" lang="zh-CN" altLang="en-US" sz="21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（三种方法）</a:t>
            </a:r>
          </a:p>
        </p:txBody>
      </p:sp>
      <p:sp>
        <p:nvSpPr>
          <p:cNvPr id="9" name="Text Box 116"/>
          <p:cNvSpPr txBox="1">
            <a:spLocks noChangeArrowheads="1"/>
          </p:cNvSpPr>
          <p:nvPr/>
        </p:nvSpPr>
        <p:spPr bwMode="auto">
          <a:xfrm>
            <a:off x="1239301" y="123234"/>
            <a:ext cx="439187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一、描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述电场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力</a:t>
            </a:r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1675761" y="987148"/>
            <a:ext cx="515104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defTabSz="68580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利用高斯定理（球、柱、面）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776795"/>
              </p:ext>
            </p:extLst>
          </p:nvPr>
        </p:nvGraphicFramePr>
        <p:xfrm>
          <a:off x="3307127" y="1434513"/>
          <a:ext cx="2952867" cy="79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63" name="Equation" r:id="rId3" imgW="1473200" imgH="457200" progId="Equation.3">
                  <p:embed/>
                </p:oleObj>
              </mc:Choice>
              <mc:Fallback>
                <p:oleObj name="Equation" r:id="rId3" imgW="1473200" imgH="4572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7127" y="1434513"/>
                        <a:ext cx="2952867" cy="79483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8E6E8"/>
                          </a:gs>
                          <a:gs pos="50000">
                            <a:srgbClr val="FFFFFF"/>
                          </a:gs>
                          <a:gs pos="100000">
                            <a:srgbClr val="C8E6E8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93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895" y="2353710"/>
            <a:ext cx="1817588" cy="1753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0932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355" y="2353710"/>
            <a:ext cx="1631249" cy="180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093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470" y="2581191"/>
            <a:ext cx="1784487" cy="157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1376292" y="4301848"/>
            <a:ext cx="174790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buClr>
                <a:srgbClr val="0000FF"/>
              </a:buClr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面、体、壳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3767004" y="4301848"/>
            <a:ext cx="191751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buClr>
                <a:srgbClr val="0000FF"/>
              </a:buClr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线、棒、空心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6426384" y="4301848"/>
            <a:ext cx="141459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buClr>
                <a:srgbClr val="0000FF"/>
              </a:buClr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面、板</a:t>
            </a:r>
          </a:p>
        </p:txBody>
      </p:sp>
    </p:spTree>
    <p:extLst>
      <p:ext uri="{BB962C8B-B14F-4D97-AF65-F5344CB8AC3E}">
        <p14:creationId xmlns:p14="http://schemas.microsoft.com/office/powerpoint/2010/main" val="301933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0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Text Box 116"/>
          <p:cNvSpPr txBox="1">
            <a:spLocks noChangeArrowheads="1"/>
          </p:cNvSpPr>
          <p:nvPr/>
        </p:nvSpPr>
        <p:spPr bwMode="auto">
          <a:xfrm>
            <a:off x="1239301" y="123234"/>
            <a:ext cx="439187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一、描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述电场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力</a:t>
            </a:r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1675761" y="987148"/>
            <a:ext cx="515104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defTabSz="68580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利用电势与电场强度的关系</a:t>
            </a: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522417"/>
              </p:ext>
            </p:extLst>
          </p:nvPr>
        </p:nvGraphicFramePr>
        <p:xfrm>
          <a:off x="2155508" y="2134989"/>
          <a:ext cx="36306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179" name="Equation" r:id="rId3" imgW="2323800" imgH="431640" progId="Equation.DSMT4">
                  <p:embed/>
                </p:oleObj>
              </mc:Choice>
              <mc:Fallback>
                <p:oleObj name="Equation" r:id="rId3" imgW="2323800" imgH="431640" progId="Equation.DSMT4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508" y="2134989"/>
                        <a:ext cx="363061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2048937" y="1536810"/>
            <a:ext cx="42291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电场强度等于</a:t>
            </a:r>
            <a:r>
              <a:rPr kumimoji="1"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电势梯度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的负值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1829991" y="3086100"/>
          <a:ext cx="2082403" cy="77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180" name="Equation" r:id="rId5" imgW="1218960" imgH="457200" progId="Equation.DSMT4">
                  <p:embed/>
                </p:oleObj>
              </mc:Choice>
              <mc:Fallback>
                <p:oleObj name="Equation" r:id="rId5" imgW="1218960" imgH="4572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991" y="3086100"/>
                        <a:ext cx="2082403" cy="779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4843788" y="3224266"/>
            <a:ext cx="2744888" cy="1378214"/>
            <a:chOff x="4267200" y="3886200"/>
            <a:chExt cx="4117975" cy="1828800"/>
          </a:xfrm>
        </p:grpSpPr>
        <p:graphicFrame>
          <p:nvGraphicFramePr>
            <p:cNvPr id="17" name="Object 172"/>
            <p:cNvGraphicFramePr>
              <a:graphicFrameLocks noChangeAspect="1"/>
            </p:cNvGraphicFramePr>
            <p:nvPr>
              <p:extLst/>
            </p:nvPr>
          </p:nvGraphicFramePr>
          <p:xfrm>
            <a:off x="4267200" y="4953000"/>
            <a:ext cx="355600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181" name="Equation" r:id="rId7" imgW="177480" imgH="190440" progId="Equation.3">
                    <p:embed/>
                  </p:oleObj>
                </mc:Choice>
                <mc:Fallback>
                  <p:oleObj name="Equation" r:id="rId7" imgW="177480" imgH="190440" progId="Equation.3">
                    <p:embed/>
                    <p:pic>
                      <p:nvPicPr>
                        <p:cNvPr id="17" name="Object 17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7200" y="4953000"/>
                          <a:ext cx="355600" cy="357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4"/>
            <p:cNvGraphicFramePr>
              <a:graphicFrameLocks noChangeAspect="1"/>
            </p:cNvGraphicFramePr>
            <p:nvPr>
              <p:extLst/>
            </p:nvPr>
          </p:nvGraphicFramePr>
          <p:xfrm>
            <a:off x="6864342" y="4356344"/>
            <a:ext cx="3810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182" name="Equation" r:id="rId9" imgW="152280" imgH="164880" progId="Equation.DSMT4">
                    <p:embed/>
                  </p:oleObj>
                </mc:Choice>
                <mc:Fallback>
                  <p:oleObj name="Equation" r:id="rId9" imgW="152280" imgH="164880" progId="Equation.DSMT4">
                    <p:embed/>
                    <p:pic>
                      <p:nvPicPr>
                        <p:cNvPr id="18" name="Object 1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4342" y="4356344"/>
                          <a:ext cx="381000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175"/>
            <p:cNvSpPr>
              <a:spLocks noChangeArrowheads="1"/>
            </p:cNvSpPr>
            <p:nvPr/>
          </p:nvSpPr>
          <p:spPr bwMode="auto">
            <a:xfrm>
              <a:off x="7020343" y="4754662"/>
              <a:ext cx="81013" cy="71654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69056" tIns="34529" rIns="69056" bIns="34529" anchor="ctr">
              <a:spAutoFit/>
            </a:bodyPr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20" name="Object 176"/>
            <p:cNvGraphicFramePr>
              <a:graphicFrameLocks noChangeAspect="1"/>
            </p:cNvGraphicFramePr>
            <p:nvPr>
              <p:extLst/>
            </p:nvPr>
          </p:nvGraphicFramePr>
          <p:xfrm>
            <a:off x="5065713" y="4800599"/>
            <a:ext cx="34448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183" name="Equation" r:id="rId11" imgW="126720" imgH="139680" progId="Equation.3">
                    <p:embed/>
                  </p:oleObj>
                </mc:Choice>
                <mc:Fallback>
                  <p:oleObj name="Equation" r:id="rId11" imgW="126720" imgH="139680" progId="Equation.3">
                    <p:embed/>
                    <p:pic>
                      <p:nvPicPr>
                        <p:cNvPr id="20" name="Object 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5713" y="4800599"/>
                          <a:ext cx="344487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77"/>
            <p:cNvGraphicFramePr>
              <a:graphicFrameLocks noChangeAspect="1"/>
            </p:cNvGraphicFramePr>
            <p:nvPr>
              <p:extLst/>
            </p:nvPr>
          </p:nvGraphicFramePr>
          <p:xfrm>
            <a:off x="6019800" y="4876800"/>
            <a:ext cx="3079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184" name="Equation" r:id="rId13" imgW="126720" imgH="139680" progId="Equation.3">
                    <p:embed/>
                  </p:oleObj>
                </mc:Choice>
                <mc:Fallback>
                  <p:oleObj name="Equation" r:id="rId13" imgW="126720" imgH="139680" progId="Equation.3">
                    <p:embed/>
                    <p:pic>
                      <p:nvPicPr>
                        <p:cNvPr id="21" name="Object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9800" y="4876800"/>
                          <a:ext cx="307975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178"/>
            <p:cNvSpPr>
              <a:spLocks noChangeShapeType="1"/>
            </p:cNvSpPr>
            <p:nvPr/>
          </p:nvSpPr>
          <p:spPr bwMode="auto">
            <a:xfrm>
              <a:off x="4267200" y="4790489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24" name="Object 180"/>
            <p:cNvGraphicFramePr>
              <a:graphicFrameLocks noChangeAspect="1"/>
            </p:cNvGraphicFramePr>
            <p:nvPr>
              <p:extLst/>
            </p:nvPr>
          </p:nvGraphicFramePr>
          <p:xfrm>
            <a:off x="8077200" y="4876800"/>
            <a:ext cx="3079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185" name="Equation" r:id="rId15" imgW="126720" imgH="139680" progId="Equation.3">
                    <p:embed/>
                  </p:oleObj>
                </mc:Choice>
                <mc:Fallback>
                  <p:oleObj name="Equation" r:id="rId15" imgW="126720" imgH="139680" progId="Equation.3">
                    <p:embed/>
                    <p:pic>
                      <p:nvPicPr>
                        <p:cNvPr id="24" name="Object 1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77200" y="4876800"/>
                          <a:ext cx="307975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181"/>
            <p:cNvSpPr>
              <a:spLocks noChangeShapeType="1"/>
            </p:cNvSpPr>
            <p:nvPr/>
          </p:nvSpPr>
          <p:spPr bwMode="auto">
            <a:xfrm flipV="1">
              <a:off x="5257800" y="3962400"/>
              <a:ext cx="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26" name="Object 183"/>
            <p:cNvGraphicFramePr>
              <a:graphicFrameLocks noChangeAspect="1"/>
            </p:cNvGraphicFramePr>
            <p:nvPr>
              <p:extLst/>
            </p:nvPr>
          </p:nvGraphicFramePr>
          <p:xfrm>
            <a:off x="4876800" y="4267200"/>
            <a:ext cx="3810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186" name="Equation" r:id="rId16" imgW="152280" imgH="164880" progId="Equation.3">
                    <p:embed/>
                  </p:oleObj>
                </mc:Choice>
                <mc:Fallback>
                  <p:oleObj name="Equation" r:id="rId16" imgW="152280" imgH="164880" progId="Equation.3">
                    <p:embed/>
                    <p:pic>
                      <p:nvPicPr>
                        <p:cNvPr id="26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800" y="4267200"/>
                          <a:ext cx="381000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AutoShape 191" descr="宽上对角线"/>
            <p:cNvSpPr>
              <a:spLocks noChangeArrowheads="1"/>
            </p:cNvSpPr>
            <p:nvPr/>
          </p:nvSpPr>
          <p:spPr bwMode="auto">
            <a:xfrm>
              <a:off x="4648200" y="3886200"/>
              <a:ext cx="1143000" cy="182880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57" y="10800"/>
                  </a:moveTo>
                  <a:cubicBezTo>
                    <a:pt x="1157" y="16126"/>
                    <a:pt x="5474" y="20443"/>
                    <a:pt x="10800" y="20443"/>
                  </a:cubicBezTo>
                  <a:cubicBezTo>
                    <a:pt x="16126" y="20443"/>
                    <a:pt x="20443" y="16126"/>
                    <a:pt x="20443" y="10800"/>
                  </a:cubicBezTo>
                  <a:cubicBezTo>
                    <a:pt x="20443" y="5474"/>
                    <a:pt x="16126" y="1157"/>
                    <a:pt x="10800" y="1157"/>
                  </a:cubicBezTo>
                  <a:cubicBezTo>
                    <a:pt x="5474" y="1157"/>
                    <a:pt x="1157" y="5474"/>
                    <a:pt x="1157" y="10800"/>
                  </a:cubicBezTo>
                  <a:close/>
                </a:path>
              </a:pathLst>
            </a:custGeom>
            <a:pattFill prst="wdUpDiag">
              <a:fgClr>
                <a:schemeClr val="folHlink"/>
              </a:fgClr>
              <a:bgClr>
                <a:srgbClr val="FFFFFF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28" name="Line 182"/>
            <p:cNvSpPr>
              <a:spLocks noChangeShapeType="1"/>
            </p:cNvSpPr>
            <p:nvPr/>
          </p:nvSpPr>
          <p:spPr bwMode="auto">
            <a:xfrm>
              <a:off x="5257800" y="4790489"/>
              <a:ext cx="304800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1789510" y="4024789"/>
          <a:ext cx="2271950" cy="751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187" name="Equation" r:id="rId18" imgW="1371600" imgH="431640" progId="Equation.DSMT4">
                  <p:embed/>
                </p:oleObj>
              </mc:Choice>
              <mc:Fallback>
                <p:oleObj name="Equation" r:id="rId18" imgW="1371600" imgH="43164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510" y="4024789"/>
                        <a:ext cx="2271950" cy="751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16"/>
          <p:cNvSpPr txBox="1">
            <a:spLocks noChangeArrowheads="1"/>
          </p:cNvSpPr>
          <p:nvPr/>
        </p:nvSpPr>
        <p:spPr bwMode="auto">
          <a:xfrm>
            <a:off x="1475352" y="539783"/>
            <a:ext cx="5626488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2.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求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电场强度的方法</a:t>
            </a:r>
            <a:r>
              <a:rPr kumimoji="1" lang="zh-CN" altLang="en-US" sz="21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（三种方法）</a:t>
            </a:r>
          </a:p>
        </p:txBody>
      </p:sp>
    </p:spTree>
    <p:extLst>
      <p:ext uri="{BB962C8B-B14F-4D97-AF65-F5344CB8AC3E}">
        <p14:creationId xmlns:p14="http://schemas.microsoft.com/office/powerpoint/2010/main" val="280886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589821" y="646431"/>
            <a:ext cx="4451327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1.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势能、电势</a:t>
            </a: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1353601" y="214642"/>
            <a:ext cx="439187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二、描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述电场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能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755478" y="1429644"/>
            <a:ext cx="6286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令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7196743" y="1473588"/>
          <a:ext cx="785207" cy="418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58" name="Equation" r:id="rId3" imgW="495000" imgH="241200" progId="Equation.3">
                  <p:embed/>
                </p:oleObj>
              </mc:Choice>
              <mc:Fallback>
                <p:oleObj name="Equation" r:id="rId3" imgW="495000" imgH="2412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6743" y="1473588"/>
                        <a:ext cx="785207" cy="4181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392109"/>
              </p:ext>
            </p:extLst>
          </p:nvPr>
        </p:nvGraphicFramePr>
        <p:xfrm>
          <a:off x="1736725" y="1572888"/>
          <a:ext cx="196691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59" name="Equation" r:id="rId5" imgW="1168200" imgH="330120" progId="Equation.DSMT4">
                  <p:embed/>
                </p:oleObj>
              </mc:Choice>
              <mc:Fallback>
                <p:oleObj name="Equation" r:id="rId5" imgW="1168200" imgH="33012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1572888"/>
                        <a:ext cx="1966913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553814" y="2589360"/>
            <a:ext cx="6645306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 eaLnBrk="0" hangingPunct="0">
              <a:lnSpc>
                <a:spcPct val="120000"/>
              </a:lnSpc>
              <a:defRPr/>
            </a:pPr>
            <a:r>
              <a:rPr kumimoji="1" lang="zh-CN" altLang="en-US" sz="2100" b="1" smtClean="0">
                <a:solidFill>
                  <a:srgbClr val="000000"/>
                </a:solidFill>
                <a:latin typeface="宋体" pitchFamily="2" charset="-122"/>
              </a:rPr>
              <a:t>    电</a:t>
            </a:r>
            <a:r>
              <a:rPr kumimoji="1"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荷</a:t>
            </a:r>
            <a:r>
              <a:rPr kumimoji="1" lang="en-US" altLang="zh-CN" sz="2100" i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r>
              <a:rPr kumimoji="1" lang="en-US" altLang="zh-CN" sz="2100" baseline="-25000" dirty="0">
                <a:solidFill>
                  <a:srgbClr val="000000"/>
                </a:solidFill>
                <a:latin typeface="Times New Roman" pitchFamily="18" charset="0"/>
              </a:rPr>
              <a:t>0</a:t>
            </a:r>
            <a:r>
              <a:rPr kumimoji="1"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在电场中某点的</a:t>
            </a: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电势能</a:t>
            </a:r>
            <a:r>
              <a:rPr kumimoji="1"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，在数值上等于把它</a:t>
            </a: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从该点</a:t>
            </a:r>
            <a:r>
              <a:rPr kumimoji="1"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移到</a:t>
            </a: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零势能处</a:t>
            </a:r>
            <a:r>
              <a:rPr kumimoji="1"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的过程中静电场力所作的</a:t>
            </a: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功</a:t>
            </a:r>
            <a:r>
              <a:rPr kumimoji="1" lang="en-US" altLang="zh-CN" sz="2100" b="1" dirty="0">
                <a:solidFill>
                  <a:srgbClr val="000000"/>
                </a:solidFill>
                <a:latin typeface="宋体" pitchFamily="2" charset="-122"/>
              </a:rPr>
              <a:t>.</a:t>
            </a: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2233326" y="4111504"/>
            <a:ext cx="2298439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 eaLnBrk="0" hangingPunct="0">
              <a:lnSpc>
                <a:spcPct val="120000"/>
              </a:lnSpc>
              <a:defRPr/>
            </a:pPr>
            <a:r>
              <a:rPr kumimoji="1" lang="zh-CN" altLang="en-US" sz="2100" b="1" dirty="0">
                <a:solidFill>
                  <a:srgbClr val="0000FF"/>
                </a:solidFill>
                <a:latin typeface="宋体" pitchFamily="2" charset="-122"/>
              </a:rPr>
              <a:t>类比重力势能</a:t>
            </a:r>
            <a:endParaRPr kumimoji="1" lang="en-US" altLang="zh-CN" sz="21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pic>
        <p:nvPicPr>
          <p:cNvPr id="38195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397" y="827398"/>
            <a:ext cx="2332002" cy="1710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4799436" y="3805892"/>
            <a:ext cx="2203357" cy="1072694"/>
            <a:chOff x="4875248" y="5074522"/>
            <a:chExt cx="2937809" cy="1430259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5149104" y="6299200"/>
              <a:ext cx="24388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952" name="矩形 381951"/>
            <p:cNvSpPr/>
            <p:nvPr/>
          </p:nvSpPr>
          <p:spPr>
            <a:xfrm flipV="1">
              <a:off x="6039201" y="5074522"/>
              <a:ext cx="243894" cy="1996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cxnSp>
          <p:nvCxnSpPr>
            <p:cNvPr id="381955" name="直接箭头连接符 381954"/>
            <p:cNvCxnSpPr>
              <a:stCxn id="381952" idx="0"/>
            </p:cNvCxnSpPr>
            <p:nvPr/>
          </p:nvCxnSpPr>
          <p:spPr>
            <a:xfrm>
              <a:off x="6161148" y="5274206"/>
              <a:ext cx="0" cy="1024994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6" name="Object 6"/>
            <p:cNvGraphicFramePr>
              <a:graphicFrameLocks noChangeAspect="1"/>
            </p:cNvGraphicFramePr>
            <p:nvPr>
              <p:extLst/>
            </p:nvPr>
          </p:nvGraphicFramePr>
          <p:xfrm>
            <a:off x="4875248" y="6093618"/>
            <a:ext cx="241300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960" name="Equation" r:id="rId8" imgW="114120" imgH="177480" progId="Equation.DSMT4">
                    <p:embed/>
                  </p:oleObj>
                </mc:Choice>
                <mc:Fallback>
                  <p:oleObj name="Equation" r:id="rId8" imgW="114120" imgH="177480" progId="Equation.DSMT4">
                    <p:embed/>
                    <p:pic>
                      <p:nvPicPr>
                        <p:cNvPr id="3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5248" y="6093618"/>
                          <a:ext cx="241300" cy="41116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6"/>
            <p:cNvGraphicFramePr>
              <a:graphicFrameLocks noChangeAspect="1"/>
            </p:cNvGraphicFramePr>
            <p:nvPr>
              <p:extLst/>
            </p:nvPr>
          </p:nvGraphicFramePr>
          <p:xfrm>
            <a:off x="6524007" y="5586730"/>
            <a:ext cx="128905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961" name="Equation" r:id="rId10" imgW="609480" imgH="203040" progId="Equation.DSMT4">
                    <p:embed/>
                  </p:oleObj>
                </mc:Choice>
                <mc:Fallback>
                  <p:oleObj name="Equation" r:id="rId10" imgW="609480" imgH="203040" progId="Equation.DSMT4">
                    <p:embed/>
                    <p:pic>
                      <p:nvPicPr>
                        <p:cNvPr id="3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4007" y="5586730"/>
                          <a:ext cx="1289050" cy="469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0629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  <p:bldP spid="2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1353601" y="214642"/>
            <a:ext cx="439187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二、描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述电场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能</a:t>
            </a:r>
          </a:p>
        </p:txBody>
      </p:sp>
      <p:pic>
        <p:nvPicPr>
          <p:cNvPr id="3829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007" y="1038846"/>
            <a:ext cx="2525135" cy="1612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297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981" y="1635464"/>
            <a:ext cx="3054581" cy="90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4779876" y="2960689"/>
            <a:ext cx="2658562" cy="644525"/>
            <a:chOff x="467544" y="5503828"/>
            <a:chExt cx="4032251" cy="977553"/>
          </a:xfrm>
        </p:grpSpPr>
        <p:sp>
          <p:nvSpPr>
            <p:cNvPr id="10" name="Text Box 33"/>
            <p:cNvSpPr txBox="1">
              <a:spLocks noChangeArrowheads="1"/>
            </p:cNvSpPr>
            <p:nvPr/>
          </p:nvSpPr>
          <p:spPr bwMode="auto">
            <a:xfrm>
              <a:off x="467544" y="5661248"/>
              <a:ext cx="4032251" cy="630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</a:rPr>
                <a:t>所以</a:t>
              </a:r>
            </a:p>
          </p:txBody>
        </p:sp>
        <p:graphicFrame>
          <p:nvGraphicFramePr>
            <p:cNvPr id="11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8347995"/>
                </p:ext>
              </p:extLst>
            </p:nvPr>
          </p:nvGraphicFramePr>
          <p:xfrm>
            <a:off x="1524685" y="5503828"/>
            <a:ext cx="2910991" cy="977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906" name="Equation" r:id="rId5" imgW="901440" imgH="330120" progId="Equation.DSMT4">
                    <p:embed/>
                  </p:oleObj>
                </mc:Choice>
                <mc:Fallback>
                  <p:oleObj name="Equation" r:id="rId5" imgW="901440" imgH="330120" progId="Equation.DSMT4">
                    <p:embed/>
                    <p:pic>
                      <p:nvPicPr>
                        <p:cNvPr id="11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685" y="5503828"/>
                          <a:ext cx="2910991" cy="977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  <a:gs pos="50000">
                                    <a:srgbClr val="FFFFCC"/>
                                  </a:gs>
                                  <a:gs pos="10000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958575"/>
              </p:ext>
            </p:extLst>
          </p:nvPr>
        </p:nvGraphicFramePr>
        <p:xfrm>
          <a:off x="4572595" y="3824797"/>
          <a:ext cx="1808560" cy="784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907" name="Equation" r:id="rId7" imgW="939392" imgH="330057" progId="Equation.DSMT4">
                  <p:embed/>
                </p:oleObj>
              </mc:Choice>
              <mc:Fallback>
                <p:oleObj name="Equation" r:id="rId7" imgW="939392" imgH="330057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595" y="3824797"/>
                        <a:ext cx="1808560" cy="784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7EDE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3"/>
          <p:cNvSpPr txBox="1">
            <a:spLocks noChangeArrowheads="1"/>
          </p:cNvSpPr>
          <p:nvPr/>
        </p:nvSpPr>
        <p:spPr bwMode="auto">
          <a:xfrm>
            <a:off x="1815696" y="4009359"/>
            <a:ext cx="356402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选无限远为势能 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0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点：</a:t>
            </a:r>
          </a:p>
        </p:txBody>
      </p:sp>
      <p:sp>
        <p:nvSpPr>
          <p:cNvPr id="14" name="Text Box 116"/>
          <p:cNvSpPr txBox="1">
            <a:spLocks noChangeArrowheads="1"/>
          </p:cNvSpPr>
          <p:nvPr/>
        </p:nvSpPr>
        <p:spPr bwMode="auto">
          <a:xfrm>
            <a:off x="1589821" y="707391"/>
            <a:ext cx="4451327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1.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势能、电势</a:t>
            </a: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565425"/>
              </p:ext>
            </p:extLst>
          </p:nvPr>
        </p:nvGraphicFramePr>
        <p:xfrm>
          <a:off x="2230228" y="3025458"/>
          <a:ext cx="196691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908" name="Equation" r:id="rId9" imgW="1168200" imgH="330120" progId="Equation.DSMT4">
                  <p:embed/>
                </p:oleObj>
              </mc:Choice>
              <mc:Fallback>
                <p:oleObj name="Equation" r:id="rId9" imgW="1168200" imgH="33012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228" y="3025458"/>
                        <a:ext cx="1966913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900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605061" y="654051"/>
            <a:ext cx="4451327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2.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求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电势的方法</a:t>
            </a: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1353601" y="214642"/>
            <a:ext cx="439187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二、描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述电场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能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1702742" y="3273562"/>
            <a:ext cx="180022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电势叠加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02743" y="410850"/>
            <a:ext cx="6036029" cy="1346797"/>
            <a:chOff x="746323" y="547799"/>
            <a:chExt cx="8048039" cy="1795729"/>
          </a:xfrm>
        </p:grpSpPr>
        <p:graphicFrame>
          <p:nvGraphicFramePr>
            <p:cNvPr id="6" name="Object 11"/>
            <p:cNvGraphicFramePr>
              <a:graphicFrameLocks noChangeAspect="1"/>
            </p:cNvGraphicFramePr>
            <p:nvPr>
              <p:extLst/>
            </p:nvPr>
          </p:nvGraphicFramePr>
          <p:xfrm>
            <a:off x="2826403" y="1605947"/>
            <a:ext cx="2121518" cy="737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496" name="公式" r:id="rId3" imgW="850680" imgH="330120" progId="Equation.DSMT4">
                    <p:embed/>
                  </p:oleObj>
                </mc:Choice>
                <mc:Fallback>
                  <p:oleObj name="公式" r:id="rId3" imgW="850680" imgH="330120" progId="Equation.DSMT4">
                    <p:embed/>
                    <p:pic>
                      <p:nvPicPr>
                        <p:cNvPr id="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6403" y="1605947"/>
                          <a:ext cx="2121518" cy="7375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746323" y="1702968"/>
              <a:ext cx="2452237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lang="zh-CN" altLang="en-US" sz="2100" b="1" dirty="0">
                  <a:solidFill>
                    <a:srgbClr val="000000"/>
                  </a:solidFill>
                  <a:latin typeface="宋体" pitchFamily="2" charset="-122"/>
                </a:rPr>
                <a:t>场强积分</a:t>
              </a:r>
            </a:p>
          </p:txBody>
        </p:sp>
        <p:pic>
          <p:nvPicPr>
            <p:cNvPr id="384002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4938" y="547799"/>
              <a:ext cx="2959424" cy="1678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8400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97" y="3584070"/>
            <a:ext cx="2034787" cy="121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7" name="对象 36"/>
          <p:cNvGraphicFramePr>
            <a:graphicFrameLocks noChangeAspect="1"/>
          </p:cNvGraphicFramePr>
          <p:nvPr>
            <p:extLst/>
          </p:nvPr>
        </p:nvGraphicFramePr>
        <p:xfrm>
          <a:off x="3286081" y="3821679"/>
          <a:ext cx="1721588" cy="758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497" name="Equation" r:id="rId7" imgW="977900" imgH="431800" progId="Equation.3">
                  <p:embed/>
                </p:oleObj>
              </mc:Choice>
              <mc:Fallback>
                <p:oleObj name="Equation" r:id="rId7" imgW="977900" imgH="431800" progId="Equation.3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081" y="3821679"/>
                        <a:ext cx="1721588" cy="758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/>
          </p:nvPr>
        </p:nvGraphicFramePr>
        <p:xfrm>
          <a:off x="3286080" y="2416018"/>
          <a:ext cx="1791164" cy="876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498" name="Equation" r:id="rId9" imgW="965200" imgH="444500" progId="Equation.DSMT4">
                  <p:embed/>
                </p:oleObj>
              </mc:Choice>
              <mc:Fallback>
                <p:oleObj name="Equation" r:id="rId9" imgW="965200" imgH="4445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080" y="2416018"/>
                        <a:ext cx="1791164" cy="876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左大括号 38"/>
          <p:cNvSpPr/>
          <p:nvPr/>
        </p:nvSpPr>
        <p:spPr>
          <a:xfrm>
            <a:off x="2933700" y="2781301"/>
            <a:ext cx="251460" cy="1479176"/>
          </a:xfrm>
          <a:prstGeom prst="leftBrace">
            <a:avLst>
              <a:gd name="adj1" fmla="val 7196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srgbClr val="000000"/>
              </a:solidFill>
              <a:latin typeface="Arial"/>
              <a:ea typeface="宋体"/>
            </a:endParaRPr>
          </a:p>
        </p:txBody>
      </p:sp>
      <p:grpSp>
        <p:nvGrpSpPr>
          <p:cNvPr id="16" name="Group 57"/>
          <p:cNvGrpSpPr>
            <a:grpSpLocks/>
          </p:cNvGrpSpPr>
          <p:nvPr/>
        </p:nvGrpSpPr>
        <p:grpSpPr bwMode="auto">
          <a:xfrm>
            <a:off x="5609080" y="2085063"/>
            <a:ext cx="2323340" cy="1229139"/>
            <a:chOff x="2880" y="2160"/>
            <a:chExt cx="2686" cy="1421"/>
          </a:xfrm>
        </p:grpSpPr>
        <p:graphicFrame>
          <p:nvGraphicFramePr>
            <p:cNvPr id="18" name="Object 5"/>
            <p:cNvGraphicFramePr>
              <a:graphicFrameLocks noChangeAspect="1"/>
            </p:cNvGraphicFramePr>
            <p:nvPr/>
          </p:nvGraphicFramePr>
          <p:xfrm>
            <a:off x="3120" y="2160"/>
            <a:ext cx="2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499" name="公式" r:id="rId11" imgW="152280" imgH="215640" progId="Equation.3">
                    <p:embed/>
                  </p:oleObj>
                </mc:Choice>
                <mc:Fallback>
                  <p:oleObj name="公式" r:id="rId11" imgW="152280" imgH="215640" progId="Equation.3">
                    <p:embed/>
                    <p:pic>
                      <p:nvPicPr>
                        <p:cNvPr id="1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160"/>
                          <a:ext cx="23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6"/>
            <p:cNvGraphicFramePr>
              <a:graphicFrameLocks noChangeAspect="1"/>
            </p:cNvGraphicFramePr>
            <p:nvPr/>
          </p:nvGraphicFramePr>
          <p:xfrm>
            <a:off x="2880" y="2736"/>
            <a:ext cx="27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500" name="公式" r:id="rId13" imgW="177480" imgH="215640" progId="Equation.3">
                    <p:embed/>
                  </p:oleObj>
                </mc:Choice>
                <mc:Fallback>
                  <p:oleObj name="公式" r:id="rId13" imgW="177480" imgH="215640" progId="Equation.3">
                    <p:embed/>
                    <p:pic>
                      <p:nvPicPr>
                        <p:cNvPr id="1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736"/>
                          <a:ext cx="27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7"/>
            <p:cNvGraphicFramePr>
              <a:graphicFrameLocks noChangeAspect="1"/>
            </p:cNvGraphicFramePr>
            <p:nvPr/>
          </p:nvGraphicFramePr>
          <p:xfrm>
            <a:off x="2976" y="3216"/>
            <a:ext cx="261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501" name="公式" r:id="rId15" imgW="164880" imgH="228600" progId="Equation.3">
                    <p:embed/>
                  </p:oleObj>
                </mc:Choice>
                <mc:Fallback>
                  <p:oleObj name="公式" r:id="rId15" imgW="164880" imgH="228600" progId="Equation.3">
                    <p:embed/>
                    <p:pic>
                      <p:nvPicPr>
                        <p:cNvPr id="2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3216"/>
                          <a:ext cx="261" cy="3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9"/>
            <p:cNvGraphicFramePr>
              <a:graphicFrameLocks noChangeAspect="1"/>
            </p:cNvGraphicFramePr>
            <p:nvPr/>
          </p:nvGraphicFramePr>
          <p:xfrm>
            <a:off x="4272" y="3024"/>
            <a:ext cx="22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502" name="Equation" r:id="rId17" imgW="152280" imgH="164880" progId="Equation.3">
                    <p:embed/>
                  </p:oleObj>
                </mc:Choice>
                <mc:Fallback>
                  <p:oleObj name="Equation" r:id="rId17" imgW="152280" imgH="164880" progId="Equation.3">
                    <p:embed/>
                    <p:pic>
                      <p:nvPicPr>
                        <p:cNvPr id="2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3024"/>
                          <a:ext cx="220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" name="Group 39"/>
            <p:cNvGrpSpPr>
              <a:grpSpLocks/>
            </p:cNvGrpSpPr>
            <p:nvPr/>
          </p:nvGrpSpPr>
          <p:grpSpPr bwMode="auto">
            <a:xfrm>
              <a:off x="3408" y="2304"/>
              <a:ext cx="1008" cy="624"/>
              <a:chOff x="3360" y="1344"/>
              <a:chExt cx="1008" cy="624"/>
            </a:xfrm>
          </p:grpSpPr>
          <p:sp>
            <p:nvSpPr>
              <p:cNvPr id="43" name="Line 21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1008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44" name="Object 22"/>
              <p:cNvGraphicFramePr>
                <a:graphicFrameLocks noChangeAspect="1"/>
              </p:cNvGraphicFramePr>
              <p:nvPr/>
            </p:nvGraphicFramePr>
            <p:xfrm>
              <a:off x="3792" y="1344"/>
              <a:ext cx="229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6503" name="公式" r:id="rId19" imgW="126720" imgH="215640" progId="Equation.3">
                      <p:embed/>
                    </p:oleObj>
                  </mc:Choice>
                  <mc:Fallback>
                    <p:oleObj name="公式" r:id="rId19" imgW="126720" imgH="215640" progId="Equation.3">
                      <p:embed/>
                      <p:pic>
                        <p:nvPicPr>
                          <p:cNvPr id="44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1344"/>
                            <a:ext cx="229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" name="Group 42"/>
            <p:cNvGrpSpPr>
              <a:grpSpLocks/>
            </p:cNvGrpSpPr>
            <p:nvPr/>
          </p:nvGrpSpPr>
          <p:grpSpPr bwMode="auto">
            <a:xfrm>
              <a:off x="3090" y="2739"/>
              <a:ext cx="1296" cy="397"/>
              <a:chOff x="3024" y="1779"/>
              <a:chExt cx="1296" cy="397"/>
            </a:xfrm>
          </p:grpSpPr>
          <p:graphicFrame>
            <p:nvGraphicFramePr>
              <p:cNvPr id="34" name="Object 27"/>
              <p:cNvGraphicFramePr>
                <a:graphicFrameLocks noChangeAspect="1"/>
              </p:cNvGraphicFramePr>
              <p:nvPr/>
            </p:nvGraphicFramePr>
            <p:xfrm>
              <a:off x="3408" y="1872"/>
              <a:ext cx="269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6504" name="公式" r:id="rId21" imgW="139680" imgH="215640" progId="Equation.3">
                      <p:embed/>
                    </p:oleObj>
                  </mc:Choice>
                  <mc:Fallback>
                    <p:oleObj name="公式" r:id="rId21" imgW="139680" imgH="215640" progId="Equation.3">
                      <p:embed/>
                      <p:pic>
                        <p:nvPicPr>
                          <p:cNvPr id="34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1872"/>
                            <a:ext cx="269" cy="3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Line 26"/>
              <p:cNvSpPr>
                <a:spLocks noChangeShapeType="1"/>
              </p:cNvSpPr>
              <p:nvPr/>
            </p:nvSpPr>
            <p:spPr bwMode="auto">
              <a:xfrm>
                <a:off x="3024" y="1779"/>
                <a:ext cx="1296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4" name="Group 43"/>
            <p:cNvGrpSpPr>
              <a:grpSpLocks/>
            </p:cNvGrpSpPr>
            <p:nvPr/>
          </p:nvGrpSpPr>
          <p:grpSpPr bwMode="auto">
            <a:xfrm>
              <a:off x="3312" y="2766"/>
              <a:ext cx="2254" cy="687"/>
              <a:chOff x="3264" y="1806"/>
              <a:chExt cx="2254" cy="687"/>
            </a:xfrm>
          </p:grpSpPr>
          <p:graphicFrame>
            <p:nvGraphicFramePr>
              <p:cNvPr id="29" name="Object 29"/>
              <p:cNvGraphicFramePr>
                <a:graphicFrameLocks noChangeAspect="1"/>
              </p:cNvGraphicFramePr>
              <p:nvPr/>
            </p:nvGraphicFramePr>
            <p:xfrm>
              <a:off x="3792" y="2160"/>
              <a:ext cx="276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6505" name="公式" r:id="rId23" imgW="139680" imgH="228600" progId="Equation.3">
                      <p:embed/>
                    </p:oleObj>
                  </mc:Choice>
                  <mc:Fallback>
                    <p:oleObj name="公式" r:id="rId23" imgW="139680" imgH="228600" progId="Equation.3">
                      <p:embed/>
                      <p:pic>
                        <p:nvPicPr>
                          <p:cNvPr id="29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2160"/>
                            <a:ext cx="276" cy="3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0" name="Group 41"/>
              <p:cNvGrpSpPr>
                <a:grpSpLocks/>
              </p:cNvGrpSpPr>
              <p:nvPr/>
            </p:nvGrpSpPr>
            <p:grpSpPr bwMode="auto">
              <a:xfrm>
                <a:off x="3264" y="1806"/>
                <a:ext cx="2254" cy="597"/>
                <a:chOff x="3264" y="1806"/>
                <a:chExt cx="2254" cy="597"/>
              </a:xfrm>
            </p:grpSpPr>
            <p:sp>
              <p:nvSpPr>
                <p:cNvPr id="31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3264" y="1971"/>
                  <a:ext cx="1104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33" name="Object 33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4483" y="1806"/>
                <a:ext cx="1035" cy="31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76506" name="Equation" r:id="rId25" imgW="698400" imgH="228600" progId="Equation.DSMT4">
                        <p:embed/>
                      </p:oleObj>
                    </mc:Choice>
                    <mc:Fallback>
                      <p:oleObj name="Equation" r:id="rId25" imgW="698400" imgH="228600" progId="Equation.DSMT4">
                        <p:embed/>
                        <p:pic>
                          <p:nvPicPr>
                            <p:cNvPr id="33" name="Object 3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83" y="1806"/>
                              <a:ext cx="1035" cy="31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25" name="Object 34"/>
            <p:cNvGraphicFramePr>
              <a:graphicFrameLocks noChangeAspect="1"/>
            </p:cNvGraphicFramePr>
            <p:nvPr/>
          </p:nvGraphicFramePr>
          <p:xfrm>
            <a:off x="3024" y="2688"/>
            <a:ext cx="94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507" name="Clip" r:id="rId27" imgW="380852" imgH="390270" progId="">
                    <p:embed/>
                  </p:oleObj>
                </mc:Choice>
                <mc:Fallback>
                  <p:oleObj name="Clip" r:id="rId27" imgW="380852" imgH="390270" progId="">
                    <p:embed/>
                    <p:pic>
                      <p:nvPicPr>
                        <p:cNvPr id="2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lum bright="12000" contrast="24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688"/>
                          <a:ext cx="94" cy="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8"/>
            <p:cNvGraphicFramePr>
              <a:graphicFrameLocks noChangeAspect="1"/>
            </p:cNvGraphicFramePr>
            <p:nvPr/>
          </p:nvGraphicFramePr>
          <p:xfrm>
            <a:off x="3264" y="3312"/>
            <a:ext cx="94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508" name="Clip" r:id="rId29" imgW="380852" imgH="390270" progId="">
                    <p:embed/>
                  </p:oleObj>
                </mc:Choice>
                <mc:Fallback>
                  <p:oleObj name="Clip" r:id="rId29" imgW="380852" imgH="390270" progId="">
                    <p:embed/>
                    <p:pic>
                      <p:nvPicPr>
                        <p:cNvPr id="2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3312"/>
                          <a:ext cx="94" cy="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9"/>
            <p:cNvGraphicFramePr>
              <a:graphicFrameLocks noChangeAspect="1"/>
            </p:cNvGraphicFramePr>
            <p:nvPr/>
          </p:nvGraphicFramePr>
          <p:xfrm>
            <a:off x="3360" y="2304"/>
            <a:ext cx="94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509" name="Clip" r:id="rId30" imgW="380852" imgH="390270" progId="">
                    <p:embed/>
                  </p:oleObj>
                </mc:Choice>
                <mc:Fallback>
                  <p:oleObj name="Clip" r:id="rId30" imgW="380852" imgH="390270" progId="">
                    <p:embed/>
                    <p:pic>
                      <p:nvPicPr>
                        <p:cNvPr id="2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304"/>
                          <a:ext cx="94" cy="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55"/>
            <p:cNvSpPr txBox="1">
              <a:spLocks noChangeArrowheads="1"/>
            </p:cNvSpPr>
            <p:nvPr/>
          </p:nvSpPr>
          <p:spPr bwMode="auto">
            <a:xfrm>
              <a:off x="4251" y="2712"/>
              <a:ext cx="384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lang="en-US" altLang="zh-CN" dirty="0">
                  <a:solidFill>
                    <a:srgbClr val="333399"/>
                  </a:solidFill>
                  <a:sym typeface="Symbol" pitchFamily="18" charset="2"/>
                </a:rPr>
                <a:t></a:t>
              </a:r>
              <a:endParaRPr lang="en-US" altLang="zh-CN" dirty="0">
                <a:solidFill>
                  <a:srgbClr val="3333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838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7028850" y="2419884"/>
            <a:ext cx="794633" cy="7946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6440909" y="1838325"/>
            <a:ext cx="1967790" cy="19677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2684B8-22A3-4644-89B4-8245F31CD8BD}" type="slidenum">
              <a:rPr lang="en-US" altLang="zh-CN">
                <a:solidFill>
                  <a:srgbClr val="000000"/>
                </a:solidFill>
              </a:rPr>
              <a:pPr/>
              <a:t>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647700" y="363692"/>
            <a:ext cx="8023860" cy="1129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100" b="1">
                <a:solidFill>
                  <a:srgbClr val="990000"/>
                </a:solidFill>
                <a:latin typeface="Times New Roman" pitchFamily="18" charset="0"/>
              </a:rPr>
              <a:t>例</a:t>
            </a:r>
            <a:r>
              <a:rPr lang="en-US" altLang="zh-CN" sz="2100" b="1">
                <a:solidFill>
                  <a:srgbClr val="990000"/>
                </a:solidFill>
                <a:latin typeface="Times New Roman" pitchFamily="18" charset="0"/>
              </a:rPr>
              <a:t>3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两个薄金属同心球壳，半径各为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和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&gt;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，分别带有电荷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和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，两者电势分别为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V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和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</a:rPr>
              <a:t>V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</a:rPr>
              <a:t>2 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设无穷远处为电势零点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，将二球壳用导线联起来，则它们的电势为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: </a:t>
            </a:r>
            <a:r>
              <a:rPr lang="en-US" altLang="zh-CN" sz="2100" b="1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(   </a:t>
            </a:r>
            <a:r>
              <a:rPr lang="en-US" altLang="zh-CN" sz="2100" b="1" smtClean="0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)</a:t>
            </a:r>
            <a:endParaRPr lang="en-US" altLang="zh-CN" sz="21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78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543438"/>
              </p:ext>
            </p:extLst>
          </p:nvPr>
        </p:nvGraphicFramePr>
        <p:xfrm>
          <a:off x="5010969" y="1761173"/>
          <a:ext cx="917972" cy="384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455" name="Equation" r:id="rId4" imgW="545760" imgH="228600" progId="Equation.DSMT4">
                  <p:embed/>
                </p:oleObj>
              </mc:Choice>
              <mc:Fallback>
                <p:oleObj name="Equation" r:id="rId4" imgW="545760" imgH="228600" progId="Equation.DSMT4">
                  <p:embed/>
                  <p:pic>
                    <p:nvPicPr>
                      <p:cNvPr id="1781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969" y="1761173"/>
                        <a:ext cx="917972" cy="3845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773126" y="1761173"/>
            <a:ext cx="1387079" cy="1036892"/>
            <a:chOff x="773126" y="1761173"/>
            <a:chExt cx="1387079" cy="1036892"/>
          </a:xfrm>
        </p:grpSpPr>
        <p:graphicFrame>
          <p:nvGraphicFramePr>
            <p:cNvPr id="17818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7980430"/>
                </p:ext>
              </p:extLst>
            </p:nvPr>
          </p:nvGraphicFramePr>
          <p:xfrm>
            <a:off x="773126" y="1761173"/>
            <a:ext cx="939403" cy="384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56" name="Equation" r:id="rId6" imgW="558720" imgH="228600" progId="Equation.DSMT4">
                    <p:embed/>
                  </p:oleObj>
                </mc:Choice>
                <mc:Fallback>
                  <p:oleObj name="Equation" r:id="rId6" imgW="558720" imgH="228600" progId="Equation.DSMT4">
                    <p:embed/>
                    <p:pic>
                      <p:nvPicPr>
                        <p:cNvPr id="17818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3126" y="1761173"/>
                          <a:ext cx="939403" cy="3845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429393"/>
                </p:ext>
              </p:extLst>
            </p:nvPr>
          </p:nvGraphicFramePr>
          <p:xfrm>
            <a:off x="773126" y="2413493"/>
            <a:ext cx="1387079" cy="384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57" name="Equation" r:id="rId8" imgW="825480" imgH="228600" progId="Equation.DSMT4">
                    <p:embed/>
                  </p:oleObj>
                </mc:Choice>
                <mc:Fallback>
                  <p:oleObj name="Equation" r:id="rId8" imgW="825480" imgH="228600" progId="Equation.DSMT4">
                    <p:embed/>
                    <p:pic>
                      <p:nvPicPr>
                        <p:cNvPr id="17818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3126" y="2413493"/>
                          <a:ext cx="1387079" cy="3845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2636064" y="1761173"/>
            <a:ext cx="1899047" cy="1079755"/>
            <a:chOff x="2371947" y="1761173"/>
            <a:chExt cx="1899047" cy="1079755"/>
          </a:xfrm>
        </p:grpSpPr>
        <p:graphicFrame>
          <p:nvGraphicFramePr>
            <p:cNvPr id="17818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3259953"/>
                </p:ext>
              </p:extLst>
            </p:nvPr>
          </p:nvGraphicFramePr>
          <p:xfrm>
            <a:off x="2371947" y="1761173"/>
            <a:ext cx="1387079" cy="384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58" name="Equation" r:id="rId10" imgW="825480" imgH="228600" progId="Equation.DSMT4">
                    <p:embed/>
                  </p:oleObj>
                </mc:Choice>
                <mc:Fallback>
                  <p:oleObj name="Equation" r:id="rId10" imgW="825480" imgH="228600" progId="Equation.DSMT4">
                    <p:embed/>
                    <p:pic>
                      <p:nvPicPr>
                        <p:cNvPr id="17818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1947" y="1761173"/>
                          <a:ext cx="1387079" cy="3845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3890497"/>
                </p:ext>
              </p:extLst>
            </p:nvPr>
          </p:nvGraphicFramePr>
          <p:xfrm>
            <a:off x="2371947" y="2413493"/>
            <a:ext cx="1899047" cy="427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59" name="Equation" r:id="rId12" imgW="1130040" imgH="253800" progId="Equation.DSMT4">
                    <p:embed/>
                  </p:oleObj>
                </mc:Choice>
                <mc:Fallback>
                  <p:oleObj name="Equation" r:id="rId12" imgW="1130040" imgH="253800" progId="Equation.DSMT4">
                    <p:embed/>
                    <p:pic>
                      <p:nvPicPr>
                        <p:cNvPr id="17818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1947" y="2413493"/>
                          <a:ext cx="1899047" cy="4274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81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015032"/>
              </p:ext>
            </p:extLst>
          </p:nvPr>
        </p:nvGraphicFramePr>
        <p:xfrm>
          <a:off x="1343740" y="4035743"/>
          <a:ext cx="1387078" cy="59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460" name="Equation" r:id="rId14" imgW="825480" imgH="355320" progId="Equation.DSMT4">
                  <p:embed/>
                </p:oleObj>
              </mc:Choice>
              <mc:Fallback>
                <p:oleObj name="Equation" r:id="rId14" imgW="825480" imgH="355320" progId="Equation.DSMT4">
                  <p:embed/>
                  <p:pic>
                    <p:nvPicPr>
                      <p:cNvPr id="1781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740" y="4035743"/>
                        <a:ext cx="1387078" cy="598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47700" y="3300404"/>
            <a:ext cx="3132534" cy="598884"/>
            <a:chOff x="-380" y="2947"/>
            <a:chExt cx="2631" cy="503"/>
          </a:xfrm>
        </p:grpSpPr>
        <p:graphicFrame>
          <p:nvGraphicFramePr>
            <p:cNvPr id="17818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0601364"/>
                </p:ext>
              </p:extLst>
            </p:nvPr>
          </p:nvGraphicFramePr>
          <p:xfrm>
            <a:off x="189" y="2947"/>
            <a:ext cx="2062" cy="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61" name="Equation" r:id="rId16" imgW="1460160" imgH="355320" progId="Equation.DSMT4">
                    <p:embed/>
                  </p:oleObj>
                </mc:Choice>
                <mc:Fallback>
                  <p:oleObj name="Equation" r:id="rId16" imgW="1460160" imgH="355320" progId="Equation.DSMT4">
                    <p:embed/>
                    <p:pic>
                      <p:nvPicPr>
                        <p:cNvPr id="17818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" y="2947"/>
                          <a:ext cx="2062" cy="5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8188" name="Text Box 12"/>
            <p:cNvSpPr txBox="1">
              <a:spLocks noChangeArrowheads="1"/>
            </p:cNvSpPr>
            <p:nvPr/>
          </p:nvSpPr>
          <p:spPr bwMode="auto">
            <a:xfrm>
              <a:off x="-380" y="2986"/>
              <a:ext cx="61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100" b="1">
                  <a:solidFill>
                    <a:srgbClr val="990000"/>
                  </a:solidFill>
                </a:rPr>
                <a:t>解：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207091" y="2255226"/>
            <a:ext cx="1426369" cy="925116"/>
            <a:chOff x="4419" y="2029"/>
            <a:chExt cx="1198" cy="777"/>
          </a:xfrm>
        </p:grpSpPr>
        <p:graphicFrame>
          <p:nvGraphicFramePr>
            <p:cNvPr id="178192" name="Object 16"/>
            <p:cNvGraphicFramePr>
              <a:graphicFrameLocks noChangeAspect="1"/>
            </p:cNvGraphicFramePr>
            <p:nvPr/>
          </p:nvGraphicFramePr>
          <p:xfrm>
            <a:off x="4894" y="2534"/>
            <a:ext cx="2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62" name="公式" r:id="rId18" imgW="164880" imgH="215640" progId="Equation.3">
                    <p:embed/>
                  </p:oleObj>
                </mc:Choice>
                <mc:Fallback>
                  <p:oleObj name="公式" r:id="rId18" imgW="164880" imgH="215640" progId="Equation.3">
                    <p:embed/>
                    <p:pic>
                      <p:nvPicPr>
                        <p:cNvPr id="17819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4" y="2534"/>
                          <a:ext cx="208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3" name="Object 17"/>
            <p:cNvGraphicFramePr>
              <a:graphicFrameLocks noChangeAspect="1"/>
            </p:cNvGraphicFramePr>
            <p:nvPr/>
          </p:nvGraphicFramePr>
          <p:xfrm>
            <a:off x="5409" y="2534"/>
            <a:ext cx="2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63" name="公式" r:id="rId20" imgW="164880" imgH="215640" progId="Equation.3">
                    <p:embed/>
                  </p:oleObj>
                </mc:Choice>
                <mc:Fallback>
                  <p:oleObj name="公式" r:id="rId20" imgW="164880" imgH="215640" progId="Equation.3">
                    <p:embed/>
                    <p:pic>
                      <p:nvPicPr>
                        <p:cNvPr id="17819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9" y="2534"/>
                          <a:ext cx="208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8194" name="Line 18"/>
            <p:cNvSpPr>
              <a:spLocks noChangeAspect="1" noChangeShapeType="1"/>
            </p:cNvSpPr>
            <p:nvPr/>
          </p:nvSpPr>
          <p:spPr bwMode="auto">
            <a:xfrm flipV="1">
              <a:off x="4603" y="2205"/>
              <a:ext cx="172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sp>
          <p:nvSpPr>
            <p:cNvPr id="178195" name="Line 19"/>
            <p:cNvSpPr>
              <a:spLocks noChangeAspect="1" noChangeShapeType="1"/>
            </p:cNvSpPr>
            <p:nvPr/>
          </p:nvSpPr>
          <p:spPr bwMode="auto">
            <a:xfrm flipV="1">
              <a:off x="4595" y="2165"/>
              <a:ext cx="764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78196" name="Object 20"/>
            <p:cNvGraphicFramePr>
              <a:graphicFrameLocks noChangeAspect="1"/>
            </p:cNvGraphicFramePr>
            <p:nvPr/>
          </p:nvGraphicFramePr>
          <p:xfrm>
            <a:off x="4419" y="2229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64" name="公式" r:id="rId22" imgW="190440" imgH="215640" progId="Equation.3">
                    <p:embed/>
                  </p:oleObj>
                </mc:Choice>
                <mc:Fallback>
                  <p:oleObj name="公式" r:id="rId22" imgW="190440" imgH="215640" progId="Equation.3">
                    <p:embed/>
                    <p:pic>
                      <p:nvPicPr>
                        <p:cNvPr id="178196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" y="2229"/>
                          <a:ext cx="240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7" name="Object 21"/>
            <p:cNvGraphicFramePr>
              <a:graphicFrameLocks noChangeAspect="1"/>
            </p:cNvGraphicFramePr>
            <p:nvPr/>
          </p:nvGraphicFramePr>
          <p:xfrm>
            <a:off x="4902" y="2029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65" name="公式" r:id="rId24" imgW="203040" imgH="215640" progId="Equation.3">
                    <p:embed/>
                  </p:oleObj>
                </mc:Choice>
                <mc:Fallback>
                  <p:oleObj name="公式" r:id="rId24" imgW="203040" imgH="215640" progId="Equation.3">
                    <p:embed/>
                    <p:pic>
                      <p:nvPicPr>
                        <p:cNvPr id="178197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2029"/>
                          <a:ext cx="256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7531278" y="3336315"/>
            <a:ext cx="1057275" cy="329804"/>
            <a:chOff x="4598" y="2847"/>
            <a:chExt cx="888" cy="277"/>
          </a:xfrm>
        </p:grpSpPr>
        <p:graphicFrame>
          <p:nvGraphicFramePr>
            <p:cNvPr id="178199" name="Object 23"/>
            <p:cNvGraphicFramePr>
              <a:graphicFrameLocks noChangeAspect="1"/>
            </p:cNvGraphicFramePr>
            <p:nvPr/>
          </p:nvGraphicFramePr>
          <p:xfrm>
            <a:off x="4598" y="2847"/>
            <a:ext cx="3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66" name="公式" r:id="rId26" imgW="279360" imgH="215640" progId="Equation.3">
                    <p:embed/>
                  </p:oleObj>
                </mc:Choice>
                <mc:Fallback>
                  <p:oleObj name="公式" r:id="rId26" imgW="279360" imgH="215640" progId="Equation.3">
                    <p:embed/>
                    <p:pic>
                      <p:nvPicPr>
                        <p:cNvPr id="178199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" y="2847"/>
                          <a:ext cx="352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200" name="Object 24"/>
            <p:cNvGraphicFramePr>
              <a:graphicFrameLocks noChangeAspect="1"/>
            </p:cNvGraphicFramePr>
            <p:nvPr/>
          </p:nvGraphicFramePr>
          <p:xfrm>
            <a:off x="5134" y="2852"/>
            <a:ext cx="3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467" name="公式" r:id="rId28" imgW="279360" imgH="215640" progId="Equation.3">
                    <p:embed/>
                  </p:oleObj>
                </mc:Choice>
                <mc:Fallback>
                  <p:oleObj name="公式" r:id="rId28" imgW="279360" imgH="215640" progId="Equation.3">
                    <p:embed/>
                    <p:pic>
                      <p:nvPicPr>
                        <p:cNvPr id="17820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4" y="2852"/>
                          <a:ext cx="352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8201" name="Text Box 25"/>
          <p:cNvSpPr txBox="1">
            <a:spLocks noChangeArrowheads="1"/>
          </p:cNvSpPr>
          <p:nvPr/>
        </p:nvSpPr>
        <p:spPr bwMode="auto">
          <a:xfrm>
            <a:off x="2950607" y="4151015"/>
            <a:ext cx="356700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连起来后</a:t>
            </a:r>
            <a:r>
              <a:rPr lang="en-US" altLang="zh-CN" sz="2100" b="1" i="1" dirty="0">
                <a:solidFill>
                  <a:srgbClr val="0000FF"/>
                </a:solidFill>
                <a:latin typeface="Times New Roman" pitchFamily="18" charset="0"/>
              </a:rPr>
              <a:t>E</a:t>
            </a:r>
            <a:r>
              <a:rPr lang="en-US" altLang="zh-CN" sz="2100" b="1" baseline="-25000" dirty="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没有变化</a:t>
            </a:r>
            <a:r>
              <a:rPr lang="en-US" altLang="zh-CN" sz="2100" b="1" dirty="0">
                <a:solidFill>
                  <a:srgbClr val="0000FF"/>
                </a:solidFill>
                <a:latin typeface="Times New Roman" pitchFamily="18" charset="0"/>
              </a:rPr>
              <a:t>, </a:t>
            </a:r>
            <a:r>
              <a:rPr lang="en-US" altLang="zh-CN" sz="2100" b="1" i="1" dirty="0">
                <a:solidFill>
                  <a:srgbClr val="FF0000"/>
                </a:solidFill>
                <a:latin typeface="Times New Roman" pitchFamily="18" charset="0"/>
              </a:rPr>
              <a:t>E</a:t>
            </a:r>
            <a:r>
              <a:rPr lang="en-US" altLang="zh-CN" sz="2100" b="1" baseline="-250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zh-CN" altLang="en-US" sz="2100" b="1" dirty="0">
                <a:solidFill>
                  <a:srgbClr val="FF0000"/>
                </a:solidFill>
                <a:latin typeface="Times New Roman" pitchFamily="18" charset="0"/>
              </a:rPr>
              <a:t>为零</a:t>
            </a:r>
          </a:p>
        </p:txBody>
      </p:sp>
    </p:spTree>
    <p:extLst>
      <p:ext uri="{BB962C8B-B14F-4D97-AF65-F5344CB8AC3E}">
        <p14:creationId xmlns:p14="http://schemas.microsoft.com/office/powerpoint/2010/main" val="355355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0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23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277401" y="130812"/>
            <a:ext cx="523769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三、电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场与物质的作用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导体和电介质</a:t>
            </a: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1532432" y="554985"/>
            <a:ext cx="4451327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1.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场中的导体</a:t>
            </a:r>
          </a:p>
        </p:txBody>
      </p:sp>
      <p:pic>
        <p:nvPicPr>
          <p:cNvPr id="386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777" y="1774100"/>
            <a:ext cx="3221708" cy="1610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6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726" y="1036378"/>
            <a:ext cx="4573905" cy="3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133" y="1691044"/>
            <a:ext cx="2148014" cy="1928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组合 11"/>
          <p:cNvGrpSpPr/>
          <p:nvPr/>
        </p:nvGrpSpPr>
        <p:grpSpPr>
          <a:xfrm>
            <a:off x="1834987" y="3748681"/>
            <a:ext cx="5602816" cy="959952"/>
            <a:chOff x="4163060" y="4238625"/>
            <a:chExt cx="7470421" cy="1279937"/>
          </a:xfrm>
        </p:grpSpPr>
        <p:sp>
          <p:nvSpPr>
            <p:cNvPr id="13" name="Text Box 46"/>
            <p:cNvSpPr txBox="1">
              <a:spLocks noChangeArrowheads="1"/>
            </p:cNvSpPr>
            <p:nvPr/>
          </p:nvSpPr>
          <p:spPr bwMode="auto">
            <a:xfrm>
              <a:off x="4163060" y="4238625"/>
              <a:ext cx="7470421" cy="640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685800">
                <a:lnSpc>
                  <a:spcPct val="120000"/>
                </a:lnSpc>
                <a:defRPr/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金属板内任一点的场强为零，由叠加原理得：</a:t>
              </a:r>
            </a:p>
          </p:txBody>
        </p:sp>
        <p:graphicFrame>
          <p:nvGraphicFramePr>
            <p:cNvPr id="14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7516335"/>
                </p:ext>
              </p:extLst>
            </p:nvPr>
          </p:nvGraphicFramePr>
          <p:xfrm>
            <a:off x="4287425" y="4878800"/>
            <a:ext cx="6081226" cy="639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883" name="公式" r:id="rId6" imgW="2781000" imgH="228600" progId="Equation.3">
                    <p:embed/>
                  </p:oleObj>
                </mc:Choice>
                <mc:Fallback>
                  <p:oleObj name="公式" r:id="rId6" imgW="2781000" imgH="228600" progId="Equation.3">
                    <p:embed/>
                    <p:pic>
                      <p:nvPicPr>
                        <p:cNvPr id="14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7425" y="4878800"/>
                          <a:ext cx="6081226" cy="6397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5264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24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277401" y="130812"/>
            <a:ext cx="523769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三、电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场与物质的作用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导体和电介质</a:t>
            </a:r>
          </a:p>
        </p:txBody>
      </p:sp>
      <p:pic>
        <p:nvPicPr>
          <p:cNvPr id="387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886" y="1743822"/>
            <a:ext cx="2161874" cy="1587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031673"/>
              </p:ext>
            </p:extLst>
          </p:nvPr>
        </p:nvGraphicFramePr>
        <p:xfrm>
          <a:off x="2500406" y="3307131"/>
          <a:ext cx="923498" cy="844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956" name="Equation" r:id="rId4" imgW="469800" imgH="431640" progId="Equation.DSMT4">
                  <p:embed/>
                </p:oleObj>
              </mc:Choice>
              <mc:Fallback>
                <p:oleObj name="Equation" r:id="rId4" imgW="469800" imgH="43164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406" y="3307131"/>
                        <a:ext cx="923498" cy="844534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054" y="1807369"/>
            <a:ext cx="2005250" cy="1774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054160"/>
              </p:ext>
            </p:extLst>
          </p:nvPr>
        </p:nvGraphicFramePr>
        <p:xfrm>
          <a:off x="5558314" y="3347800"/>
          <a:ext cx="1078706" cy="849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957" name="Equation" r:id="rId7" imgW="545760" imgH="431640" progId="Equation.DSMT4">
                  <p:embed/>
                </p:oleObj>
              </mc:Choice>
              <mc:Fallback>
                <p:oleObj name="Equation" r:id="rId7" imgW="545760" imgH="4316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8314" y="3347800"/>
                        <a:ext cx="1078706" cy="849215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6"/>
          <p:cNvSpPr txBox="1">
            <a:spLocks noChangeArrowheads="1"/>
          </p:cNvSpPr>
          <p:nvPr/>
        </p:nvSpPr>
        <p:spPr bwMode="auto">
          <a:xfrm>
            <a:off x="1697642" y="4348587"/>
            <a:ext cx="2529028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 defTabSz="685800" eaLnBrk="0" hangingPunct="0">
              <a:defRPr/>
            </a:pP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一面有电场</a:t>
            </a:r>
          </a:p>
        </p:txBody>
      </p:sp>
      <p:sp>
        <p:nvSpPr>
          <p:cNvPr id="10" name="Text Box 116"/>
          <p:cNvSpPr txBox="1">
            <a:spLocks noChangeArrowheads="1"/>
          </p:cNvSpPr>
          <p:nvPr/>
        </p:nvSpPr>
        <p:spPr bwMode="auto">
          <a:xfrm>
            <a:off x="4988754" y="4296405"/>
            <a:ext cx="2529028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 defTabSz="685800" eaLnBrk="0" hangingPunct="0">
              <a:defRPr/>
            </a:pP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两面</a:t>
            </a:r>
            <a:r>
              <a:rPr lang="zh-CN" altLang="en-US" sz="2100" b="1" dirty="0">
                <a:solidFill>
                  <a:srgbClr val="FF0000"/>
                </a:solidFill>
                <a:latin typeface="Times New Roman" pitchFamily="18" charset="0"/>
              </a:rPr>
              <a:t>都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有电场</a:t>
            </a:r>
          </a:p>
        </p:txBody>
      </p:sp>
      <p:sp>
        <p:nvSpPr>
          <p:cNvPr id="12" name="Text Box 24"/>
          <p:cNvSpPr txBox="1">
            <a:spLocks noChangeArrowheads="1"/>
          </p:cNvSpPr>
          <p:nvPr/>
        </p:nvSpPr>
        <p:spPr bwMode="auto">
          <a:xfrm>
            <a:off x="1842422" y="1052256"/>
            <a:ext cx="577215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lang="zh-CN" altLang="en-US" sz="2100" b="1" dirty="0">
                <a:solidFill>
                  <a:srgbClr val="000000"/>
                </a:solidFill>
                <a:latin typeface="宋体" pitchFamily="2" charset="-122"/>
              </a:rPr>
              <a:t>导体表面附近场强与电荷面密度的关系</a:t>
            </a:r>
          </a:p>
        </p:txBody>
      </p:sp>
      <p:sp>
        <p:nvSpPr>
          <p:cNvPr id="13" name="Text Box 116"/>
          <p:cNvSpPr txBox="1">
            <a:spLocks noChangeArrowheads="1"/>
          </p:cNvSpPr>
          <p:nvPr/>
        </p:nvSpPr>
        <p:spPr bwMode="auto">
          <a:xfrm>
            <a:off x="1532432" y="554985"/>
            <a:ext cx="4451327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1.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场中的导体</a:t>
            </a:r>
          </a:p>
        </p:txBody>
      </p:sp>
    </p:spTree>
    <p:extLst>
      <p:ext uri="{BB962C8B-B14F-4D97-AF65-F5344CB8AC3E}">
        <p14:creationId xmlns:p14="http://schemas.microsoft.com/office/powerpoint/2010/main" val="256986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25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277401" y="130812"/>
            <a:ext cx="523769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三、电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场与物质的作用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导体和电介质</a:t>
            </a:r>
          </a:p>
        </p:txBody>
      </p:sp>
      <p:pic>
        <p:nvPicPr>
          <p:cNvPr id="388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170" y="1943101"/>
            <a:ext cx="2195081" cy="151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8"/>
          <p:cNvSpPr txBox="1">
            <a:spLocks noChangeArrowheads="1"/>
          </p:cNvSpPr>
          <p:nvPr/>
        </p:nvSpPr>
        <p:spPr bwMode="auto">
          <a:xfrm>
            <a:off x="1372076" y="3901916"/>
            <a:ext cx="6484145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>
              <a:lnSpc>
                <a:spcPct val="120000"/>
              </a:lnSpc>
              <a:defRPr/>
            </a:pPr>
            <a:r>
              <a:rPr kumimoji="1" lang="zh-CN" altLang="en-US" sz="2100" b="1" dirty="0">
                <a:latin typeface="Times New Roman" pitchFamily="18" charset="0"/>
                <a:ea typeface="宋体" charset="-122"/>
                <a:sym typeface="Symbol" pitchFamily="18" charset="2"/>
              </a:rPr>
              <a:t>腔外带电体与腔外表面电荷在腔内场强总贡献为零，</a:t>
            </a:r>
            <a:endParaRPr kumimoji="1" lang="en-US" altLang="zh-CN" sz="2100" b="1" dirty="0">
              <a:latin typeface="Times New Roman" pitchFamily="18" charset="0"/>
              <a:ea typeface="宋体" charset="-122"/>
              <a:sym typeface="Symbol" pitchFamily="18" charset="2"/>
            </a:endParaRPr>
          </a:p>
          <a:p>
            <a:pPr defTabSz="685800">
              <a:lnSpc>
                <a:spcPct val="120000"/>
              </a:lnSpc>
              <a:defRPr/>
            </a:pPr>
            <a:r>
              <a:rPr kumimoji="1" lang="en-US" altLang="zh-CN" sz="21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——</a:t>
            </a: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这是静电屏蔽的含义</a:t>
            </a:r>
            <a:r>
              <a:rPr kumimoji="1" lang="zh-CN" altLang="en-US" sz="21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。</a:t>
            </a:r>
          </a:p>
        </p:txBody>
      </p:sp>
      <p:sp>
        <p:nvSpPr>
          <p:cNvPr id="7" name="Text Box 77"/>
          <p:cNvSpPr txBox="1">
            <a:spLocks noChangeArrowheads="1"/>
          </p:cNvSpPr>
          <p:nvPr/>
        </p:nvSpPr>
        <p:spPr bwMode="auto">
          <a:xfrm>
            <a:off x="1883330" y="969296"/>
            <a:ext cx="3260171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 eaLnBrk="0" hangingPunct="0">
              <a:lnSpc>
                <a:spcPct val="120000"/>
              </a:lnSpc>
              <a:defRPr/>
            </a:pP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静电屏蔽</a:t>
            </a:r>
            <a:endParaRPr lang="en-US" altLang="zh-CN" sz="2100" b="1" dirty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81526" y="2060768"/>
            <a:ext cx="3092754" cy="1398711"/>
            <a:chOff x="1137062" y="685659"/>
            <a:chExt cx="7455054" cy="3371579"/>
          </a:xfrm>
        </p:grpSpPr>
        <p:grpSp>
          <p:nvGrpSpPr>
            <p:cNvPr id="9" name="组合 8"/>
            <p:cNvGrpSpPr/>
            <p:nvPr/>
          </p:nvGrpSpPr>
          <p:grpSpPr>
            <a:xfrm>
              <a:off x="1592536" y="685659"/>
              <a:ext cx="6999580" cy="3004459"/>
              <a:chOff x="2858754" y="1939330"/>
              <a:chExt cx="4330841" cy="185894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2858754" y="1939330"/>
                <a:ext cx="1858945" cy="185894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zh-CN" altLang="en-US" sz="135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cxnSp>
            <p:nvCxnSpPr>
              <p:cNvPr id="11" name="直接箭头连接符 10"/>
              <p:cNvCxnSpPr/>
              <p:nvPr/>
            </p:nvCxnSpPr>
            <p:spPr>
              <a:xfrm>
                <a:off x="3783203" y="2868802"/>
                <a:ext cx="340639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椭圆 11"/>
              <p:cNvSpPr/>
              <p:nvPr/>
            </p:nvSpPr>
            <p:spPr>
              <a:xfrm>
                <a:off x="5879983" y="2828609"/>
                <a:ext cx="80386" cy="803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zh-CN" altLang="en-US" sz="135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3748033" y="2828609"/>
                <a:ext cx="80386" cy="803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zh-CN" altLang="en-US" sz="135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</p:grpSp>
        <p:sp>
          <p:nvSpPr>
            <p:cNvPr id="14" name="椭圆 13"/>
            <p:cNvSpPr/>
            <p:nvPr/>
          </p:nvSpPr>
          <p:spPr>
            <a:xfrm>
              <a:off x="3994094" y="2125310"/>
              <a:ext cx="129921" cy="1299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cxnSp>
          <p:nvCxnSpPr>
            <p:cNvPr id="15" name="直接连接符 14"/>
            <p:cNvCxnSpPr>
              <a:stCxn id="13" idx="4"/>
            </p:cNvCxnSpPr>
            <p:nvPr/>
          </p:nvCxnSpPr>
          <p:spPr>
            <a:xfrm flipH="1">
              <a:off x="3086646" y="2252848"/>
              <a:ext cx="8119" cy="18043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555883" y="2187888"/>
              <a:ext cx="0" cy="18693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4054382" y="2190271"/>
              <a:ext cx="0" cy="8319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3094765" y="2600227"/>
              <a:ext cx="95961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3086646" y="3373950"/>
              <a:ext cx="345918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0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4780673" y="3015430"/>
            <a:ext cx="517525" cy="674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25" name="Equation" r:id="rId4" imgW="139680" imgH="177480" progId="Equation.DSMT4">
                    <p:embed/>
                  </p:oleObj>
                </mc:Choice>
                <mc:Fallback>
                  <p:oleObj name="Equation" r:id="rId4" imgW="139680" imgH="177480" progId="Equation.DSMT4">
                    <p:embed/>
                    <p:pic>
                      <p:nvPicPr>
                        <p:cNvPr id="2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0673" y="3015430"/>
                          <a:ext cx="517525" cy="67468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3403509" y="2254833"/>
            <a:ext cx="377825" cy="674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26" name="Equation" r:id="rId6" imgW="101520" imgH="177480" progId="Equation.DSMT4">
                    <p:embed/>
                  </p:oleObj>
                </mc:Choice>
                <mc:Fallback>
                  <p:oleObj name="Equation" r:id="rId6" imgW="101520" imgH="177480" progId="Equation.DSMT4">
                    <p:embed/>
                    <p:pic>
                      <p:nvPicPr>
                        <p:cNvPr id="2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509" y="2254833"/>
                          <a:ext cx="377825" cy="67468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6404387" y="1323563"/>
            <a:ext cx="800100" cy="627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27" name="Equation" r:id="rId8" imgW="215640" imgH="164880" progId="Equation.DSMT4">
                    <p:embed/>
                  </p:oleObj>
                </mc:Choice>
                <mc:Fallback>
                  <p:oleObj name="Equation" r:id="rId8" imgW="215640" imgH="164880" progId="Equation.DSMT4">
                    <p:embed/>
                    <p:pic>
                      <p:nvPicPr>
                        <p:cNvPr id="2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4387" y="1323563"/>
                          <a:ext cx="800100" cy="62706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5347982"/>
                </p:ext>
              </p:extLst>
            </p:nvPr>
          </p:nvGraphicFramePr>
          <p:xfrm>
            <a:off x="4585514" y="2519842"/>
            <a:ext cx="320446" cy="329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28" name="Equation" r:id="rId10" imgW="139680" imgH="139680" progId="Equation.DSMT4">
                    <p:embed/>
                  </p:oleObj>
                </mc:Choice>
                <mc:Fallback>
                  <p:oleObj name="Equation" r:id="rId10" imgW="139680" imgH="139680" progId="Equation.DSMT4">
                    <p:embed/>
                    <p:pic>
                      <p:nvPicPr>
                        <p:cNvPr id="2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5514" y="2519842"/>
                          <a:ext cx="320446" cy="329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6282113"/>
                </p:ext>
              </p:extLst>
            </p:nvPr>
          </p:nvGraphicFramePr>
          <p:xfrm>
            <a:off x="4601788" y="1641428"/>
            <a:ext cx="320446" cy="329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29" name="Equation" r:id="rId12" imgW="139680" imgH="139680" progId="Equation.DSMT4">
                    <p:embed/>
                  </p:oleObj>
                </mc:Choice>
                <mc:Fallback>
                  <p:oleObj name="Equation" r:id="rId12" imgW="139680" imgH="139680" progId="Equation.DSMT4">
                    <p:embed/>
                    <p:pic>
                      <p:nvPicPr>
                        <p:cNvPr id="2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1788" y="1641428"/>
                          <a:ext cx="320446" cy="329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1137062" y="2169701"/>
            <a:ext cx="320675" cy="239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30" name="Equation" r:id="rId14" imgW="139680" imgH="101520" progId="Equation.DSMT4">
                    <p:embed/>
                  </p:oleObj>
                </mc:Choice>
                <mc:Fallback>
                  <p:oleObj name="Equation" r:id="rId14" imgW="139680" imgH="101520" progId="Equation.DSMT4">
                    <p:embed/>
                    <p:pic>
                      <p:nvPicPr>
                        <p:cNvPr id="25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7062" y="2169701"/>
                          <a:ext cx="320675" cy="2397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5326533" y="1315641"/>
          <a:ext cx="2118207" cy="745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31" name="Equation" r:id="rId16" imgW="1193760" imgH="431640" progId="Equation.DSMT4">
                  <p:embed/>
                </p:oleObj>
              </mc:Choice>
              <mc:Fallback>
                <p:oleObj name="Equation" r:id="rId16" imgW="1193760" imgH="4316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533" y="1315641"/>
                        <a:ext cx="2118207" cy="745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16"/>
          <p:cNvSpPr txBox="1">
            <a:spLocks noChangeArrowheads="1"/>
          </p:cNvSpPr>
          <p:nvPr/>
        </p:nvSpPr>
        <p:spPr bwMode="auto">
          <a:xfrm>
            <a:off x="1532432" y="554985"/>
            <a:ext cx="4451327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1.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场中的导体</a:t>
            </a:r>
          </a:p>
        </p:txBody>
      </p:sp>
    </p:spTree>
    <p:extLst>
      <p:ext uri="{BB962C8B-B14F-4D97-AF65-F5344CB8AC3E}">
        <p14:creationId xmlns:p14="http://schemas.microsoft.com/office/powerpoint/2010/main" val="294309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CEEE734-DF40-4870-A5D9-B4B0143C9612}" type="slidenum">
              <a:rPr lang="en-US" altLang="zh-CN">
                <a:solidFill>
                  <a:srgbClr val="000000"/>
                </a:solidFill>
              </a:rPr>
              <a:pPr defTabSz="685800">
                <a:defRPr/>
              </a:pPr>
              <a:t>26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2122170" y="1782935"/>
            <a:ext cx="2102644" cy="1085850"/>
            <a:chOff x="816" y="1389"/>
            <a:chExt cx="1766" cy="912"/>
          </a:xfrm>
        </p:grpSpPr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816" y="1497"/>
              <a:ext cx="1344" cy="144"/>
            </a:xfrm>
            <a:prstGeom prst="rect">
              <a:avLst/>
            </a:prstGeom>
            <a:gradFill flip="none" rotWithShape="1"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1"/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848" y="1389"/>
              <a:ext cx="148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lang="en-US" altLang="zh-CN" sz="2100" b="1" dirty="0">
                  <a:solidFill>
                    <a:srgbClr val="FF0000"/>
                  </a:solidFill>
                  <a:latin typeface="Times New Roman" pitchFamily="18" charset="0"/>
                </a:rPr>
                <a:t>+ + + + + + + </a:t>
              </a: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816" y="2043"/>
              <a:ext cx="1344" cy="144"/>
            </a:xfrm>
            <a:prstGeom prst="rect">
              <a:avLst/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870" y="1874"/>
              <a:ext cx="1344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lang="en-US" altLang="zh-CN" sz="2700" b="1" dirty="0">
                  <a:solidFill>
                    <a:srgbClr val="0000FF"/>
                  </a:solidFill>
                  <a:latin typeface="Times New Roman" pitchFamily="18" charset="0"/>
                </a:rPr>
                <a:t>- - - - - - -</a:t>
              </a:r>
            </a:p>
          </p:txBody>
        </p:sp>
        <p:graphicFrame>
          <p:nvGraphicFramePr>
            <p:cNvPr id="12" name="Object 16"/>
            <p:cNvGraphicFramePr>
              <a:graphicFrameLocks noChangeAspect="1"/>
            </p:cNvGraphicFramePr>
            <p:nvPr/>
          </p:nvGraphicFramePr>
          <p:xfrm>
            <a:off x="2218" y="1443"/>
            <a:ext cx="364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39" name="Equation" r:id="rId3" imgW="241200" imgH="152280" progId="Equation.3">
                    <p:embed/>
                  </p:oleObj>
                </mc:Choice>
                <mc:Fallback>
                  <p:oleObj name="Equation" r:id="rId3" imgW="241200" imgH="152280" progId="Equation.3">
                    <p:embed/>
                    <p:pic>
                      <p:nvPicPr>
                        <p:cNvPr id="1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8" y="1443"/>
                          <a:ext cx="364" cy="2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7"/>
            <p:cNvGraphicFramePr>
              <a:graphicFrameLocks noChangeAspect="1"/>
            </p:cNvGraphicFramePr>
            <p:nvPr/>
          </p:nvGraphicFramePr>
          <p:xfrm>
            <a:off x="2218" y="2016"/>
            <a:ext cx="36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40" name="Equation" r:id="rId5" imgW="241200" imgH="139680" progId="Equation.3">
                    <p:embed/>
                  </p:oleObj>
                </mc:Choice>
                <mc:Fallback>
                  <p:oleObj name="Equation" r:id="rId5" imgW="241200" imgH="139680" progId="Equation.3">
                    <p:embed/>
                    <p:pic>
                      <p:nvPicPr>
                        <p:cNvPr id="1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8" y="2016"/>
                          <a:ext cx="364" cy="2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37"/>
          <p:cNvGrpSpPr>
            <a:grpSpLocks/>
          </p:cNvGrpSpPr>
          <p:nvPr/>
        </p:nvGrpSpPr>
        <p:grpSpPr bwMode="auto">
          <a:xfrm>
            <a:off x="5086826" y="1785317"/>
            <a:ext cx="2109788" cy="1095375"/>
            <a:chOff x="3306" y="1391"/>
            <a:chExt cx="1772" cy="920"/>
          </a:xfrm>
        </p:grpSpPr>
        <p:sp>
          <p:nvSpPr>
            <p:cNvPr id="16" name="Rectangle 20" descr="25%"/>
            <p:cNvSpPr>
              <a:spLocks noChangeArrowheads="1"/>
            </p:cNvSpPr>
            <p:nvPr/>
          </p:nvSpPr>
          <p:spPr bwMode="auto">
            <a:xfrm>
              <a:off x="3312" y="1596"/>
              <a:ext cx="1344" cy="480"/>
            </a:xfrm>
            <a:prstGeom prst="rect">
              <a:avLst/>
            </a:prstGeom>
            <a:blipFill>
              <a:blip r:embed="rId7" cstate="print"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17" name="Object 21"/>
            <p:cNvGraphicFramePr>
              <a:graphicFrameLocks noChangeAspect="1"/>
            </p:cNvGraphicFramePr>
            <p:nvPr>
              <p:extLst/>
            </p:nvPr>
          </p:nvGraphicFramePr>
          <p:xfrm>
            <a:off x="3840" y="1754"/>
            <a:ext cx="14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41" name="Equation" r:id="rId8" imgW="152280" imgH="215640" progId="Equation.3">
                    <p:embed/>
                  </p:oleObj>
                </mc:Choice>
                <mc:Fallback>
                  <p:oleObj name="Equation" r:id="rId8" imgW="152280" imgH="215640" progId="Equation.3">
                    <p:embed/>
                    <p:pic>
                      <p:nvPicPr>
                        <p:cNvPr id="17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754"/>
                          <a:ext cx="144" cy="20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3312" y="1503"/>
              <a:ext cx="1344" cy="144"/>
            </a:xfrm>
            <a:prstGeom prst="rect">
              <a:avLst/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3306" y="1391"/>
              <a:ext cx="148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lang="en-US" altLang="zh-CN" sz="2100" b="1" dirty="0">
                  <a:solidFill>
                    <a:srgbClr val="FF0000"/>
                  </a:solidFill>
                  <a:latin typeface="Times New Roman" pitchFamily="18" charset="0"/>
                </a:rPr>
                <a:t>+ + + + + + + </a:t>
              </a:r>
            </a:p>
          </p:txBody>
        </p:sp>
        <p:sp>
          <p:nvSpPr>
            <p:cNvPr id="20" name="Rectangle 24"/>
            <p:cNvSpPr>
              <a:spLocks noChangeArrowheads="1"/>
            </p:cNvSpPr>
            <p:nvPr/>
          </p:nvSpPr>
          <p:spPr bwMode="auto">
            <a:xfrm>
              <a:off x="3312" y="2060"/>
              <a:ext cx="1344" cy="144"/>
            </a:xfrm>
            <a:prstGeom prst="rect">
              <a:avLst/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3360" y="1884"/>
              <a:ext cx="1344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lang="en-US" altLang="zh-CN" sz="2700" b="1" dirty="0">
                  <a:solidFill>
                    <a:srgbClr val="0000FF"/>
                  </a:solidFill>
                  <a:latin typeface="Times New Roman" pitchFamily="18" charset="0"/>
                </a:rPr>
                <a:t>- - - - - - -</a:t>
              </a:r>
            </a:p>
          </p:txBody>
        </p:sp>
        <p:graphicFrame>
          <p:nvGraphicFramePr>
            <p:cNvPr id="22" name="Object 26"/>
            <p:cNvGraphicFramePr>
              <a:graphicFrameLocks noChangeAspect="1"/>
            </p:cNvGraphicFramePr>
            <p:nvPr/>
          </p:nvGraphicFramePr>
          <p:xfrm>
            <a:off x="4713" y="1463"/>
            <a:ext cx="365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42" name="Equation" r:id="rId10" imgW="241200" imgH="152280" progId="Equation.3">
                    <p:embed/>
                  </p:oleObj>
                </mc:Choice>
                <mc:Fallback>
                  <p:oleObj name="Equation" r:id="rId10" imgW="241200" imgH="152280" progId="Equation.3">
                    <p:embed/>
                    <p:pic>
                      <p:nvPicPr>
                        <p:cNvPr id="22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3" y="1463"/>
                          <a:ext cx="365" cy="2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7"/>
            <p:cNvGraphicFramePr>
              <a:graphicFrameLocks noChangeAspect="1"/>
            </p:cNvGraphicFramePr>
            <p:nvPr/>
          </p:nvGraphicFramePr>
          <p:xfrm>
            <a:off x="4704" y="2016"/>
            <a:ext cx="365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43" name="Equation" r:id="rId12" imgW="241200" imgH="139680" progId="Equation.3">
                    <p:embed/>
                  </p:oleObj>
                </mc:Choice>
                <mc:Fallback>
                  <p:oleObj name="Equation" r:id="rId12" imgW="241200" imgH="139680" progId="Equation.3">
                    <p:embed/>
                    <p:pic>
                      <p:nvPicPr>
                        <p:cNvPr id="23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016"/>
                          <a:ext cx="365" cy="2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28"/>
          <p:cNvGraphicFramePr>
            <a:graphicFrameLocks noChangeAspect="1"/>
          </p:cNvGraphicFramePr>
          <p:nvPr>
            <p:extLst/>
          </p:nvPr>
        </p:nvGraphicFramePr>
        <p:xfrm>
          <a:off x="2407920" y="2815208"/>
          <a:ext cx="1085850" cy="859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744" name="Equation" r:id="rId14" imgW="507960" imgH="431640" progId="Equation.3">
                  <p:embed/>
                </p:oleObj>
              </mc:Choice>
              <mc:Fallback>
                <p:oleObj name="Equation" r:id="rId14" imgW="507960" imgH="431640" progId="Equation.3">
                  <p:embed/>
                  <p:pic>
                    <p:nvPicPr>
                      <p:cNvPr id="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7920" y="2815208"/>
                        <a:ext cx="1085850" cy="8596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9"/>
          <p:cNvGraphicFramePr>
            <a:graphicFrameLocks noChangeAspect="1"/>
          </p:cNvGraphicFramePr>
          <p:nvPr>
            <p:extLst/>
          </p:nvPr>
        </p:nvGraphicFramePr>
        <p:xfrm>
          <a:off x="5436870" y="2815207"/>
          <a:ext cx="1085850" cy="882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745" name="Equation" r:id="rId16" imgW="495000" imgH="431640" progId="Equation.3">
                  <p:embed/>
                </p:oleObj>
              </mc:Choice>
              <mc:Fallback>
                <p:oleObj name="Equation" r:id="rId16" imgW="495000" imgH="431640" progId="Equation.3">
                  <p:embed/>
                  <p:pic>
                    <p:nvPicPr>
                      <p:cNvPr id="2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870" y="2815207"/>
                        <a:ext cx="1085850" cy="8822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16"/>
          <p:cNvSpPr txBox="1">
            <a:spLocks noChangeArrowheads="1"/>
          </p:cNvSpPr>
          <p:nvPr/>
        </p:nvSpPr>
        <p:spPr bwMode="auto">
          <a:xfrm>
            <a:off x="1277401" y="153672"/>
            <a:ext cx="5237699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三、电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场与物质的作用</a:t>
            </a:r>
            <a:r>
              <a:rPr lang="en-US" altLang="zh-CN" sz="2100" b="1" dirty="0">
                <a:solidFill>
                  <a:srgbClr val="C00000"/>
                </a:solidFill>
                <a:latin typeface="Times New Roman" pitchFamily="18" charset="0"/>
              </a:rPr>
              <a:t>——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导体和电介质</a:t>
            </a:r>
          </a:p>
        </p:txBody>
      </p:sp>
      <p:sp>
        <p:nvSpPr>
          <p:cNvPr id="27" name="Text Box 116"/>
          <p:cNvSpPr txBox="1">
            <a:spLocks noChangeArrowheads="1"/>
          </p:cNvSpPr>
          <p:nvPr/>
        </p:nvSpPr>
        <p:spPr bwMode="auto">
          <a:xfrm>
            <a:off x="1501952" y="669285"/>
            <a:ext cx="4451327" cy="415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lang="en-US" altLang="zh-CN" sz="2100" b="1">
                <a:solidFill>
                  <a:srgbClr val="C00000"/>
                </a:solidFill>
                <a:latin typeface="Times New Roman" pitchFamily="18" charset="0"/>
              </a:rPr>
              <a:t>2. </a:t>
            </a:r>
            <a:r>
              <a:rPr lang="zh-CN" altLang="en-US" sz="2100" b="1">
                <a:solidFill>
                  <a:srgbClr val="C00000"/>
                </a:solidFill>
                <a:latin typeface="Times New Roman" pitchFamily="18" charset="0"/>
              </a:rPr>
              <a:t>电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场中的电介质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5274469" y="2115629"/>
            <a:ext cx="1277207" cy="475359"/>
            <a:chOff x="5508625" y="2506389"/>
            <a:chExt cx="1702943" cy="633812"/>
          </a:xfrm>
        </p:grpSpPr>
        <p:graphicFrame>
          <p:nvGraphicFramePr>
            <p:cNvPr id="29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5508625" y="2506663"/>
            <a:ext cx="196850" cy="133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46" name="Equation" r:id="rId18" imgW="139680" imgH="101520" progId="Equation.DSMT4">
                    <p:embed/>
                  </p:oleObj>
                </mc:Choice>
                <mc:Fallback>
                  <p:oleObj name="Equation" r:id="rId18" imgW="139680" imgH="101520" progId="Equation.DSMT4">
                    <p:embed/>
                    <p:pic>
                      <p:nvPicPr>
                        <p:cNvPr id="29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625" y="2506663"/>
                          <a:ext cx="196850" cy="13335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5509318" y="2944792"/>
            <a:ext cx="210064" cy="195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47" name="Equation" r:id="rId20" imgW="139680" imgH="139680" progId="Equation.DSMT4">
                    <p:embed/>
                  </p:oleObj>
                </mc:Choice>
                <mc:Fallback>
                  <p:oleObj name="Equation" r:id="rId20" imgW="139680" imgH="139680" progId="Equation.DSMT4">
                    <p:embed/>
                    <p:pic>
                      <p:nvPicPr>
                        <p:cNvPr id="3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9318" y="2944792"/>
                          <a:ext cx="210064" cy="19540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6006713" y="2944792"/>
            <a:ext cx="210064" cy="195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48" name="Equation" r:id="rId22" imgW="139680" imgH="139680" progId="Equation.DSMT4">
                    <p:embed/>
                  </p:oleObj>
                </mc:Choice>
                <mc:Fallback>
                  <p:oleObj name="Equation" r:id="rId22" imgW="139680" imgH="139680" progId="Equation.DSMT4">
                    <p:embed/>
                    <p:pic>
                      <p:nvPicPr>
                        <p:cNvPr id="31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6713" y="2944792"/>
                          <a:ext cx="210064" cy="19540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6504108" y="2944792"/>
            <a:ext cx="210064" cy="195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49" name="Equation" r:id="rId23" imgW="139680" imgH="139680" progId="Equation.DSMT4">
                    <p:embed/>
                  </p:oleObj>
                </mc:Choice>
                <mc:Fallback>
                  <p:oleObj name="Equation" r:id="rId23" imgW="139680" imgH="139680" progId="Equation.DSMT4">
                    <p:embed/>
                    <p:pic>
                      <p:nvPicPr>
                        <p:cNvPr id="32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4108" y="2944792"/>
                          <a:ext cx="210064" cy="19540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7001504" y="2944792"/>
            <a:ext cx="210064" cy="195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50" name="Equation" r:id="rId24" imgW="139680" imgH="139680" progId="Equation.DSMT4">
                    <p:embed/>
                  </p:oleObj>
                </mc:Choice>
                <mc:Fallback>
                  <p:oleObj name="Equation" r:id="rId24" imgW="139680" imgH="139680" progId="Equation.DSMT4">
                    <p:embed/>
                    <p:pic>
                      <p:nvPicPr>
                        <p:cNvPr id="33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1504" y="2944792"/>
                          <a:ext cx="210064" cy="19540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6006713" y="2506389"/>
            <a:ext cx="196094" cy="133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51" name="Equation" r:id="rId25" imgW="139680" imgH="101520" progId="Equation.DSMT4">
                    <p:embed/>
                  </p:oleObj>
                </mc:Choice>
                <mc:Fallback>
                  <p:oleObj name="Equation" r:id="rId25" imgW="139680" imgH="101520" progId="Equation.DSMT4">
                    <p:embed/>
                    <p:pic>
                      <p:nvPicPr>
                        <p:cNvPr id="34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6713" y="2506389"/>
                          <a:ext cx="196094" cy="13301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6504108" y="2506389"/>
            <a:ext cx="196094" cy="133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52" name="Equation" r:id="rId26" imgW="139680" imgH="101520" progId="Equation.DSMT4">
                    <p:embed/>
                  </p:oleObj>
                </mc:Choice>
                <mc:Fallback>
                  <p:oleObj name="Equation" r:id="rId26" imgW="139680" imgH="101520" progId="Equation.DSMT4">
                    <p:embed/>
                    <p:pic>
                      <p:nvPicPr>
                        <p:cNvPr id="35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4108" y="2506389"/>
                          <a:ext cx="196094" cy="13301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7001504" y="2506389"/>
            <a:ext cx="196094" cy="133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53" name="Equation" r:id="rId27" imgW="139680" imgH="101520" progId="Equation.DSMT4">
                    <p:embed/>
                  </p:oleObj>
                </mc:Choice>
                <mc:Fallback>
                  <p:oleObj name="Equation" r:id="rId27" imgW="139680" imgH="101520" progId="Equation.DSMT4">
                    <p:embed/>
                    <p:pic>
                      <p:nvPicPr>
                        <p:cNvPr id="36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1504" y="2506389"/>
                          <a:ext cx="196094" cy="13301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对象 37"/>
          <p:cNvGraphicFramePr>
            <a:graphicFrameLocks noChangeAspect="1"/>
          </p:cNvGraphicFramePr>
          <p:nvPr>
            <p:extLst/>
          </p:nvPr>
        </p:nvGraphicFramePr>
        <p:xfrm>
          <a:off x="5093971" y="686948"/>
          <a:ext cx="1764506" cy="853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754" name="Equation" r:id="rId28" imgW="837836" imgH="431613" progId="Equation.DSMT4">
                  <p:embed/>
                </p:oleObj>
              </mc:Choice>
              <mc:Fallback>
                <p:oleObj name="Equation" r:id="rId28" imgW="837836" imgH="431613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3971" y="686948"/>
                        <a:ext cx="1764506" cy="853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/>
          <p:cNvGrpSpPr/>
          <p:nvPr/>
        </p:nvGrpSpPr>
        <p:grpSpPr>
          <a:xfrm>
            <a:off x="1864637" y="3861988"/>
            <a:ext cx="4404360" cy="517467"/>
            <a:chOff x="762000" y="1923704"/>
            <a:chExt cx="5872480" cy="689956"/>
          </a:xfrm>
        </p:grpSpPr>
        <p:graphicFrame>
          <p:nvGraphicFramePr>
            <p:cNvPr id="49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3308033" y="1923704"/>
            <a:ext cx="3326447" cy="6899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55" name="Equation" r:id="rId30" imgW="1002960" imgH="241200" progId="Equation.DSMT4">
                    <p:embed/>
                  </p:oleObj>
                </mc:Choice>
                <mc:Fallback>
                  <p:oleObj name="Equation" r:id="rId30" imgW="1002960" imgH="241200" progId="Equation.DSMT4">
                    <p:embed/>
                    <p:pic>
                      <p:nvPicPr>
                        <p:cNvPr id="4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8033" y="1923704"/>
                          <a:ext cx="3326447" cy="6899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Rectangle 9"/>
            <p:cNvSpPr>
              <a:spLocks noChangeArrowheads="1"/>
            </p:cNvSpPr>
            <p:nvPr/>
          </p:nvSpPr>
          <p:spPr bwMode="auto">
            <a:xfrm>
              <a:off x="762000" y="1973263"/>
              <a:ext cx="2951163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电位移矢量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750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5188" y="256762"/>
            <a:ext cx="647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>
                <a:solidFill>
                  <a:srgbClr val="990000"/>
                </a:solidFill>
                <a:latin typeface="Times New Roman" pitchFamily="18" charset="0"/>
              </a:rPr>
              <a:t>例</a:t>
            </a: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</a:rPr>
              <a:t>4</a:t>
            </a:r>
            <a:endParaRPr lang="zh-CN" altLang="en-US" sz="2400" b="1" dirty="0">
              <a:solidFill>
                <a:prstClr val="black"/>
              </a:solidFill>
              <a:latin typeface="Calibri"/>
              <a:ea typeface="宋体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395189" y="1912942"/>
            <a:ext cx="2910112" cy="635117"/>
            <a:chOff x="2132807" y="2737865"/>
            <a:chExt cx="4352351" cy="949879"/>
          </a:xfrm>
        </p:grpSpPr>
        <p:grpSp>
          <p:nvGrpSpPr>
            <p:cNvPr id="7" name="组合 6"/>
            <p:cNvGrpSpPr/>
            <p:nvPr/>
          </p:nvGrpSpPr>
          <p:grpSpPr>
            <a:xfrm>
              <a:off x="3054685" y="2737865"/>
              <a:ext cx="532562" cy="934497"/>
              <a:chOff x="2652765" y="2677577"/>
              <a:chExt cx="532562" cy="934497"/>
            </a:xfrm>
          </p:grpSpPr>
          <p:cxnSp>
            <p:nvCxnSpPr>
              <p:cNvPr id="4" name="直接连接符 3"/>
              <p:cNvCxnSpPr/>
              <p:nvPr/>
            </p:nvCxnSpPr>
            <p:spPr>
              <a:xfrm>
                <a:off x="2652765" y="2677577"/>
                <a:ext cx="0" cy="934497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3185327" y="2677577"/>
                <a:ext cx="0" cy="934497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/>
            <p:cNvGrpSpPr/>
            <p:nvPr/>
          </p:nvGrpSpPr>
          <p:grpSpPr>
            <a:xfrm>
              <a:off x="4823195" y="2753247"/>
              <a:ext cx="532562" cy="934497"/>
              <a:chOff x="2652765" y="2692959"/>
              <a:chExt cx="532562" cy="934497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2652765" y="2692959"/>
                <a:ext cx="0" cy="934497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3185327" y="2692959"/>
                <a:ext cx="0" cy="934497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接连接符 11"/>
            <p:cNvCxnSpPr/>
            <p:nvPr/>
          </p:nvCxnSpPr>
          <p:spPr>
            <a:xfrm>
              <a:off x="5355757" y="3195376"/>
              <a:ext cx="1129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132807" y="3195376"/>
              <a:ext cx="9218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3587247" y="3195376"/>
              <a:ext cx="12359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139001"/>
              </p:ext>
            </p:extLst>
          </p:nvPr>
        </p:nvGraphicFramePr>
        <p:xfrm>
          <a:off x="2013202" y="2685996"/>
          <a:ext cx="337175" cy="44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30" name="Equation" r:id="rId3" imgW="177480" imgH="228600" progId="Equation.DSMT4">
                  <p:embed/>
                </p:oleObj>
              </mc:Choice>
              <mc:Fallback>
                <p:oleObj name="Equation" r:id="rId3" imgW="177480" imgH="228600" progId="Equation.DSMT4">
                  <p:embed/>
                  <p:pic>
                    <p:nvPicPr>
                      <p:cNvPr id="30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202" y="2685996"/>
                        <a:ext cx="337175" cy="4444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587839"/>
              </p:ext>
            </p:extLst>
          </p:nvPr>
        </p:nvGraphicFramePr>
        <p:xfrm>
          <a:off x="3186442" y="2701236"/>
          <a:ext cx="360736" cy="44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31"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442" y="2701236"/>
                        <a:ext cx="360736" cy="4444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737703" y="1516380"/>
            <a:ext cx="2096672" cy="313611"/>
            <a:chOff x="1382217" y="1605280"/>
            <a:chExt cx="2795563" cy="418148"/>
          </a:xfrm>
        </p:grpSpPr>
        <p:graphicFrame>
          <p:nvGraphicFramePr>
            <p:cNvPr id="24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3695090" y="1605280"/>
            <a:ext cx="482690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332" name="Equation" r:id="rId7" imgW="215640" imgH="177480" progId="Equation.DSMT4">
                    <p:embed/>
                  </p:oleObj>
                </mc:Choice>
                <mc:Fallback>
                  <p:oleObj name="Equation" r:id="rId7" imgW="215640" imgH="177480" progId="Equation.DSMT4">
                    <p:embed/>
                    <p:pic>
                      <p:nvPicPr>
                        <p:cNvPr id="2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5090" y="1605280"/>
                          <a:ext cx="482690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1382217" y="1626396"/>
            <a:ext cx="482691" cy="37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333" name="Equation" r:id="rId9" imgW="215640" imgH="164880" progId="Equation.DSMT4">
                    <p:embed/>
                  </p:oleObj>
                </mc:Choice>
                <mc:Fallback>
                  <p:oleObj name="Equation" r:id="rId9" imgW="215640" imgH="164880" progId="Equation.DSMT4">
                    <p:embed/>
                    <p:pic>
                      <p:nvPicPr>
                        <p:cNvPr id="25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2217" y="1626396"/>
                          <a:ext cx="482691" cy="37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2873171" y="1636556"/>
            <a:ext cx="482691" cy="37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334" name="Equation" r:id="rId11" imgW="215640" imgH="164880" progId="Equation.DSMT4">
                    <p:embed/>
                  </p:oleObj>
                </mc:Choice>
                <mc:Fallback>
                  <p:oleObj name="Equation" r:id="rId11" imgW="215640" imgH="164880" progId="Equation.DSMT4">
                    <p:embed/>
                    <p:pic>
                      <p:nvPicPr>
                        <p:cNvPr id="27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3171" y="1636556"/>
                          <a:ext cx="482691" cy="37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1974333" y="1615440"/>
            <a:ext cx="482690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335" name="Equation" r:id="rId13" imgW="215640" imgH="177480" progId="Equation.DSMT4">
                    <p:embed/>
                  </p:oleObj>
                </mc:Choice>
                <mc:Fallback>
                  <p:oleObj name="Equation" r:id="rId13" imgW="215640" imgH="177480" progId="Equation.DSMT4">
                    <p:embed/>
                    <p:pic>
                      <p:nvPicPr>
                        <p:cNvPr id="2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333" y="1615440"/>
                          <a:ext cx="482690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2"/>
          <p:cNvGraphicFramePr>
            <a:graphicFrameLocks noChangeAspect="1"/>
          </p:cNvGraphicFramePr>
          <p:nvPr>
            <p:extLst/>
          </p:nvPr>
        </p:nvGraphicFramePr>
        <p:xfrm>
          <a:off x="1640920" y="3715226"/>
          <a:ext cx="5745956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36" name="Equation" r:id="rId15" imgW="2743200" imgH="228600" progId="Equation.DSMT4">
                  <p:embed/>
                </p:oleObj>
              </mc:Choice>
              <mc:Fallback>
                <p:oleObj name="Equation" r:id="rId15" imgW="2743200" imgH="228600" progId="Equation.DSMT4">
                  <p:embed/>
                  <p:pic>
                    <p:nvPicPr>
                      <p:cNvPr id="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0920" y="3715226"/>
                        <a:ext cx="5745956" cy="490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2042015" y="1928369"/>
            <a:ext cx="294791" cy="614547"/>
          </a:xfrm>
          <a:prstGeom prst="rect">
            <a:avLst/>
          </a:prstGeom>
          <a:blipFill>
            <a:blip r:embed="rId17" cstate="print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71598" y="256762"/>
            <a:ext cx="2598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Calibri"/>
                <a:ea typeface="宋体"/>
              </a:rPr>
              <a:t>电源不切断</a:t>
            </a:r>
          </a:p>
        </p:txBody>
      </p:sp>
      <p:graphicFrame>
        <p:nvGraphicFramePr>
          <p:cNvPr id="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664986"/>
              </p:ext>
            </p:extLst>
          </p:nvPr>
        </p:nvGraphicFramePr>
        <p:xfrm>
          <a:off x="4814936" y="184970"/>
          <a:ext cx="2231153" cy="579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37" name="Equation" r:id="rId18" imgW="901440" imgH="228600" progId="Equation.DSMT4">
                  <p:embed/>
                </p:oleObj>
              </mc:Choice>
              <mc:Fallback>
                <p:oleObj name="Equation" r:id="rId18" imgW="901440" imgH="228600" progId="Equation.DSMT4">
                  <p:embed/>
                  <p:pic>
                    <p:nvPicPr>
                      <p:cNvPr id="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4936" y="184970"/>
                        <a:ext cx="2231153" cy="579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75728" y="1432560"/>
            <a:ext cx="3414536" cy="174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4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/>
          <p:nvPr/>
        </p:nvGrpSpPr>
        <p:grpSpPr>
          <a:xfrm rot="5400000">
            <a:off x="3777423" y="1638782"/>
            <a:ext cx="521825" cy="915656"/>
            <a:chOff x="2652765" y="2677577"/>
            <a:chExt cx="532562" cy="934497"/>
          </a:xfrm>
        </p:grpSpPr>
        <p:cxnSp>
          <p:nvCxnSpPr>
            <p:cNvPr id="11" name="直接连接符 3"/>
            <p:cNvCxnSpPr/>
            <p:nvPr/>
          </p:nvCxnSpPr>
          <p:spPr>
            <a:xfrm>
              <a:off x="2652765" y="2677577"/>
              <a:ext cx="0" cy="93449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185327" y="2677577"/>
              <a:ext cx="0" cy="93449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197386"/>
              </p:ext>
            </p:extLst>
          </p:nvPr>
        </p:nvGraphicFramePr>
        <p:xfrm>
          <a:off x="2297418" y="1835697"/>
          <a:ext cx="494110" cy="65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80" name="Equation" r:id="rId3" imgW="177480" imgH="228600" progId="Equation.DSMT4">
                  <p:embed/>
                </p:oleObj>
              </mc:Choice>
              <mc:Fallback>
                <p:oleObj name="Equation" r:id="rId3" imgW="177480" imgH="228600" progId="Equation.DSMT4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418" y="1835697"/>
                        <a:ext cx="494110" cy="65127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/>
          <p:cNvGraphicFramePr>
            <a:graphicFrameLocks noChangeAspect="1"/>
          </p:cNvGraphicFramePr>
          <p:nvPr/>
        </p:nvGraphicFramePr>
        <p:xfrm>
          <a:off x="5999366" y="1706251"/>
          <a:ext cx="528638" cy="65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81"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9366" y="1706251"/>
                        <a:ext cx="528638" cy="65127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 rot="16200000">
            <a:off x="3814701" y="1643425"/>
            <a:ext cx="453634" cy="900584"/>
          </a:xfrm>
          <a:prstGeom prst="rect">
            <a:avLst/>
          </a:prstGeom>
          <a:blipFill>
            <a:blip r:embed="rId7" cstate="print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" name="组合 6"/>
          <p:cNvGrpSpPr/>
          <p:nvPr/>
        </p:nvGrpSpPr>
        <p:grpSpPr>
          <a:xfrm rot="5400000">
            <a:off x="5047324" y="1638783"/>
            <a:ext cx="521825" cy="915656"/>
            <a:chOff x="2652765" y="2677577"/>
            <a:chExt cx="532562" cy="934497"/>
          </a:xfrm>
        </p:grpSpPr>
        <p:cxnSp>
          <p:nvCxnSpPr>
            <p:cNvPr id="21" name="直接连接符 3"/>
            <p:cNvCxnSpPr/>
            <p:nvPr/>
          </p:nvCxnSpPr>
          <p:spPr>
            <a:xfrm>
              <a:off x="2652765" y="2677577"/>
              <a:ext cx="0" cy="93449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3185327" y="2677577"/>
              <a:ext cx="0" cy="93449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接连接符 25"/>
          <p:cNvCxnSpPr/>
          <p:nvPr/>
        </p:nvCxnSpPr>
        <p:spPr>
          <a:xfrm flipV="1">
            <a:off x="4034609" y="1309981"/>
            <a:ext cx="0" cy="525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2"/>
          <p:cNvGraphicFramePr>
            <a:graphicFrameLocks noChangeAspect="1"/>
          </p:cNvGraphicFramePr>
          <p:nvPr/>
        </p:nvGraphicFramePr>
        <p:xfrm>
          <a:off x="3368575" y="984344"/>
          <a:ext cx="423863" cy="65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82" name="Equation" r:id="rId8" imgW="152280" imgH="228600" progId="Equation.DSMT4">
                  <p:embed/>
                </p:oleObj>
              </mc:Choice>
              <mc:Fallback>
                <p:oleObj name="Equation" r:id="rId8" imgW="152280" imgH="228600" progId="Equation.DSMT4">
                  <p:embed/>
                  <p:pic>
                    <p:nvPicPr>
                      <p:cNvPr id="2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575" y="984344"/>
                        <a:ext cx="423863" cy="651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直接连接符 32"/>
          <p:cNvCxnSpPr/>
          <p:nvPr/>
        </p:nvCxnSpPr>
        <p:spPr>
          <a:xfrm flipV="1">
            <a:off x="4034610" y="2357523"/>
            <a:ext cx="0" cy="525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5321384" y="1309980"/>
            <a:ext cx="0" cy="525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V="1">
            <a:off x="5321384" y="2357522"/>
            <a:ext cx="0" cy="525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034611" y="1309980"/>
            <a:ext cx="128677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4034611" y="2883239"/>
            <a:ext cx="128677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 flipV="1">
            <a:off x="4665730" y="594036"/>
            <a:ext cx="7536" cy="715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 flipV="1">
            <a:off x="4673266" y="2883239"/>
            <a:ext cx="7536" cy="715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778" name="Object 10"/>
          <p:cNvGraphicFramePr>
            <a:graphicFrameLocks noChangeAspect="1"/>
          </p:cNvGraphicFramePr>
          <p:nvPr>
            <p:extLst/>
          </p:nvPr>
        </p:nvGraphicFramePr>
        <p:xfrm>
          <a:off x="1401366" y="4362451"/>
          <a:ext cx="6157675" cy="423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83" name="Equation" r:id="rId10" imgW="3403440" imgH="228600" progId="Equation.DSMT4">
                  <p:embed/>
                </p:oleObj>
              </mc:Choice>
              <mc:Fallback>
                <p:oleObj name="Equation" r:id="rId10" imgW="3403440" imgH="228600" progId="Equation.DSMT4">
                  <p:embed/>
                  <p:pic>
                    <p:nvPicPr>
                      <p:cNvPr id="327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366" y="4362451"/>
                        <a:ext cx="6157675" cy="42309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2297419" y="143283"/>
            <a:ext cx="307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Calibri"/>
                <a:ea typeface="宋体"/>
              </a:rPr>
              <a:t>充电后，电源切断。</a:t>
            </a:r>
          </a:p>
        </p:txBody>
      </p:sp>
      <p:graphicFrame>
        <p:nvGraphicFramePr>
          <p:cNvPr id="44" name="Object 2"/>
          <p:cNvGraphicFramePr>
            <a:graphicFrameLocks noChangeAspect="1"/>
          </p:cNvGraphicFramePr>
          <p:nvPr/>
        </p:nvGraphicFramePr>
        <p:xfrm>
          <a:off x="5537598" y="984647"/>
          <a:ext cx="458390" cy="65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84" name="Equation" r:id="rId12" imgW="164880" imgH="228600" progId="Equation.DSMT4">
                  <p:embed/>
                </p:oleObj>
              </mc:Choice>
              <mc:Fallback>
                <p:oleObj name="Equation" r:id="rId12" imgW="164880" imgH="228600" progId="Equation.DSMT4">
                  <p:embed/>
                  <p:pic>
                    <p:nvPicPr>
                      <p:cNvPr id="4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598" y="984647"/>
                        <a:ext cx="458390" cy="651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98342"/>
              </p:ext>
            </p:extLst>
          </p:nvPr>
        </p:nvGraphicFramePr>
        <p:xfrm>
          <a:off x="5484019" y="53579"/>
          <a:ext cx="2409825" cy="577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85" name="Equation" r:id="rId14" imgW="977760" imgH="228600" progId="Equation.DSMT4">
                  <p:embed/>
                </p:oleObj>
              </mc:Choice>
              <mc:Fallback>
                <p:oleObj name="Equation" r:id="rId14" imgW="977760" imgH="228600" progId="Equation.DSMT4">
                  <p:embed/>
                  <p:pic>
                    <p:nvPicPr>
                      <p:cNvPr id="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019" y="53579"/>
                        <a:ext cx="2409825" cy="577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395187" y="155455"/>
            <a:ext cx="647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>
                <a:solidFill>
                  <a:srgbClr val="990000"/>
                </a:solidFill>
                <a:latin typeface="Times New Roman" pitchFamily="18" charset="0"/>
              </a:rPr>
              <a:t>例</a:t>
            </a: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</a:rPr>
              <a:t>5</a:t>
            </a:r>
            <a:endParaRPr lang="zh-CN" altLang="en-US" sz="2400" b="1" dirty="0">
              <a:solidFill>
                <a:prstClr val="black"/>
              </a:solidFill>
              <a:latin typeface="Calibri"/>
              <a:ea typeface="宋体"/>
            </a:endParaRPr>
          </a:p>
        </p:txBody>
      </p:sp>
      <p:pic>
        <p:nvPicPr>
          <p:cNvPr id="368888" name="Picture 248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33"/>
          <a:stretch/>
        </p:blipFill>
        <p:spPr bwMode="auto">
          <a:xfrm>
            <a:off x="1455420" y="3268981"/>
            <a:ext cx="3824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1463040" y="3703321"/>
            <a:ext cx="5784769" cy="571500"/>
            <a:chOff x="426719" y="4937761"/>
            <a:chExt cx="7713025" cy="762000"/>
          </a:xfrm>
        </p:grpSpPr>
        <p:pic>
          <p:nvPicPr>
            <p:cNvPr id="29" name="Picture 248"/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00"/>
            <a:stretch/>
          </p:blipFill>
          <p:spPr bwMode="auto">
            <a:xfrm>
              <a:off x="426719" y="4937761"/>
              <a:ext cx="7713025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30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6828924"/>
                </p:ext>
              </p:extLst>
            </p:nvPr>
          </p:nvGraphicFramePr>
          <p:xfrm>
            <a:off x="1450975" y="5149532"/>
            <a:ext cx="215023" cy="36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286" name="Equation" r:id="rId17" imgW="101520" imgH="164880" progId="Equation.DSMT4">
                    <p:embed/>
                  </p:oleObj>
                </mc:Choice>
                <mc:Fallback>
                  <p:oleObj name="Equation" r:id="rId17" imgW="101520" imgH="164880" progId="Equation.DSMT4">
                    <p:embed/>
                    <p:pic>
                      <p:nvPicPr>
                        <p:cNvPr id="1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0975" y="5149532"/>
                          <a:ext cx="215023" cy="3600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3178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7_第六版PPT主题模板">
  <a:themeElements>
    <a:clrScheme name="7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lin ang="0" scaled="0"/>
        </a:gradFill>
        <a:ln>
          <a:headEnd/>
          <a:tailEnd/>
        </a:ln>
      </a:spPr>
      <a:bodyPr>
        <a:spAutoFit/>
      </a:bodyPr>
      <a:lstStyle>
        <a:defPPr eaLnBrk="0" hangingPunct="0">
          <a:lnSpc>
            <a:spcPct val="130000"/>
          </a:lnSpc>
          <a:defRPr kumimoji="1" sz="3200" b="1" dirty="0">
            <a:latin typeface="Times New Roman" pitchFamily="18" charset="0"/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</a:objectDefaults>
  <a:extraClrSchemeLst>
    <a:extraClrScheme>
      <a:clrScheme name="7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第六版PPT主题模板">
  <a:themeElements>
    <a:clrScheme name="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第六版PPT主题模板">
  <a:themeElements>
    <a:clrScheme name="1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第六版PPT主题模板">
  <a:themeElements>
    <a:clrScheme name="2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第六版PPT主题模板">
  <a:themeElements>
    <a:clrScheme name="3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4_第六版PPT主题模板">
  <a:themeElements>
    <a:clrScheme name="4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5_第六版PPT主题模板">
  <a:themeElements>
    <a:clrScheme name="5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6_第六版PPT主题模板">
  <a:themeElements>
    <a:clrScheme name="6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6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第六版PPT主题模板">
  <a:themeElements>
    <a:clrScheme name="8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8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8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第六版PPT主题模板">
  <a:themeElements>
    <a:clrScheme name="9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9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第六版PPT主题模板">
  <a:themeElements>
    <a:clrScheme name="10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0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第六版PPT主题模板">
  <a:themeElements>
    <a:clrScheme name="11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1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1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场景型模板">
  <a:themeElements>
    <a:clrScheme name="场景型模板 5">
      <a:dk1>
        <a:srgbClr val="000000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000000"/>
      </a:accent4>
      <a:accent5>
        <a:srgbClr val="EED8D8"/>
      </a:accent5>
      <a:accent6>
        <a:srgbClr val="A2CCA2"/>
      </a:accent6>
      <a:hlink>
        <a:srgbClr val="DB0B29"/>
      </a:hlink>
      <a:folHlink>
        <a:srgbClr val="2004EE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5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DB0B29"/>
        </a:hlink>
        <a:folHlink>
          <a:srgbClr val="2004E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2_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E5"/>
      </a:hlink>
      <a:folHlink>
        <a:srgbClr val="7030A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2_第六版PPT主题模板">
  <a:themeElements>
    <a:clrScheme name="7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1037</Words>
  <Application>Microsoft Office PowerPoint</Application>
  <PresentationFormat>全屏显示(16:9)</PresentationFormat>
  <Paragraphs>149</Paragraphs>
  <Slides>28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19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62" baseType="lpstr">
      <vt:lpstr>Monotype Sorts</vt:lpstr>
      <vt:lpstr>黑体</vt:lpstr>
      <vt:lpstr>楷体</vt:lpstr>
      <vt:lpstr>楷体_GB2312</vt:lpstr>
      <vt:lpstr>宋体</vt:lpstr>
      <vt:lpstr>宋体-方正超大字符集</vt:lpstr>
      <vt:lpstr>Arial</vt:lpstr>
      <vt:lpstr>Calibri</vt:lpstr>
      <vt:lpstr>CommercialScript BT</vt:lpstr>
      <vt:lpstr>Symbol</vt:lpstr>
      <vt:lpstr>Times New Roman</vt:lpstr>
      <vt:lpstr>Wingdings</vt:lpstr>
      <vt:lpstr>默认设计模板</vt:lpstr>
      <vt:lpstr>1_默认设计模板</vt:lpstr>
      <vt:lpstr>7_第六版PPT主题模板</vt:lpstr>
      <vt:lpstr>第六版PPT主题模板</vt:lpstr>
      <vt:lpstr>1_第六版PPT主题模板</vt:lpstr>
      <vt:lpstr>2_第六版PPT主题模板</vt:lpstr>
      <vt:lpstr>3_第六版PPT主题模板</vt:lpstr>
      <vt:lpstr>4_第六版PPT主题模板</vt:lpstr>
      <vt:lpstr>5_第六版PPT主题模板</vt:lpstr>
      <vt:lpstr>6_第六版PPT主题模板</vt:lpstr>
      <vt:lpstr>8_第六版PPT主题模板</vt:lpstr>
      <vt:lpstr>9_第六版PPT主题模板</vt:lpstr>
      <vt:lpstr>10_第六版PPT主题模板</vt:lpstr>
      <vt:lpstr>11_第六版PPT主题模板</vt:lpstr>
      <vt:lpstr>场景型模板</vt:lpstr>
      <vt:lpstr>2_默认设计模板</vt:lpstr>
      <vt:lpstr>3_默认设计模板</vt:lpstr>
      <vt:lpstr>12_第六版PPT主题模板</vt:lpstr>
      <vt:lpstr>Office 主题</vt:lpstr>
      <vt:lpstr>公式</vt:lpstr>
      <vt:lpstr>Equation</vt:lpstr>
      <vt:lpstr>Clip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sytu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  学  物  理</dc:title>
  <dc:creator>chenjian</dc:creator>
  <cp:lastModifiedBy>Administrator</cp:lastModifiedBy>
  <cp:revision>228</cp:revision>
  <dcterms:created xsi:type="dcterms:W3CDTF">2005-09-11T15:39:18Z</dcterms:created>
  <dcterms:modified xsi:type="dcterms:W3CDTF">2024-04-22T15:05:38Z</dcterms:modified>
</cp:coreProperties>
</file>